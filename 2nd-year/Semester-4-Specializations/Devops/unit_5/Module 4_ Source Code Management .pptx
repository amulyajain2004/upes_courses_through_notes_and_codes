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omments/comment1.xml" ContentType="application/vnd.openxmlformats-officedocument.presentationml.comment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7" r:id="rId2"/>
  </p:sldMasterIdLst>
  <p:notesMasterIdLst>
    <p:notesMasterId r:id="rId6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Lst>
  <p:sldSz cx="12192000" cy="6858000"/>
  <p:notesSz cx="6858000" cy="9144000"/>
  <p:embeddedFontLst>
    <p:embeddedFont>
      <p:font typeface="Open Sans" panose="020B0606030504020204" pitchFamily="34" charset="0"/>
      <p:regular r:id="rId63"/>
      <p:bold r:id="rId64"/>
      <p:italic r:id="rId65"/>
      <p:boldItalic r:id="rId66"/>
    </p:embeddedFont>
    <p:embeddedFont>
      <p:font typeface="Poppins" panose="00000500000000000000" pitchFamily="2" charset="0"/>
      <p:regular r:id="rId67"/>
      <p:bold r:id="rId68"/>
      <p:italic r:id="rId69"/>
      <p:boldItalic r:id="rId70"/>
    </p:embeddedFont>
    <p:embeddedFont>
      <p:font typeface="Roboto" panose="02000000000000000000" pitchFamily="2" charset="0"/>
      <p:regular r:id="rId71"/>
      <p:bold r:id="rId72"/>
      <p:italic r:id="rId73"/>
      <p:boldItalic r:id="rId7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78">
          <p15:clr>
            <a:srgbClr val="747775"/>
          </p15:clr>
        </p15:guide>
        <p15:guide id="2" pos="960">
          <p15:clr>
            <a:srgbClr val="747775"/>
          </p15:clr>
        </p15:guide>
        <p15:guide id="3" pos="3591">
          <p15:clr>
            <a:srgbClr val="747775"/>
          </p15:clr>
        </p15:guide>
        <p15:guide id="4" orient="horz" pos="2908">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81" roundtripDataSignature="AMtx7mgdBVlUAXecRU3VxAK+wg/9uDiV/A=="/>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Pooja Pahwa"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4" d="100"/>
          <a:sy n="64" d="100"/>
        </p:scale>
        <p:origin x="954" y="78"/>
      </p:cViewPr>
      <p:guideLst>
        <p:guide orient="horz" pos="278"/>
        <p:guide pos="960"/>
        <p:guide pos="3591"/>
        <p:guide orient="horz" pos="290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font" Target="fonts/font1.fntdata"/><Relationship Id="rId68" Type="http://schemas.openxmlformats.org/officeDocument/2006/relationships/font" Target="fonts/font6.fntdata"/><Relationship Id="rId84" Type="http://schemas.openxmlformats.org/officeDocument/2006/relationships/viewProps" Target="viewProps.xml"/><Relationship Id="rId7" Type="http://schemas.openxmlformats.org/officeDocument/2006/relationships/slide" Target="slides/slide5.xml"/><Relationship Id="rId71" Type="http://schemas.openxmlformats.org/officeDocument/2006/relationships/font" Target="fonts/font9.fntdata"/><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font" Target="fonts/font4.fntdata"/><Relationship Id="rId74" Type="http://schemas.openxmlformats.org/officeDocument/2006/relationships/font" Target="fonts/font12.fntdata"/><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commentAuthors" Target="commentAuthor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font" Target="fonts/font3.fntdata"/><Relationship Id="rId73" Type="http://schemas.openxmlformats.org/officeDocument/2006/relationships/font" Target="fonts/font11.fntdata"/><Relationship Id="rId81" Type="http://customschemas.google.com/relationships/presentationmetadata" Target="metadata"/><Relationship Id="rId86"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font" Target="fonts/font2.fntdata"/><Relationship Id="rId69" Type="http://schemas.openxmlformats.org/officeDocument/2006/relationships/font" Target="fonts/font7.fntdata"/><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font" Target="fonts/font10.fntdata"/><Relationship Id="rId85"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font" Target="fonts/font5.fnt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notesMaster" Target="notesMasters/notesMaster1.xml"/><Relationship Id="rId70" Type="http://schemas.openxmlformats.org/officeDocument/2006/relationships/font" Target="fonts/font8.fntdata"/><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s>
</file>

<file path=ppt/comments/comment1.xml><?xml version="1.0" encoding="utf-8"?>
<p:cmLst xmlns:a="http://schemas.openxmlformats.org/drawingml/2006/main" xmlns:r="http://schemas.openxmlformats.org/officeDocument/2006/relationships" xmlns:p="http://schemas.openxmlformats.org/presentationml/2006/main">
  <p:cm authorId="0" dt="2024-01-02T13:07:17.481" idx="1">
    <p:pos x="6000" y="0"/>
    <p:text>The numbers for the third and fourth types should be fixed.</p:text>
    <p:extLst>
      <p:ext uri="{C676402C-5697-4E1C-873F-D02D1690AC5C}">
        <p15:threadingInfo xmlns:p15="http://schemas.microsoft.com/office/powerpoint/2012/main" timeZoneBias="0"/>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commentPostId="AAABDR6R9cc"/>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4"/>
        <p:cNvGrpSpPr/>
        <p:nvPr/>
      </p:nvGrpSpPr>
      <p:grpSpPr>
        <a:xfrm>
          <a:off x="0" y="0"/>
          <a:ext cx="0" cy="0"/>
          <a:chOff x="0" y="0"/>
          <a:chExt cx="0" cy="0"/>
        </a:xfrm>
      </p:grpSpPr>
      <p:sp>
        <p:nvSpPr>
          <p:cNvPr id="725" name="Google Shape;72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26" name="Google Shape;72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Notes to the Facilitator:</a:t>
            </a:r>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Introduce the module to the participants.</a:t>
            </a:r>
            <a:endParaRPr/>
          </a:p>
          <a:p>
            <a:pPr marL="0" lvl="0" indent="0" algn="l" rtl="0">
              <a:lnSpc>
                <a:spcPct val="100000"/>
              </a:lnSpc>
              <a:spcBef>
                <a:spcPts val="0"/>
              </a:spcBef>
              <a:spcAft>
                <a:spcPts val="0"/>
              </a:spcAft>
              <a:buSzPts val="1100"/>
              <a:buNone/>
            </a:pPr>
            <a:endParaRPr/>
          </a:p>
          <a:p>
            <a:pPr marL="0" lvl="0" indent="0" algn="l" rtl="0">
              <a:lnSpc>
                <a:spcPct val="115000"/>
              </a:lnSpc>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Notes to the Participants:</a:t>
            </a:r>
            <a:endParaRPr/>
          </a:p>
          <a:p>
            <a:pPr marL="0" lvl="0" indent="0" algn="l" rtl="0">
              <a:lnSpc>
                <a:spcPct val="100000"/>
              </a:lnSpc>
              <a:spcBef>
                <a:spcPts val="0"/>
              </a:spcBef>
              <a:spcAft>
                <a:spcPts val="0"/>
              </a:spcAft>
              <a:buSzPts val="1100"/>
              <a:buNone/>
            </a:pPr>
            <a:endParaRPr/>
          </a:p>
          <a:p>
            <a:pPr marL="0" lvl="0" indent="0" algn="l" rtl="0">
              <a:lnSpc>
                <a:spcPct val="115000"/>
              </a:lnSpc>
              <a:spcBef>
                <a:spcPts val="1600"/>
              </a:spcBef>
              <a:spcAft>
                <a:spcPts val="0"/>
              </a:spcAft>
              <a:buClr>
                <a:schemeClr val="dk1"/>
              </a:buClr>
              <a:buSzPts val="1100"/>
              <a:buFont typeface="Arial"/>
              <a:buNone/>
            </a:pPr>
            <a:r>
              <a:rPr lang="en" sz="1200">
                <a:solidFill>
                  <a:srgbClr val="374151"/>
                </a:solidFill>
              </a:rPr>
              <a:t>In this module, you will delve into the realm of remote repositories, a fundamental aspect of Git that extends collaboration beyond individual workstations. You'll explore the intricacies of fetching, pulling, and pushing changes, unraveling the mechanisms that enable seamless collaboration among team members. Additionally, the module will guide you through the nuances of working with remote branches, providing insights into managing collaborative development efforts. As you progress, you'll discover the power of Git Hooks, mechanisms that allow for the customization and automation of various stages in the Git workflow, enhancing your ability to tailor version control processes to specific project requirements. This module offers a comprehensive exploration of these advanced Git concepts, empowering you to optimize collaboration and streamline development workflows in a distributed and interconnected development environment.</a:t>
            </a:r>
            <a:endParaRPr sz="1200">
              <a:solidFill>
                <a:schemeClr val="dk1"/>
              </a:solidFill>
            </a:endParaRPr>
          </a:p>
          <a:p>
            <a:pPr marL="0" lvl="1" indent="0" algn="l" rtl="0">
              <a:lnSpc>
                <a:spcPct val="115000"/>
              </a:lnSpc>
              <a:spcBef>
                <a:spcPts val="0"/>
              </a:spcBef>
              <a:spcAft>
                <a:spcPts val="0"/>
              </a:spcAft>
              <a:buClr>
                <a:schemeClr val="dk1"/>
              </a:buClr>
              <a:buSzPts val="1400"/>
              <a:buFont typeface="Arial"/>
              <a:buNone/>
            </a:pPr>
            <a:r>
              <a:rPr lang="en">
                <a:solidFill>
                  <a:schemeClr val="dk1"/>
                </a:solidFill>
              </a:rPr>
              <a:t>We will learn how!</a:t>
            </a:r>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2"/>
        <p:cNvGrpSpPr/>
        <p:nvPr/>
      </p:nvGrpSpPr>
      <p:grpSpPr>
        <a:xfrm>
          <a:off x="0" y="0"/>
          <a:ext cx="0" cy="0"/>
          <a:chOff x="0" y="0"/>
          <a:chExt cx="0" cy="0"/>
        </a:xfrm>
      </p:grpSpPr>
      <p:sp>
        <p:nvSpPr>
          <p:cNvPr id="733" name="Google Shape;73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34" name="Google Shape;734;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b="1"/>
              <a:t>Notes to the Facilitator:</a:t>
            </a:r>
            <a:endParaRPr b="1"/>
          </a:p>
          <a:p>
            <a:pPr marL="0" lvl="0" indent="0" algn="l" rtl="0">
              <a:lnSpc>
                <a:spcPct val="100000"/>
              </a:lnSpc>
              <a:spcBef>
                <a:spcPts val="0"/>
              </a:spcBef>
              <a:spcAft>
                <a:spcPts val="0"/>
              </a:spcAft>
              <a:buClr>
                <a:schemeClr val="dk1"/>
              </a:buClr>
              <a:buSzPts val="1100"/>
              <a:buFont typeface="Arial"/>
              <a:buNone/>
            </a:pPr>
            <a:r>
              <a:rPr lang="en"/>
              <a:t>Explain the module objectives to the participants. </a:t>
            </a:r>
            <a:endParaRPr/>
          </a:p>
          <a:p>
            <a:pPr marL="0" lvl="0" indent="0" algn="l" rtl="0">
              <a:lnSpc>
                <a:spcPct val="100000"/>
              </a:lnSpc>
              <a:spcBef>
                <a:spcPts val="0"/>
              </a:spcBef>
              <a:spcAft>
                <a:spcPts val="0"/>
              </a:spcAft>
              <a:buClr>
                <a:schemeClr val="dk1"/>
              </a:buClr>
              <a:buSzPts val="1100"/>
              <a:buFont typeface="Arial"/>
              <a:buNone/>
            </a:pPr>
            <a:r>
              <a:rPr lang="en" b="1"/>
              <a:t>Notes to the Participants:</a:t>
            </a:r>
            <a:endParaRPr b="1"/>
          </a:p>
          <a:p>
            <a:pPr marL="0" lvl="0" indent="0" algn="l" rtl="0">
              <a:lnSpc>
                <a:spcPct val="100000"/>
              </a:lnSpc>
              <a:spcBef>
                <a:spcPts val="0"/>
              </a:spcBef>
              <a:spcAft>
                <a:spcPts val="0"/>
              </a:spcAft>
              <a:buClr>
                <a:schemeClr val="dk1"/>
              </a:buClr>
              <a:buSzPts val="1100"/>
              <a:buFont typeface="Arial"/>
              <a:buNone/>
            </a:pPr>
            <a:r>
              <a:rPr lang="en"/>
              <a:t>You will be informed about the module objectives.</a:t>
            </a:r>
            <a:endParaRPr/>
          </a:p>
          <a:p>
            <a:pPr marL="0" lvl="0" indent="0" algn="l" rtl="0">
              <a:lnSpc>
                <a:spcPct val="100000"/>
              </a:lnSpc>
              <a:spcBef>
                <a:spcPts val="0"/>
              </a:spcBef>
              <a:spcAft>
                <a:spcPts val="0"/>
              </a:spcAft>
              <a:buSzPts val="1100"/>
              <a:buNone/>
            </a:pPr>
            <a:r>
              <a:rPr lang="en"/>
              <a:t>At the end of this module, you will be able to learn:</a:t>
            </a:r>
            <a:endParaRPr/>
          </a:p>
          <a:p>
            <a:pPr marL="457200" lvl="0" indent="-298450" algn="l" rtl="0">
              <a:lnSpc>
                <a:spcPct val="100000"/>
              </a:lnSpc>
              <a:spcBef>
                <a:spcPts val="0"/>
              </a:spcBef>
              <a:spcAft>
                <a:spcPts val="0"/>
              </a:spcAft>
              <a:buSzPts val="1100"/>
              <a:buChar char="●"/>
            </a:pPr>
            <a:r>
              <a:rPr lang="en"/>
              <a:t>Learn to work with remote repositories, including cloning and setting up tracking branches.</a:t>
            </a:r>
            <a:endParaRPr/>
          </a:p>
          <a:p>
            <a:pPr marL="457200" lvl="0" indent="-298450" algn="l" rtl="0">
              <a:lnSpc>
                <a:spcPct val="100000"/>
              </a:lnSpc>
              <a:spcBef>
                <a:spcPts val="0"/>
              </a:spcBef>
              <a:spcAft>
                <a:spcPts val="0"/>
              </a:spcAft>
              <a:buSzPts val="1100"/>
              <a:buChar char="●"/>
            </a:pPr>
            <a:r>
              <a:rPr lang="en"/>
              <a:t>Understand how to synchronize changes between local and remote repositories.</a:t>
            </a:r>
            <a:endParaRPr/>
          </a:p>
          <a:p>
            <a:pPr marL="457200" lvl="0" indent="-298450" algn="l" rtl="0">
              <a:lnSpc>
                <a:spcPct val="100000"/>
              </a:lnSpc>
              <a:spcBef>
                <a:spcPts val="0"/>
              </a:spcBef>
              <a:spcAft>
                <a:spcPts val="0"/>
              </a:spcAft>
              <a:buSzPts val="1100"/>
              <a:buChar char="●"/>
            </a:pPr>
            <a:r>
              <a:rPr lang="en"/>
              <a:t>Explore advanced techniques for working with branches in remote repositories.</a:t>
            </a:r>
            <a:endParaRPr/>
          </a:p>
          <a:p>
            <a:pPr marL="457200" lvl="0" indent="-298450" algn="l" rtl="0">
              <a:lnSpc>
                <a:spcPct val="100000"/>
              </a:lnSpc>
              <a:spcBef>
                <a:spcPts val="0"/>
              </a:spcBef>
              <a:spcAft>
                <a:spcPts val="0"/>
              </a:spcAft>
              <a:buSzPts val="1100"/>
              <a:buChar char="●"/>
            </a:pPr>
            <a:r>
              <a:rPr lang="en"/>
              <a:t>Implement pre-commit and post-commit hooks, customizing Git behavior.</a:t>
            </a:r>
            <a:endParaRPr/>
          </a:p>
          <a:p>
            <a:pPr marL="457200" lvl="0" indent="0" algn="l" rtl="0">
              <a:lnSpc>
                <a:spcPct val="100000"/>
              </a:lnSpc>
              <a:spcBef>
                <a:spcPts val="0"/>
              </a:spcBef>
              <a:spcAft>
                <a:spcPts val="0"/>
              </a:spcAft>
              <a:buSzPts val="1100"/>
              <a:buNone/>
            </a:pPr>
            <a:endParaRPr/>
          </a:p>
          <a:p>
            <a:pPr marL="45720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9"/>
        <p:cNvGrpSpPr/>
        <p:nvPr/>
      </p:nvGrpSpPr>
      <p:grpSpPr>
        <a:xfrm>
          <a:off x="0" y="0"/>
          <a:ext cx="0" cy="0"/>
          <a:chOff x="0" y="0"/>
          <a:chExt cx="0" cy="0"/>
        </a:xfrm>
      </p:grpSpPr>
      <p:sp>
        <p:nvSpPr>
          <p:cNvPr id="740" name="Google Shape;740;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41" name="Google Shape;74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b="1">
                <a:solidFill>
                  <a:schemeClr val="dk1"/>
                </a:solidFill>
              </a:rPr>
              <a:t>Notes to the Facilitator:</a:t>
            </a:r>
            <a:endParaRPr sz="1200" b="1">
              <a:solidFill>
                <a:schemeClr val="dk1"/>
              </a:solidFill>
            </a:endParaRPr>
          </a:p>
          <a:p>
            <a:pPr marL="0" lvl="0" indent="0" algn="l" rtl="0">
              <a:lnSpc>
                <a:spcPct val="115000"/>
              </a:lnSpc>
              <a:spcBef>
                <a:spcPts val="0"/>
              </a:spcBef>
              <a:spcAft>
                <a:spcPts val="0"/>
              </a:spcAft>
              <a:buSzPts val="1100"/>
              <a:buNone/>
            </a:pPr>
            <a:r>
              <a:rPr lang="en" sz="1200">
                <a:solidFill>
                  <a:schemeClr val="dk1"/>
                </a:solidFill>
              </a:rPr>
              <a:t>Inform the participants about the topics that they will be learning in this module.</a:t>
            </a:r>
            <a:endParaRPr sz="1200">
              <a:solidFill>
                <a:schemeClr val="dk1"/>
              </a:solidFill>
            </a:endParaRPr>
          </a:p>
          <a:p>
            <a:pPr marL="0" lvl="0" indent="0" algn="l" rtl="0">
              <a:lnSpc>
                <a:spcPct val="115000"/>
              </a:lnSpc>
              <a:spcBef>
                <a:spcPts val="1600"/>
              </a:spcBef>
              <a:spcAft>
                <a:spcPts val="0"/>
              </a:spcAft>
              <a:buSzPts val="1100"/>
              <a:buNone/>
            </a:pPr>
            <a:r>
              <a:rPr lang="en" sz="1200" b="1">
                <a:solidFill>
                  <a:schemeClr val="dk1"/>
                </a:solidFill>
              </a:rPr>
              <a:t>Notes to the Participants:</a:t>
            </a:r>
            <a:endParaRPr sz="1200" b="1">
              <a:solidFill>
                <a:schemeClr val="dk1"/>
              </a:solidFill>
            </a:endParaRPr>
          </a:p>
          <a:p>
            <a:pPr marL="0" lvl="0" indent="0" algn="l" rtl="0">
              <a:lnSpc>
                <a:spcPct val="115000"/>
              </a:lnSpc>
              <a:spcBef>
                <a:spcPts val="1600"/>
              </a:spcBef>
              <a:spcAft>
                <a:spcPts val="0"/>
              </a:spcAft>
              <a:buClr>
                <a:schemeClr val="dk1"/>
              </a:buClr>
              <a:buSzPts val="1100"/>
              <a:buFont typeface="Arial"/>
              <a:buNone/>
            </a:pPr>
            <a:r>
              <a:rPr lang="en" sz="1200">
                <a:solidFill>
                  <a:srgbClr val="374151"/>
                </a:solidFill>
              </a:rPr>
              <a:t>In this module, we will delve into the following key topics:</a:t>
            </a:r>
            <a:endParaRPr sz="1200">
              <a:solidFill>
                <a:srgbClr val="374151"/>
              </a:solidFill>
            </a:endParaRPr>
          </a:p>
          <a:p>
            <a:pPr marL="457200" lvl="0" indent="-304800" algn="l" rtl="0">
              <a:lnSpc>
                <a:spcPct val="115000"/>
              </a:lnSpc>
              <a:spcBef>
                <a:spcPts val="0"/>
              </a:spcBef>
              <a:spcAft>
                <a:spcPts val="0"/>
              </a:spcAft>
              <a:buClr>
                <a:srgbClr val="595959"/>
              </a:buClr>
              <a:buSzPts val="1200"/>
              <a:buChar char="●"/>
            </a:pPr>
            <a:r>
              <a:rPr lang="en" sz="1200">
                <a:solidFill>
                  <a:srgbClr val="595959"/>
                </a:solidFill>
              </a:rPr>
              <a:t>Remote repositories</a:t>
            </a:r>
            <a:endParaRPr sz="1200">
              <a:solidFill>
                <a:srgbClr val="595959"/>
              </a:solidFill>
            </a:endParaRPr>
          </a:p>
          <a:p>
            <a:pPr marL="457200" lvl="0" indent="-304800" algn="l" rtl="0">
              <a:lnSpc>
                <a:spcPct val="115000"/>
              </a:lnSpc>
              <a:spcBef>
                <a:spcPts val="0"/>
              </a:spcBef>
              <a:spcAft>
                <a:spcPts val="0"/>
              </a:spcAft>
              <a:buClr>
                <a:srgbClr val="595959"/>
              </a:buClr>
              <a:buSzPts val="1200"/>
              <a:buChar char="●"/>
            </a:pPr>
            <a:r>
              <a:rPr lang="en" sz="1200">
                <a:solidFill>
                  <a:srgbClr val="374151"/>
                </a:solidFill>
              </a:rPr>
              <a:t>Fetching, pulling, pushing changes</a:t>
            </a:r>
            <a:endParaRPr sz="1200">
              <a:solidFill>
                <a:srgbClr val="595959"/>
              </a:solidFill>
            </a:endParaRPr>
          </a:p>
          <a:p>
            <a:pPr marL="457200" lvl="0" indent="-304800" algn="l" rtl="0">
              <a:lnSpc>
                <a:spcPct val="115000"/>
              </a:lnSpc>
              <a:spcBef>
                <a:spcPts val="0"/>
              </a:spcBef>
              <a:spcAft>
                <a:spcPts val="0"/>
              </a:spcAft>
              <a:buClr>
                <a:srgbClr val="595959"/>
              </a:buClr>
              <a:buSzPts val="1200"/>
              <a:buChar char="●"/>
            </a:pPr>
            <a:r>
              <a:rPr lang="en" sz="1200">
                <a:solidFill>
                  <a:srgbClr val="374151"/>
                </a:solidFill>
              </a:rPr>
              <a:t>Working with remote branches</a:t>
            </a:r>
            <a:endParaRPr sz="1200">
              <a:solidFill>
                <a:srgbClr val="595959"/>
              </a:solidFill>
            </a:endParaRPr>
          </a:p>
          <a:p>
            <a:pPr marL="457200" lvl="0" indent="-304800" algn="l" rtl="0">
              <a:lnSpc>
                <a:spcPct val="115000"/>
              </a:lnSpc>
              <a:spcBef>
                <a:spcPts val="0"/>
              </a:spcBef>
              <a:spcAft>
                <a:spcPts val="0"/>
              </a:spcAft>
              <a:buClr>
                <a:srgbClr val="595959"/>
              </a:buClr>
              <a:buSzPts val="1200"/>
              <a:buChar char="●"/>
            </a:pPr>
            <a:r>
              <a:rPr lang="en" sz="1200">
                <a:solidFill>
                  <a:srgbClr val="374151"/>
                </a:solidFill>
              </a:rPr>
              <a:t>Git Hooks</a:t>
            </a:r>
            <a:endParaRPr sz="1000">
              <a:solidFill>
                <a:srgbClr val="374151"/>
              </a:solidFill>
            </a:endParaRPr>
          </a:p>
          <a:p>
            <a:pPr marL="0" lvl="0" indent="0" algn="l" rtl="0">
              <a:lnSpc>
                <a:spcPct val="115000"/>
              </a:lnSpc>
              <a:spcBef>
                <a:spcPts val="1600"/>
              </a:spcBef>
              <a:spcAft>
                <a:spcPts val="0"/>
              </a:spcAft>
              <a:buClr>
                <a:schemeClr val="dk1"/>
              </a:buClr>
              <a:buSzPts val="1100"/>
              <a:buFont typeface="Arial"/>
              <a:buNone/>
            </a:pPr>
            <a:endParaRPr sz="1200" b="1">
              <a:solidFill>
                <a:schemeClr val="dk1"/>
              </a:solidFill>
            </a:endParaRPr>
          </a:p>
          <a:p>
            <a:pPr marL="0" lvl="0" indent="0" algn="l" rtl="0">
              <a:lnSpc>
                <a:spcPct val="115000"/>
              </a:lnSpc>
              <a:spcBef>
                <a:spcPts val="1600"/>
              </a:spcBef>
              <a:spcAft>
                <a:spcPts val="0"/>
              </a:spcAft>
              <a:buClr>
                <a:schemeClr val="dk1"/>
              </a:buClr>
              <a:buSzPts val="1100"/>
              <a:buFont typeface="Arial"/>
              <a:buNone/>
            </a:pPr>
            <a:endParaRPr sz="1200" b="1">
              <a:solidFill>
                <a:schemeClr val="dk1"/>
              </a:solidFill>
            </a:endParaRPr>
          </a:p>
          <a:p>
            <a:pPr marL="0" lvl="0" indent="0" algn="l" rtl="0">
              <a:lnSpc>
                <a:spcPct val="115000"/>
              </a:lnSpc>
              <a:spcBef>
                <a:spcPts val="1600"/>
              </a:spcBef>
              <a:spcAft>
                <a:spcPts val="0"/>
              </a:spcAft>
              <a:buClr>
                <a:schemeClr val="dk1"/>
              </a:buClr>
              <a:buSzPts val="1100"/>
              <a:buFont typeface="Arial"/>
              <a:buNone/>
            </a:pPr>
            <a:endParaRPr sz="1200" b="1">
              <a:solidFill>
                <a:schemeClr val="dk1"/>
              </a:solidFill>
            </a:endParaRPr>
          </a:p>
          <a:p>
            <a:pPr marL="0" lvl="0" indent="0" algn="l" rtl="0">
              <a:lnSpc>
                <a:spcPct val="115000"/>
              </a:lnSpc>
              <a:spcBef>
                <a:spcPts val="1600"/>
              </a:spcBef>
              <a:spcAft>
                <a:spcPts val="0"/>
              </a:spcAft>
              <a:buClr>
                <a:schemeClr val="dk1"/>
              </a:buClr>
              <a:buSzPts val="1100"/>
              <a:buFont typeface="Arial"/>
              <a:buNone/>
            </a:pPr>
            <a:endParaRPr sz="1200" b="1">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6"/>
        <p:cNvGrpSpPr/>
        <p:nvPr/>
      </p:nvGrpSpPr>
      <p:grpSpPr>
        <a:xfrm>
          <a:off x="0" y="0"/>
          <a:ext cx="0" cy="0"/>
          <a:chOff x="0" y="0"/>
          <a:chExt cx="0" cy="0"/>
        </a:xfrm>
      </p:grpSpPr>
      <p:sp>
        <p:nvSpPr>
          <p:cNvPr id="747" name="Google Shape;74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48" name="Google Shape;748;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b="1">
                <a:solidFill>
                  <a:schemeClr val="dk1"/>
                </a:solidFill>
              </a:rPr>
              <a:t>Notes to the Facilitator:</a:t>
            </a:r>
            <a:endParaRPr sz="1200" b="1">
              <a:solidFill>
                <a:schemeClr val="dk1"/>
              </a:solidFill>
            </a:endParaRPr>
          </a:p>
          <a:p>
            <a:pPr marL="0" lvl="0" indent="0" algn="l" rtl="0">
              <a:lnSpc>
                <a:spcPct val="115000"/>
              </a:lnSpc>
              <a:spcBef>
                <a:spcPts val="0"/>
              </a:spcBef>
              <a:spcAft>
                <a:spcPts val="0"/>
              </a:spcAft>
              <a:buSzPts val="1100"/>
              <a:buNone/>
            </a:pPr>
            <a:r>
              <a:rPr lang="en" sz="1200">
                <a:solidFill>
                  <a:srgbClr val="374151"/>
                </a:solidFill>
              </a:rPr>
              <a:t>Guide participants through the foundational understanding of remote repositories as centralized and collaborative hubs in Git, emphasizing their role in streamlining version control and promoting efficient teamwork in a distributed development environment.</a:t>
            </a:r>
            <a:endParaRPr sz="1200">
              <a:solidFill>
                <a:srgbClr val="374151"/>
              </a:solidFill>
            </a:endParaRPr>
          </a:p>
          <a:p>
            <a:pPr marL="0" lvl="0" indent="0" algn="l" rtl="0">
              <a:lnSpc>
                <a:spcPct val="115000"/>
              </a:lnSpc>
              <a:spcBef>
                <a:spcPts val="1600"/>
              </a:spcBef>
              <a:spcAft>
                <a:spcPts val="0"/>
              </a:spcAft>
              <a:buSzPts val="1100"/>
              <a:buNone/>
            </a:pPr>
            <a:r>
              <a:rPr lang="en" sz="1200" b="1">
                <a:solidFill>
                  <a:schemeClr val="dk1"/>
                </a:solidFill>
              </a:rPr>
              <a:t>Notes to the Participants:</a:t>
            </a:r>
            <a:endParaRPr sz="12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rgbClr val="252525"/>
                </a:solidFill>
              </a:rPr>
              <a:t>Remote repositories serve as the backbone of collaborative development in Git, providing a centralized and shared hub for project code. When we talk about remote repositories, we refer to mirrored copies of a project's repository hosted on a server, enabling multiple developers to work on the same project concurrently. These repositories act as central hubs where project code is stored, accessed, and collaborated upon. The fundamental functionality of remote repositories lies in facilitating efficient code sharing and version control. Developers can share and synchronize changes seamlessly, ensuring that the entire team has access to a unified and up-to-date codebase. In essence, understanding remote repositories is pivotal for fostering a collaborative and organized approach to development, where a centralized code management system ensures efficient collaboration among team members.</a:t>
            </a:r>
            <a:endParaRPr>
              <a:solidFill>
                <a:srgbClr val="252525"/>
              </a:solidFill>
            </a:endParaRPr>
          </a:p>
          <a:p>
            <a:pPr marL="0" lvl="0" indent="0" algn="l" rtl="0">
              <a:lnSpc>
                <a:spcPct val="115000"/>
              </a:lnSpc>
              <a:spcBef>
                <a:spcPts val="1200"/>
              </a:spcBef>
              <a:spcAft>
                <a:spcPts val="0"/>
              </a:spcAft>
              <a:buClr>
                <a:schemeClr val="dk1"/>
              </a:buClr>
              <a:buSzPts val="1100"/>
              <a:buFont typeface="Arial"/>
              <a:buNone/>
            </a:pPr>
            <a:r>
              <a:rPr lang="en" b="1">
                <a:solidFill>
                  <a:srgbClr val="252525"/>
                </a:solidFill>
              </a:rPr>
              <a:t>Key Characteristics:</a:t>
            </a:r>
            <a:endParaRPr b="1">
              <a:solidFill>
                <a:srgbClr val="252525"/>
              </a:solidFill>
            </a:endParaRPr>
          </a:p>
          <a:p>
            <a:pPr marL="0" lvl="0" indent="0" algn="l" rtl="0">
              <a:lnSpc>
                <a:spcPct val="115000"/>
              </a:lnSpc>
              <a:spcBef>
                <a:spcPts val="1200"/>
              </a:spcBef>
              <a:spcAft>
                <a:spcPts val="0"/>
              </a:spcAft>
              <a:buClr>
                <a:schemeClr val="dk1"/>
              </a:buClr>
              <a:buSzPts val="1100"/>
              <a:buFont typeface="Arial"/>
              <a:buNone/>
            </a:pPr>
            <a:r>
              <a:rPr lang="en">
                <a:solidFill>
                  <a:srgbClr val="252525"/>
                </a:solidFill>
              </a:rPr>
              <a:t>Remote repositories are fundamental components in collaborative Git workflows, offering distinct characteristics that shape their pivotal role in modern software development. The key characteristics of remote repositories are central to establishing a cohesive and shared development environment and fostering effective collaboration among team members.</a:t>
            </a:r>
            <a:endParaRPr>
              <a:solidFill>
                <a:srgbClr val="252525"/>
              </a:solidFill>
            </a:endParaRPr>
          </a:p>
          <a:p>
            <a:pPr marL="0" lvl="0" indent="0" algn="l" rtl="0">
              <a:lnSpc>
                <a:spcPct val="115000"/>
              </a:lnSpc>
              <a:spcBef>
                <a:spcPts val="1200"/>
              </a:spcBef>
              <a:spcAft>
                <a:spcPts val="0"/>
              </a:spcAft>
              <a:buClr>
                <a:schemeClr val="dk1"/>
              </a:buClr>
              <a:buSzPts val="1100"/>
              <a:buFont typeface="Arial"/>
              <a:buNone/>
            </a:pPr>
            <a:r>
              <a:rPr lang="en" b="1">
                <a:solidFill>
                  <a:srgbClr val="252525"/>
                </a:solidFill>
              </a:rPr>
              <a:t>Central Hub:</a:t>
            </a:r>
            <a:endParaRPr b="1">
              <a:solidFill>
                <a:srgbClr val="252525"/>
              </a:solidFill>
            </a:endParaRPr>
          </a:p>
          <a:p>
            <a:pPr marL="0" lvl="0" indent="0" algn="l" rtl="0">
              <a:lnSpc>
                <a:spcPct val="115000"/>
              </a:lnSpc>
              <a:spcBef>
                <a:spcPts val="1200"/>
              </a:spcBef>
              <a:spcAft>
                <a:spcPts val="0"/>
              </a:spcAft>
              <a:buClr>
                <a:schemeClr val="dk1"/>
              </a:buClr>
              <a:buSzPts val="1100"/>
              <a:buFont typeface="Arial"/>
              <a:buNone/>
            </a:pPr>
            <a:r>
              <a:rPr lang="en">
                <a:solidFill>
                  <a:srgbClr val="252525"/>
                </a:solidFill>
              </a:rPr>
              <a:t>One key characteristic of remote repositories is their role as a central hub for project code. In a distributed development environment, each team member may have their own local copy of the repository, but the remote repository serves as the central storage location. It functions as the authoritative source, housing the master version of the codebase. This centralization ensures a unified and consistent project history, streamlining collaboration and providing a reference point for all contributors.</a:t>
            </a:r>
            <a:endParaRPr>
              <a:solidFill>
                <a:srgbClr val="252525"/>
              </a:solidFill>
            </a:endParaRPr>
          </a:p>
          <a:p>
            <a:pPr marL="0" lvl="0" indent="0" algn="l" rtl="0">
              <a:lnSpc>
                <a:spcPct val="115000"/>
              </a:lnSpc>
              <a:spcBef>
                <a:spcPts val="1200"/>
              </a:spcBef>
              <a:spcAft>
                <a:spcPts val="0"/>
              </a:spcAft>
              <a:buClr>
                <a:schemeClr val="dk1"/>
              </a:buClr>
              <a:buSzPts val="1100"/>
              <a:buFont typeface="Arial"/>
              <a:buNone/>
            </a:pPr>
            <a:r>
              <a:rPr lang="en" b="1">
                <a:solidFill>
                  <a:srgbClr val="252525"/>
                </a:solidFill>
              </a:rPr>
              <a:t>Collaboration Hub:</a:t>
            </a:r>
            <a:endParaRPr b="1">
              <a:solidFill>
                <a:srgbClr val="252525"/>
              </a:solidFill>
            </a:endParaRPr>
          </a:p>
          <a:p>
            <a:pPr marL="0" lvl="0" indent="0" algn="l" rtl="0">
              <a:lnSpc>
                <a:spcPct val="115000"/>
              </a:lnSpc>
              <a:spcBef>
                <a:spcPts val="1200"/>
              </a:spcBef>
              <a:spcAft>
                <a:spcPts val="0"/>
              </a:spcAft>
              <a:buClr>
                <a:schemeClr val="dk1"/>
              </a:buClr>
              <a:buSzPts val="1100"/>
              <a:buFont typeface="Arial"/>
              <a:buNone/>
            </a:pPr>
            <a:r>
              <a:rPr lang="en">
                <a:solidFill>
                  <a:srgbClr val="252525"/>
                </a:solidFill>
              </a:rPr>
              <a:t>Another vital characteristic is that remote repositories act as collaboration hubs. They create a shared space where developers can contribute, access, and synchronize their work. This collaborative aspect is particularly crucial in team-based projects, allowing developers to work on different aspects simultaneously. Through the remote repository, team members can share their changes, resolve conflicts, and maintain a cohesive and updated project state. This collaborative hub serves as the nexus for efficient teamwork, ensuring that everyone is on the same page throughout the development process.</a:t>
            </a:r>
            <a:endParaRPr sz="1200">
              <a:solidFill>
                <a:schemeClr val="dk1"/>
              </a:solidFill>
            </a:endParaRPr>
          </a:p>
          <a:p>
            <a:pPr marL="0" lvl="0" indent="0" algn="l" rtl="0">
              <a:lnSpc>
                <a:spcPct val="115000"/>
              </a:lnSpc>
              <a:spcBef>
                <a:spcPts val="1500"/>
              </a:spcBef>
              <a:spcAft>
                <a:spcPts val="0"/>
              </a:spcAft>
              <a:buClr>
                <a:schemeClr val="dk1"/>
              </a:buClr>
              <a:buSzPts val="1100"/>
              <a:buFont typeface="Arial"/>
              <a:buNone/>
            </a:pPr>
            <a:endParaRPr sz="1200">
              <a:solidFill>
                <a:srgbClr val="374151"/>
              </a:solidFill>
              <a:latin typeface="Roboto"/>
              <a:ea typeface="Roboto"/>
              <a:cs typeface="Roboto"/>
              <a:sym typeface="Roboto"/>
            </a:endParaRPr>
          </a:p>
          <a:p>
            <a:pPr marL="0" lvl="0" indent="0" algn="l" rtl="0">
              <a:lnSpc>
                <a:spcPct val="115000"/>
              </a:lnSpc>
              <a:spcBef>
                <a:spcPts val="1500"/>
              </a:spcBef>
              <a:spcAft>
                <a:spcPts val="0"/>
              </a:spcAft>
              <a:buClr>
                <a:schemeClr val="dk1"/>
              </a:buClr>
              <a:buSzPts val="1100"/>
              <a:buFont typeface="Arial"/>
              <a:buNone/>
            </a:pPr>
            <a:endParaRPr sz="1200">
              <a:solidFill>
                <a:schemeClr val="dk1"/>
              </a:solidFill>
            </a:endParaRPr>
          </a:p>
          <a:p>
            <a:pPr marL="0" lvl="0" indent="0" algn="l" rtl="0">
              <a:lnSpc>
                <a:spcPct val="115000"/>
              </a:lnSpc>
              <a:spcBef>
                <a:spcPts val="1500"/>
              </a:spcBef>
              <a:spcAft>
                <a:spcPts val="0"/>
              </a:spcAft>
              <a:buClr>
                <a:schemeClr val="dk1"/>
              </a:buClr>
              <a:buSzPts val="1100"/>
              <a:buFont typeface="Arial"/>
              <a:buNone/>
            </a:pPr>
            <a:endParaRPr sz="1200">
              <a:solidFill>
                <a:srgbClr val="374151"/>
              </a:solidFill>
            </a:endParaRPr>
          </a:p>
          <a:p>
            <a:pPr marL="0" lvl="0" indent="0" algn="l" rtl="0">
              <a:lnSpc>
                <a:spcPct val="115000"/>
              </a:lnSpc>
              <a:spcBef>
                <a:spcPts val="1500"/>
              </a:spcBef>
              <a:spcAft>
                <a:spcPts val="0"/>
              </a:spcAft>
              <a:buSzPts val="1100"/>
              <a:buNone/>
            </a:pPr>
            <a:endParaRPr sz="1200">
              <a:solidFill>
                <a:schemeClr val="dk1"/>
              </a:solidFill>
              <a:latin typeface="Roboto"/>
              <a:ea typeface="Roboto"/>
              <a:cs typeface="Roboto"/>
              <a:sym typeface="Roboto"/>
            </a:endParaRPr>
          </a:p>
          <a:p>
            <a:pPr marL="0" lvl="0" indent="0" algn="l" rtl="0">
              <a:lnSpc>
                <a:spcPct val="115000"/>
              </a:lnSpc>
              <a:spcBef>
                <a:spcPts val="1600"/>
              </a:spcBef>
              <a:spcAft>
                <a:spcPts val="0"/>
              </a:spcAft>
              <a:buSzPts val="1100"/>
              <a:buNone/>
            </a:pPr>
            <a:endParaRPr sz="1200">
              <a:solidFill>
                <a:srgbClr val="374151"/>
              </a:solidFill>
              <a:latin typeface="Roboto"/>
              <a:ea typeface="Roboto"/>
              <a:cs typeface="Roboto"/>
              <a:sym typeface="Roboto"/>
            </a:endParaRPr>
          </a:p>
          <a:p>
            <a:pPr marL="0" lvl="0" indent="0" algn="l" rtl="0">
              <a:lnSpc>
                <a:spcPct val="115000"/>
              </a:lnSpc>
              <a:spcBef>
                <a:spcPts val="1600"/>
              </a:spcBef>
              <a:spcAft>
                <a:spcPts val="0"/>
              </a:spcAft>
              <a:buSzPts val="1100"/>
              <a:buNone/>
            </a:pPr>
            <a:endParaRPr sz="1200">
              <a:solidFill>
                <a:srgbClr val="374151"/>
              </a:solidFill>
              <a:latin typeface="Roboto"/>
              <a:ea typeface="Roboto"/>
              <a:cs typeface="Roboto"/>
              <a:sym typeface="Roboto"/>
            </a:endParaRPr>
          </a:p>
          <a:p>
            <a:pPr marL="0" lvl="0" indent="0" algn="l" rtl="0">
              <a:lnSpc>
                <a:spcPct val="115000"/>
              </a:lnSpc>
              <a:spcBef>
                <a:spcPts val="1600"/>
              </a:spcBef>
              <a:spcAft>
                <a:spcPts val="0"/>
              </a:spcAft>
              <a:buSzPts val="1100"/>
              <a:buNone/>
            </a:pPr>
            <a:endParaRPr sz="1200">
              <a:solidFill>
                <a:srgbClr val="374151"/>
              </a:solidFill>
              <a:latin typeface="Roboto"/>
              <a:ea typeface="Roboto"/>
              <a:cs typeface="Roboto"/>
              <a:sym typeface="Roboto"/>
            </a:endParaRPr>
          </a:p>
          <a:p>
            <a:pPr marL="914400" lvl="0" indent="0" algn="l" rtl="0">
              <a:lnSpc>
                <a:spcPct val="115000"/>
              </a:lnSpc>
              <a:spcBef>
                <a:spcPts val="1500"/>
              </a:spcBef>
              <a:spcAft>
                <a:spcPts val="0"/>
              </a:spcAft>
              <a:buSzPts val="1100"/>
              <a:buNone/>
            </a:pPr>
            <a:endParaRPr sz="1200">
              <a:solidFill>
                <a:srgbClr val="374151"/>
              </a:solidFill>
              <a:latin typeface="Roboto"/>
              <a:ea typeface="Roboto"/>
              <a:cs typeface="Roboto"/>
              <a:sym typeface="Roboto"/>
            </a:endParaRPr>
          </a:p>
          <a:p>
            <a:pPr marL="0" lvl="0" indent="0" algn="l" rtl="0">
              <a:lnSpc>
                <a:spcPct val="100000"/>
              </a:lnSpc>
              <a:spcBef>
                <a:spcPts val="1500"/>
              </a:spcBef>
              <a:spcAft>
                <a:spcPts val="0"/>
              </a:spcAft>
              <a:buSzPts val="1100"/>
              <a:buNone/>
            </a:pPr>
            <a:endParaRPr sz="1200">
              <a:solidFill>
                <a:srgbClr val="374151"/>
              </a:solidFill>
              <a:latin typeface="Roboto"/>
              <a:ea typeface="Roboto"/>
              <a:cs typeface="Roboto"/>
              <a:sym typeface="Roboto"/>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5"/>
        <p:cNvGrpSpPr/>
        <p:nvPr/>
      </p:nvGrpSpPr>
      <p:grpSpPr>
        <a:xfrm>
          <a:off x="0" y="0"/>
          <a:ext cx="0" cy="0"/>
          <a:chOff x="0" y="0"/>
          <a:chExt cx="0" cy="0"/>
        </a:xfrm>
      </p:grpSpPr>
      <p:sp>
        <p:nvSpPr>
          <p:cNvPr id="756" name="Google Shape;756;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57" name="Google Shape;757;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b="1">
                <a:solidFill>
                  <a:schemeClr val="dk1"/>
                </a:solidFill>
              </a:rPr>
              <a:t>Notes to the Facilitator:</a:t>
            </a:r>
            <a:endParaRPr sz="1200" b="1">
              <a:solidFill>
                <a:schemeClr val="dk1"/>
              </a:solidFill>
            </a:endParaRPr>
          </a:p>
          <a:p>
            <a:pPr marL="0" lvl="0" indent="0" algn="l" rtl="0">
              <a:lnSpc>
                <a:spcPct val="115000"/>
              </a:lnSpc>
              <a:spcBef>
                <a:spcPts val="0"/>
              </a:spcBef>
              <a:spcAft>
                <a:spcPts val="0"/>
              </a:spcAft>
              <a:buSzPts val="1100"/>
              <a:buNone/>
            </a:pPr>
            <a:r>
              <a:rPr lang="en">
                <a:solidFill>
                  <a:srgbClr val="374151"/>
                </a:solidFill>
              </a:rPr>
              <a:t>Guide the participants through recognizing the pivotal functionality of remote repositories, emphasizing seamless code sharing, robust version control mechanisms, and their significant role in centralizing collaboration for efficient code management in collaborative software development.</a:t>
            </a:r>
            <a:endParaRPr>
              <a:solidFill>
                <a:srgbClr val="374151"/>
              </a:solidFill>
            </a:endParaRPr>
          </a:p>
          <a:p>
            <a:pPr marL="0" lvl="0" indent="0" algn="l" rtl="0">
              <a:lnSpc>
                <a:spcPct val="115000"/>
              </a:lnSpc>
              <a:spcBef>
                <a:spcPts val="1600"/>
              </a:spcBef>
              <a:spcAft>
                <a:spcPts val="0"/>
              </a:spcAft>
              <a:buSzPts val="1100"/>
              <a:buNone/>
            </a:pPr>
            <a:r>
              <a:rPr lang="en" sz="1200" b="1">
                <a:solidFill>
                  <a:schemeClr val="dk1"/>
                </a:solidFill>
              </a:rPr>
              <a:t>Notes to the Participants:</a:t>
            </a:r>
            <a:endParaRPr sz="12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rgbClr val="252525"/>
                </a:solidFill>
              </a:rPr>
              <a:t>Functionality:</a:t>
            </a:r>
            <a:endParaRPr b="1">
              <a:solidFill>
                <a:srgbClr val="252525"/>
              </a:solidFill>
            </a:endParaRPr>
          </a:p>
          <a:p>
            <a:pPr marL="0" lvl="0" indent="0" algn="l" rtl="0">
              <a:lnSpc>
                <a:spcPct val="115000"/>
              </a:lnSpc>
              <a:spcBef>
                <a:spcPts val="1200"/>
              </a:spcBef>
              <a:spcAft>
                <a:spcPts val="0"/>
              </a:spcAft>
              <a:buClr>
                <a:schemeClr val="dk1"/>
              </a:buClr>
              <a:buSzPts val="1100"/>
              <a:buFont typeface="Arial"/>
              <a:buNone/>
            </a:pPr>
            <a:r>
              <a:rPr lang="en">
                <a:solidFill>
                  <a:srgbClr val="252525"/>
                </a:solidFill>
              </a:rPr>
              <a:t>In the context of remote repositories, functionality refers to the key operations that enable seamless collaboration and version control. It encompasses a range of actions, including code sharing, synchronization, and maintaining a cohesive project history.</a:t>
            </a:r>
            <a:endParaRPr>
              <a:solidFill>
                <a:srgbClr val="252525"/>
              </a:solidFill>
            </a:endParaRPr>
          </a:p>
          <a:p>
            <a:pPr marL="457200" lvl="0" indent="-298450" algn="l" rtl="0">
              <a:lnSpc>
                <a:spcPct val="115000"/>
              </a:lnSpc>
              <a:spcBef>
                <a:spcPts val="1200"/>
              </a:spcBef>
              <a:spcAft>
                <a:spcPts val="0"/>
              </a:spcAft>
              <a:buClr>
                <a:srgbClr val="252525"/>
              </a:buClr>
              <a:buSzPts val="1100"/>
              <a:buChar char="●"/>
            </a:pPr>
            <a:r>
              <a:rPr lang="en" b="1">
                <a:solidFill>
                  <a:srgbClr val="252525"/>
                </a:solidFill>
              </a:rPr>
              <a:t>Code Sharing:</a:t>
            </a:r>
            <a:endParaRPr b="1">
              <a:solidFill>
                <a:srgbClr val="252525"/>
              </a:solidFill>
            </a:endParaRPr>
          </a:p>
          <a:p>
            <a:pPr marL="0" lvl="0" indent="0" algn="l" rtl="0">
              <a:lnSpc>
                <a:spcPct val="115000"/>
              </a:lnSpc>
              <a:spcBef>
                <a:spcPts val="1200"/>
              </a:spcBef>
              <a:spcAft>
                <a:spcPts val="0"/>
              </a:spcAft>
              <a:buClr>
                <a:schemeClr val="dk1"/>
              </a:buClr>
              <a:buSzPts val="1100"/>
              <a:buFont typeface="Arial"/>
              <a:buNone/>
            </a:pPr>
            <a:r>
              <a:rPr lang="en">
                <a:solidFill>
                  <a:srgbClr val="252525"/>
                </a:solidFill>
              </a:rPr>
              <a:t>One primary function of remote repositories is to facilitate code sharing among team members. Developers can share their changes with the entire team by pushing their commits to the remote repository. This collaborative aspect allows for concurrent work on the same project, fostering a dynamic and productive development environment.</a:t>
            </a:r>
            <a:endParaRPr>
              <a:solidFill>
                <a:srgbClr val="252525"/>
              </a:solidFill>
            </a:endParaRPr>
          </a:p>
          <a:p>
            <a:pPr marL="457200" lvl="0" indent="-298450" algn="l" rtl="0">
              <a:lnSpc>
                <a:spcPct val="115000"/>
              </a:lnSpc>
              <a:spcBef>
                <a:spcPts val="1200"/>
              </a:spcBef>
              <a:spcAft>
                <a:spcPts val="0"/>
              </a:spcAft>
              <a:buClr>
                <a:srgbClr val="252525"/>
              </a:buClr>
              <a:buSzPts val="1100"/>
              <a:buChar char="●"/>
            </a:pPr>
            <a:r>
              <a:rPr lang="en" b="1">
                <a:solidFill>
                  <a:srgbClr val="252525"/>
                </a:solidFill>
              </a:rPr>
              <a:t>Version Control:</a:t>
            </a:r>
            <a:endParaRPr b="1">
              <a:solidFill>
                <a:srgbClr val="252525"/>
              </a:solidFill>
            </a:endParaRPr>
          </a:p>
          <a:p>
            <a:pPr marL="0" lvl="0" indent="0" algn="l" rtl="0">
              <a:lnSpc>
                <a:spcPct val="115000"/>
              </a:lnSpc>
              <a:spcBef>
                <a:spcPts val="1200"/>
              </a:spcBef>
              <a:spcAft>
                <a:spcPts val="0"/>
              </a:spcAft>
              <a:buClr>
                <a:schemeClr val="dk1"/>
              </a:buClr>
              <a:buSzPts val="1100"/>
              <a:buFont typeface="Arial"/>
              <a:buNone/>
            </a:pPr>
            <a:r>
              <a:rPr lang="en">
                <a:solidFill>
                  <a:srgbClr val="252525"/>
                </a:solidFill>
              </a:rPr>
              <a:t>Version control is at the core of remote repository functionality. Through version control mechanisms, remote repositories enable developers to keep track of changes, revert to previous states, and manage the evolution of the codebase over time. Version control ensures that the project's history is well-documented and that contributors can collaborate without the risk of conflicting changes.</a:t>
            </a:r>
            <a:endParaRPr>
              <a:solidFill>
                <a:srgbClr val="252525"/>
              </a:solidFill>
            </a:endParaRPr>
          </a:p>
          <a:p>
            <a:pPr marL="0" lvl="0" indent="0" algn="l" rtl="0">
              <a:lnSpc>
                <a:spcPct val="115000"/>
              </a:lnSpc>
              <a:spcBef>
                <a:spcPts val="1200"/>
              </a:spcBef>
              <a:spcAft>
                <a:spcPts val="0"/>
              </a:spcAft>
              <a:buClr>
                <a:schemeClr val="dk1"/>
              </a:buClr>
              <a:buSzPts val="1100"/>
              <a:buFont typeface="Arial"/>
              <a:buNone/>
            </a:pPr>
            <a:r>
              <a:rPr lang="en">
                <a:solidFill>
                  <a:srgbClr val="252525"/>
                </a:solidFill>
              </a:rPr>
              <a:t> </a:t>
            </a:r>
            <a:endParaRPr>
              <a:solidFill>
                <a:srgbClr val="252525"/>
              </a:solidFill>
            </a:endParaRPr>
          </a:p>
          <a:p>
            <a:pPr marL="0" lvl="0" indent="0" algn="l" rtl="0">
              <a:lnSpc>
                <a:spcPct val="115000"/>
              </a:lnSpc>
              <a:spcBef>
                <a:spcPts val="1200"/>
              </a:spcBef>
              <a:spcAft>
                <a:spcPts val="0"/>
              </a:spcAft>
              <a:buClr>
                <a:schemeClr val="dk1"/>
              </a:buClr>
              <a:buSzPts val="1100"/>
              <a:buFont typeface="Arial"/>
              <a:buNone/>
            </a:pPr>
            <a:r>
              <a:rPr lang="en" b="1">
                <a:solidFill>
                  <a:srgbClr val="252525"/>
                </a:solidFill>
              </a:rPr>
              <a:t>Significance:</a:t>
            </a:r>
            <a:endParaRPr b="1">
              <a:solidFill>
                <a:srgbClr val="252525"/>
              </a:solidFill>
            </a:endParaRPr>
          </a:p>
          <a:p>
            <a:pPr marL="0" lvl="0" indent="0" algn="l" rtl="0">
              <a:lnSpc>
                <a:spcPct val="115000"/>
              </a:lnSpc>
              <a:spcBef>
                <a:spcPts val="1200"/>
              </a:spcBef>
              <a:spcAft>
                <a:spcPts val="0"/>
              </a:spcAft>
              <a:buClr>
                <a:schemeClr val="dk1"/>
              </a:buClr>
              <a:buSzPts val="1100"/>
              <a:buFont typeface="Arial"/>
              <a:buNone/>
            </a:pPr>
            <a:r>
              <a:rPr lang="en">
                <a:solidFill>
                  <a:srgbClr val="252525"/>
                </a:solidFill>
              </a:rPr>
              <a:t>Understanding the significance of remote repositories sheds light on their crucial role in optimizing collaboration and ensuring efficient code management in software development.</a:t>
            </a:r>
            <a:endParaRPr>
              <a:solidFill>
                <a:srgbClr val="252525"/>
              </a:solidFill>
            </a:endParaRPr>
          </a:p>
          <a:p>
            <a:pPr marL="457200" lvl="0" indent="-298450" algn="l" rtl="0">
              <a:lnSpc>
                <a:spcPct val="115000"/>
              </a:lnSpc>
              <a:spcBef>
                <a:spcPts val="1200"/>
              </a:spcBef>
              <a:spcAft>
                <a:spcPts val="0"/>
              </a:spcAft>
              <a:buClr>
                <a:srgbClr val="252525"/>
              </a:buClr>
              <a:buSzPts val="1100"/>
              <a:buChar char="●"/>
            </a:pPr>
            <a:r>
              <a:rPr lang="en" b="1">
                <a:solidFill>
                  <a:srgbClr val="252525"/>
                </a:solidFill>
              </a:rPr>
              <a:t>Centralized Collaboration:</a:t>
            </a:r>
            <a:endParaRPr b="1">
              <a:solidFill>
                <a:srgbClr val="252525"/>
              </a:solidFill>
            </a:endParaRPr>
          </a:p>
          <a:p>
            <a:pPr marL="0" lvl="0" indent="0" algn="l" rtl="0">
              <a:lnSpc>
                <a:spcPct val="115000"/>
              </a:lnSpc>
              <a:spcBef>
                <a:spcPts val="1200"/>
              </a:spcBef>
              <a:spcAft>
                <a:spcPts val="0"/>
              </a:spcAft>
              <a:buClr>
                <a:schemeClr val="dk1"/>
              </a:buClr>
              <a:buSzPts val="1100"/>
              <a:buFont typeface="Arial"/>
              <a:buNone/>
            </a:pPr>
            <a:r>
              <a:rPr lang="en">
                <a:solidFill>
                  <a:srgbClr val="252525"/>
                </a:solidFill>
              </a:rPr>
              <a:t>One significant aspect of remote repositories is their ability to centralize collaboration. By serving as a centralized hub for project code, they create a unified space where team members can collaborate seamlessly. This centralization fosters a collaborative environment where developers can share changes, track progress, and coordinate their efforts effectively. Centralized collaboration ensures that the entire team works cohesively towards common project goals.</a:t>
            </a:r>
            <a:endParaRPr>
              <a:solidFill>
                <a:srgbClr val="252525"/>
              </a:solidFill>
            </a:endParaRPr>
          </a:p>
          <a:p>
            <a:pPr marL="457200" lvl="0" indent="-298450" algn="l" rtl="0">
              <a:lnSpc>
                <a:spcPct val="115000"/>
              </a:lnSpc>
              <a:spcBef>
                <a:spcPts val="1200"/>
              </a:spcBef>
              <a:spcAft>
                <a:spcPts val="0"/>
              </a:spcAft>
              <a:buClr>
                <a:srgbClr val="252525"/>
              </a:buClr>
              <a:buSzPts val="1100"/>
              <a:buChar char="●"/>
            </a:pPr>
            <a:r>
              <a:rPr lang="en" b="1">
                <a:solidFill>
                  <a:srgbClr val="252525"/>
                </a:solidFill>
              </a:rPr>
              <a:t>Efficient Code Management:</a:t>
            </a:r>
            <a:endParaRPr b="1">
              <a:solidFill>
                <a:srgbClr val="252525"/>
              </a:solidFill>
            </a:endParaRPr>
          </a:p>
          <a:p>
            <a:pPr marL="0" lvl="0" indent="0" algn="l" rtl="0">
              <a:lnSpc>
                <a:spcPct val="115000"/>
              </a:lnSpc>
              <a:spcBef>
                <a:spcPts val="1200"/>
              </a:spcBef>
              <a:spcAft>
                <a:spcPts val="0"/>
              </a:spcAft>
              <a:buClr>
                <a:schemeClr val="dk1"/>
              </a:buClr>
              <a:buSzPts val="1100"/>
              <a:buFont typeface="Arial"/>
              <a:buNone/>
            </a:pPr>
            <a:r>
              <a:rPr lang="en">
                <a:solidFill>
                  <a:srgbClr val="252525"/>
                </a:solidFill>
              </a:rPr>
              <a:t>Another vital significance lies in the efficient management of code. Remote repositories streamline the process of code sharing, synchronization, and version control. With a centralized repository, developers can efficiently manage code changes, ensuring that everyone has access to the latest versions. This centralized approach simplifies the coordination of development tasks, reduces the risk of errors, and enhances overall project efficiency. Efficient code management is essential for maintaining code integrity and promoting a structured and organized development workflow.</a:t>
            </a:r>
            <a:endParaRPr>
              <a:solidFill>
                <a:srgbClr val="252525"/>
              </a:solidFill>
            </a:endParaRPr>
          </a:p>
          <a:p>
            <a:pPr marL="0" lvl="0" indent="0" algn="l" rtl="0">
              <a:lnSpc>
                <a:spcPct val="115000"/>
              </a:lnSpc>
              <a:spcBef>
                <a:spcPts val="1500"/>
              </a:spcBef>
              <a:spcAft>
                <a:spcPts val="0"/>
              </a:spcAft>
              <a:buClr>
                <a:schemeClr val="dk1"/>
              </a:buClr>
              <a:buSzPts val="1100"/>
              <a:buFont typeface="Arial"/>
              <a:buNone/>
            </a:pPr>
            <a:endParaRPr sz="1200" b="1">
              <a:solidFill>
                <a:srgbClr val="374151"/>
              </a:solidFill>
            </a:endParaRPr>
          </a:p>
          <a:p>
            <a:pPr marL="0" lvl="0" indent="0" algn="l" rtl="0">
              <a:lnSpc>
                <a:spcPct val="115000"/>
              </a:lnSpc>
              <a:spcBef>
                <a:spcPts val="1500"/>
              </a:spcBef>
              <a:spcAft>
                <a:spcPts val="0"/>
              </a:spcAft>
              <a:buClr>
                <a:schemeClr val="dk1"/>
              </a:buClr>
              <a:buSzPts val="1100"/>
              <a:buFont typeface="Arial"/>
              <a:buNone/>
            </a:pPr>
            <a:endParaRPr sz="1200">
              <a:solidFill>
                <a:srgbClr val="374151"/>
              </a:solidFill>
            </a:endParaRPr>
          </a:p>
          <a:p>
            <a:pPr marL="0" lvl="0" indent="0" algn="l" rtl="0">
              <a:lnSpc>
                <a:spcPct val="115000"/>
              </a:lnSpc>
              <a:spcBef>
                <a:spcPts val="1500"/>
              </a:spcBef>
              <a:spcAft>
                <a:spcPts val="0"/>
              </a:spcAft>
              <a:buClr>
                <a:schemeClr val="dk1"/>
              </a:buClr>
              <a:buSzPts val="1100"/>
              <a:buFont typeface="Arial"/>
              <a:buNone/>
            </a:pPr>
            <a:endParaRPr sz="1200">
              <a:solidFill>
                <a:schemeClr val="dk1"/>
              </a:solidFill>
            </a:endParaRPr>
          </a:p>
          <a:p>
            <a:pPr marL="0" lvl="0" indent="0" algn="l" rtl="0">
              <a:lnSpc>
                <a:spcPct val="115000"/>
              </a:lnSpc>
              <a:spcBef>
                <a:spcPts val="1500"/>
              </a:spcBef>
              <a:spcAft>
                <a:spcPts val="0"/>
              </a:spcAft>
              <a:buClr>
                <a:schemeClr val="dk1"/>
              </a:buClr>
              <a:buSzPts val="1100"/>
              <a:buFont typeface="Arial"/>
              <a:buNone/>
            </a:pPr>
            <a:endParaRPr sz="1200">
              <a:solidFill>
                <a:srgbClr val="374151"/>
              </a:solidFill>
            </a:endParaRPr>
          </a:p>
          <a:p>
            <a:pPr marL="0" lvl="0" indent="0" algn="l" rtl="0">
              <a:lnSpc>
                <a:spcPct val="115000"/>
              </a:lnSpc>
              <a:spcBef>
                <a:spcPts val="1500"/>
              </a:spcBef>
              <a:spcAft>
                <a:spcPts val="0"/>
              </a:spcAft>
              <a:buSzPts val="1100"/>
              <a:buNone/>
            </a:pPr>
            <a:endParaRPr sz="1200">
              <a:solidFill>
                <a:schemeClr val="dk1"/>
              </a:solidFill>
            </a:endParaRPr>
          </a:p>
          <a:p>
            <a:pPr marL="0" lvl="0" indent="0" algn="l" rtl="0">
              <a:lnSpc>
                <a:spcPct val="115000"/>
              </a:lnSpc>
              <a:spcBef>
                <a:spcPts val="1600"/>
              </a:spcBef>
              <a:spcAft>
                <a:spcPts val="0"/>
              </a:spcAft>
              <a:buSzPts val="1100"/>
              <a:buNone/>
            </a:pPr>
            <a:endParaRPr sz="1200">
              <a:solidFill>
                <a:srgbClr val="374151"/>
              </a:solidFill>
            </a:endParaRPr>
          </a:p>
          <a:p>
            <a:pPr marL="0" lvl="0" indent="0" algn="l" rtl="0">
              <a:lnSpc>
                <a:spcPct val="115000"/>
              </a:lnSpc>
              <a:spcBef>
                <a:spcPts val="1600"/>
              </a:spcBef>
              <a:spcAft>
                <a:spcPts val="0"/>
              </a:spcAft>
              <a:buSzPts val="1100"/>
              <a:buNone/>
            </a:pPr>
            <a:endParaRPr sz="1200">
              <a:solidFill>
                <a:srgbClr val="374151"/>
              </a:solidFill>
            </a:endParaRPr>
          </a:p>
          <a:p>
            <a:pPr marL="0" lvl="0" indent="0" algn="l" rtl="0">
              <a:lnSpc>
                <a:spcPct val="115000"/>
              </a:lnSpc>
              <a:spcBef>
                <a:spcPts val="1600"/>
              </a:spcBef>
              <a:spcAft>
                <a:spcPts val="0"/>
              </a:spcAft>
              <a:buSzPts val="1100"/>
              <a:buNone/>
            </a:pPr>
            <a:endParaRPr sz="1200">
              <a:solidFill>
                <a:srgbClr val="374151"/>
              </a:solidFill>
            </a:endParaRPr>
          </a:p>
          <a:p>
            <a:pPr marL="914400" lvl="0" indent="0" algn="l" rtl="0">
              <a:lnSpc>
                <a:spcPct val="115000"/>
              </a:lnSpc>
              <a:spcBef>
                <a:spcPts val="1500"/>
              </a:spcBef>
              <a:spcAft>
                <a:spcPts val="0"/>
              </a:spcAft>
              <a:buSzPts val="1100"/>
              <a:buNone/>
            </a:pPr>
            <a:endParaRPr sz="1200">
              <a:solidFill>
                <a:srgbClr val="374151"/>
              </a:solidFill>
            </a:endParaRPr>
          </a:p>
          <a:p>
            <a:pPr marL="0" lvl="0" indent="0" algn="l" rtl="0">
              <a:lnSpc>
                <a:spcPct val="100000"/>
              </a:lnSpc>
              <a:spcBef>
                <a:spcPts val="1500"/>
              </a:spcBef>
              <a:spcAft>
                <a:spcPts val="0"/>
              </a:spcAft>
              <a:buSzPts val="1100"/>
              <a:buNone/>
            </a:pPr>
            <a:endParaRPr sz="1200">
              <a:solidFill>
                <a:srgbClr val="37415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9"/>
        <p:cNvGrpSpPr/>
        <p:nvPr/>
      </p:nvGrpSpPr>
      <p:grpSpPr>
        <a:xfrm>
          <a:off x="0" y="0"/>
          <a:ext cx="0" cy="0"/>
          <a:chOff x="0" y="0"/>
          <a:chExt cx="0" cy="0"/>
        </a:xfrm>
      </p:grpSpPr>
      <p:sp>
        <p:nvSpPr>
          <p:cNvPr id="770" name="Google Shape;770;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71" name="Google Shape;77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sz="1200" b="1">
                <a:solidFill>
                  <a:schemeClr val="dk1"/>
                </a:solidFill>
              </a:rPr>
              <a:t>Notes to the Facilitator:</a:t>
            </a:r>
            <a:endParaRPr sz="1200" b="1">
              <a:solidFill>
                <a:schemeClr val="dk1"/>
              </a:solidFill>
            </a:endParaRPr>
          </a:p>
          <a:p>
            <a:pPr marL="0" lvl="0" indent="0" algn="l" rtl="0">
              <a:lnSpc>
                <a:spcPct val="100000"/>
              </a:lnSpc>
              <a:spcBef>
                <a:spcPts val="0"/>
              </a:spcBef>
              <a:spcAft>
                <a:spcPts val="0"/>
              </a:spcAft>
              <a:buSzPts val="1100"/>
              <a:buNone/>
            </a:pPr>
            <a:r>
              <a:rPr lang="en">
                <a:solidFill>
                  <a:schemeClr val="dk1"/>
                </a:solidFill>
              </a:rPr>
              <a:t>Guide participants through the critical significance of cloning a remote repository, emphasizing its role as the gateway to collaborative development and the foundation for individual contribution within Git workflows.</a:t>
            </a:r>
            <a:endParaRPr>
              <a:solidFill>
                <a:schemeClr val="dk1"/>
              </a:solidFill>
            </a:endParaRPr>
          </a:p>
          <a:p>
            <a:pPr marL="0" lvl="0" indent="0" algn="l" rtl="0">
              <a:lnSpc>
                <a:spcPct val="100000"/>
              </a:lnSpc>
              <a:spcBef>
                <a:spcPts val="0"/>
              </a:spcBef>
              <a:spcAft>
                <a:spcPts val="0"/>
              </a:spcAft>
              <a:buSzPts val="1100"/>
              <a:buNone/>
            </a:pPr>
            <a:endParaRPr>
              <a:solidFill>
                <a:schemeClr val="dk1"/>
              </a:solidFill>
            </a:endParaRPr>
          </a:p>
          <a:p>
            <a:pPr marL="0" lvl="0" indent="0" algn="l" rtl="0">
              <a:lnSpc>
                <a:spcPct val="100000"/>
              </a:lnSpc>
              <a:spcBef>
                <a:spcPts val="0"/>
              </a:spcBef>
              <a:spcAft>
                <a:spcPts val="0"/>
              </a:spcAft>
              <a:buSzPts val="1100"/>
              <a:buNone/>
            </a:pPr>
            <a:r>
              <a:rPr lang="en" sz="1200" b="1">
                <a:solidFill>
                  <a:schemeClr val="dk1"/>
                </a:solidFill>
              </a:rPr>
              <a:t>Notes to the Participants:</a:t>
            </a:r>
            <a:endParaRPr/>
          </a:p>
          <a:p>
            <a:pPr marL="0" lvl="0" indent="0" algn="l" rtl="0">
              <a:lnSpc>
                <a:spcPct val="100000"/>
              </a:lnSpc>
              <a:spcBef>
                <a:spcPts val="0"/>
              </a:spcBef>
              <a:spcAft>
                <a:spcPts val="0"/>
              </a:spcAft>
              <a:buSzPts val="1100"/>
              <a:buNone/>
            </a:pPr>
            <a:r>
              <a:rPr lang="en" sz="1200">
                <a:solidFill>
                  <a:srgbClr val="374151"/>
                </a:solidFill>
              </a:rPr>
              <a:t>Cloning a remote repository serves as the foundational step in collaborative Git workflows, laying the groundwork for effective teamwork and shared development. This process entails creating a local duplicate of the project's repository, a crucial maneuver that allows developers to interact with and contribute to the codebase. By initiating this cloning procedure, individuals gain autonomy to work on the project independently while fostering synchronization with the central remote repository. This ensures that developers have a comprehensive local copy, enabling them to make changes, experiment, and contribute effectively to the collective project, marking the initiation of a collaborative and cohesive development journey.</a:t>
            </a:r>
            <a:endParaRPr sz="1200">
              <a:solidFill>
                <a:srgbClr val="374151"/>
              </a:solidFill>
            </a:endParaRPr>
          </a:p>
          <a:p>
            <a:pPr marL="0" lvl="0" indent="0" algn="l" rtl="0">
              <a:lnSpc>
                <a:spcPct val="100000"/>
              </a:lnSpc>
              <a:spcBef>
                <a:spcPts val="1500"/>
              </a:spcBef>
              <a:spcAft>
                <a:spcPts val="0"/>
              </a:spcAft>
              <a:buClr>
                <a:schemeClr val="dk1"/>
              </a:buClr>
              <a:buSzPts val="1100"/>
              <a:buFont typeface="Arial"/>
              <a:buNone/>
            </a:pPr>
            <a:r>
              <a:rPr lang="en" sz="1200" b="1">
                <a:solidFill>
                  <a:srgbClr val="374151"/>
                </a:solidFill>
              </a:rPr>
              <a:t>Git Clone Command:</a:t>
            </a:r>
            <a:endParaRPr sz="1200" b="1">
              <a:solidFill>
                <a:srgbClr val="374151"/>
              </a:solidFill>
            </a:endParaRPr>
          </a:p>
          <a:p>
            <a:pPr marL="457200" lvl="0" indent="-304800" algn="l" rtl="0">
              <a:lnSpc>
                <a:spcPct val="100000"/>
              </a:lnSpc>
              <a:spcBef>
                <a:spcPts val="1500"/>
              </a:spcBef>
              <a:spcAft>
                <a:spcPts val="0"/>
              </a:spcAft>
              <a:buClr>
                <a:srgbClr val="374151"/>
              </a:buClr>
              <a:buSzPts val="1200"/>
              <a:buChar char="●"/>
            </a:pPr>
            <a:r>
              <a:rPr lang="en" sz="1200">
                <a:solidFill>
                  <a:srgbClr val="374151"/>
                </a:solidFill>
              </a:rPr>
              <a:t>The primary tool for cloning remote repositories is the</a:t>
            </a:r>
            <a:r>
              <a:rPr lang="en" sz="1200">
                <a:solidFill>
                  <a:srgbClr val="374151"/>
                </a:solidFill>
                <a:latin typeface="Courier New"/>
                <a:ea typeface="Courier New"/>
                <a:cs typeface="Courier New"/>
                <a:sym typeface="Courier New"/>
              </a:rPr>
              <a:t> git clone</a:t>
            </a:r>
            <a:r>
              <a:rPr lang="en" sz="1200">
                <a:solidFill>
                  <a:srgbClr val="374151"/>
                </a:solidFill>
              </a:rPr>
              <a:t> command.</a:t>
            </a:r>
            <a:endParaRPr sz="1200">
              <a:solidFill>
                <a:srgbClr val="374151"/>
              </a:solidFill>
            </a:endParaRPr>
          </a:p>
          <a:p>
            <a:pPr marL="457200" lvl="0" indent="-304800" algn="l" rtl="0">
              <a:lnSpc>
                <a:spcPct val="100000"/>
              </a:lnSpc>
              <a:spcBef>
                <a:spcPts val="0"/>
              </a:spcBef>
              <a:spcAft>
                <a:spcPts val="0"/>
              </a:spcAft>
              <a:buClr>
                <a:srgbClr val="374151"/>
              </a:buClr>
              <a:buSzPts val="1200"/>
              <a:buChar char="●"/>
            </a:pPr>
            <a:r>
              <a:rPr lang="en" sz="1200">
                <a:solidFill>
                  <a:srgbClr val="374151"/>
                </a:solidFill>
              </a:rPr>
              <a:t>Executing this command efficiently fetches the entire repository, including all branches, commit history, and associated files.</a:t>
            </a:r>
            <a:endParaRPr sz="1200">
              <a:solidFill>
                <a:srgbClr val="374151"/>
              </a:solidFill>
            </a:endParaRPr>
          </a:p>
          <a:p>
            <a:pPr marL="457200" lvl="0" indent="-304800" algn="l" rtl="0">
              <a:lnSpc>
                <a:spcPct val="100000"/>
              </a:lnSpc>
              <a:spcBef>
                <a:spcPts val="0"/>
              </a:spcBef>
              <a:spcAft>
                <a:spcPts val="0"/>
              </a:spcAft>
              <a:buClr>
                <a:srgbClr val="374151"/>
              </a:buClr>
              <a:buSzPts val="1200"/>
              <a:buChar char="●"/>
            </a:pPr>
            <a:r>
              <a:rPr lang="en" sz="1200">
                <a:solidFill>
                  <a:srgbClr val="374151"/>
                </a:solidFill>
              </a:rPr>
              <a:t>The</a:t>
            </a:r>
            <a:r>
              <a:rPr lang="en" sz="1200">
                <a:solidFill>
                  <a:srgbClr val="374151"/>
                </a:solidFill>
                <a:latin typeface="Courier New"/>
                <a:ea typeface="Courier New"/>
                <a:cs typeface="Courier New"/>
                <a:sym typeface="Courier New"/>
              </a:rPr>
              <a:t> git clone</a:t>
            </a:r>
            <a:r>
              <a:rPr lang="en" sz="1200">
                <a:solidFill>
                  <a:srgbClr val="374151"/>
                </a:solidFill>
              </a:rPr>
              <a:t> command establishes a link between the local machine and the remote repository, creating a synchronized and connected development environment.</a:t>
            </a:r>
            <a:endParaRPr sz="1200">
              <a:solidFill>
                <a:srgbClr val="374151"/>
              </a:solidFill>
            </a:endParaRPr>
          </a:p>
          <a:p>
            <a:pPr marL="0" lvl="0" indent="0" algn="l" rtl="0">
              <a:lnSpc>
                <a:spcPct val="100000"/>
              </a:lnSpc>
              <a:spcBef>
                <a:spcPts val="1500"/>
              </a:spcBef>
              <a:spcAft>
                <a:spcPts val="0"/>
              </a:spcAft>
              <a:buClr>
                <a:schemeClr val="dk1"/>
              </a:buClr>
              <a:buSzPts val="1100"/>
              <a:buFont typeface="Arial"/>
              <a:buNone/>
            </a:pPr>
            <a:r>
              <a:rPr lang="en" sz="1200" b="1">
                <a:solidFill>
                  <a:srgbClr val="374151"/>
                </a:solidFill>
              </a:rPr>
              <a:t>Key Considerations:</a:t>
            </a:r>
            <a:endParaRPr sz="1200" b="1">
              <a:solidFill>
                <a:srgbClr val="374151"/>
              </a:solidFill>
            </a:endParaRPr>
          </a:p>
          <a:p>
            <a:pPr marL="457200" lvl="0" indent="-304800" algn="l" rtl="0">
              <a:lnSpc>
                <a:spcPct val="100000"/>
              </a:lnSpc>
              <a:spcBef>
                <a:spcPts val="1500"/>
              </a:spcBef>
              <a:spcAft>
                <a:spcPts val="0"/>
              </a:spcAft>
              <a:buClr>
                <a:srgbClr val="374151"/>
              </a:buClr>
              <a:buSzPts val="1200"/>
              <a:buChar char="●"/>
            </a:pPr>
            <a:r>
              <a:rPr lang="en" sz="1200">
                <a:solidFill>
                  <a:srgbClr val="374151"/>
                </a:solidFill>
              </a:rPr>
              <a:t>Cloning is essential for collaborative workflows, providing each developer with their working copy of the project.</a:t>
            </a:r>
            <a:endParaRPr sz="1200">
              <a:solidFill>
                <a:srgbClr val="374151"/>
              </a:solidFill>
            </a:endParaRPr>
          </a:p>
          <a:p>
            <a:pPr marL="457200" lvl="0" indent="-304800" algn="l" rtl="0">
              <a:lnSpc>
                <a:spcPct val="100000"/>
              </a:lnSpc>
              <a:spcBef>
                <a:spcPts val="0"/>
              </a:spcBef>
              <a:spcAft>
                <a:spcPts val="0"/>
              </a:spcAft>
              <a:buClr>
                <a:srgbClr val="374151"/>
              </a:buClr>
              <a:buSzPts val="1200"/>
              <a:buChar char="●"/>
            </a:pPr>
            <a:r>
              <a:rPr lang="en" sz="1200">
                <a:solidFill>
                  <a:srgbClr val="374151"/>
                </a:solidFill>
              </a:rPr>
              <a:t>The </a:t>
            </a:r>
            <a:r>
              <a:rPr lang="en" sz="1200">
                <a:solidFill>
                  <a:srgbClr val="374151"/>
                </a:solidFill>
                <a:latin typeface="Courier New"/>
                <a:ea typeface="Courier New"/>
                <a:cs typeface="Courier New"/>
                <a:sym typeface="Courier New"/>
              </a:rPr>
              <a:t>git clone </a:t>
            </a:r>
            <a:r>
              <a:rPr lang="en" sz="1200">
                <a:solidFill>
                  <a:srgbClr val="374151"/>
                </a:solidFill>
              </a:rPr>
              <a:t>command simplifies the process, making it accessible to both beginners and experienced developers.</a:t>
            </a:r>
            <a:endParaRPr sz="1200">
              <a:solidFill>
                <a:srgbClr val="374151"/>
              </a:solidFill>
            </a:endParaRPr>
          </a:p>
          <a:p>
            <a:pPr marL="457200" lvl="0" indent="-304800" algn="l" rtl="0">
              <a:lnSpc>
                <a:spcPct val="100000"/>
              </a:lnSpc>
              <a:spcBef>
                <a:spcPts val="0"/>
              </a:spcBef>
              <a:spcAft>
                <a:spcPts val="0"/>
              </a:spcAft>
              <a:buClr>
                <a:srgbClr val="374151"/>
              </a:buClr>
              <a:buSzPts val="1200"/>
              <a:buChar char="●"/>
            </a:pPr>
            <a:r>
              <a:rPr lang="en" sz="1200">
                <a:solidFill>
                  <a:srgbClr val="374151"/>
                </a:solidFill>
              </a:rPr>
              <a:t>This command ensures that developers have a complete and up-to-date version of the project on their local machines, setting the stage for seamless collaboration and contribution.</a:t>
            </a:r>
            <a:endParaRPr sz="1200">
              <a:solidFill>
                <a:srgbClr val="374151"/>
              </a:solidFill>
            </a:endParaRPr>
          </a:p>
          <a:p>
            <a:pPr marL="0" lvl="0" indent="0" algn="l" rtl="0">
              <a:lnSpc>
                <a:spcPct val="100000"/>
              </a:lnSpc>
              <a:spcBef>
                <a:spcPts val="1500"/>
              </a:spcBef>
              <a:spcAft>
                <a:spcPts val="0"/>
              </a:spcAft>
              <a:buSzPts val="1100"/>
              <a:buNone/>
            </a:pPr>
            <a:endParaRPr sz="1200">
              <a:solidFill>
                <a:srgbClr val="374151"/>
              </a:solidFill>
            </a:endParaRPr>
          </a:p>
          <a:p>
            <a:pPr marL="0" lvl="0" indent="0" algn="l" rtl="0">
              <a:lnSpc>
                <a:spcPct val="100000"/>
              </a:lnSpc>
              <a:spcBef>
                <a:spcPts val="1500"/>
              </a:spcBef>
              <a:spcAft>
                <a:spcPts val="0"/>
              </a:spcAft>
              <a:buSzPts val="1100"/>
              <a:buNone/>
            </a:pPr>
            <a:endParaRPr sz="1200">
              <a:solidFill>
                <a:srgbClr val="374151"/>
              </a:solidFill>
            </a:endParaRPr>
          </a:p>
          <a:p>
            <a:pPr marL="0" lvl="0" indent="0" algn="l" rtl="0">
              <a:lnSpc>
                <a:spcPct val="100000"/>
              </a:lnSpc>
              <a:spcBef>
                <a:spcPts val="1500"/>
              </a:spcBef>
              <a:spcAft>
                <a:spcPts val="0"/>
              </a:spcAft>
              <a:buSzPts val="1100"/>
              <a:buNone/>
            </a:pPr>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8"/>
        <p:cNvGrpSpPr/>
        <p:nvPr/>
      </p:nvGrpSpPr>
      <p:grpSpPr>
        <a:xfrm>
          <a:off x="0" y="0"/>
          <a:ext cx="0" cy="0"/>
          <a:chOff x="0" y="0"/>
          <a:chExt cx="0" cy="0"/>
        </a:xfrm>
      </p:grpSpPr>
      <p:sp>
        <p:nvSpPr>
          <p:cNvPr id="789" name="Google Shape;78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90" name="Google Shape;790;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 sz="1200" b="1">
                <a:solidFill>
                  <a:schemeClr val="dk1"/>
                </a:solidFill>
              </a:rPr>
              <a:t>Notes to the Facilitator:</a:t>
            </a:r>
            <a:endParaRPr sz="1200" b="1">
              <a:solidFill>
                <a:schemeClr val="dk1"/>
              </a:solidFill>
            </a:endParaRPr>
          </a:p>
          <a:p>
            <a:pPr marL="0" lvl="0" indent="0" algn="l" rtl="0">
              <a:lnSpc>
                <a:spcPct val="115000"/>
              </a:lnSpc>
              <a:spcBef>
                <a:spcPts val="0"/>
              </a:spcBef>
              <a:spcAft>
                <a:spcPts val="0"/>
              </a:spcAft>
              <a:buSzPts val="1100"/>
              <a:buNone/>
            </a:pPr>
            <a:r>
              <a:rPr lang="en" sz="1200">
                <a:solidFill>
                  <a:srgbClr val="374151"/>
                </a:solidFill>
              </a:rPr>
              <a:t>Guide participants through the straightforward process of cloning a remote repository, emphasizing the analogy of making a shared project copy and its significance in collaborative development.</a:t>
            </a:r>
            <a:endParaRPr sz="1200" b="1">
              <a:solidFill>
                <a:schemeClr val="dk1"/>
              </a:solidFill>
            </a:endParaRPr>
          </a:p>
          <a:p>
            <a:pPr marL="0" lvl="0" indent="0" algn="l" rtl="0">
              <a:lnSpc>
                <a:spcPct val="115000"/>
              </a:lnSpc>
              <a:spcBef>
                <a:spcPts val="1600"/>
              </a:spcBef>
              <a:spcAft>
                <a:spcPts val="0"/>
              </a:spcAft>
              <a:buClr>
                <a:schemeClr val="dk1"/>
              </a:buClr>
              <a:buSzPts val="1100"/>
              <a:buFont typeface="Arial"/>
              <a:buNone/>
            </a:pPr>
            <a:r>
              <a:rPr lang="en" sz="1200" b="1">
                <a:solidFill>
                  <a:schemeClr val="dk1"/>
                </a:solidFill>
              </a:rPr>
              <a:t>Notes to the Participants:</a:t>
            </a:r>
            <a:endParaRPr sz="1200" b="1">
              <a:solidFill>
                <a:schemeClr val="dk1"/>
              </a:solidFill>
            </a:endParaRPr>
          </a:p>
          <a:p>
            <a:pPr marL="0" lvl="0" indent="0" algn="l" rtl="0">
              <a:lnSpc>
                <a:spcPct val="115000"/>
              </a:lnSpc>
              <a:spcBef>
                <a:spcPts val="1500"/>
              </a:spcBef>
              <a:spcAft>
                <a:spcPts val="0"/>
              </a:spcAft>
              <a:buSzPts val="1100"/>
              <a:buNone/>
            </a:pPr>
            <a:r>
              <a:rPr lang="en" sz="1200">
                <a:solidFill>
                  <a:srgbClr val="374151"/>
                </a:solidFill>
              </a:rPr>
              <a:t>Let's learn how to bring a shared project onto your computer in a few simple steps. Cloning a remote repository with Git is like making a copy of a group project so that everyone can work on it independently and share their changes easily</a:t>
            </a:r>
            <a:endParaRPr sz="1200">
              <a:solidFill>
                <a:srgbClr val="374151"/>
              </a:solidFill>
            </a:endParaRPr>
          </a:p>
          <a:p>
            <a:pPr marL="457200" lvl="0" indent="-228600" algn="l" rtl="0">
              <a:lnSpc>
                <a:spcPct val="115000"/>
              </a:lnSpc>
              <a:spcBef>
                <a:spcPts val="1500"/>
              </a:spcBef>
              <a:spcAft>
                <a:spcPts val="0"/>
              </a:spcAft>
              <a:buClr>
                <a:srgbClr val="374151"/>
              </a:buClr>
              <a:buSzPts val="1200"/>
              <a:buFont typeface="Arial"/>
              <a:buNone/>
            </a:pPr>
            <a:r>
              <a:rPr lang="en" sz="1200">
                <a:solidFill>
                  <a:srgbClr val="374151"/>
                </a:solidFill>
              </a:rPr>
              <a:t>Executing the git clone Command:</a:t>
            </a:r>
            <a:endParaRPr sz="1200">
              <a:solidFill>
                <a:srgbClr val="374151"/>
              </a:solidFill>
            </a:endParaRPr>
          </a:p>
          <a:p>
            <a:pPr marL="914400" lvl="1" indent="-304800" algn="l" rtl="0">
              <a:lnSpc>
                <a:spcPct val="115000"/>
              </a:lnSpc>
              <a:spcBef>
                <a:spcPts val="0"/>
              </a:spcBef>
              <a:spcAft>
                <a:spcPts val="0"/>
              </a:spcAft>
              <a:buClr>
                <a:srgbClr val="374151"/>
              </a:buClr>
              <a:buSzPts val="1200"/>
              <a:buFont typeface="Arial"/>
              <a:buChar char="●"/>
            </a:pPr>
            <a:r>
              <a:rPr lang="en" sz="1200">
                <a:solidFill>
                  <a:srgbClr val="374151"/>
                </a:solidFill>
              </a:rPr>
              <a:t>Open your terminal or command prompt.</a:t>
            </a:r>
            <a:endParaRPr sz="1200">
              <a:solidFill>
                <a:srgbClr val="374151"/>
              </a:solidFill>
            </a:endParaRPr>
          </a:p>
          <a:p>
            <a:pPr marL="914400" lvl="1" indent="-304800" algn="l" rtl="0">
              <a:lnSpc>
                <a:spcPct val="115000"/>
              </a:lnSpc>
              <a:spcBef>
                <a:spcPts val="0"/>
              </a:spcBef>
              <a:spcAft>
                <a:spcPts val="0"/>
              </a:spcAft>
              <a:buClr>
                <a:srgbClr val="374151"/>
              </a:buClr>
              <a:buSzPts val="1200"/>
              <a:buFont typeface="Arial"/>
              <a:buChar char="●"/>
            </a:pPr>
            <a:r>
              <a:rPr lang="en" sz="1200">
                <a:solidFill>
                  <a:srgbClr val="374151"/>
                </a:solidFill>
              </a:rPr>
              <a:t>Navigate to the directory where you want to clone the repository.</a:t>
            </a:r>
            <a:endParaRPr sz="1200">
              <a:solidFill>
                <a:srgbClr val="374151"/>
              </a:solidFill>
            </a:endParaRPr>
          </a:p>
          <a:p>
            <a:pPr marL="914400" lvl="1" indent="-304800" algn="l" rtl="0">
              <a:lnSpc>
                <a:spcPct val="115000"/>
              </a:lnSpc>
              <a:spcBef>
                <a:spcPts val="0"/>
              </a:spcBef>
              <a:spcAft>
                <a:spcPts val="0"/>
              </a:spcAft>
              <a:buClr>
                <a:srgbClr val="374151"/>
              </a:buClr>
              <a:buSzPts val="1200"/>
              <a:buFont typeface="Roboto"/>
              <a:buChar char="●"/>
            </a:pPr>
            <a:r>
              <a:rPr lang="en" sz="1200">
                <a:solidFill>
                  <a:srgbClr val="374151"/>
                </a:solidFill>
              </a:rPr>
              <a:t>Use the command </a:t>
            </a:r>
            <a:r>
              <a:rPr lang="en" sz="1050">
                <a:solidFill>
                  <a:srgbClr val="374151"/>
                </a:solidFill>
              </a:rPr>
              <a:t>git clone</a:t>
            </a:r>
            <a:r>
              <a:rPr lang="en" sz="1200">
                <a:solidFill>
                  <a:srgbClr val="374151"/>
                </a:solidFill>
              </a:rPr>
              <a:t> followed by the remote repository URL.</a:t>
            </a:r>
            <a:endParaRPr sz="1200">
              <a:solidFill>
                <a:srgbClr val="374151"/>
              </a:solidFill>
            </a:endParaRPr>
          </a:p>
          <a:p>
            <a:pPr marL="457200" lvl="0" indent="-228600" algn="l" rtl="0">
              <a:lnSpc>
                <a:spcPct val="171429"/>
              </a:lnSpc>
              <a:spcBef>
                <a:spcPts val="0"/>
              </a:spcBef>
              <a:spcAft>
                <a:spcPts val="0"/>
              </a:spcAft>
              <a:buClr>
                <a:srgbClr val="374151"/>
              </a:buClr>
              <a:buSzPts val="1200"/>
              <a:buFont typeface="Arial"/>
              <a:buNone/>
            </a:pPr>
            <a:r>
              <a:rPr lang="en" sz="1200">
                <a:solidFill>
                  <a:srgbClr val="374151"/>
                </a:solidFill>
              </a:rPr>
              <a:t>Example: </a:t>
            </a:r>
            <a:r>
              <a:rPr lang="en" sz="1050">
                <a:solidFill>
                  <a:schemeClr val="dk1"/>
                </a:solidFill>
                <a:latin typeface="Courier New"/>
                <a:ea typeface="Courier New"/>
                <a:cs typeface="Courier New"/>
                <a:sym typeface="Courier New"/>
              </a:rPr>
              <a:t>git clone https://github.com/example/repository.git</a:t>
            </a:r>
            <a:endParaRPr sz="1050">
              <a:solidFill>
                <a:schemeClr val="dk1"/>
              </a:solidFill>
              <a:latin typeface="Courier New"/>
              <a:ea typeface="Courier New"/>
              <a:cs typeface="Courier New"/>
              <a:sym typeface="Courier New"/>
            </a:endParaRPr>
          </a:p>
          <a:p>
            <a:pPr marL="457200" lvl="0" indent="-228600" algn="l" rtl="0">
              <a:lnSpc>
                <a:spcPct val="115000"/>
              </a:lnSpc>
              <a:spcBef>
                <a:spcPts val="0"/>
              </a:spcBef>
              <a:spcAft>
                <a:spcPts val="0"/>
              </a:spcAft>
              <a:buClr>
                <a:srgbClr val="374151"/>
              </a:buClr>
              <a:buSzPts val="1200"/>
              <a:buFont typeface="Arial"/>
              <a:buNone/>
            </a:pPr>
            <a:r>
              <a:rPr lang="en" sz="1200">
                <a:solidFill>
                  <a:srgbClr val="374151"/>
                </a:solidFill>
              </a:rPr>
              <a:t>Replace the URL with the actual URL of the remote repository.</a:t>
            </a:r>
            <a:endParaRPr sz="1200">
              <a:solidFill>
                <a:srgbClr val="374151"/>
              </a:solidFill>
            </a:endParaRPr>
          </a:p>
          <a:p>
            <a:pPr marL="457200" lvl="0" indent="-228600" algn="l" rtl="0">
              <a:lnSpc>
                <a:spcPct val="115000"/>
              </a:lnSpc>
              <a:spcBef>
                <a:spcPts val="0"/>
              </a:spcBef>
              <a:spcAft>
                <a:spcPts val="0"/>
              </a:spcAft>
              <a:buClr>
                <a:srgbClr val="374151"/>
              </a:buClr>
              <a:buSzPts val="1200"/>
              <a:buFont typeface="Arial"/>
              <a:buNone/>
            </a:pPr>
            <a:r>
              <a:rPr lang="en" sz="1200">
                <a:solidFill>
                  <a:srgbClr val="374151"/>
                </a:solidFill>
              </a:rPr>
              <a:t>Seamless Retrieval:</a:t>
            </a:r>
            <a:endParaRPr sz="1200">
              <a:solidFill>
                <a:srgbClr val="374151"/>
              </a:solidFill>
            </a:endParaRPr>
          </a:p>
          <a:p>
            <a:pPr marL="914400" lvl="1" indent="-304800" algn="l" rtl="0">
              <a:lnSpc>
                <a:spcPct val="115000"/>
              </a:lnSpc>
              <a:spcBef>
                <a:spcPts val="0"/>
              </a:spcBef>
              <a:spcAft>
                <a:spcPts val="0"/>
              </a:spcAft>
              <a:buClr>
                <a:srgbClr val="374151"/>
              </a:buClr>
              <a:buSzPts val="1200"/>
              <a:buFont typeface="Arial"/>
              <a:buChar char="●"/>
            </a:pPr>
            <a:r>
              <a:rPr lang="en" sz="1200">
                <a:solidFill>
                  <a:srgbClr val="374151"/>
                </a:solidFill>
              </a:rPr>
              <a:t>This command fetches the entire codebase, including branches and commit history, and creates a new directory with the project's name.</a:t>
            </a:r>
            <a:endParaRPr sz="1200">
              <a:solidFill>
                <a:srgbClr val="374151"/>
              </a:solidFill>
            </a:endParaRPr>
          </a:p>
          <a:p>
            <a:pPr marL="914400" lvl="1" indent="-304800" algn="l" rtl="0">
              <a:lnSpc>
                <a:spcPct val="115000"/>
              </a:lnSpc>
              <a:spcBef>
                <a:spcPts val="0"/>
              </a:spcBef>
              <a:spcAft>
                <a:spcPts val="0"/>
              </a:spcAft>
              <a:buClr>
                <a:srgbClr val="374151"/>
              </a:buClr>
              <a:buSzPts val="1200"/>
              <a:buFont typeface="Arial"/>
              <a:buChar char="●"/>
            </a:pPr>
            <a:r>
              <a:rPr lang="en" sz="1200">
                <a:solidFill>
                  <a:srgbClr val="374151"/>
                </a:solidFill>
              </a:rPr>
              <a:t>The cloning process establishes a direct link between your local machine and the remote repository, ensuring seamless retrieval of the codebase.</a:t>
            </a:r>
            <a:endParaRPr sz="1200">
              <a:solidFill>
                <a:srgbClr val="374151"/>
              </a:solidFill>
            </a:endParaRPr>
          </a:p>
          <a:p>
            <a:pPr marL="457200" lvl="0" indent="-228600" algn="l" rtl="0">
              <a:lnSpc>
                <a:spcPct val="115000"/>
              </a:lnSpc>
              <a:spcBef>
                <a:spcPts val="0"/>
              </a:spcBef>
              <a:spcAft>
                <a:spcPts val="0"/>
              </a:spcAft>
              <a:buClr>
                <a:srgbClr val="374151"/>
              </a:buClr>
              <a:buSzPts val="1200"/>
              <a:buFont typeface="Arial"/>
              <a:buNone/>
            </a:pPr>
            <a:r>
              <a:rPr lang="en" sz="1200">
                <a:solidFill>
                  <a:srgbClr val="374151"/>
                </a:solidFill>
              </a:rPr>
              <a:t>Verification:</a:t>
            </a:r>
            <a:endParaRPr sz="1200">
              <a:solidFill>
                <a:srgbClr val="374151"/>
              </a:solidFill>
            </a:endParaRPr>
          </a:p>
          <a:p>
            <a:pPr marL="914400" lvl="1" indent="-304800" algn="l" rtl="0">
              <a:lnSpc>
                <a:spcPct val="115000"/>
              </a:lnSpc>
              <a:spcBef>
                <a:spcPts val="0"/>
              </a:spcBef>
              <a:spcAft>
                <a:spcPts val="0"/>
              </a:spcAft>
              <a:buClr>
                <a:srgbClr val="374151"/>
              </a:buClr>
              <a:buSzPts val="1200"/>
              <a:buFont typeface="Roboto"/>
              <a:buChar char="●"/>
            </a:pPr>
            <a:r>
              <a:rPr lang="en" sz="1200">
                <a:solidFill>
                  <a:srgbClr val="374151"/>
                </a:solidFill>
              </a:rPr>
              <a:t>After cloning, navigate into the newly created directory (</a:t>
            </a:r>
            <a:r>
              <a:rPr lang="en" sz="1050">
                <a:solidFill>
                  <a:srgbClr val="374151"/>
                </a:solidFill>
                <a:latin typeface="Courier New"/>
                <a:ea typeface="Courier New"/>
                <a:cs typeface="Courier New"/>
                <a:sym typeface="Courier New"/>
              </a:rPr>
              <a:t>cd repository</a:t>
            </a:r>
            <a:r>
              <a:rPr lang="en" sz="1200">
                <a:solidFill>
                  <a:srgbClr val="374151"/>
                </a:solidFill>
              </a:rPr>
              <a:t>) to verify that the codebase has been successfully retrieved.</a:t>
            </a:r>
            <a:endParaRPr sz="1200">
              <a:solidFill>
                <a:srgbClr val="374151"/>
              </a:solidFill>
            </a:endParaRPr>
          </a:p>
          <a:p>
            <a:pPr marL="457200" lvl="0" indent="-228600" algn="l" rtl="0">
              <a:lnSpc>
                <a:spcPct val="115000"/>
              </a:lnSpc>
              <a:spcBef>
                <a:spcPts val="0"/>
              </a:spcBef>
              <a:spcAft>
                <a:spcPts val="0"/>
              </a:spcAft>
              <a:buClr>
                <a:srgbClr val="374151"/>
              </a:buClr>
              <a:buSzPts val="1200"/>
              <a:buFont typeface="Arial"/>
              <a:buNone/>
            </a:pPr>
            <a:r>
              <a:rPr lang="en" sz="1200">
                <a:solidFill>
                  <a:srgbClr val="374151"/>
                </a:solidFill>
              </a:rPr>
              <a:t>Collaboration Readiness:</a:t>
            </a:r>
            <a:endParaRPr sz="1200">
              <a:solidFill>
                <a:srgbClr val="374151"/>
              </a:solidFill>
            </a:endParaRPr>
          </a:p>
          <a:p>
            <a:pPr marL="914400" lvl="1" indent="-304800" algn="l" rtl="0">
              <a:lnSpc>
                <a:spcPct val="115000"/>
              </a:lnSpc>
              <a:spcBef>
                <a:spcPts val="0"/>
              </a:spcBef>
              <a:spcAft>
                <a:spcPts val="0"/>
              </a:spcAft>
              <a:buClr>
                <a:srgbClr val="374151"/>
              </a:buClr>
              <a:buSzPts val="1200"/>
              <a:buFont typeface="Arial"/>
              <a:buChar char="●"/>
            </a:pPr>
            <a:r>
              <a:rPr lang="en" sz="1200">
                <a:solidFill>
                  <a:srgbClr val="374151"/>
                </a:solidFill>
              </a:rPr>
              <a:t>You are now ready to collaborate, make changes, and contribute to the project using your local copy.</a:t>
            </a:r>
            <a:endParaRPr sz="1200">
              <a:solidFill>
                <a:srgbClr val="374151"/>
              </a:solidFill>
            </a:endParaRPr>
          </a:p>
          <a:p>
            <a:pPr marL="0" lvl="0" indent="0" algn="l" rtl="0">
              <a:lnSpc>
                <a:spcPct val="115000"/>
              </a:lnSpc>
              <a:spcBef>
                <a:spcPts val="1500"/>
              </a:spcBef>
              <a:spcAft>
                <a:spcPts val="0"/>
              </a:spcAft>
              <a:buClr>
                <a:schemeClr val="dk1"/>
              </a:buClr>
              <a:buSzPts val="1100"/>
              <a:buFont typeface="Arial"/>
              <a:buNone/>
            </a:pPr>
            <a:r>
              <a:rPr lang="en" sz="1200" b="1">
                <a:solidFill>
                  <a:srgbClr val="374151"/>
                </a:solidFill>
              </a:rPr>
              <a:t>Note:</a:t>
            </a:r>
            <a:endParaRPr sz="1200" b="1">
              <a:solidFill>
                <a:srgbClr val="374151"/>
              </a:solidFill>
            </a:endParaRPr>
          </a:p>
          <a:p>
            <a:pPr marL="0" lvl="0" indent="0" algn="l" rtl="0">
              <a:lnSpc>
                <a:spcPct val="115000"/>
              </a:lnSpc>
              <a:spcBef>
                <a:spcPts val="1500"/>
              </a:spcBef>
              <a:spcAft>
                <a:spcPts val="0"/>
              </a:spcAft>
              <a:buClr>
                <a:schemeClr val="dk1"/>
              </a:buClr>
              <a:buSzPts val="1100"/>
              <a:buFont typeface="Arial"/>
              <a:buNone/>
            </a:pPr>
            <a:r>
              <a:rPr lang="en" sz="1200">
                <a:solidFill>
                  <a:srgbClr val="374151"/>
                </a:solidFill>
              </a:rPr>
              <a:t>Ensure you have the necessary permissions to access the remote repository, and replace the example URL with the actual URL of the repository you intend to clone.</a:t>
            </a:r>
            <a:endParaRPr sz="1200">
              <a:solidFill>
                <a:srgbClr val="374151"/>
              </a:solidFill>
            </a:endParaRPr>
          </a:p>
          <a:p>
            <a:pPr marL="0" lvl="0" indent="0" algn="l" rtl="0">
              <a:lnSpc>
                <a:spcPct val="115000"/>
              </a:lnSpc>
              <a:spcBef>
                <a:spcPts val="1500"/>
              </a:spcBef>
              <a:spcAft>
                <a:spcPts val="0"/>
              </a:spcAft>
              <a:buClr>
                <a:schemeClr val="dk1"/>
              </a:buClr>
              <a:buSzPts val="1100"/>
              <a:buFont typeface="Arial"/>
              <a:buNone/>
            </a:pPr>
            <a:endParaRPr sz="1200">
              <a:solidFill>
                <a:srgbClr val="374151"/>
              </a:solidFill>
            </a:endParaRPr>
          </a:p>
          <a:p>
            <a:pPr marL="0" lvl="0" indent="0" algn="l" rtl="0">
              <a:lnSpc>
                <a:spcPct val="115000"/>
              </a:lnSpc>
              <a:spcBef>
                <a:spcPts val="1500"/>
              </a:spcBef>
              <a:spcAft>
                <a:spcPts val="0"/>
              </a:spcAft>
              <a:buClr>
                <a:schemeClr val="dk1"/>
              </a:buClr>
              <a:buSzPts val="1100"/>
              <a:buFont typeface="Arial"/>
              <a:buNone/>
            </a:pPr>
            <a:endParaRPr sz="1200">
              <a:solidFill>
                <a:srgbClr val="374151"/>
              </a:solidFill>
            </a:endParaRPr>
          </a:p>
          <a:p>
            <a:pPr marL="457200" lvl="0" indent="0" algn="l" rtl="0">
              <a:lnSpc>
                <a:spcPct val="115000"/>
              </a:lnSpc>
              <a:spcBef>
                <a:spcPts val="1500"/>
              </a:spcBef>
              <a:spcAft>
                <a:spcPts val="0"/>
              </a:spcAft>
              <a:buClr>
                <a:schemeClr val="dk1"/>
              </a:buClr>
              <a:buSzPts val="1100"/>
              <a:buFont typeface="Arial"/>
              <a:buNone/>
            </a:pPr>
            <a:endParaRPr sz="1200">
              <a:solidFill>
                <a:srgbClr val="374151"/>
              </a:solidFill>
            </a:endParaRPr>
          </a:p>
          <a:p>
            <a:pPr marL="0" lvl="0" indent="0" algn="l" rtl="0">
              <a:lnSpc>
                <a:spcPct val="100000"/>
              </a:lnSpc>
              <a:spcBef>
                <a:spcPts val="1500"/>
              </a:spcBef>
              <a:spcAft>
                <a:spcPts val="0"/>
              </a:spcAft>
              <a:buClr>
                <a:schemeClr val="dk1"/>
              </a:buClr>
              <a:buSzPts val="1100"/>
              <a:buFont typeface="Arial"/>
              <a:buNone/>
            </a:pPr>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2"/>
        <p:cNvGrpSpPr/>
        <p:nvPr/>
      </p:nvGrpSpPr>
      <p:grpSpPr>
        <a:xfrm>
          <a:off x="0" y="0"/>
          <a:ext cx="0" cy="0"/>
          <a:chOff x="0" y="0"/>
          <a:chExt cx="0" cy="0"/>
        </a:xfrm>
      </p:grpSpPr>
      <p:sp>
        <p:nvSpPr>
          <p:cNvPr id="803" name="Google Shape;803;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04" name="Google Shape;804;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 sz="1200" b="1">
                <a:solidFill>
                  <a:schemeClr val="dk1"/>
                </a:solidFill>
              </a:rPr>
              <a:t>Notes to the Facilitator:</a:t>
            </a:r>
            <a:endParaRPr sz="1200" b="1">
              <a:solidFill>
                <a:schemeClr val="dk1"/>
              </a:solidFill>
            </a:endParaRPr>
          </a:p>
          <a:p>
            <a:pPr marL="0" lvl="0" indent="0" algn="l" rtl="0">
              <a:lnSpc>
                <a:spcPct val="115000"/>
              </a:lnSpc>
              <a:spcBef>
                <a:spcPts val="0"/>
              </a:spcBef>
              <a:spcAft>
                <a:spcPts val="0"/>
              </a:spcAft>
              <a:buSzPts val="1100"/>
              <a:buNone/>
            </a:pPr>
            <a:r>
              <a:rPr lang="en" sz="1200">
                <a:solidFill>
                  <a:srgbClr val="374151"/>
                </a:solidFill>
              </a:rPr>
              <a:t>Explore the advantages of cloning a remote repository in Git, gaining a complete local copy for flexible offline work, establishing direct links for seamless synchronization, and fostering efficient collaboration with the team.</a:t>
            </a:r>
            <a:endParaRPr sz="1200" b="1">
              <a:solidFill>
                <a:schemeClr val="dk1"/>
              </a:solidFill>
            </a:endParaRPr>
          </a:p>
          <a:p>
            <a:pPr marL="0" lvl="0" indent="0" algn="l" rtl="0">
              <a:lnSpc>
                <a:spcPct val="115000"/>
              </a:lnSpc>
              <a:spcBef>
                <a:spcPts val="1600"/>
              </a:spcBef>
              <a:spcAft>
                <a:spcPts val="0"/>
              </a:spcAft>
              <a:buClr>
                <a:schemeClr val="dk1"/>
              </a:buClr>
              <a:buSzPts val="1100"/>
              <a:buFont typeface="Arial"/>
              <a:buNone/>
            </a:pPr>
            <a:r>
              <a:rPr lang="en" sz="1200" b="1">
                <a:solidFill>
                  <a:schemeClr val="dk1"/>
                </a:solidFill>
              </a:rPr>
              <a:t>Notes to the Participants:</a:t>
            </a:r>
            <a:endParaRPr sz="1200" b="1">
              <a:solidFill>
                <a:schemeClr val="dk1"/>
              </a:solidFill>
            </a:endParaRPr>
          </a:p>
          <a:p>
            <a:pPr marL="0" lvl="0" indent="0" algn="l" rtl="0">
              <a:lnSpc>
                <a:spcPct val="115000"/>
              </a:lnSpc>
              <a:spcBef>
                <a:spcPts val="1500"/>
              </a:spcBef>
              <a:spcAft>
                <a:spcPts val="0"/>
              </a:spcAft>
              <a:buClr>
                <a:schemeClr val="dk1"/>
              </a:buClr>
              <a:buSzPts val="1100"/>
              <a:buFont typeface="Arial"/>
              <a:buNone/>
            </a:pPr>
            <a:r>
              <a:rPr lang="en" sz="1200">
                <a:solidFill>
                  <a:srgbClr val="374151"/>
                </a:solidFill>
              </a:rPr>
              <a:t>Discover the advantages that come with the powerful process of cloning a remote repository in Git, offering you a complete local copy and unlocking a range of benefits for seamless collaboration and individual contribution.</a:t>
            </a:r>
            <a:endParaRPr sz="1200">
              <a:solidFill>
                <a:srgbClr val="374151"/>
              </a:solidFill>
            </a:endParaRPr>
          </a:p>
          <a:p>
            <a:pPr marL="0" lvl="0" indent="0" algn="l" rtl="0">
              <a:lnSpc>
                <a:spcPct val="115000"/>
              </a:lnSpc>
              <a:spcBef>
                <a:spcPts val="1500"/>
              </a:spcBef>
              <a:spcAft>
                <a:spcPts val="0"/>
              </a:spcAft>
              <a:buClr>
                <a:schemeClr val="dk1"/>
              </a:buClr>
              <a:buSzPts val="1100"/>
              <a:buFont typeface="Arial"/>
              <a:buNone/>
            </a:pPr>
            <a:r>
              <a:rPr lang="en" sz="1200" b="1">
                <a:solidFill>
                  <a:srgbClr val="374151"/>
                </a:solidFill>
              </a:rPr>
              <a:t>Benefits of Cloning:</a:t>
            </a:r>
            <a:endParaRPr sz="1200" b="1">
              <a:solidFill>
                <a:srgbClr val="374151"/>
              </a:solidFill>
            </a:endParaRPr>
          </a:p>
          <a:p>
            <a:pPr marL="457200" lvl="0" indent="-304800" algn="l" rtl="0">
              <a:lnSpc>
                <a:spcPct val="115000"/>
              </a:lnSpc>
              <a:spcBef>
                <a:spcPts val="1500"/>
              </a:spcBef>
              <a:spcAft>
                <a:spcPts val="0"/>
              </a:spcAft>
              <a:buClr>
                <a:srgbClr val="374151"/>
              </a:buClr>
              <a:buSzPts val="1200"/>
              <a:buFont typeface="Roboto"/>
              <a:buChar char="●"/>
            </a:pPr>
            <a:r>
              <a:rPr lang="en" sz="1200" b="1">
                <a:solidFill>
                  <a:srgbClr val="374151"/>
                </a:solidFill>
              </a:rPr>
              <a:t>Complete Local Copy: </a:t>
            </a:r>
            <a:r>
              <a:rPr lang="en" sz="1200">
                <a:solidFill>
                  <a:srgbClr val="374151"/>
                </a:solidFill>
              </a:rPr>
              <a:t>Cloning provides you with a comprehensive local copy of the entire project, including all files, branches, and commit history.</a:t>
            </a:r>
            <a:endParaRPr sz="1200">
              <a:solidFill>
                <a:srgbClr val="374151"/>
              </a:solidFill>
            </a:endParaRPr>
          </a:p>
          <a:p>
            <a:pPr marL="457200" lvl="0" indent="-304800" algn="l" rtl="0">
              <a:lnSpc>
                <a:spcPct val="115000"/>
              </a:lnSpc>
              <a:spcBef>
                <a:spcPts val="0"/>
              </a:spcBef>
              <a:spcAft>
                <a:spcPts val="0"/>
              </a:spcAft>
              <a:buClr>
                <a:srgbClr val="374151"/>
              </a:buClr>
              <a:buSzPts val="1200"/>
              <a:buFont typeface="Roboto"/>
              <a:buChar char="●"/>
            </a:pPr>
            <a:r>
              <a:rPr lang="en" sz="1200" b="1">
                <a:solidFill>
                  <a:srgbClr val="374151"/>
                </a:solidFill>
              </a:rPr>
              <a:t>Offline Work Capability: </a:t>
            </a:r>
            <a:r>
              <a:rPr lang="en" sz="1200">
                <a:solidFill>
                  <a:srgbClr val="374151"/>
                </a:solidFill>
              </a:rPr>
              <a:t>Having a local copy allows you to work on the project even when you're offline, making development more flexible.</a:t>
            </a:r>
            <a:endParaRPr sz="1200">
              <a:solidFill>
                <a:srgbClr val="374151"/>
              </a:solidFill>
            </a:endParaRPr>
          </a:p>
          <a:p>
            <a:pPr marL="457200" lvl="0" indent="-304800" algn="l" rtl="0">
              <a:lnSpc>
                <a:spcPct val="115000"/>
              </a:lnSpc>
              <a:spcBef>
                <a:spcPts val="0"/>
              </a:spcBef>
              <a:spcAft>
                <a:spcPts val="0"/>
              </a:spcAft>
              <a:buClr>
                <a:srgbClr val="374151"/>
              </a:buClr>
              <a:buSzPts val="1200"/>
              <a:buFont typeface="Roboto"/>
              <a:buChar char="●"/>
            </a:pPr>
            <a:r>
              <a:rPr lang="en" sz="1200" b="1">
                <a:solidFill>
                  <a:srgbClr val="374151"/>
                </a:solidFill>
              </a:rPr>
              <a:t>Direct Link with Remote: </a:t>
            </a:r>
            <a:r>
              <a:rPr lang="en" sz="1200">
                <a:solidFill>
                  <a:srgbClr val="374151"/>
                </a:solidFill>
              </a:rPr>
              <a:t>Cloning establishes a direct link between your local machine and the remote repository, ensuring seamless communication and synchronization.</a:t>
            </a:r>
            <a:endParaRPr sz="1200">
              <a:solidFill>
                <a:srgbClr val="374151"/>
              </a:solidFill>
            </a:endParaRPr>
          </a:p>
          <a:p>
            <a:pPr marL="457200" lvl="0" indent="-304800" algn="l" rtl="0">
              <a:lnSpc>
                <a:spcPct val="115000"/>
              </a:lnSpc>
              <a:spcBef>
                <a:spcPts val="0"/>
              </a:spcBef>
              <a:spcAft>
                <a:spcPts val="0"/>
              </a:spcAft>
              <a:buClr>
                <a:srgbClr val="374151"/>
              </a:buClr>
              <a:buSzPts val="1200"/>
              <a:buFont typeface="Roboto"/>
              <a:buChar char="●"/>
            </a:pPr>
            <a:r>
              <a:rPr lang="en" sz="1200" b="1">
                <a:solidFill>
                  <a:srgbClr val="374151"/>
                </a:solidFill>
              </a:rPr>
              <a:t>Efficient Collaboration: </a:t>
            </a:r>
            <a:r>
              <a:rPr lang="en" sz="1200">
                <a:solidFill>
                  <a:srgbClr val="374151"/>
                </a:solidFill>
              </a:rPr>
              <a:t>With your own local copy, you can make changes, experiment, and contribute to the project without affecting the central repository until you're ready to share your updates.</a:t>
            </a:r>
            <a:endParaRPr sz="1200">
              <a:solidFill>
                <a:srgbClr val="374151"/>
              </a:solidFill>
            </a:endParaRPr>
          </a:p>
          <a:p>
            <a:pPr marL="457200" lvl="0" indent="-304800" algn="l" rtl="0">
              <a:lnSpc>
                <a:spcPct val="115000"/>
              </a:lnSpc>
              <a:spcBef>
                <a:spcPts val="0"/>
              </a:spcBef>
              <a:spcAft>
                <a:spcPts val="0"/>
              </a:spcAft>
              <a:buClr>
                <a:srgbClr val="374151"/>
              </a:buClr>
              <a:buSzPts val="1200"/>
              <a:buFont typeface="Roboto"/>
              <a:buChar char="●"/>
            </a:pPr>
            <a:r>
              <a:rPr lang="en" sz="1200" b="1">
                <a:solidFill>
                  <a:srgbClr val="374151"/>
                </a:solidFill>
              </a:rPr>
              <a:t>Synchronization with Updates:</a:t>
            </a:r>
            <a:r>
              <a:rPr lang="en" sz="1200">
                <a:solidFill>
                  <a:srgbClr val="374151"/>
                </a:solidFill>
              </a:rPr>
              <a:t>You can easily synchronize your local copy with the latest changes from the remote repository, keeping your work up-to-date with the collaborative efforts of the team.</a:t>
            </a:r>
            <a:endParaRPr sz="1200">
              <a:solidFill>
                <a:srgbClr val="374151"/>
              </a:solidFill>
            </a:endParaRPr>
          </a:p>
          <a:p>
            <a:pPr marL="0" lvl="0" indent="0" algn="l" rtl="0">
              <a:lnSpc>
                <a:spcPct val="115000"/>
              </a:lnSpc>
              <a:spcBef>
                <a:spcPts val="1500"/>
              </a:spcBef>
              <a:spcAft>
                <a:spcPts val="0"/>
              </a:spcAft>
              <a:buClr>
                <a:schemeClr val="dk1"/>
              </a:buClr>
              <a:buSzPts val="1100"/>
              <a:buFont typeface="Arial"/>
              <a:buNone/>
            </a:pPr>
            <a:r>
              <a:rPr lang="en" sz="1200">
                <a:solidFill>
                  <a:srgbClr val="374151"/>
                </a:solidFill>
              </a:rPr>
              <a:t>In essence, cloning provides the autonomy and flexibility needed for efficient collaboration in a shared development environment.</a:t>
            </a:r>
            <a:endParaRPr sz="1200">
              <a:solidFill>
                <a:srgbClr val="374151"/>
              </a:solidFill>
            </a:endParaRPr>
          </a:p>
          <a:p>
            <a:pPr marL="0" lvl="0" indent="0" algn="l" rtl="0">
              <a:lnSpc>
                <a:spcPct val="115000"/>
              </a:lnSpc>
              <a:spcBef>
                <a:spcPts val="1500"/>
              </a:spcBef>
              <a:spcAft>
                <a:spcPts val="0"/>
              </a:spcAft>
              <a:buClr>
                <a:schemeClr val="dk1"/>
              </a:buClr>
              <a:buSzPts val="1100"/>
              <a:buFont typeface="Arial"/>
              <a:buNone/>
            </a:pPr>
            <a:endParaRPr sz="1200">
              <a:solidFill>
                <a:srgbClr val="374151"/>
              </a:solidFill>
            </a:endParaRPr>
          </a:p>
          <a:p>
            <a:pPr marL="0" lvl="0" indent="0" algn="l" rtl="0">
              <a:lnSpc>
                <a:spcPct val="100000"/>
              </a:lnSpc>
              <a:spcBef>
                <a:spcPts val="1500"/>
              </a:spcBef>
              <a:spcAft>
                <a:spcPts val="0"/>
              </a:spcAft>
              <a:buClr>
                <a:schemeClr val="dk1"/>
              </a:buClr>
              <a:buSzPts val="1100"/>
              <a:buFont typeface="Arial"/>
              <a:buNone/>
            </a:pPr>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1"/>
        <p:cNvGrpSpPr/>
        <p:nvPr/>
      </p:nvGrpSpPr>
      <p:grpSpPr>
        <a:xfrm>
          <a:off x="0" y="0"/>
          <a:ext cx="0" cy="0"/>
          <a:chOff x="0" y="0"/>
          <a:chExt cx="0" cy="0"/>
        </a:xfrm>
      </p:grpSpPr>
      <p:sp>
        <p:nvSpPr>
          <p:cNvPr id="822" name="Google Shape;822;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3" name="Google Shape;823;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b="1">
                <a:solidFill>
                  <a:schemeClr val="dk1"/>
                </a:solidFill>
              </a:rPr>
              <a:t>Notes to the Facilitator: </a:t>
            </a: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a:solidFill>
                  <a:srgbClr val="374151"/>
                </a:solidFill>
              </a:rPr>
              <a:t>Guide the participants in understanding the concept of tracking branches in Git, emphasizing its significance in automatic synchronization between local and remote branches. The provided Git command demonstrates the essential process of setting up tracking branches, ensuring an efficient and collaborative development environment.</a:t>
            </a: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b="1">
                <a:solidFill>
                  <a:schemeClr val="dk1"/>
                </a:solidFill>
              </a:rPr>
              <a:t>Notes to the Participants:</a:t>
            </a:r>
            <a:endParaRPr>
              <a:solidFill>
                <a:schemeClr val="dk1"/>
              </a:solidFill>
            </a:endParaRPr>
          </a:p>
          <a:p>
            <a:pPr marL="0" lvl="0" indent="0" algn="l" rtl="0">
              <a:lnSpc>
                <a:spcPct val="115000"/>
              </a:lnSpc>
              <a:spcBef>
                <a:spcPts val="0"/>
              </a:spcBef>
              <a:spcAft>
                <a:spcPts val="0"/>
              </a:spcAft>
              <a:buSzPts val="1100"/>
              <a:buNone/>
            </a:pPr>
            <a:r>
              <a:rPr lang="en" sz="1200">
                <a:solidFill>
                  <a:schemeClr val="dk1"/>
                </a:solidFill>
              </a:rPr>
              <a:t>In Git, a tracking branch is a local branch that is linked to a specific remote branch. This linkage facilitates automatic synchronization between the local and remote branches, allowing developers to stay updated on changes made by others in the shared repository.</a:t>
            </a:r>
            <a:endParaRPr sz="1200">
              <a:solidFill>
                <a:schemeClr val="dk1"/>
              </a:solidFill>
            </a:endParaRPr>
          </a:p>
          <a:p>
            <a:pPr marL="0" lvl="0" indent="0" algn="l" rtl="0">
              <a:lnSpc>
                <a:spcPct val="115000"/>
              </a:lnSpc>
              <a:spcBef>
                <a:spcPts val="1500"/>
              </a:spcBef>
              <a:spcAft>
                <a:spcPts val="0"/>
              </a:spcAft>
              <a:buSzPts val="1100"/>
              <a:buNone/>
            </a:pPr>
            <a:r>
              <a:rPr lang="en" sz="1200">
                <a:solidFill>
                  <a:schemeClr val="dk1"/>
                </a:solidFill>
              </a:rPr>
              <a:t>Setting up tracking branches is a pivotal practice in Git that ensures a smooth flow of information between your local development environment and the shared remote repository. This process is essential for maintaining synchronization, enabling your local branches to automatically stay updated with any changes made by collaborators in the remote branches. By establishing this tracking relationship, developers can seamlessly collaborate while minimizing manual interventions to keep their codebase aligned with the broader project's progress.</a:t>
            </a:r>
            <a:endParaRPr sz="1200">
              <a:solidFill>
                <a:schemeClr val="dk1"/>
              </a:solidFill>
            </a:endParaRPr>
          </a:p>
          <a:p>
            <a:pPr marL="0" lvl="0" indent="0" algn="l" rtl="0">
              <a:lnSpc>
                <a:spcPct val="115000"/>
              </a:lnSpc>
              <a:spcBef>
                <a:spcPts val="1500"/>
              </a:spcBef>
              <a:spcAft>
                <a:spcPts val="0"/>
              </a:spcAft>
              <a:buSzPts val="1100"/>
              <a:buNone/>
            </a:pPr>
            <a:r>
              <a:rPr lang="en" sz="1200" b="1">
                <a:solidFill>
                  <a:schemeClr val="dk1"/>
                </a:solidFill>
              </a:rPr>
              <a:t>Git Command:</a:t>
            </a:r>
            <a:endParaRPr sz="1200" b="1">
              <a:solidFill>
                <a:schemeClr val="dk1"/>
              </a:solidFill>
            </a:endParaRPr>
          </a:p>
          <a:p>
            <a:pPr marL="0" lvl="0" indent="0" algn="l" rtl="0">
              <a:lnSpc>
                <a:spcPct val="115000"/>
              </a:lnSpc>
              <a:spcBef>
                <a:spcPts val="1500"/>
              </a:spcBef>
              <a:spcAft>
                <a:spcPts val="0"/>
              </a:spcAft>
              <a:buClr>
                <a:schemeClr val="dk1"/>
              </a:buClr>
              <a:buSzPts val="1100"/>
              <a:buFont typeface="Arial"/>
              <a:buNone/>
            </a:pPr>
            <a:r>
              <a:rPr lang="en" sz="1200">
                <a:solidFill>
                  <a:schemeClr val="dk1"/>
                </a:solidFill>
              </a:rPr>
              <a:t>The command for setting up tracking branches is executed using the following syntax:</a:t>
            </a:r>
            <a:endParaRPr sz="1200">
              <a:solidFill>
                <a:schemeClr val="dk1"/>
              </a:solidFill>
            </a:endParaRPr>
          </a:p>
          <a:p>
            <a:pPr marL="0" lvl="0" indent="0" algn="l" rtl="0">
              <a:lnSpc>
                <a:spcPct val="115000"/>
              </a:lnSpc>
              <a:spcBef>
                <a:spcPts val="1500"/>
              </a:spcBef>
              <a:spcAft>
                <a:spcPts val="0"/>
              </a:spcAft>
              <a:buSzPts val="1100"/>
              <a:buNone/>
            </a:pPr>
            <a:r>
              <a:rPr lang="en" sz="950">
                <a:solidFill>
                  <a:schemeClr val="dk1"/>
                </a:solidFill>
                <a:latin typeface="Courier New"/>
                <a:ea typeface="Courier New"/>
                <a:cs typeface="Courier New"/>
                <a:sym typeface="Courier New"/>
              </a:rPr>
              <a:t>git branch --set-upstream-to=origin/remote-branch local-branch</a:t>
            </a:r>
            <a:endParaRPr sz="9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Clr>
                <a:schemeClr val="dk1"/>
              </a:buClr>
              <a:buSzPts val="1100"/>
              <a:buFont typeface="Arial"/>
              <a:buNone/>
            </a:pPr>
            <a:r>
              <a:rPr lang="en" sz="1200">
                <a:solidFill>
                  <a:schemeClr val="dk1"/>
                </a:solidFill>
              </a:rPr>
              <a:t>Here, </a:t>
            </a:r>
            <a:r>
              <a:rPr lang="en" sz="1050">
                <a:solidFill>
                  <a:schemeClr val="dk1"/>
                </a:solidFill>
                <a:latin typeface="Courier New"/>
                <a:ea typeface="Courier New"/>
                <a:cs typeface="Courier New"/>
                <a:sym typeface="Courier New"/>
              </a:rPr>
              <a:t>origin/remote-branch</a:t>
            </a:r>
            <a:r>
              <a:rPr lang="en" sz="1200">
                <a:solidFill>
                  <a:schemeClr val="dk1"/>
                </a:solidFill>
              </a:rPr>
              <a:t> represents the remote branch you want to track, and </a:t>
            </a:r>
            <a:r>
              <a:rPr lang="en" sz="1050">
                <a:solidFill>
                  <a:schemeClr val="dk1"/>
                </a:solidFill>
              </a:rPr>
              <a:t>local-branch</a:t>
            </a:r>
            <a:r>
              <a:rPr lang="en" sz="1200">
                <a:solidFill>
                  <a:schemeClr val="dk1"/>
                </a:solidFill>
              </a:rPr>
              <a:t> is the name of your local branch. This command explicitly establishes the tracking relationship between the specified local and remote branches. It serves as a pivotal link, allowing Git to automatically synchronize changes, making the collaborative development process more efficient, and ensuring that your local work remains in harmony with the broader project's development path.</a:t>
            </a:r>
            <a:endParaRPr sz="1200">
              <a:solidFill>
                <a:schemeClr val="dk1"/>
              </a:solidFill>
            </a:endParaRPr>
          </a:p>
          <a:p>
            <a:pPr marL="0" lvl="0" indent="0" algn="l" rtl="0">
              <a:lnSpc>
                <a:spcPct val="115000"/>
              </a:lnSpc>
              <a:spcBef>
                <a:spcPts val="1500"/>
              </a:spcBef>
              <a:spcAft>
                <a:spcPts val="0"/>
              </a:spcAft>
              <a:buSzPts val="1100"/>
              <a:buNone/>
            </a:pPr>
            <a:endParaRPr sz="1200">
              <a:solidFill>
                <a:schemeClr val="dk1"/>
              </a:solidFill>
            </a:endParaRPr>
          </a:p>
          <a:p>
            <a:pPr marL="1371600" lvl="0" indent="0" algn="l" rtl="0">
              <a:lnSpc>
                <a:spcPct val="115000"/>
              </a:lnSpc>
              <a:spcBef>
                <a:spcPts val="1500"/>
              </a:spcBef>
              <a:spcAft>
                <a:spcPts val="0"/>
              </a:spcAft>
              <a:buSzPts val="1100"/>
              <a:buNone/>
            </a:pPr>
            <a:endParaRPr sz="1200">
              <a:solidFill>
                <a:schemeClr val="dk1"/>
              </a:solidFill>
            </a:endParaRPr>
          </a:p>
          <a:p>
            <a:pPr marL="0" lvl="0" indent="0" algn="l" rtl="0">
              <a:lnSpc>
                <a:spcPct val="100000"/>
              </a:lnSpc>
              <a:spcBef>
                <a:spcPts val="1500"/>
              </a:spcBef>
              <a:spcAft>
                <a:spcPts val="0"/>
              </a:spcAft>
              <a:buSzPts val="1100"/>
              <a:buNone/>
            </a:pP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endParaRPr>
              <a:solidFill>
                <a:schemeClr val="dk1"/>
              </a:solidFill>
            </a:endParaRPr>
          </a:p>
          <a:p>
            <a:pPr marL="0" lvl="0" indent="0" algn="l" rtl="0">
              <a:lnSpc>
                <a:spcPct val="100000"/>
              </a:lnSpc>
              <a:spcBef>
                <a:spcPts val="0"/>
              </a:spcBef>
              <a:spcAft>
                <a:spcPts val="0"/>
              </a:spcAft>
              <a:buSzPts val="1100"/>
              <a:buNone/>
            </a:pP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8"/>
        <p:cNvGrpSpPr/>
        <p:nvPr/>
      </p:nvGrpSpPr>
      <p:grpSpPr>
        <a:xfrm>
          <a:off x="0" y="0"/>
          <a:ext cx="0" cy="0"/>
          <a:chOff x="0" y="0"/>
          <a:chExt cx="0" cy="0"/>
        </a:xfrm>
      </p:grpSpPr>
      <p:sp>
        <p:nvSpPr>
          <p:cNvPr id="829" name="Google Shape;82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30" name="Google Shape;830;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b="1">
                <a:solidFill>
                  <a:schemeClr val="dk1"/>
                </a:solidFill>
              </a:rPr>
              <a:t>Notes to the Facilitator: </a:t>
            </a:r>
            <a:endParaRPr sz="12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Steer participants through the hands-on experience of setting up tracking branches, emphasizing its significance in fostering seamless collaboration and bidirectional synchronization.</a:t>
            </a:r>
            <a:endParaRPr sz="1200" b="1">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b="1">
                <a:solidFill>
                  <a:schemeClr val="dk1"/>
                </a:solidFill>
              </a:rPr>
              <a:t>Notes to the Participants:</a:t>
            </a:r>
            <a:endParaRPr>
              <a:solidFill>
                <a:schemeClr val="dk1"/>
              </a:solidFill>
            </a:endParaRPr>
          </a:p>
          <a:p>
            <a:pPr marL="0" lvl="0" indent="0" algn="l" rtl="0">
              <a:lnSpc>
                <a:spcPct val="115000"/>
              </a:lnSpc>
              <a:spcBef>
                <a:spcPts val="1500"/>
              </a:spcBef>
              <a:spcAft>
                <a:spcPts val="0"/>
              </a:spcAft>
              <a:buSzPts val="1100"/>
              <a:buNone/>
            </a:pPr>
            <a:r>
              <a:rPr lang="en" sz="1200">
                <a:solidFill>
                  <a:schemeClr val="dk1"/>
                </a:solidFill>
              </a:rPr>
              <a:t>Embark on a hands-on journey as we explore the practical steps of setting up tracking branches in Git. This essential process ensures that your local development harmonizes effortlessly with the collaborative efforts of your team, paving the way for efficient synchronization and impactful collaboration.</a:t>
            </a:r>
            <a:endParaRPr sz="1200">
              <a:solidFill>
                <a:schemeClr val="dk1"/>
              </a:solidFill>
            </a:endParaRPr>
          </a:p>
          <a:p>
            <a:pPr marL="0" lvl="0" indent="0" algn="l" rtl="0">
              <a:lnSpc>
                <a:spcPct val="115000"/>
              </a:lnSpc>
              <a:spcBef>
                <a:spcPts val="1500"/>
              </a:spcBef>
              <a:spcAft>
                <a:spcPts val="0"/>
              </a:spcAft>
              <a:buClr>
                <a:schemeClr val="dk1"/>
              </a:buClr>
              <a:buSzPts val="1100"/>
              <a:buFont typeface="Arial"/>
              <a:buNone/>
            </a:pPr>
            <a:r>
              <a:rPr lang="en" sz="1200" b="1">
                <a:solidFill>
                  <a:schemeClr val="dk1"/>
                </a:solidFill>
              </a:rPr>
              <a:t>Practical Steps:</a:t>
            </a:r>
            <a:endParaRPr sz="1200" b="1">
              <a:solidFill>
                <a:schemeClr val="dk1"/>
              </a:solidFill>
            </a:endParaRPr>
          </a:p>
          <a:p>
            <a:pPr marL="457200" lvl="0" indent="-304800" algn="l" rtl="0">
              <a:lnSpc>
                <a:spcPct val="115000"/>
              </a:lnSpc>
              <a:spcBef>
                <a:spcPts val="1500"/>
              </a:spcBef>
              <a:spcAft>
                <a:spcPts val="0"/>
              </a:spcAft>
              <a:buClr>
                <a:schemeClr val="dk1"/>
              </a:buClr>
              <a:buSzPts val="1200"/>
              <a:buAutoNum type="arabicPeriod"/>
            </a:pPr>
            <a:r>
              <a:rPr lang="en" sz="1200" b="1">
                <a:solidFill>
                  <a:schemeClr val="dk1"/>
                </a:solidFill>
              </a:rPr>
              <a:t>Open Terminal or Command Prompt:</a:t>
            </a:r>
            <a:endParaRPr sz="1200" b="1">
              <a:solidFill>
                <a:schemeClr val="dk1"/>
              </a:solidFill>
            </a:endParaRPr>
          </a:p>
          <a:p>
            <a:pPr marL="0" lvl="0" indent="0" algn="l" rtl="0">
              <a:lnSpc>
                <a:spcPct val="115000"/>
              </a:lnSpc>
              <a:spcBef>
                <a:spcPts val="1500"/>
              </a:spcBef>
              <a:spcAft>
                <a:spcPts val="0"/>
              </a:spcAft>
              <a:buClr>
                <a:schemeClr val="dk1"/>
              </a:buClr>
              <a:buSzPts val="1100"/>
              <a:buFont typeface="Arial"/>
              <a:buNone/>
            </a:pPr>
            <a:r>
              <a:rPr lang="en" sz="1200">
                <a:solidFill>
                  <a:schemeClr val="dk1"/>
                </a:solidFill>
              </a:rPr>
              <a:t>Launch your terminal or command prompt on your local machine.</a:t>
            </a:r>
            <a:endParaRPr sz="1200">
              <a:solidFill>
                <a:schemeClr val="dk1"/>
              </a:solidFill>
            </a:endParaRPr>
          </a:p>
          <a:p>
            <a:pPr marL="457200" lvl="0" indent="-304800" algn="l" rtl="0">
              <a:lnSpc>
                <a:spcPct val="115000"/>
              </a:lnSpc>
              <a:spcBef>
                <a:spcPts val="1500"/>
              </a:spcBef>
              <a:spcAft>
                <a:spcPts val="0"/>
              </a:spcAft>
              <a:buClr>
                <a:schemeClr val="dk1"/>
              </a:buClr>
              <a:buSzPts val="1200"/>
              <a:buAutoNum type="arabicPeriod"/>
            </a:pPr>
            <a:r>
              <a:rPr lang="en" sz="1200" b="1">
                <a:solidFill>
                  <a:schemeClr val="dk1"/>
                </a:solidFill>
              </a:rPr>
              <a:t>Navigate to Your Project Directory:</a:t>
            </a:r>
            <a:endParaRPr sz="1200" b="1">
              <a:solidFill>
                <a:schemeClr val="dk1"/>
              </a:solidFill>
            </a:endParaRPr>
          </a:p>
          <a:p>
            <a:pPr marL="0" lvl="0" indent="0" algn="l" rtl="0">
              <a:lnSpc>
                <a:spcPct val="115000"/>
              </a:lnSpc>
              <a:spcBef>
                <a:spcPts val="1500"/>
              </a:spcBef>
              <a:spcAft>
                <a:spcPts val="0"/>
              </a:spcAft>
              <a:buClr>
                <a:schemeClr val="dk1"/>
              </a:buClr>
              <a:buSzPts val="1100"/>
              <a:buFont typeface="Arial"/>
              <a:buNone/>
            </a:pPr>
            <a:r>
              <a:rPr lang="en" sz="1200">
                <a:solidFill>
                  <a:schemeClr val="dk1"/>
                </a:solidFill>
              </a:rPr>
              <a:t>Use the cd command to navigate to the directory where your Git project is located.</a:t>
            </a:r>
            <a:endParaRPr sz="1200">
              <a:solidFill>
                <a:schemeClr val="dk1"/>
              </a:solidFill>
            </a:endParaRPr>
          </a:p>
          <a:p>
            <a:pPr marL="0" lvl="0" indent="0" algn="l" rtl="0">
              <a:lnSpc>
                <a:spcPct val="100000"/>
              </a:lnSpc>
              <a:spcBef>
                <a:spcPts val="0"/>
              </a:spcBef>
              <a:spcAft>
                <a:spcPts val="0"/>
              </a:spcAft>
              <a:buSzPts val="1100"/>
              <a:buNone/>
            </a:pP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8"/>
        <p:cNvGrpSpPr/>
        <p:nvPr/>
      </p:nvGrpSpPr>
      <p:grpSpPr>
        <a:xfrm>
          <a:off x="0" y="0"/>
          <a:ext cx="0" cy="0"/>
          <a:chOff x="0" y="0"/>
          <a:chExt cx="0" cy="0"/>
        </a:xfrm>
      </p:grpSpPr>
      <p:sp>
        <p:nvSpPr>
          <p:cNvPr id="839" name="Google Shape;839;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40" name="Google Shape;840;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b="1">
                <a:solidFill>
                  <a:schemeClr val="dk1"/>
                </a:solidFill>
              </a:rPr>
              <a:t>Notes to the Facilitator: </a:t>
            </a:r>
            <a:endParaRPr sz="12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a:solidFill>
                  <a:srgbClr val="374151"/>
                </a:solidFill>
                <a:latin typeface="Roboto"/>
                <a:ea typeface="Roboto"/>
                <a:cs typeface="Roboto"/>
                <a:sym typeface="Roboto"/>
              </a:rPr>
              <a:t>Guide participants through hands-on steps for setting up tracking branches in Git. </a:t>
            </a: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b="1">
                <a:solidFill>
                  <a:schemeClr val="dk1"/>
                </a:solidFill>
              </a:rPr>
              <a:t>Notes to the Participants:</a:t>
            </a:r>
            <a:endParaRPr>
              <a:solidFill>
                <a:schemeClr val="dk1"/>
              </a:solidFill>
            </a:endParaRPr>
          </a:p>
          <a:p>
            <a:pPr marL="457200" lvl="0" indent="-304800" algn="l" rtl="0">
              <a:lnSpc>
                <a:spcPct val="115000"/>
              </a:lnSpc>
              <a:spcBef>
                <a:spcPts val="1500"/>
              </a:spcBef>
              <a:spcAft>
                <a:spcPts val="0"/>
              </a:spcAft>
              <a:buClr>
                <a:schemeClr val="dk1"/>
              </a:buClr>
              <a:buSzPts val="1200"/>
              <a:buAutoNum type="arabicPeriod" startAt="3"/>
            </a:pPr>
            <a:r>
              <a:rPr lang="en" sz="1200" b="1">
                <a:solidFill>
                  <a:schemeClr val="dk1"/>
                </a:solidFill>
              </a:rPr>
              <a:t>Execute Tracking Branch Command:</a:t>
            </a:r>
            <a:endParaRPr sz="1200" b="1">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a:solidFill>
                  <a:schemeClr val="dk1"/>
                </a:solidFill>
              </a:rPr>
              <a:t>Enter the command </a:t>
            </a:r>
            <a:r>
              <a:rPr lang="en" sz="1200">
                <a:solidFill>
                  <a:schemeClr val="dk1"/>
                </a:solidFill>
                <a:latin typeface="Courier New"/>
                <a:ea typeface="Courier New"/>
                <a:cs typeface="Courier New"/>
                <a:sym typeface="Courier New"/>
              </a:rPr>
              <a:t>git branch --set-upstream-to=origin/remote-branch local-branch.</a:t>
            </a:r>
            <a:endParaRPr sz="1200">
              <a:solidFill>
                <a:schemeClr val="dk1"/>
              </a:solidFill>
              <a:latin typeface="Courier New"/>
              <a:ea typeface="Courier New"/>
              <a:cs typeface="Courier New"/>
              <a:sym typeface="Courier New"/>
            </a:endParaRPr>
          </a:p>
          <a:p>
            <a:pPr marL="457200" lvl="0" indent="-304800" algn="l" rtl="0">
              <a:lnSpc>
                <a:spcPct val="115000"/>
              </a:lnSpc>
              <a:spcBef>
                <a:spcPts val="0"/>
              </a:spcBef>
              <a:spcAft>
                <a:spcPts val="0"/>
              </a:spcAft>
              <a:buClr>
                <a:schemeClr val="dk1"/>
              </a:buClr>
              <a:buSzPts val="1200"/>
              <a:buChar char="●"/>
            </a:pPr>
            <a:r>
              <a:rPr lang="en" sz="1200">
                <a:solidFill>
                  <a:schemeClr val="dk1"/>
                </a:solidFill>
              </a:rPr>
              <a:t>Replace "origin/remote-branch" with the name of the remote branch you want to track and "local-branch" with your local branch name.</a:t>
            </a:r>
            <a:endParaRPr sz="1200">
              <a:solidFill>
                <a:schemeClr val="dk1"/>
              </a:solidFill>
            </a:endParaRPr>
          </a:p>
          <a:p>
            <a:pPr marL="0" lvl="0" indent="0" algn="l" rtl="0">
              <a:lnSpc>
                <a:spcPct val="100000"/>
              </a:lnSpc>
              <a:spcBef>
                <a:spcPts val="0"/>
              </a:spcBef>
              <a:spcAft>
                <a:spcPts val="0"/>
              </a:spcAft>
              <a:buSzPts val="1100"/>
              <a:buNone/>
            </a:pP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7"/>
        <p:cNvGrpSpPr/>
        <p:nvPr/>
      </p:nvGrpSpPr>
      <p:grpSpPr>
        <a:xfrm>
          <a:off x="0" y="0"/>
          <a:ext cx="0" cy="0"/>
          <a:chOff x="0" y="0"/>
          <a:chExt cx="0" cy="0"/>
        </a:xfrm>
      </p:grpSpPr>
      <p:sp>
        <p:nvSpPr>
          <p:cNvPr id="848" name="Google Shape;848;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49" name="Google Shape;849;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b="1">
                <a:solidFill>
                  <a:schemeClr val="dk1"/>
                </a:solidFill>
              </a:rPr>
              <a:t>Notes to the Facilitator: </a:t>
            </a:r>
            <a:endParaRPr sz="12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a:solidFill>
                  <a:srgbClr val="374151"/>
                </a:solidFill>
                <a:latin typeface="Roboto"/>
                <a:ea typeface="Roboto"/>
                <a:cs typeface="Roboto"/>
                <a:sym typeface="Roboto"/>
              </a:rPr>
              <a:t>Guide participants through hands-on steps for setting up tracking branches in Git. </a:t>
            </a:r>
            <a:endParaRPr sz="1200" b="1">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b="1">
                <a:solidFill>
                  <a:schemeClr val="dk1"/>
                </a:solidFill>
              </a:rPr>
              <a:t>Notes to the Participants:</a:t>
            </a:r>
            <a:endParaRPr>
              <a:solidFill>
                <a:schemeClr val="dk1"/>
              </a:solidFill>
            </a:endParaRPr>
          </a:p>
          <a:p>
            <a:pPr marL="457200" lvl="0" indent="-304800" algn="l" rtl="0">
              <a:lnSpc>
                <a:spcPct val="115000"/>
              </a:lnSpc>
              <a:spcBef>
                <a:spcPts val="1500"/>
              </a:spcBef>
              <a:spcAft>
                <a:spcPts val="0"/>
              </a:spcAft>
              <a:buClr>
                <a:schemeClr val="dk1"/>
              </a:buClr>
              <a:buSzPts val="1200"/>
              <a:buAutoNum type="arabicPeriod" startAt="4"/>
            </a:pPr>
            <a:r>
              <a:rPr lang="en" sz="1200" b="1">
                <a:solidFill>
                  <a:schemeClr val="dk1"/>
                </a:solidFill>
              </a:rPr>
              <a:t>Verify Tracking Setup:</a:t>
            </a:r>
            <a:endParaRPr sz="1200" b="1">
              <a:solidFill>
                <a:schemeClr val="dk1"/>
              </a:solidFill>
            </a:endParaRPr>
          </a:p>
          <a:p>
            <a:pPr marL="0" lvl="0" indent="0" algn="l" rtl="0">
              <a:lnSpc>
                <a:spcPct val="115000"/>
              </a:lnSpc>
              <a:spcBef>
                <a:spcPts val="1500"/>
              </a:spcBef>
              <a:spcAft>
                <a:spcPts val="0"/>
              </a:spcAft>
              <a:buClr>
                <a:schemeClr val="dk1"/>
              </a:buClr>
              <a:buSzPts val="1100"/>
              <a:buFont typeface="Arial"/>
              <a:buNone/>
            </a:pPr>
            <a:r>
              <a:rPr lang="en" sz="1200">
                <a:solidFill>
                  <a:schemeClr val="dk1"/>
                </a:solidFill>
              </a:rPr>
              <a:t>Confirm the setup by using</a:t>
            </a:r>
            <a:r>
              <a:rPr lang="en" sz="1200">
                <a:solidFill>
                  <a:schemeClr val="dk1"/>
                </a:solidFill>
                <a:latin typeface="Courier New"/>
                <a:ea typeface="Courier New"/>
                <a:cs typeface="Courier New"/>
                <a:sym typeface="Courier New"/>
              </a:rPr>
              <a:t> git branch -vv</a:t>
            </a:r>
            <a:r>
              <a:rPr lang="en" sz="1200">
                <a:solidFill>
                  <a:schemeClr val="dk1"/>
                </a:solidFill>
              </a:rPr>
              <a:t> to view the tracking information for your local branches.</a:t>
            </a:r>
            <a:endParaRPr sz="1200">
              <a:solidFill>
                <a:schemeClr val="dk1"/>
              </a:solidFill>
            </a:endParaRPr>
          </a:p>
          <a:p>
            <a:pPr marL="457200" lvl="0" indent="-304800" algn="l" rtl="0">
              <a:lnSpc>
                <a:spcPct val="115000"/>
              </a:lnSpc>
              <a:spcBef>
                <a:spcPts val="1500"/>
              </a:spcBef>
              <a:spcAft>
                <a:spcPts val="0"/>
              </a:spcAft>
              <a:buClr>
                <a:schemeClr val="dk1"/>
              </a:buClr>
              <a:buSzPts val="1200"/>
              <a:buAutoNum type="arabicPeriod" startAt="4"/>
            </a:pPr>
            <a:r>
              <a:rPr lang="en" sz="1200" b="1">
                <a:solidFill>
                  <a:schemeClr val="dk1"/>
                </a:solidFill>
              </a:rPr>
              <a:t>Explore Synchronization:</a:t>
            </a:r>
            <a:endParaRPr sz="1200" b="1">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a:solidFill>
                  <a:schemeClr val="dk1"/>
                </a:solidFill>
              </a:rPr>
              <a:t>Make changes in your local branch and use </a:t>
            </a:r>
            <a:r>
              <a:rPr lang="en" sz="1200">
                <a:solidFill>
                  <a:schemeClr val="dk1"/>
                </a:solidFill>
                <a:latin typeface="Courier New"/>
                <a:ea typeface="Courier New"/>
                <a:cs typeface="Courier New"/>
                <a:sym typeface="Courier New"/>
              </a:rPr>
              <a:t>git push</a:t>
            </a:r>
            <a:r>
              <a:rPr lang="en" sz="1200">
                <a:solidFill>
                  <a:schemeClr val="dk1"/>
                </a:solidFill>
              </a:rPr>
              <a:t> to push changes to the remote branch.</a:t>
            </a:r>
            <a:endParaRPr sz="1200">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a:solidFill>
                  <a:schemeClr val="dk1"/>
                </a:solidFill>
              </a:rPr>
              <a:t>Pull changes from the remote using </a:t>
            </a:r>
            <a:r>
              <a:rPr lang="en" sz="1200">
                <a:solidFill>
                  <a:schemeClr val="dk1"/>
                </a:solidFill>
                <a:latin typeface="Courier New"/>
                <a:ea typeface="Courier New"/>
                <a:cs typeface="Courier New"/>
                <a:sym typeface="Courier New"/>
              </a:rPr>
              <a:t>git pull</a:t>
            </a:r>
            <a:r>
              <a:rPr lang="en" sz="1200">
                <a:solidFill>
                  <a:schemeClr val="dk1"/>
                </a:solidFill>
              </a:rPr>
              <a:t> to ensure bidirectional synchronization.</a:t>
            </a:r>
            <a:endParaRPr sz="1200">
              <a:solidFill>
                <a:schemeClr val="dk1"/>
              </a:solidFill>
            </a:endParaRPr>
          </a:p>
          <a:p>
            <a:pPr marL="1371600" lvl="0" indent="0" algn="l" rtl="0">
              <a:lnSpc>
                <a:spcPct val="115000"/>
              </a:lnSpc>
              <a:spcBef>
                <a:spcPts val="1500"/>
              </a:spcBef>
              <a:spcAft>
                <a:spcPts val="0"/>
              </a:spcAft>
              <a:buSzPts val="1100"/>
              <a:buNone/>
            </a:pPr>
            <a:endParaRPr sz="1200">
              <a:solidFill>
                <a:schemeClr val="dk1"/>
              </a:solidFill>
            </a:endParaRPr>
          </a:p>
          <a:p>
            <a:pPr marL="0" lvl="0" indent="0" algn="l" rtl="0">
              <a:lnSpc>
                <a:spcPct val="100000"/>
              </a:lnSpc>
              <a:spcBef>
                <a:spcPts val="1500"/>
              </a:spcBef>
              <a:spcAft>
                <a:spcPts val="0"/>
              </a:spcAft>
              <a:buSzPts val="1100"/>
              <a:buNone/>
            </a:pP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endParaRPr>
              <a:solidFill>
                <a:schemeClr val="dk1"/>
              </a:solidFill>
            </a:endParaRPr>
          </a:p>
          <a:p>
            <a:pPr marL="0" lvl="0" indent="0" algn="l" rtl="0">
              <a:lnSpc>
                <a:spcPct val="100000"/>
              </a:lnSpc>
              <a:spcBef>
                <a:spcPts val="0"/>
              </a:spcBef>
              <a:spcAft>
                <a:spcPts val="0"/>
              </a:spcAft>
              <a:buSzPts val="1100"/>
              <a:buNone/>
            </a:pP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7"/>
        <p:cNvGrpSpPr/>
        <p:nvPr/>
      </p:nvGrpSpPr>
      <p:grpSpPr>
        <a:xfrm>
          <a:off x="0" y="0"/>
          <a:ext cx="0" cy="0"/>
          <a:chOff x="0" y="0"/>
          <a:chExt cx="0" cy="0"/>
        </a:xfrm>
      </p:grpSpPr>
      <p:sp>
        <p:nvSpPr>
          <p:cNvPr id="858" name="Google Shape;85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9" name="Google Shape;859;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b="1">
                <a:solidFill>
                  <a:schemeClr val="dk1"/>
                </a:solidFill>
              </a:rPr>
              <a:t>Notes to the Facilitator: </a:t>
            </a:r>
            <a:endParaRPr sz="12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a:solidFill>
                  <a:srgbClr val="374151"/>
                </a:solidFill>
              </a:rPr>
              <a:t>Guide participants through hands-on steps for setting up tracking branches in Git. </a:t>
            </a:r>
            <a:endParaRPr sz="1200">
              <a:solidFill>
                <a:srgbClr val="374151"/>
              </a:solidFill>
            </a:endParaRPr>
          </a:p>
          <a:p>
            <a:pPr marL="0" lvl="0" indent="0" algn="l" rtl="0">
              <a:lnSpc>
                <a:spcPct val="115000"/>
              </a:lnSpc>
              <a:spcBef>
                <a:spcPts val="0"/>
              </a:spcBef>
              <a:spcAft>
                <a:spcPts val="0"/>
              </a:spcAft>
              <a:buClr>
                <a:schemeClr val="dk1"/>
              </a:buClr>
              <a:buSzPts val="1100"/>
              <a:buFont typeface="Arial"/>
              <a:buNone/>
            </a:pPr>
            <a:endParaRPr sz="1200">
              <a:solidFill>
                <a:srgbClr val="374151"/>
              </a:solidFill>
              <a:latin typeface="Roboto"/>
              <a:ea typeface="Roboto"/>
              <a:cs typeface="Roboto"/>
              <a:sym typeface="Roboto"/>
            </a:endParaRPr>
          </a:p>
          <a:p>
            <a:pPr marL="0" lvl="0" indent="0" algn="l" rtl="0">
              <a:lnSpc>
                <a:spcPct val="115000"/>
              </a:lnSpc>
              <a:spcBef>
                <a:spcPts val="0"/>
              </a:spcBef>
              <a:spcAft>
                <a:spcPts val="0"/>
              </a:spcAft>
              <a:buClr>
                <a:schemeClr val="dk1"/>
              </a:buClr>
              <a:buSzPts val="1100"/>
              <a:buFont typeface="Arial"/>
              <a:buNone/>
            </a:pPr>
            <a:r>
              <a:rPr lang="en" sz="1200" b="1">
                <a:solidFill>
                  <a:schemeClr val="dk1"/>
                </a:solidFill>
              </a:rPr>
              <a:t>Notes to the Participants:</a:t>
            </a:r>
            <a:endParaRPr>
              <a:solidFill>
                <a:schemeClr val="dk1"/>
              </a:solidFill>
            </a:endParaRPr>
          </a:p>
          <a:p>
            <a:pPr marL="457200" lvl="0" indent="-304800" algn="l" rtl="0">
              <a:lnSpc>
                <a:spcPct val="115000"/>
              </a:lnSpc>
              <a:spcBef>
                <a:spcPts val="1500"/>
              </a:spcBef>
              <a:spcAft>
                <a:spcPts val="0"/>
              </a:spcAft>
              <a:buClr>
                <a:schemeClr val="dk1"/>
              </a:buClr>
              <a:buSzPts val="1200"/>
              <a:buAutoNum type="arabicPeriod" startAt="6"/>
            </a:pPr>
            <a:r>
              <a:rPr lang="en" sz="1200" b="1">
                <a:solidFill>
                  <a:schemeClr val="dk1"/>
                </a:solidFill>
              </a:rPr>
              <a:t>Collaborate Seamlessly:</a:t>
            </a:r>
            <a:endParaRPr sz="1200" b="1">
              <a:solidFill>
                <a:schemeClr val="dk1"/>
              </a:solidFill>
            </a:endParaRPr>
          </a:p>
          <a:p>
            <a:pPr marL="0" lvl="0" indent="0" algn="l" rtl="0">
              <a:lnSpc>
                <a:spcPct val="115000"/>
              </a:lnSpc>
              <a:spcBef>
                <a:spcPts val="1500"/>
              </a:spcBef>
              <a:spcAft>
                <a:spcPts val="0"/>
              </a:spcAft>
              <a:buClr>
                <a:schemeClr val="dk1"/>
              </a:buClr>
              <a:buSzPts val="1100"/>
              <a:buFont typeface="Arial"/>
              <a:buNone/>
            </a:pPr>
            <a:r>
              <a:rPr lang="en" sz="1200">
                <a:solidFill>
                  <a:schemeClr val="dk1"/>
                </a:solidFill>
              </a:rPr>
              <a:t>Now, your local and remote branches are connected, allowing you to collaborate seamlessly with others in the project.</a:t>
            </a:r>
            <a:endParaRPr sz="1200">
              <a:solidFill>
                <a:schemeClr val="dk1"/>
              </a:solidFill>
            </a:endParaRPr>
          </a:p>
          <a:p>
            <a:pPr marL="0" lvl="0" indent="0" algn="l" rtl="0">
              <a:lnSpc>
                <a:spcPct val="115000"/>
              </a:lnSpc>
              <a:spcBef>
                <a:spcPts val="1500"/>
              </a:spcBef>
              <a:spcAft>
                <a:spcPts val="0"/>
              </a:spcAft>
              <a:buClr>
                <a:schemeClr val="dk1"/>
              </a:buClr>
              <a:buSzPts val="1100"/>
              <a:buFont typeface="Arial"/>
              <a:buNone/>
            </a:pPr>
            <a:r>
              <a:rPr lang="en" sz="1200">
                <a:solidFill>
                  <a:schemeClr val="dk1"/>
                </a:solidFill>
              </a:rPr>
              <a:t>By following these practical steps, you establish tracking branches, enabling efficient collaboration and automatic synchronization with the broader project.</a:t>
            </a:r>
            <a:endParaRPr sz="1200">
              <a:solidFill>
                <a:schemeClr val="dk1"/>
              </a:solidFill>
            </a:endParaRPr>
          </a:p>
          <a:p>
            <a:pPr marL="0" lvl="0" indent="0" algn="l" rtl="0">
              <a:lnSpc>
                <a:spcPct val="115000"/>
              </a:lnSpc>
              <a:spcBef>
                <a:spcPts val="1500"/>
              </a:spcBef>
              <a:spcAft>
                <a:spcPts val="0"/>
              </a:spcAft>
              <a:buSzPts val="1100"/>
              <a:buNone/>
            </a:pPr>
            <a:endParaRPr sz="1200">
              <a:solidFill>
                <a:schemeClr val="dk1"/>
              </a:solidFill>
            </a:endParaRPr>
          </a:p>
          <a:p>
            <a:pPr marL="1371600" lvl="0" indent="0" algn="l" rtl="0">
              <a:lnSpc>
                <a:spcPct val="115000"/>
              </a:lnSpc>
              <a:spcBef>
                <a:spcPts val="1500"/>
              </a:spcBef>
              <a:spcAft>
                <a:spcPts val="0"/>
              </a:spcAft>
              <a:buSzPts val="1100"/>
              <a:buNone/>
            </a:pPr>
            <a:endParaRPr sz="1200">
              <a:solidFill>
                <a:schemeClr val="dk1"/>
              </a:solidFill>
            </a:endParaRPr>
          </a:p>
          <a:p>
            <a:pPr marL="0" lvl="0" indent="0" algn="l" rtl="0">
              <a:lnSpc>
                <a:spcPct val="100000"/>
              </a:lnSpc>
              <a:spcBef>
                <a:spcPts val="1500"/>
              </a:spcBef>
              <a:spcAft>
                <a:spcPts val="0"/>
              </a:spcAft>
              <a:buSzPts val="1100"/>
              <a:buNone/>
            </a:pP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endParaRPr>
              <a:solidFill>
                <a:schemeClr val="dk1"/>
              </a:solidFill>
            </a:endParaRPr>
          </a:p>
          <a:p>
            <a:pPr marL="0" lvl="0" indent="0" algn="l" rtl="0">
              <a:lnSpc>
                <a:spcPct val="100000"/>
              </a:lnSpc>
              <a:spcBef>
                <a:spcPts val="0"/>
              </a:spcBef>
              <a:spcAft>
                <a:spcPts val="0"/>
              </a:spcAft>
              <a:buSzPts val="1100"/>
              <a:buNone/>
            </a:pP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6"/>
        <p:cNvGrpSpPr/>
        <p:nvPr/>
      </p:nvGrpSpPr>
      <p:grpSpPr>
        <a:xfrm>
          <a:off x="0" y="0"/>
          <a:ext cx="0" cy="0"/>
          <a:chOff x="0" y="0"/>
          <a:chExt cx="0" cy="0"/>
        </a:xfrm>
      </p:grpSpPr>
      <p:sp>
        <p:nvSpPr>
          <p:cNvPr id="867" name="Google Shape;867;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68" name="Google Shape;868;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b="1">
                <a:solidFill>
                  <a:schemeClr val="dk1"/>
                </a:solidFill>
              </a:rPr>
              <a:t>Notes to the Facilitator: </a:t>
            </a:r>
            <a:endParaRPr sz="12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a:solidFill>
                  <a:srgbClr val="374151"/>
                </a:solidFill>
              </a:rPr>
              <a:t>Guide participants through the numerous advantages of tracking branches in Git, highlighting automated synchronization, efficient collaboration, enhanced code visibility, minimized errors, and a streamlined contribution workflow. Understanding these benefits will empower participants to optimize their Git workflows for a more organized and collaborative development environment.</a:t>
            </a:r>
            <a:endParaRPr sz="1200" b="1">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a:solidFill>
                <a:srgbClr val="374151"/>
              </a:solidFill>
            </a:endParaRPr>
          </a:p>
          <a:p>
            <a:pPr marL="0" lvl="0" indent="0" algn="l" rtl="0">
              <a:lnSpc>
                <a:spcPct val="115000"/>
              </a:lnSpc>
              <a:spcBef>
                <a:spcPts val="0"/>
              </a:spcBef>
              <a:spcAft>
                <a:spcPts val="0"/>
              </a:spcAft>
              <a:buClr>
                <a:schemeClr val="dk1"/>
              </a:buClr>
              <a:buSzPts val="1100"/>
              <a:buFont typeface="Arial"/>
              <a:buNone/>
            </a:pPr>
            <a:r>
              <a:rPr lang="en" sz="1200" b="1">
                <a:solidFill>
                  <a:schemeClr val="dk1"/>
                </a:solidFill>
              </a:rPr>
              <a:t>Notes to the Participants:</a:t>
            </a:r>
            <a:endParaRPr/>
          </a:p>
          <a:p>
            <a:pPr marL="0" lvl="0" indent="0" algn="l" rtl="0">
              <a:lnSpc>
                <a:spcPct val="115000"/>
              </a:lnSpc>
              <a:spcBef>
                <a:spcPts val="1200"/>
              </a:spcBef>
              <a:spcAft>
                <a:spcPts val="0"/>
              </a:spcAft>
              <a:buClr>
                <a:schemeClr val="dk1"/>
              </a:buClr>
              <a:buSzPts val="1100"/>
              <a:buFont typeface="Arial"/>
              <a:buNone/>
            </a:pPr>
            <a:r>
              <a:rPr lang="en">
                <a:solidFill>
                  <a:srgbClr val="252525"/>
                </a:solidFill>
              </a:rPr>
              <a:t>Uncover the multitude of advantages that tracking branches bring to your Git workflow, including streamlining collaboration, automating synchronization, and providing a clear path for seamless integration of changes within your development environment.</a:t>
            </a:r>
            <a:endParaRPr>
              <a:solidFill>
                <a:srgbClr val="252525"/>
              </a:solidFill>
            </a:endParaRPr>
          </a:p>
          <a:p>
            <a:pPr marL="0" lvl="0" indent="0" algn="l" rtl="0">
              <a:lnSpc>
                <a:spcPct val="115000"/>
              </a:lnSpc>
              <a:spcBef>
                <a:spcPts val="1200"/>
              </a:spcBef>
              <a:spcAft>
                <a:spcPts val="0"/>
              </a:spcAft>
              <a:buClr>
                <a:schemeClr val="dk1"/>
              </a:buClr>
              <a:buSzPts val="1100"/>
              <a:buFont typeface="Arial"/>
              <a:buNone/>
            </a:pPr>
            <a:r>
              <a:rPr lang="en" b="1">
                <a:solidFill>
                  <a:srgbClr val="252525"/>
                </a:solidFill>
              </a:rPr>
              <a:t>Benefits of Tracking Branches:</a:t>
            </a:r>
            <a:endParaRPr b="1">
              <a:solidFill>
                <a:srgbClr val="252525"/>
              </a:solidFill>
            </a:endParaRPr>
          </a:p>
          <a:p>
            <a:pPr marL="457200" lvl="0" indent="-298450" algn="l" rtl="0">
              <a:lnSpc>
                <a:spcPct val="115000"/>
              </a:lnSpc>
              <a:spcBef>
                <a:spcPts val="1200"/>
              </a:spcBef>
              <a:spcAft>
                <a:spcPts val="0"/>
              </a:spcAft>
              <a:buClr>
                <a:srgbClr val="252525"/>
              </a:buClr>
              <a:buSzPts val="1100"/>
              <a:buChar char="●"/>
            </a:pPr>
            <a:r>
              <a:rPr lang="en" b="1">
                <a:solidFill>
                  <a:srgbClr val="252525"/>
                </a:solidFill>
              </a:rPr>
              <a:t>Automated Synchronization: </a:t>
            </a:r>
            <a:r>
              <a:rPr lang="en">
                <a:solidFill>
                  <a:srgbClr val="252525"/>
                </a:solidFill>
              </a:rPr>
              <a:t>Tracking branches automates the synchronization process, ensuring that changes made locally and remotely stay harmonized without manual intervention.</a:t>
            </a:r>
            <a:endParaRPr>
              <a:solidFill>
                <a:srgbClr val="252525"/>
              </a:solidFill>
            </a:endParaRPr>
          </a:p>
          <a:p>
            <a:pPr marL="457200" lvl="0" indent="-298450" algn="l" rtl="0">
              <a:lnSpc>
                <a:spcPct val="115000"/>
              </a:lnSpc>
              <a:spcBef>
                <a:spcPts val="0"/>
              </a:spcBef>
              <a:spcAft>
                <a:spcPts val="0"/>
              </a:spcAft>
              <a:buClr>
                <a:srgbClr val="252525"/>
              </a:buClr>
              <a:buSzPts val="1100"/>
              <a:buChar char="●"/>
            </a:pPr>
            <a:r>
              <a:rPr lang="en" b="1">
                <a:solidFill>
                  <a:srgbClr val="252525"/>
                </a:solidFill>
              </a:rPr>
              <a:t>Efficient Collaboration: </a:t>
            </a:r>
            <a:r>
              <a:rPr lang="en">
                <a:solidFill>
                  <a:srgbClr val="252525"/>
                </a:solidFill>
              </a:rPr>
              <a:t>Facilitates efficient collaboration by allowing developers to work on their local branches while seamlessly integrating updates from others in the project.</a:t>
            </a:r>
            <a:endParaRPr>
              <a:solidFill>
                <a:srgbClr val="252525"/>
              </a:solidFill>
            </a:endParaRPr>
          </a:p>
          <a:p>
            <a:pPr marL="457200" lvl="0" indent="-298450" algn="l" rtl="0">
              <a:lnSpc>
                <a:spcPct val="115000"/>
              </a:lnSpc>
              <a:spcBef>
                <a:spcPts val="0"/>
              </a:spcBef>
              <a:spcAft>
                <a:spcPts val="0"/>
              </a:spcAft>
              <a:buClr>
                <a:srgbClr val="252525"/>
              </a:buClr>
              <a:buSzPts val="1100"/>
              <a:buChar char="●"/>
            </a:pPr>
            <a:r>
              <a:rPr lang="en" b="1">
                <a:solidFill>
                  <a:srgbClr val="252525"/>
                </a:solidFill>
              </a:rPr>
              <a:t>Clear Code Visibility: </a:t>
            </a:r>
            <a:r>
              <a:rPr lang="en">
                <a:solidFill>
                  <a:srgbClr val="252525"/>
                </a:solidFill>
              </a:rPr>
              <a:t>Enhances code visibility by establishing a direct link between local and remote branches, providing a transparent view of the project's development path.</a:t>
            </a:r>
            <a:endParaRPr>
              <a:solidFill>
                <a:srgbClr val="252525"/>
              </a:solidFill>
            </a:endParaRPr>
          </a:p>
          <a:p>
            <a:pPr marL="457200" lvl="0" indent="-298450" algn="l" rtl="0">
              <a:lnSpc>
                <a:spcPct val="115000"/>
              </a:lnSpc>
              <a:spcBef>
                <a:spcPts val="0"/>
              </a:spcBef>
              <a:spcAft>
                <a:spcPts val="0"/>
              </a:spcAft>
              <a:buClr>
                <a:srgbClr val="252525"/>
              </a:buClr>
              <a:buSzPts val="1100"/>
              <a:buChar char="●"/>
            </a:pPr>
            <a:r>
              <a:rPr lang="en" b="1">
                <a:solidFill>
                  <a:srgbClr val="252525"/>
                </a:solidFill>
              </a:rPr>
              <a:t>Minimized Errors: </a:t>
            </a:r>
            <a:r>
              <a:rPr lang="en">
                <a:solidFill>
                  <a:srgbClr val="252525"/>
                </a:solidFill>
              </a:rPr>
              <a:t>Minimizes errors by reducing the chances of divergence between local and remote branches, promoting consistency across the entire development team.</a:t>
            </a:r>
            <a:endParaRPr>
              <a:solidFill>
                <a:srgbClr val="252525"/>
              </a:solidFill>
            </a:endParaRPr>
          </a:p>
          <a:p>
            <a:pPr marL="457200" lvl="0" indent="-298450" algn="l" rtl="0">
              <a:lnSpc>
                <a:spcPct val="115000"/>
              </a:lnSpc>
              <a:spcBef>
                <a:spcPts val="0"/>
              </a:spcBef>
              <a:spcAft>
                <a:spcPts val="0"/>
              </a:spcAft>
              <a:buClr>
                <a:srgbClr val="252525"/>
              </a:buClr>
              <a:buSzPts val="1100"/>
              <a:buChar char="●"/>
            </a:pPr>
            <a:r>
              <a:rPr lang="en" b="1">
                <a:solidFill>
                  <a:srgbClr val="252525"/>
                </a:solidFill>
              </a:rPr>
              <a:t>Streamlined Contribution Workflow: </a:t>
            </a:r>
            <a:r>
              <a:rPr lang="en">
                <a:solidFill>
                  <a:srgbClr val="252525"/>
                </a:solidFill>
              </a:rPr>
              <a:t>Creates a streamlined contribution workflow, enabling developers to focus on their tasks without worrying about manual synchronization or conflicts.</a:t>
            </a:r>
            <a:endParaRPr>
              <a:solidFill>
                <a:srgbClr val="252525"/>
              </a:solidFill>
            </a:endParaRPr>
          </a:p>
          <a:p>
            <a:pPr marL="0" lvl="0" indent="0" algn="l" rtl="0">
              <a:lnSpc>
                <a:spcPct val="115000"/>
              </a:lnSpc>
              <a:spcBef>
                <a:spcPts val="1200"/>
              </a:spcBef>
              <a:spcAft>
                <a:spcPts val="0"/>
              </a:spcAft>
              <a:buClr>
                <a:schemeClr val="dk1"/>
              </a:buClr>
              <a:buSzPts val="1100"/>
              <a:buFont typeface="Arial"/>
              <a:buNone/>
            </a:pPr>
            <a:r>
              <a:rPr lang="en">
                <a:solidFill>
                  <a:srgbClr val="252525"/>
                </a:solidFill>
              </a:rPr>
              <a:t>The benefits of tracking branches in Git contribute to a more organized, collaborative, and error-resistant development environment.</a:t>
            </a:r>
            <a:endParaRPr>
              <a:solidFill>
                <a:srgbClr val="252525"/>
              </a:solidFill>
            </a:endParaRPr>
          </a:p>
          <a:p>
            <a:pPr marL="0" lvl="0" indent="0" algn="l" rtl="0">
              <a:lnSpc>
                <a:spcPct val="115000"/>
              </a:lnSpc>
              <a:spcBef>
                <a:spcPts val="1500"/>
              </a:spcBef>
              <a:spcAft>
                <a:spcPts val="0"/>
              </a:spcAft>
              <a:buClr>
                <a:schemeClr val="dk1"/>
              </a:buClr>
              <a:buSzPts val="1100"/>
              <a:buFont typeface="Arial"/>
              <a:buNone/>
            </a:pPr>
            <a:endParaRPr sz="1200">
              <a:solidFill>
                <a:srgbClr val="374151"/>
              </a:solidFill>
            </a:endParaRPr>
          </a:p>
          <a:p>
            <a:pPr marL="0" lvl="0" indent="0" algn="l" rtl="0">
              <a:lnSpc>
                <a:spcPct val="115000"/>
              </a:lnSpc>
              <a:spcBef>
                <a:spcPts val="1500"/>
              </a:spcBef>
              <a:spcAft>
                <a:spcPts val="0"/>
              </a:spcAft>
              <a:buClr>
                <a:schemeClr val="dk1"/>
              </a:buClr>
              <a:buSzPts val="1100"/>
              <a:buFont typeface="Arial"/>
              <a:buNone/>
            </a:pPr>
            <a:endParaRPr sz="1200">
              <a:solidFill>
                <a:srgbClr val="374151"/>
              </a:solidFill>
            </a:endParaRPr>
          </a:p>
          <a:p>
            <a:pPr marL="457200" lvl="0" indent="0" algn="l" rtl="0">
              <a:lnSpc>
                <a:spcPct val="115000"/>
              </a:lnSpc>
              <a:spcBef>
                <a:spcPts val="0"/>
              </a:spcBef>
              <a:spcAft>
                <a:spcPts val="0"/>
              </a:spcAft>
              <a:buSzPts val="1100"/>
              <a:buNone/>
            </a:pPr>
            <a:endParaRPr sz="1200">
              <a:solidFill>
                <a:srgbClr val="374151"/>
              </a:solidFill>
            </a:endParaRPr>
          </a:p>
          <a:p>
            <a:pPr marL="0" lvl="0" indent="0" algn="l" rtl="0">
              <a:lnSpc>
                <a:spcPct val="115000"/>
              </a:lnSpc>
              <a:spcBef>
                <a:spcPts val="1500"/>
              </a:spcBef>
              <a:spcAft>
                <a:spcPts val="0"/>
              </a:spcAft>
              <a:buSzPts val="1100"/>
              <a:buNone/>
            </a:pPr>
            <a:endParaRPr sz="1200">
              <a:solidFill>
                <a:srgbClr val="374151"/>
              </a:solidFill>
            </a:endParaRPr>
          </a:p>
          <a:p>
            <a:pPr marL="0" lvl="0" indent="0" algn="l" rtl="0">
              <a:lnSpc>
                <a:spcPct val="100000"/>
              </a:lnSpc>
              <a:spcBef>
                <a:spcPts val="1500"/>
              </a:spcBef>
              <a:spcAft>
                <a:spcPts val="0"/>
              </a:spcAft>
              <a:buSzPts val="1100"/>
              <a:buNone/>
            </a:pP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5"/>
        <p:cNvGrpSpPr/>
        <p:nvPr/>
      </p:nvGrpSpPr>
      <p:grpSpPr>
        <a:xfrm>
          <a:off x="0" y="0"/>
          <a:ext cx="0" cy="0"/>
          <a:chOff x="0" y="0"/>
          <a:chExt cx="0" cy="0"/>
        </a:xfrm>
      </p:grpSpPr>
      <p:sp>
        <p:nvSpPr>
          <p:cNvPr id="876" name="Google Shape;876;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77" name="Google Shape;877;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Notes to the Facilitator:</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Ask the participants to attempt the question on the screen.</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Answer:</a:t>
            </a:r>
            <a:r>
              <a:rPr lang="en" sz="1200" b="1">
                <a:solidFill>
                  <a:schemeClr val="dk1"/>
                </a:solidFill>
                <a:latin typeface="Calibri"/>
                <a:ea typeface="Calibri"/>
                <a:cs typeface="Calibri"/>
                <a:sym typeface="Calibri"/>
              </a:rPr>
              <a:t> </a:t>
            </a:r>
            <a:r>
              <a:rPr lang="en" sz="1200">
                <a:solidFill>
                  <a:schemeClr val="dk1"/>
                </a:solidFill>
                <a:latin typeface="Calibri"/>
                <a:ea typeface="Calibri"/>
                <a:cs typeface="Calibri"/>
                <a:sym typeface="Calibri"/>
              </a:rPr>
              <a:t>B</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Notes to the Participants:</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Attempt the question on the screen. You will get one attempt.</a:t>
            </a:r>
            <a:endParaRPr sz="120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83" name="Google Shape;883;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Notes to the Facilitator:</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Ask the participants to attempt the question on the screen.</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Answer:</a:t>
            </a:r>
            <a:r>
              <a:rPr lang="en" sz="1200" b="1">
                <a:solidFill>
                  <a:schemeClr val="dk1"/>
                </a:solidFill>
                <a:latin typeface="Calibri"/>
                <a:ea typeface="Calibri"/>
                <a:cs typeface="Calibri"/>
                <a:sym typeface="Calibri"/>
              </a:rPr>
              <a:t> </a:t>
            </a:r>
            <a:r>
              <a:rPr lang="en" sz="1200">
                <a:solidFill>
                  <a:schemeClr val="dk1"/>
                </a:solidFill>
                <a:latin typeface="Calibri"/>
                <a:ea typeface="Calibri"/>
                <a:cs typeface="Calibri"/>
                <a:sym typeface="Calibri"/>
              </a:rPr>
              <a:t>B</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Notes to the Participants:</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Attempt the question on the screen. You will get one attempt.</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7"/>
        <p:cNvGrpSpPr/>
        <p:nvPr/>
      </p:nvGrpSpPr>
      <p:grpSpPr>
        <a:xfrm>
          <a:off x="0" y="0"/>
          <a:ext cx="0" cy="0"/>
          <a:chOff x="0" y="0"/>
          <a:chExt cx="0" cy="0"/>
        </a:xfrm>
      </p:grpSpPr>
      <p:sp>
        <p:nvSpPr>
          <p:cNvPr id="888" name="Google Shape;888;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89" name="Google Shape;889;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Notes to the Facilitator:</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Ask the participants to attempt the question on the screen.</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Answer:</a:t>
            </a:r>
            <a:r>
              <a:rPr lang="en" sz="1200" b="1">
                <a:solidFill>
                  <a:schemeClr val="dk1"/>
                </a:solidFill>
                <a:latin typeface="Calibri"/>
                <a:ea typeface="Calibri"/>
                <a:cs typeface="Calibri"/>
                <a:sym typeface="Calibri"/>
              </a:rPr>
              <a:t> </a:t>
            </a:r>
            <a:r>
              <a:rPr lang="en" sz="1200">
                <a:solidFill>
                  <a:schemeClr val="dk1"/>
                </a:solidFill>
                <a:latin typeface="Calibri"/>
                <a:ea typeface="Calibri"/>
                <a:cs typeface="Calibri"/>
                <a:sym typeface="Calibri"/>
              </a:rPr>
              <a:t>C</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Notes to the Participants:</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Attempt the question on the screen. You will get one attempt.</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3"/>
        <p:cNvGrpSpPr/>
        <p:nvPr/>
      </p:nvGrpSpPr>
      <p:grpSpPr>
        <a:xfrm>
          <a:off x="0" y="0"/>
          <a:ext cx="0" cy="0"/>
          <a:chOff x="0" y="0"/>
          <a:chExt cx="0" cy="0"/>
        </a:xfrm>
      </p:grpSpPr>
      <p:sp>
        <p:nvSpPr>
          <p:cNvPr id="894" name="Google Shape;894;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95" name="Google Shape;895;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Notes to the Facilitator:</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Ask the participants to attempt the question on the screen.</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Answer:</a:t>
            </a:r>
            <a:r>
              <a:rPr lang="en" sz="1200" b="1">
                <a:solidFill>
                  <a:schemeClr val="dk1"/>
                </a:solidFill>
                <a:latin typeface="Calibri"/>
                <a:ea typeface="Calibri"/>
                <a:cs typeface="Calibri"/>
                <a:sym typeface="Calibri"/>
              </a:rPr>
              <a:t> </a:t>
            </a:r>
            <a:r>
              <a:rPr lang="en" sz="1200">
                <a:solidFill>
                  <a:schemeClr val="dk1"/>
                </a:solidFill>
                <a:latin typeface="Calibri"/>
                <a:ea typeface="Calibri"/>
                <a:cs typeface="Calibri"/>
                <a:sym typeface="Calibri"/>
              </a:rPr>
              <a:t>B</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Notes to the Participants:</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Attempt the question on the screen. You will get one attempt.</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9"/>
        <p:cNvGrpSpPr/>
        <p:nvPr/>
      </p:nvGrpSpPr>
      <p:grpSpPr>
        <a:xfrm>
          <a:off x="0" y="0"/>
          <a:ext cx="0" cy="0"/>
          <a:chOff x="0" y="0"/>
          <a:chExt cx="0" cy="0"/>
        </a:xfrm>
      </p:grpSpPr>
      <p:sp>
        <p:nvSpPr>
          <p:cNvPr id="900" name="Google Shape;900;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1" name="Google Shape;901;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 sz="1200" b="1">
                <a:solidFill>
                  <a:schemeClr val="dk1"/>
                </a:solidFill>
              </a:rPr>
              <a:t>Notes to the Facilitator:</a:t>
            </a:r>
            <a:endParaRPr sz="12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a:solidFill>
                  <a:srgbClr val="374151"/>
                </a:solidFill>
              </a:rPr>
              <a:t>Navigate participants through the nuances of fetching, pulling, and pushing changes, emphasizing their distinct roles in maintaining synchronization between local and remote repositories.</a:t>
            </a:r>
            <a:endParaRPr sz="1200" b="1">
              <a:solidFill>
                <a:schemeClr val="dk1"/>
              </a:solidFill>
            </a:endParaRPr>
          </a:p>
          <a:p>
            <a:pPr marL="0" lvl="0" indent="0" algn="l" rtl="0">
              <a:lnSpc>
                <a:spcPct val="115000"/>
              </a:lnSpc>
              <a:spcBef>
                <a:spcPts val="1600"/>
              </a:spcBef>
              <a:spcAft>
                <a:spcPts val="0"/>
              </a:spcAft>
              <a:buSzPts val="1100"/>
              <a:buNone/>
            </a:pPr>
            <a:r>
              <a:rPr lang="en" sz="1200" b="1">
                <a:solidFill>
                  <a:schemeClr val="dk1"/>
                </a:solidFill>
              </a:rPr>
              <a:t>Notes to the Participants:</a:t>
            </a:r>
            <a:endParaRPr sz="1200" b="1">
              <a:solidFill>
                <a:schemeClr val="dk1"/>
              </a:solidFill>
            </a:endParaRPr>
          </a:p>
          <a:p>
            <a:pPr marL="457200" lvl="0" indent="-228600" algn="l" rtl="0">
              <a:lnSpc>
                <a:spcPct val="115000"/>
              </a:lnSpc>
              <a:spcBef>
                <a:spcPts val="1500"/>
              </a:spcBef>
              <a:spcAft>
                <a:spcPts val="0"/>
              </a:spcAft>
              <a:buClr>
                <a:srgbClr val="374151"/>
              </a:buClr>
              <a:buSzPts val="1200"/>
              <a:buFont typeface="Arial"/>
              <a:buNone/>
            </a:pPr>
            <a:r>
              <a:rPr lang="en" sz="1200">
                <a:solidFill>
                  <a:srgbClr val="374151"/>
                </a:solidFill>
              </a:rPr>
              <a:t>Fetching: Fetching in Git involves retrieving changes from a remote repository to the local repository without merging them into the current branch. It updates the local references, allowing you to see the changes made by others without affecting your working directory.</a:t>
            </a:r>
            <a:endParaRPr sz="1200">
              <a:solidFill>
                <a:srgbClr val="374151"/>
              </a:solidFill>
            </a:endParaRPr>
          </a:p>
          <a:p>
            <a:pPr marL="457200" lvl="0" indent="-228600" algn="l" rtl="0">
              <a:lnSpc>
                <a:spcPct val="115000"/>
              </a:lnSpc>
              <a:spcBef>
                <a:spcPts val="0"/>
              </a:spcBef>
              <a:spcAft>
                <a:spcPts val="0"/>
              </a:spcAft>
              <a:buClr>
                <a:srgbClr val="374151"/>
              </a:buClr>
              <a:buSzPts val="1200"/>
              <a:buFont typeface="Roboto"/>
              <a:buNone/>
            </a:pPr>
            <a:endParaRPr sz="1200">
              <a:solidFill>
                <a:srgbClr val="374151"/>
              </a:solidFill>
            </a:endParaRPr>
          </a:p>
          <a:p>
            <a:pPr marL="457200" lvl="0" indent="-228600" algn="l" rtl="0">
              <a:lnSpc>
                <a:spcPct val="115000"/>
              </a:lnSpc>
              <a:spcBef>
                <a:spcPts val="0"/>
              </a:spcBef>
              <a:spcAft>
                <a:spcPts val="0"/>
              </a:spcAft>
              <a:buClr>
                <a:srgbClr val="374151"/>
              </a:buClr>
              <a:buSzPts val="1200"/>
              <a:buFont typeface="Arial"/>
              <a:buNone/>
            </a:pPr>
            <a:r>
              <a:rPr lang="en" sz="1200">
                <a:solidFill>
                  <a:srgbClr val="374151"/>
                </a:solidFill>
              </a:rPr>
              <a:t>Pulling: Pulling in Git combines the fetch and merge operations. It fetches changes from a remote repository and automatically merges them into the current branch. This is useful when you want to both retrieve and integrate the latest changes in one command.</a:t>
            </a:r>
            <a:endParaRPr sz="1200">
              <a:solidFill>
                <a:srgbClr val="374151"/>
              </a:solidFill>
            </a:endParaRPr>
          </a:p>
          <a:p>
            <a:pPr marL="457200" lvl="0" indent="-228600" algn="l" rtl="0">
              <a:lnSpc>
                <a:spcPct val="115000"/>
              </a:lnSpc>
              <a:spcBef>
                <a:spcPts val="0"/>
              </a:spcBef>
              <a:spcAft>
                <a:spcPts val="0"/>
              </a:spcAft>
              <a:buClr>
                <a:srgbClr val="374151"/>
              </a:buClr>
              <a:buSzPts val="1200"/>
              <a:buFont typeface="Roboto"/>
              <a:buNone/>
            </a:pPr>
            <a:endParaRPr sz="1200">
              <a:solidFill>
                <a:srgbClr val="374151"/>
              </a:solidFill>
            </a:endParaRPr>
          </a:p>
          <a:p>
            <a:pPr marL="457200" lvl="0" indent="-228600" algn="l" rtl="0">
              <a:lnSpc>
                <a:spcPct val="115000"/>
              </a:lnSpc>
              <a:spcBef>
                <a:spcPts val="0"/>
              </a:spcBef>
              <a:spcAft>
                <a:spcPts val="0"/>
              </a:spcAft>
              <a:buClr>
                <a:srgbClr val="374151"/>
              </a:buClr>
              <a:buSzPts val="1200"/>
              <a:buFont typeface="Arial"/>
              <a:buNone/>
            </a:pPr>
            <a:r>
              <a:rPr lang="en" sz="1200">
                <a:solidFill>
                  <a:srgbClr val="374151"/>
                </a:solidFill>
              </a:rPr>
              <a:t>Pushing: Pushing in Git involves sending local changes to a remote repository. It updates the remote branches with your local commits, making your contributions available to others. Pushing is typically done after committing changes locally and ensures collaborative development by sharing your work with the team.</a:t>
            </a:r>
            <a:endParaRPr sz="1200">
              <a:solidFill>
                <a:srgbClr val="374151"/>
              </a:solidFill>
            </a:endParaRPr>
          </a:p>
          <a:p>
            <a:pPr marL="0" lvl="0" indent="0" algn="l" rtl="0">
              <a:lnSpc>
                <a:spcPct val="175000"/>
              </a:lnSpc>
              <a:spcBef>
                <a:spcPts val="1500"/>
              </a:spcBef>
              <a:spcAft>
                <a:spcPts val="0"/>
              </a:spcAft>
              <a:buClr>
                <a:schemeClr val="dk1"/>
              </a:buClr>
              <a:buSzPts val="1100"/>
              <a:buFont typeface="Arial"/>
              <a:buNone/>
            </a:pPr>
            <a:endParaRPr sz="1050">
              <a:solidFill>
                <a:schemeClr val="dk1"/>
              </a:solidFill>
            </a:endParaRPr>
          </a:p>
          <a:p>
            <a:pPr marL="0" lvl="0" indent="0" algn="l" rtl="0">
              <a:lnSpc>
                <a:spcPct val="115000"/>
              </a:lnSpc>
              <a:spcBef>
                <a:spcPts val="1600"/>
              </a:spcBef>
              <a:spcAft>
                <a:spcPts val="0"/>
              </a:spcAft>
              <a:buClr>
                <a:schemeClr val="dk1"/>
              </a:buClr>
              <a:buSzPts val="1100"/>
              <a:buFont typeface="Arial"/>
              <a:buNone/>
            </a:pPr>
            <a:endParaRPr sz="1200">
              <a:solidFill>
                <a:srgbClr val="37415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9"/>
        <p:cNvGrpSpPr/>
        <p:nvPr/>
      </p:nvGrpSpPr>
      <p:grpSpPr>
        <a:xfrm>
          <a:off x="0" y="0"/>
          <a:ext cx="0" cy="0"/>
          <a:chOff x="0" y="0"/>
          <a:chExt cx="0" cy="0"/>
        </a:xfrm>
      </p:grpSpPr>
      <p:sp>
        <p:nvSpPr>
          <p:cNvPr id="920" name="Google Shape;920;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21" name="Google Shape;921;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 sz="1200" b="1">
                <a:solidFill>
                  <a:schemeClr val="dk1"/>
                </a:solidFill>
              </a:rPr>
              <a:t>Notes to the Facilitator:</a:t>
            </a:r>
            <a:endParaRPr sz="1200" b="1">
              <a:solidFill>
                <a:schemeClr val="dk1"/>
              </a:solidFill>
            </a:endParaRPr>
          </a:p>
          <a:p>
            <a:pPr marL="0" lvl="0" indent="0" algn="l" rtl="0">
              <a:lnSpc>
                <a:spcPct val="115000"/>
              </a:lnSpc>
              <a:spcBef>
                <a:spcPts val="0"/>
              </a:spcBef>
              <a:spcAft>
                <a:spcPts val="0"/>
              </a:spcAft>
              <a:buSzPts val="1100"/>
              <a:buNone/>
            </a:pPr>
            <a:r>
              <a:rPr lang="en" sz="1200">
                <a:solidFill>
                  <a:srgbClr val="374151"/>
                </a:solidFill>
              </a:rPr>
              <a:t>Navigate the nuances of Git fetching by executing the git fetch origin command to retrieve remote updates, inspect changes with git log origin/master, and seamlessly integrate with git merge origin/master, fostering collaborative efficiency.</a:t>
            </a:r>
            <a:endParaRPr sz="1200" b="1">
              <a:solidFill>
                <a:schemeClr val="dk1"/>
              </a:solidFill>
            </a:endParaRPr>
          </a:p>
          <a:p>
            <a:pPr marL="0" lvl="0" indent="0" algn="l" rtl="0">
              <a:lnSpc>
                <a:spcPct val="115000"/>
              </a:lnSpc>
              <a:spcBef>
                <a:spcPts val="1600"/>
              </a:spcBef>
              <a:spcAft>
                <a:spcPts val="0"/>
              </a:spcAft>
              <a:buSzPts val="1100"/>
              <a:buNone/>
            </a:pPr>
            <a:r>
              <a:rPr lang="en" sz="1200" b="1">
                <a:solidFill>
                  <a:schemeClr val="dk1"/>
                </a:solidFill>
              </a:rPr>
              <a:t>Notes to the Participants:</a:t>
            </a:r>
            <a:endParaRPr sz="1200" b="1">
              <a:solidFill>
                <a:schemeClr val="dk1"/>
              </a:solidFill>
            </a:endParaRPr>
          </a:p>
          <a:p>
            <a:pPr marL="0" lvl="0" indent="0" algn="l" rtl="0">
              <a:lnSpc>
                <a:spcPct val="115000"/>
              </a:lnSpc>
              <a:spcBef>
                <a:spcPts val="1500"/>
              </a:spcBef>
              <a:spcAft>
                <a:spcPts val="0"/>
              </a:spcAft>
              <a:buClr>
                <a:schemeClr val="dk1"/>
              </a:buClr>
              <a:buSzPts val="1100"/>
              <a:buFont typeface="Arial"/>
              <a:buNone/>
            </a:pPr>
            <a:r>
              <a:rPr lang="en" sz="1200">
                <a:solidFill>
                  <a:srgbClr val="374151"/>
                </a:solidFill>
              </a:rPr>
              <a:t>In Git, fetching is the process of retrieving changes from a remote repository to the local repository without automatically merging them into the current working branch. This operation updates the local references, allowing you to view the changes made by others without affecting your local working directory.</a:t>
            </a:r>
            <a:endParaRPr sz="1200">
              <a:solidFill>
                <a:srgbClr val="374151"/>
              </a:solidFill>
            </a:endParaRPr>
          </a:p>
          <a:p>
            <a:pPr marL="0" lvl="0" indent="0" algn="l" rtl="0">
              <a:lnSpc>
                <a:spcPct val="115000"/>
              </a:lnSpc>
              <a:spcBef>
                <a:spcPts val="1500"/>
              </a:spcBef>
              <a:spcAft>
                <a:spcPts val="0"/>
              </a:spcAft>
              <a:buClr>
                <a:schemeClr val="dk1"/>
              </a:buClr>
              <a:buSzPts val="1100"/>
              <a:buFont typeface="Arial"/>
              <a:buNone/>
            </a:pPr>
            <a:r>
              <a:rPr lang="en" sz="1200">
                <a:solidFill>
                  <a:srgbClr val="374151"/>
                </a:solidFill>
              </a:rPr>
              <a:t>Practical Steps:</a:t>
            </a:r>
            <a:endParaRPr sz="1200">
              <a:solidFill>
                <a:srgbClr val="374151"/>
              </a:solidFill>
            </a:endParaRPr>
          </a:p>
          <a:p>
            <a:pPr marL="457200" lvl="0" indent="-298450" algn="l" rtl="0">
              <a:lnSpc>
                <a:spcPct val="115000"/>
              </a:lnSpc>
              <a:spcBef>
                <a:spcPts val="1500"/>
              </a:spcBef>
              <a:spcAft>
                <a:spcPts val="0"/>
              </a:spcAft>
              <a:buClr>
                <a:srgbClr val="374151"/>
              </a:buClr>
              <a:buSzPts val="1100"/>
              <a:buChar char="●"/>
            </a:pPr>
            <a:r>
              <a:rPr lang="en" sz="1200">
                <a:solidFill>
                  <a:srgbClr val="374151"/>
                </a:solidFill>
              </a:rPr>
              <a:t>Use the command </a:t>
            </a:r>
            <a:r>
              <a:rPr lang="en" sz="1050">
                <a:solidFill>
                  <a:srgbClr val="374151"/>
                </a:solidFill>
                <a:latin typeface="Courier New"/>
                <a:ea typeface="Courier New"/>
                <a:cs typeface="Courier New"/>
                <a:sym typeface="Courier New"/>
              </a:rPr>
              <a:t>git fetch origin</a:t>
            </a:r>
            <a:r>
              <a:rPr lang="en" sz="1200">
                <a:solidFill>
                  <a:srgbClr val="374151"/>
                </a:solidFill>
              </a:rPr>
              <a:t> to fetch changes from the remote repository named "origin."</a:t>
            </a:r>
            <a:endParaRPr sz="1200">
              <a:solidFill>
                <a:srgbClr val="374151"/>
              </a:solidFill>
            </a:endParaRPr>
          </a:p>
          <a:p>
            <a:pPr marL="457200" lvl="0" indent="-298450" algn="l" rtl="0">
              <a:lnSpc>
                <a:spcPct val="115000"/>
              </a:lnSpc>
              <a:spcBef>
                <a:spcPts val="0"/>
              </a:spcBef>
              <a:spcAft>
                <a:spcPts val="0"/>
              </a:spcAft>
              <a:buClr>
                <a:srgbClr val="374151"/>
              </a:buClr>
              <a:buSzPts val="1100"/>
              <a:buChar char="●"/>
            </a:pPr>
            <a:r>
              <a:rPr lang="en" sz="1200">
                <a:solidFill>
                  <a:srgbClr val="374151"/>
                </a:solidFill>
              </a:rPr>
              <a:t>After fetching, view the changes with </a:t>
            </a:r>
            <a:r>
              <a:rPr lang="en" sz="1050">
                <a:solidFill>
                  <a:srgbClr val="374151"/>
                </a:solidFill>
                <a:latin typeface="Courier New"/>
                <a:ea typeface="Courier New"/>
                <a:cs typeface="Courier New"/>
                <a:sym typeface="Courier New"/>
              </a:rPr>
              <a:t>git log origin/master</a:t>
            </a:r>
            <a:r>
              <a:rPr lang="en" sz="1200">
                <a:solidFill>
                  <a:srgbClr val="374151"/>
                </a:solidFill>
              </a:rPr>
              <a:t> to see the commit history of the remote branch.</a:t>
            </a:r>
            <a:endParaRPr sz="1200">
              <a:solidFill>
                <a:srgbClr val="374151"/>
              </a:solidFill>
            </a:endParaRPr>
          </a:p>
          <a:p>
            <a:pPr marL="457200" lvl="0" indent="-298450" algn="l" rtl="0">
              <a:lnSpc>
                <a:spcPct val="115000"/>
              </a:lnSpc>
              <a:spcBef>
                <a:spcPts val="0"/>
              </a:spcBef>
              <a:spcAft>
                <a:spcPts val="0"/>
              </a:spcAft>
              <a:buClr>
                <a:srgbClr val="374151"/>
              </a:buClr>
              <a:buSzPts val="1100"/>
              <a:buChar char="●"/>
            </a:pPr>
            <a:r>
              <a:rPr lang="en" sz="1200">
                <a:solidFill>
                  <a:srgbClr val="374151"/>
                </a:solidFill>
              </a:rPr>
              <a:t>If desired, merge the fetched changes into your current branch using</a:t>
            </a:r>
            <a:r>
              <a:rPr lang="en" sz="1200">
                <a:solidFill>
                  <a:srgbClr val="374151"/>
                </a:solidFill>
                <a:latin typeface="Courier New"/>
                <a:ea typeface="Courier New"/>
                <a:cs typeface="Courier New"/>
                <a:sym typeface="Courier New"/>
              </a:rPr>
              <a:t> </a:t>
            </a:r>
            <a:r>
              <a:rPr lang="en" sz="1050">
                <a:solidFill>
                  <a:srgbClr val="374151"/>
                </a:solidFill>
                <a:latin typeface="Courier New"/>
                <a:ea typeface="Courier New"/>
                <a:cs typeface="Courier New"/>
                <a:sym typeface="Courier New"/>
              </a:rPr>
              <a:t>git merge origin/master</a:t>
            </a:r>
            <a:r>
              <a:rPr lang="en" sz="1200">
                <a:solidFill>
                  <a:srgbClr val="374151"/>
                </a:solidFill>
                <a:latin typeface="Courier New"/>
                <a:ea typeface="Courier New"/>
                <a:cs typeface="Courier New"/>
                <a:sym typeface="Courier New"/>
              </a:rPr>
              <a:t>.</a:t>
            </a:r>
            <a:endParaRPr sz="1200">
              <a:solidFill>
                <a:srgbClr val="37415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endParaRPr sz="1200">
              <a:solidFill>
                <a:srgbClr val="374151"/>
              </a:solidFill>
            </a:endParaRPr>
          </a:p>
          <a:p>
            <a:pPr marL="0" lvl="0" indent="0" algn="l" rtl="0">
              <a:lnSpc>
                <a:spcPct val="115000"/>
              </a:lnSpc>
              <a:spcBef>
                <a:spcPts val="1500"/>
              </a:spcBef>
              <a:spcAft>
                <a:spcPts val="0"/>
              </a:spcAft>
              <a:buSzPts val="1100"/>
              <a:buNone/>
            </a:pPr>
            <a:endParaRPr sz="1200">
              <a:solidFill>
                <a:srgbClr val="374151"/>
              </a:solidFill>
            </a:endParaRPr>
          </a:p>
          <a:p>
            <a:pPr marL="0" lvl="0" indent="0" algn="l" rtl="0">
              <a:lnSpc>
                <a:spcPct val="115000"/>
              </a:lnSpc>
              <a:spcBef>
                <a:spcPts val="1500"/>
              </a:spcBef>
              <a:spcAft>
                <a:spcPts val="0"/>
              </a:spcAft>
              <a:buClr>
                <a:schemeClr val="dk1"/>
              </a:buClr>
              <a:buSzPts val="1100"/>
              <a:buFont typeface="Arial"/>
              <a:buNone/>
            </a:pPr>
            <a:endParaRPr sz="1200">
              <a:solidFill>
                <a:srgbClr val="374151"/>
              </a:solidFill>
            </a:endParaRPr>
          </a:p>
          <a:p>
            <a:pPr marL="0" lvl="0" indent="0" algn="l" rtl="0">
              <a:lnSpc>
                <a:spcPct val="115000"/>
              </a:lnSpc>
              <a:spcBef>
                <a:spcPts val="1500"/>
              </a:spcBef>
              <a:spcAft>
                <a:spcPts val="0"/>
              </a:spcAft>
              <a:buSzPts val="1100"/>
              <a:buNone/>
            </a:pPr>
            <a:endParaRPr sz="1200">
              <a:solidFill>
                <a:srgbClr val="374151"/>
              </a:solidFill>
            </a:endParaRPr>
          </a:p>
          <a:p>
            <a:pPr marL="457200" lvl="0" indent="0" algn="l" rtl="0">
              <a:lnSpc>
                <a:spcPct val="115000"/>
              </a:lnSpc>
              <a:spcBef>
                <a:spcPts val="1500"/>
              </a:spcBef>
              <a:spcAft>
                <a:spcPts val="0"/>
              </a:spcAft>
              <a:buSzPts val="1100"/>
              <a:buNone/>
            </a:pPr>
            <a:endParaRPr sz="1200">
              <a:solidFill>
                <a:srgbClr val="374151"/>
              </a:solidFill>
            </a:endParaRPr>
          </a:p>
          <a:p>
            <a:pPr marL="0" lvl="0" indent="0" algn="l" rtl="0">
              <a:lnSpc>
                <a:spcPct val="115000"/>
              </a:lnSpc>
              <a:spcBef>
                <a:spcPts val="1500"/>
              </a:spcBef>
              <a:spcAft>
                <a:spcPts val="0"/>
              </a:spcAft>
              <a:buSzPts val="1100"/>
              <a:buNone/>
            </a:pPr>
            <a:endParaRPr sz="1200">
              <a:solidFill>
                <a:srgbClr val="374151"/>
              </a:solidFill>
            </a:endParaRPr>
          </a:p>
          <a:p>
            <a:pPr marL="0" lvl="0" indent="0" algn="l" rtl="0">
              <a:lnSpc>
                <a:spcPct val="115000"/>
              </a:lnSpc>
              <a:spcBef>
                <a:spcPts val="1600"/>
              </a:spcBef>
              <a:spcAft>
                <a:spcPts val="0"/>
              </a:spcAft>
              <a:buSzPts val="1100"/>
              <a:buNone/>
            </a:pPr>
            <a:endParaRPr sz="1200" b="1">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4"/>
        <p:cNvGrpSpPr/>
        <p:nvPr/>
      </p:nvGrpSpPr>
      <p:grpSpPr>
        <a:xfrm>
          <a:off x="0" y="0"/>
          <a:ext cx="0" cy="0"/>
          <a:chOff x="0" y="0"/>
          <a:chExt cx="0" cy="0"/>
        </a:xfrm>
      </p:grpSpPr>
      <p:sp>
        <p:nvSpPr>
          <p:cNvPr id="935" name="Google Shape;935;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36" name="Google Shape;936;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 sz="1200" b="1">
                <a:solidFill>
                  <a:schemeClr val="dk1"/>
                </a:solidFill>
              </a:rPr>
              <a:t>Notes to the Facilitator:</a:t>
            </a:r>
            <a:endParaRPr sz="1200" b="1">
              <a:solidFill>
                <a:schemeClr val="dk1"/>
              </a:solidFill>
            </a:endParaRPr>
          </a:p>
          <a:p>
            <a:pPr marL="0" lvl="0" indent="0" algn="l" rtl="0">
              <a:lnSpc>
                <a:spcPct val="115000"/>
              </a:lnSpc>
              <a:spcBef>
                <a:spcPts val="0"/>
              </a:spcBef>
              <a:spcAft>
                <a:spcPts val="0"/>
              </a:spcAft>
              <a:buSzPts val="1100"/>
              <a:buNone/>
            </a:pPr>
            <a:r>
              <a:rPr lang="en" sz="1200">
                <a:solidFill>
                  <a:srgbClr val="374151"/>
                </a:solidFill>
              </a:rPr>
              <a:t>Guide participants through the advantages of Git fetching, emphasizing its role in providing visibility, controlled integration, efficient collaboration, error reduction, and enhanced project understanding.</a:t>
            </a:r>
            <a:endParaRPr sz="1200" b="1">
              <a:solidFill>
                <a:schemeClr val="dk1"/>
              </a:solidFill>
            </a:endParaRPr>
          </a:p>
          <a:p>
            <a:pPr marL="0" lvl="0" indent="0" algn="l" rtl="0">
              <a:lnSpc>
                <a:spcPct val="115000"/>
              </a:lnSpc>
              <a:spcBef>
                <a:spcPts val="1600"/>
              </a:spcBef>
              <a:spcAft>
                <a:spcPts val="0"/>
              </a:spcAft>
              <a:buSzPts val="1100"/>
              <a:buNone/>
            </a:pPr>
            <a:r>
              <a:rPr lang="en" sz="1200" b="1">
                <a:solidFill>
                  <a:schemeClr val="dk1"/>
                </a:solidFill>
              </a:rPr>
              <a:t>Notes to the Participants:</a:t>
            </a:r>
            <a:endParaRPr sz="1200" b="1">
              <a:solidFill>
                <a:schemeClr val="dk1"/>
              </a:solidFill>
            </a:endParaRPr>
          </a:p>
          <a:p>
            <a:pPr marL="0" lvl="0" indent="0" algn="l" rtl="0">
              <a:lnSpc>
                <a:spcPct val="115000"/>
              </a:lnSpc>
              <a:spcBef>
                <a:spcPts val="1500"/>
              </a:spcBef>
              <a:spcAft>
                <a:spcPts val="0"/>
              </a:spcAft>
              <a:buClr>
                <a:schemeClr val="dk1"/>
              </a:buClr>
              <a:buSzPts val="1100"/>
              <a:buFont typeface="Arial"/>
              <a:buNone/>
            </a:pPr>
            <a:r>
              <a:rPr lang="en" sz="1200">
                <a:solidFill>
                  <a:srgbClr val="374151"/>
                </a:solidFill>
              </a:rPr>
              <a:t>Explore the advantages of Git fetching, a crucial operation that provides developers with insight into remote changes without immediate impact. This process enables controlled integration, efficient collaboration, reduced errors, and a deeper understanding of project evolution, contributing to a more strategic and informed development workflow.</a:t>
            </a:r>
            <a:endParaRPr sz="1200">
              <a:solidFill>
                <a:srgbClr val="374151"/>
              </a:solidFill>
            </a:endParaRPr>
          </a:p>
          <a:p>
            <a:pPr marL="0" lvl="0" indent="0" algn="l" rtl="0">
              <a:lnSpc>
                <a:spcPct val="115000"/>
              </a:lnSpc>
              <a:spcBef>
                <a:spcPts val="1500"/>
              </a:spcBef>
              <a:spcAft>
                <a:spcPts val="0"/>
              </a:spcAft>
              <a:buClr>
                <a:schemeClr val="dk1"/>
              </a:buClr>
              <a:buSzPts val="1100"/>
              <a:buFont typeface="Arial"/>
              <a:buNone/>
            </a:pPr>
            <a:r>
              <a:rPr lang="en" sz="1200">
                <a:solidFill>
                  <a:srgbClr val="374151"/>
                </a:solidFill>
              </a:rPr>
              <a:t>Benefits of Fetching in Git:</a:t>
            </a:r>
            <a:endParaRPr sz="1200">
              <a:solidFill>
                <a:srgbClr val="374151"/>
              </a:solidFill>
            </a:endParaRPr>
          </a:p>
          <a:p>
            <a:pPr marL="0" lvl="0" indent="0" algn="l" rtl="0">
              <a:lnSpc>
                <a:spcPct val="115000"/>
              </a:lnSpc>
              <a:spcBef>
                <a:spcPts val="1500"/>
              </a:spcBef>
              <a:spcAft>
                <a:spcPts val="0"/>
              </a:spcAft>
              <a:buClr>
                <a:schemeClr val="dk1"/>
              </a:buClr>
              <a:buSzPts val="1100"/>
              <a:buFont typeface="Arial"/>
              <a:buNone/>
            </a:pPr>
            <a:r>
              <a:rPr lang="en" sz="1200" b="1">
                <a:solidFill>
                  <a:srgbClr val="374151"/>
                </a:solidFill>
              </a:rPr>
              <a:t>Visibility Without Impact:</a:t>
            </a:r>
            <a:r>
              <a:rPr lang="en" sz="1200">
                <a:solidFill>
                  <a:srgbClr val="374151"/>
                </a:solidFill>
              </a:rPr>
              <a:t> Fetching allows you to see changes made by others in the remote repository without altering your local working directory. This provides visibility into the latest developments without immediate impact.</a:t>
            </a:r>
            <a:endParaRPr sz="1200">
              <a:solidFill>
                <a:srgbClr val="374151"/>
              </a:solidFill>
            </a:endParaRPr>
          </a:p>
          <a:p>
            <a:pPr marL="0" lvl="0" indent="0" algn="l" rtl="0">
              <a:lnSpc>
                <a:spcPct val="115000"/>
              </a:lnSpc>
              <a:spcBef>
                <a:spcPts val="1500"/>
              </a:spcBef>
              <a:spcAft>
                <a:spcPts val="0"/>
              </a:spcAft>
              <a:buClr>
                <a:schemeClr val="dk1"/>
              </a:buClr>
              <a:buSzPts val="1100"/>
              <a:buFont typeface="Arial"/>
              <a:buNone/>
            </a:pPr>
            <a:r>
              <a:rPr lang="en" sz="1200" b="1">
                <a:solidFill>
                  <a:srgbClr val="374151"/>
                </a:solidFill>
              </a:rPr>
              <a:t>Controlled Integration:</a:t>
            </a:r>
            <a:r>
              <a:rPr lang="en" sz="1200">
                <a:solidFill>
                  <a:srgbClr val="374151"/>
                </a:solidFill>
              </a:rPr>
              <a:t> By separating fetching from merging, developers can exercise greater control over when and how remote changes are integrated into their local branches. This control ensures a deliberate and controlled approach to collaboration.</a:t>
            </a:r>
            <a:endParaRPr sz="1200">
              <a:solidFill>
                <a:srgbClr val="374151"/>
              </a:solidFill>
            </a:endParaRPr>
          </a:p>
          <a:p>
            <a:pPr marL="0" lvl="0" indent="0" algn="l" rtl="0">
              <a:lnSpc>
                <a:spcPct val="115000"/>
              </a:lnSpc>
              <a:spcBef>
                <a:spcPts val="1500"/>
              </a:spcBef>
              <a:spcAft>
                <a:spcPts val="0"/>
              </a:spcAft>
              <a:buClr>
                <a:schemeClr val="dk1"/>
              </a:buClr>
              <a:buSzPts val="1100"/>
              <a:buFont typeface="Arial"/>
              <a:buNone/>
            </a:pPr>
            <a:r>
              <a:rPr lang="en" sz="1200" b="1">
                <a:solidFill>
                  <a:srgbClr val="374151"/>
                </a:solidFill>
              </a:rPr>
              <a:t>Efficient Collaboration:</a:t>
            </a:r>
            <a:r>
              <a:rPr lang="en" sz="1200">
                <a:solidFill>
                  <a:srgbClr val="374151"/>
                </a:solidFill>
              </a:rPr>
              <a:t> Fetching promotes efficient collaboration by giving developers the flexibility to review remote changes before deciding to merge them. This ensures that integrations align with project goals and avoids unintended conflicts.</a:t>
            </a:r>
            <a:endParaRPr sz="1200">
              <a:solidFill>
                <a:srgbClr val="374151"/>
              </a:solidFill>
            </a:endParaRPr>
          </a:p>
          <a:p>
            <a:pPr marL="0" lvl="0" indent="0" algn="l" rtl="0">
              <a:lnSpc>
                <a:spcPct val="115000"/>
              </a:lnSpc>
              <a:spcBef>
                <a:spcPts val="1500"/>
              </a:spcBef>
              <a:spcAft>
                <a:spcPts val="0"/>
              </a:spcAft>
              <a:buClr>
                <a:schemeClr val="dk1"/>
              </a:buClr>
              <a:buSzPts val="1100"/>
              <a:buFont typeface="Arial"/>
              <a:buNone/>
            </a:pPr>
            <a:r>
              <a:rPr lang="en" sz="1200" b="1">
                <a:solidFill>
                  <a:srgbClr val="374151"/>
                </a:solidFill>
              </a:rPr>
              <a:t>Reduced Errors</a:t>
            </a:r>
            <a:r>
              <a:rPr lang="en" sz="1200">
                <a:solidFill>
                  <a:srgbClr val="374151"/>
                </a:solidFill>
              </a:rPr>
              <a:t>:The decoupling of fetching and merging minimizes the risk of errors caused by automatic integration. Developers can assess changes independently, reducing the likelihood of unintentional conflicts or disruptions to their ongoing work.</a:t>
            </a:r>
            <a:endParaRPr sz="1200">
              <a:solidFill>
                <a:srgbClr val="374151"/>
              </a:solidFill>
            </a:endParaRPr>
          </a:p>
          <a:p>
            <a:pPr marL="0" lvl="0" indent="0" algn="l" rtl="0">
              <a:lnSpc>
                <a:spcPct val="115000"/>
              </a:lnSpc>
              <a:spcBef>
                <a:spcPts val="1500"/>
              </a:spcBef>
              <a:spcAft>
                <a:spcPts val="0"/>
              </a:spcAft>
              <a:buClr>
                <a:schemeClr val="dk1"/>
              </a:buClr>
              <a:buSzPts val="1100"/>
              <a:buFont typeface="Arial"/>
              <a:buNone/>
            </a:pPr>
            <a:r>
              <a:rPr lang="en" sz="1200" b="1">
                <a:solidFill>
                  <a:srgbClr val="374151"/>
                </a:solidFill>
              </a:rPr>
              <a:t>Enhanced Project Understanding</a:t>
            </a:r>
            <a:r>
              <a:rPr lang="en" sz="1200">
                <a:solidFill>
                  <a:srgbClr val="374151"/>
                </a:solidFill>
              </a:rPr>
              <a:t>: Developers gain a deeper understanding of the project's overall progress and changes made by team members through the fetched updates. This insight fosters a collaborative environment where everyone is well-informed about the project's evolution.</a:t>
            </a:r>
            <a:endParaRPr sz="1200">
              <a:solidFill>
                <a:srgbClr val="374151"/>
              </a:solidFill>
            </a:endParaRPr>
          </a:p>
          <a:p>
            <a:pPr marL="0" lvl="0" indent="0" algn="l" rtl="0">
              <a:lnSpc>
                <a:spcPct val="115000"/>
              </a:lnSpc>
              <a:spcBef>
                <a:spcPts val="1500"/>
              </a:spcBef>
              <a:spcAft>
                <a:spcPts val="0"/>
              </a:spcAft>
              <a:buClr>
                <a:schemeClr val="dk1"/>
              </a:buClr>
              <a:buSzPts val="1100"/>
              <a:buFont typeface="Arial"/>
              <a:buNone/>
            </a:pPr>
            <a:r>
              <a:rPr lang="en" sz="1200">
                <a:solidFill>
                  <a:srgbClr val="374151"/>
                </a:solidFill>
              </a:rPr>
              <a:t> The benefits of fetching in Git contribute to a more controlled, collaborative, and error-resistant development workflow, empowering developers to stay informed and integrate changes strategically.</a:t>
            </a:r>
            <a:endParaRPr sz="1200">
              <a:solidFill>
                <a:srgbClr val="374151"/>
              </a:solidFill>
            </a:endParaRPr>
          </a:p>
          <a:p>
            <a:pPr marL="0" lvl="0" indent="0" algn="l" rtl="0">
              <a:lnSpc>
                <a:spcPct val="115000"/>
              </a:lnSpc>
              <a:spcBef>
                <a:spcPts val="1500"/>
              </a:spcBef>
              <a:spcAft>
                <a:spcPts val="0"/>
              </a:spcAft>
              <a:buClr>
                <a:schemeClr val="dk1"/>
              </a:buClr>
              <a:buSzPts val="1100"/>
              <a:buFont typeface="Arial"/>
              <a:buNone/>
            </a:pPr>
            <a:endParaRPr sz="1200">
              <a:solidFill>
                <a:srgbClr val="374151"/>
              </a:solidFill>
            </a:endParaRPr>
          </a:p>
          <a:p>
            <a:pPr marL="0" lvl="0" indent="0" algn="l" rtl="0">
              <a:lnSpc>
                <a:spcPct val="115000"/>
              </a:lnSpc>
              <a:spcBef>
                <a:spcPts val="1500"/>
              </a:spcBef>
              <a:spcAft>
                <a:spcPts val="0"/>
              </a:spcAft>
              <a:buSzPts val="1100"/>
              <a:buNone/>
            </a:pPr>
            <a:endParaRPr sz="1200">
              <a:solidFill>
                <a:srgbClr val="374151"/>
              </a:solidFill>
            </a:endParaRPr>
          </a:p>
          <a:p>
            <a:pPr marL="457200" lvl="0" indent="0" algn="l" rtl="0">
              <a:lnSpc>
                <a:spcPct val="115000"/>
              </a:lnSpc>
              <a:spcBef>
                <a:spcPts val="1500"/>
              </a:spcBef>
              <a:spcAft>
                <a:spcPts val="0"/>
              </a:spcAft>
              <a:buSzPts val="1100"/>
              <a:buNone/>
            </a:pPr>
            <a:endParaRPr sz="1200">
              <a:solidFill>
                <a:srgbClr val="374151"/>
              </a:solidFill>
            </a:endParaRPr>
          </a:p>
          <a:p>
            <a:pPr marL="457200" lvl="0" indent="-228600" algn="l" rtl="0">
              <a:lnSpc>
                <a:spcPct val="115000"/>
              </a:lnSpc>
              <a:spcBef>
                <a:spcPts val="1500"/>
              </a:spcBef>
              <a:spcAft>
                <a:spcPts val="0"/>
              </a:spcAft>
              <a:buClr>
                <a:srgbClr val="374151"/>
              </a:buClr>
              <a:buSzPts val="1200"/>
              <a:buFont typeface="Arial"/>
              <a:buNone/>
            </a:pPr>
            <a:endParaRPr sz="1200">
              <a:solidFill>
                <a:srgbClr val="374151"/>
              </a:solidFill>
            </a:endParaRPr>
          </a:p>
          <a:p>
            <a:pPr marL="0" lvl="0" indent="0" algn="l" rtl="0">
              <a:lnSpc>
                <a:spcPct val="115000"/>
              </a:lnSpc>
              <a:spcBef>
                <a:spcPts val="1500"/>
              </a:spcBef>
              <a:spcAft>
                <a:spcPts val="0"/>
              </a:spcAft>
              <a:buSzPts val="1100"/>
              <a:buNone/>
            </a:pPr>
            <a:endParaRPr sz="1200">
              <a:solidFill>
                <a:srgbClr val="374151"/>
              </a:solidFill>
            </a:endParaRPr>
          </a:p>
          <a:p>
            <a:pPr marL="457200" lvl="0" indent="0" algn="l" rtl="0">
              <a:lnSpc>
                <a:spcPct val="115000"/>
              </a:lnSpc>
              <a:spcBef>
                <a:spcPts val="1500"/>
              </a:spcBef>
              <a:spcAft>
                <a:spcPts val="0"/>
              </a:spcAft>
              <a:buSzPts val="1100"/>
              <a:buNone/>
            </a:pPr>
            <a:endParaRPr sz="1200">
              <a:solidFill>
                <a:srgbClr val="374151"/>
              </a:solidFill>
            </a:endParaRPr>
          </a:p>
          <a:p>
            <a:pPr marL="0" lvl="0" indent="0" algn="l" rtl="0">
              <a:lnSpc>
                <a:spcPct val="115000"/>
              </a:lnSpc>
              <a:spcBef>
                <a:spcPts val="1500"/>
              </a:spcBef>
              <a:spcAft>
                <a:spcPts val="0"/>
              </a:spcAft>
              <a:buSzPts val="1100"/>
              <a:buNone/>
            </a:pPr>
            <a:endParaRPr sz="1200">
              <a:solidFill>
                <a:srgbClr val="374151"/>
              </a:solidFill>
            </a:endParaRPr>
          </a:p>
          <a:p>
            <a:pPr marL="0" lvl="0" indent="0" algn="l" rtl="0">
              <a:lnSpc>
                <a:spcPct val="115000"/>
              </a:lnSpc>
              <a:spcBef>
                <a:spcPts val="1600"/>
              </a:spcBef>
              <a:spcAft>
                <a:spcPts val="0"/>
              </a:spcAft>
              <a:buSzPts val="1100"/>
              <a:buNone/>
            </a:pPr>
            <a:endParaRPr sz="1200" b="1">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4"/>
        <p:cNvGrpSpPr/>
        <p:nvPr/>
      </p:nvGrpSpPr>
      <p:grpSpPr>
        <a:xfrm>
          <a:off x="0" y="0"/>
          <a:ext cx="0" cy="0"/>
          <a:chOff x="0" y="0"/>
          <a:chExt cx="0" cy="0"/>
        </a:xfrm>
      </p:grpSpPr>
      <p:sp>
        <p:nvSpPr>
          <p:cNvPr id="975" name="Google Shape;975;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6" name="Google Shape;976;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 sz="1200" b="1">
                <a:solidFill>
                  <a:schemeClr val="dk1"/>
                </a:solidFill>
              </a:rPr>
              <a:t>Notes to the Facilitator:</a:t>
            </a:r>
            <a:endParaRPr sz="1200" b="1">
              <a:solidFill>
                <a:schemeClr val="dk1"/>
              </a:solidFill>
            </a:endParaRPr>
          </a:p>
          <a:p>
            <a:pPr marL="0" lvl="0" indent="0" algn="l" rtl="0">
              <a:lnSpc>
                <a:spcPct val="115000"/>
              </a:lnSpc>
              <a:spcBef>
                <a:spcPts val="0"/>
              </a:spcBef>
              <a:spcAft>
                <a:spcPts val="0"/>
              </a:spcAft>
              <a:buSzPts val="1100"/>
              <a:buNone/>
            </a:pPr>
            <a:r>
              <a:rPr lang="en" sz="1200">
                <a:solidFill>
                  <a:srgbClr val="374151"/>
                </a:solidFill>
              </a:rPr>
              <a:t>Introduce participants to the simplicity of pulling changes in Git, emphasizing its efficiency in automatically combining fetched modifications from a remote repository with the local branch.</a:t>
            </a:r>
            <a:endParaRPr sz="1200" b="1">
              <a:solidFill>
                <a:schemeClr val="dk1"/>
              </a:solidFill>
            </a:endParaRPr>
          </a:p>
          <a:p>
            <a:pPr marL="0" lvl="0" indent="0" algn="l" rtl="0">
              <a:lnSpc>
                <a:spcPct val="115000"/>
              </a:lnSpc>
              <a:spcBef>
                <a:spcPts val="1600"/>
              </a:spcBef>
              <a:spcAft>
                <a:spcPts val="0"/>
              </a:spcAft>
              <a:buSzPts val="1100"/>
              <a:buNone/>
            </a:pPr>
            <a:r>
              <a:rPr lang="en" sz="1200" b="1">
                <a:solidFill>
                  <a:schemeClr val="dk1"/>
                </a:solidFill>
              </a:rPr>
              <a:t>Notes to the Participants:</a:t>
            </a:r>
            <a:endParaRPr sz="1200" b="1">
              <a:solidFill>
                <a:schemeClr val="dk1"/>
              </a:solidFill>
            </a:endParaRPr>
          </a:p>
          <a:p>
            <a:pPr marL="0" lvl="0" indent="0" algn="l" rtl="0">
              <a:lnSpc>
                <a:spcPct val="175000"/>
              </a:lnSpc>
              <a:spcBef>
                <a:spcPts val="0"/>
              </a:spcBef>
              <a:spcAft>
                <a:spcPts val="0"/>
              </a:spcAft>
              <a:buClr>
                <a:schemeClr val="dk1"/>
              </a:buClr>
              <a:buSzPts val="1100"/>
              <a:buFont typeface="Arial"/>
              <a:buNone/>
            </a:pPr>
            <a:r>
              <a:rPr lang="en" b="1">
                <a:solidFill>
                  <a:schemeClr val="dk1"/>
                </a:solidFill>
              </a:rPr>
              <a:t>Pulling Changes in Git:</a:t>
            </a:r>
            <a:endParaRPr b="1">
              <a:solidFill>
                <a:schemeClr val="dk1"/>
              </a:solidFill>
            </a:endParaRPr>
          </a:p>
          <a:p>
            <a:pPr marL="0" lvl="0" indent="0" algn="l" rtl="0">
              <a:lnSpc>
                <a:spcPct val="175000"/>
              </a:lnSpc>
              <a:spcBef>
                <a:spcPts val="1500"/>
              </a:spcBef>
              <a:spcAft>
                <a:spcPts val="0"/>
              </a:spcAft>
              <a:buClr>
                <a:schemeClr val="dk1"/>
              </a:buClr>
              <a:buSzPts val="1100"/>
              <a:buFont typeface="Arial"/>
              <a:buNone/>
            </a:pPr>
            <a:r>
              <a:rPr lang="en">
                <a:solidFill>
                  <a:schemeClr val="dk1"/>
                </a:solidFill>
              </a:rPr>
              <a:t>Pulling in Git seamlessly combines fetched changes from a remote repository with the current working branch, automatically merging them for efficient updating of the local branch.</a:t>
            </a:r>
            <a:endParaRPr>
              <a:solidFill>
                <a:schemeClr val="dk1"/>
              </a:solidFill>
            </a:endParaRPr>
          </a:p>
          <a:p>
            <a:pPr marL="0" lvl="0" indent="0" algn="l" rtl="0">
              <a:lnSpc>
                <a:spcPct val="175000"/>
              </a:lnSpc>
              <a:spcBef>
                <a:spcPts val="1500"/>
              </a:spcBef>
              <a:spcAft>
                <a:spcPts val="0"/>
              </a:spcAft>
              <a:buClr>
                <a:schemeClr val="dk1"/>
              </a:buClr>
              <a:buSzPts val="1100"/>
              <a:buFont typeface="Arial"/>
              <a:buNone/>
            </a:pPr>
            <a:r>
              <a:rPr lang="en" b="1">
                <a:solidFill>
                  <a:schemeClr val="dk1"/>
                </a:solidFill>
              </a:rPr>
              <a:t>Practical Steps:</a:t>
            </a:r>
            <a:endParaRPr b="1">
              <a:solidFill>
                <a:schemeClr val="dk1"/>
              </a:solidFill>
            </a:endParaRPr>
          </a:p>
          <a:p>
            <a:pPr marL="457200" lvl="0" indent="-298450" algn="l" rtl="0">
              <a:lnSpc>
                <a:spcPct val="115000"/>
              </a:lnSpc>
              <a:spcBef>
                <a:spcPts val="1500"/>
              </a:spcBef>
              <a:spcAft>
                <a:spcPts val="0"/>
              </a:spcAft>
              <a:buSzPts val="1100"/>
              <a:buChar char="●"/>
            </a:pPr>
            <a:r>
              <a:rPr lang="en">
                <a:solidFill>
                  <a:schemeClr val="dk1"/>
                </a:solidFill>
              </a:rPr>
              <a:t>Execute </a:t>
            </a:r>
            <a:r>
              <a:rPr lang="en" sz="950">
                <a:solidFill>
                  <a:srgbClr val="111827"/>
                </a:solidFill>
                <a:latin typeface="Courier New"/>
                <a:ea typeface="Courier New"/>
                <a:cs typeface="Courier New"/>
                <a:sym typeface="Courier New"/>
              </a:rPr>
              <a:t>git pull origin maste</a:t>
            </a:r>
            <a:r>
              <a:rPr lang="en" sz="950">
                <a:solidFill>
                  <a:srgbClr val="111827"/>
                </a:solidFill>
              </a:rPr>
              <a:t>r</a:t>
            </a:r>
            <a:r>
              <a:rPr lang="en">
                <a:solidFill>
                  <a:schemeClr val="dk1"/>
                </a:solidFill>
              </a:rPr>
              <a:t> to pull changes from the remote repository "master" branch.</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Git adeptly fetches and merges the changes into the current local branch.</a:t>
            </a:r>
            <a:endParaRPr>
              <a:solidFill>
                <a:schemeClr val="dk1"/>
              </a:solidFill>
            </a:endParaRPr>
          </a:p>
          <a:p>
            <a:pPr marL="0" lvl="0" indent="0" algn="l" rtl="0">
              <a:lnSpc>
                <a:spcPct val="175000"/>
              </a:lnSpc>
              <a:spcBef>
                <a:spcPts val="1500"/>
              </a:spcBef>
              <a:spcAft>
                <a:spcPts val="0"/>
              </a:spcAft>
              <a:buClr>
                <a:schemeClr val="dk1"/>
              </a:buClr>
              <a:buSzPts val="1100"/>
              <a:buFont typeface="Arial"/>
              <a:buNone/>
            </a:pPr>
            <a:r>
              <a:rPr lang="en">
                <a:solidFill>
                  <a:schemeClr val="dk1"/>
                </a:solidFill>
              </a:rPr>
              <a:t>This process streamlines the synchronization of the local branch with the latest updates from the remote repository, offering a convenient and straightforward workflow.</a:t>
            </a:r>
            <a:endParaRPr>
              <a:solidFill>
                <a:schemeClr val="dk1"/>
              </a:solidFill>
            </a:endParaRPr>
          </a:p>
          <a:p>
            <a:pPr marL="0" lvl="0" indent="0" algn="l" rtl="0">
              <a:lnSpc>
                <a:spcPct val="115000"/>
              </a:lnSpc>
              <a:spcBef>
                <a:spcPts val="1500"/>
              </a:spcBef>
              <a:spcAft>
                <a:spcPts val="0"/>
              </a:spcAft>
              <a:buClr>
                <a:schemeClr val="dk1"/>
              </a:buClr>
              <a:buSzPts val="1100"/>
              <a:buFont typeface="Arial"/>
              <a:buNone/>
            </a:pPr>
            <a:endParaRPr sz="1200">
              <a:solidFill>
                <a:srgbClr val="374151"/>
              </a:solidFill>
            </a:endParaRPr>
          </a:p>
          <a:p>
            <a:pPr marL="0" lvl="0" indent="0" algn="l" rtl="0">
              <a:lnSpc>
                <a:spcPct val="115000"/>
              </a:lnSpc>
              <a:spcBef>
                <a:spcPts val="0"/>
              </a:spcBef>
              <a:spcAft>
                <a:spcPts val="0"/>
              </a:spcAft>
              <a:buSzPts val="1100"/>
              <a:buNone/>
            </a:pPr>
            <a:endParaRPr sz="1200">
              <a:solidFill>
                <a:srgbClr val="374151"/>
              </a:solidFill>
            </a:endParaRPr>
          </a:p>
          <a:p>
            <a:pPr marL="0" lvl="0" indent="0" algn="l" rtl="0">
              <a:lnSpc>
                <a:spcPct val="115000"/>
              </a:lnSpc>
              <a:spcBef>
                <a:spcPts val="1500"/>
              </a:spcBef>
              <a:spcAft>
                <a:spcPts val="0"/>
              </a:spcAft>
              <a:buSzPts val="1100"/>
              <a:buNone/>
            </a:pPr>
            <a:endParaRPr sz="1200">
              <a:solidFill>
                <a:srgbClr val="374151"/>
              </a:solidFill>
            </a:endParaRPr>
          </a:p>
          <a:p>
            <a:pPr marL="457200" lvl="0" indent="0" algn="l" rtl="0">
              <a:lnSpc>
                <a:spcPct val="115000"/>
              </a:lnSpc>
              <a:spcBef>
                <a:spcPts val="1500"/>
              </a:spcBef>
              <a:spcAft>
                <a:spcPts val="0"/>
              </a:spcAft>
              <a:buSzPts val="1100"/>
              <a:buNone/>
            </a:pPr>
            <a:endParaRPr sz="1200">
              <a:solidFill>
                <a:srgbClr val="374151"/>
              </a:solidFill>
            </a:endParaRPr>
          </a:p>
          <a:p>
            <a:pPr marL="457200" lvl="0" indent="-228600" algn="l" rtl="0">
              <a:lnSpc>
                <a:spcPct val="115000"/>
              </a:lnSpc>
              <a:spcBef>
                <a:spcPts val="1500"/>
              </a:spcBef>
              <a:spcAft>
                <a:spcPts val="0"/>
              </a:spcAft>
              <a:buClr>
                <a:srgbClr val="374151"/>
              </a:buClr>
              <a:buSzPts val="1200"/>
              <a:buFont typeface="Arial"/>
              <a:buNone/>
            </a:pPr>
            <a:endParaRPr sz="1200">
              <a:solidFill>
                <a:srgbClr val="374151"/>
              </a:solidFill>
            </a:endParaRPr>
          </a:p>
          <a:p>
            <a:pPr marL="0" lvl="0" indent="0" algn="l" rtl="0">
              <a:lnSpc>
                <a:spcPct val="115000"/>
              </a:lnSpc>
              <a:spcBef>
                <a:spcPts val="1500"/>
              </a:spcBef>
              <a:spcAft>
                <a:spcPts val="0"/>
              </a:spcAft>
              <a:buSzPts val="1100"/>
              <a:buNone/>
            </a:pPr>
            <a:endParaRPr sz="1200">
              <a:solidFill>
                <a:srgbClr val="374151"/>
              </a:solidFill>
            </a:endParaRPr>
          </a:p>
          <a:p>
            <a:pPr marL="457200" lvl="0" indent="0" algn="l" rtl="0">
              <a:lnSpc>
                <a:spcPct val="115000"/>
              </a:lnSpc>
              <a:spcBef>
                <a:spcPts val="1500"/>
              </a:spcBef>
              <a:spcAft>
                <a:spcPts val="0"/>
              </a:spcAft>
              <a:buSzPts val="1100"/>
              <a:buNone/>
            </a:pPr>
            <a:endParaRPr sz="1200">
              <a:solidFill>
                <a:srgbClr val="374151"/>
              </a:solidFill>
            </a:endParaRPr>
          </a:p>
          <a:p>
            <a:pPr marL="0" lvl="0" indent="0" algn="l" rtl="0">
              <a:lnSpc>
                <a:spcPct val="115000"/>
              </a:lnSpc>
              <a:spcBef>
                <a:spcPts val="1500"/>
              </a:spcBef>
              <a:spcAft>
                <a:spcPts val="0"/>
              </a:spcAft>
              <a:buSzPts val="1100"/>
              <a:buNone/>
            </a:pPr>
            <a:endParaRPr sz="1200">
              <a:solidFill>
                <a:srgbClr val="374151"/>
              </a:solidFill>
            </a:endParaRPr>
          </a:p>
          <a:p>
            <a:pPr marL="0" lvl="0" indent="0" algn="l" rtl="0">
              <a:lnSpc>
                <a:spcPct val="115000"/>
              </a:lnSpc>
              <a:spcBef>
                <a:spcPts val="1600"/>
              </a:spcBef>
              <a:spcAft>
                <a:spcPts val="0"/>
              </a:spcAft>
              <a:buSzPts val="1100"/>
              <a:buNone/>
            </a:pPr>
            <a:endParaRPr sz="1200" b="1">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5"/>
        <p:cNvGrpSpPr/>
        <p:nvPr/>
      </p:nvGrpSpPr>
      <p:grpSpPr>
        <a:xfrm>
          <a:off x="0" y="0"/>
          <a:ext cx="0" cy="0"/>
          <a:chOff x="0" y="0"/>
          <a:chExt cx="0" cy="0"/>
        </a:xfrm>
      </p:grpSpPr>
      <p:sp>
        <p:nvSpPr>
          <p:cNvPr id="986" name="Google Shape;986;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87" name="Google Shape;987;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 sz="1200" b="1">
                <a:solidFill>
                  <a:schemeClr val="dk1"/>
                </a:solidFill>
              </a:rPr>
              <a:t>Notes to the Facilitator:</a:t>
            </a:r>
            <a:endParaRPr sz="1200" b="1">
              <a:solidFill>
                <a:schemeClr val="dk1"/>
              </a:solidFill>
            </a:endParaRPr>
          </a:p>
          <a:p>
            <a:pPr marL="0" lvl="0" indent="0" algn="l" rtl="0">
              <a:lnSpc>
                <a:spcPct val="115000"/>
              </a:lnSpc>
              <a:spcBef>
                <a:spcPts val="0"/>
              </a:spcBef>
              <a:spcAft>
                <a:spcPts val="0"/>
              </a:spcAft>
              <a:buSzPts val="1100"/>
              <a:buNone/>
            </a:pPr>
            <a:r>
              <a:rPr lang="en" sz="1200">
                <a:solidFill>
                  <a:srgbClr val="374151"/>
                </a:solidFill>
              </a:rPr>
              <a:t>Introduce participants to the diverse types of Git pull operations, emphasizing their significance in adapting to specific project needs. Highlight the flexibility these pull strategies offer for managing changes and collaboration preferences.</a:t>
            </a:r>
            <a:endParaRPr sz="1200" b="1">
              <a:solidFill>
                <a:schemeClr val="dk1"/>
              </a:solidFill>
            </a:endParaRPr>
          </a:p>
          <a:p>
            <a:pPr marL="0" lvl="0" indent="0" algn="l" rtl="0">
              <a:lnSpc>
                <a:spcPct val="115000"/>
              </a:lnSpc>
              <a:spcBef>
                <a:spcPts val="1600"/>
              </a:spcBef>
              <a:spcAft>
                <a:spcPts val="0"/>
              </a:spcAft>
              <a:buSzPts val="1100"/>
              <a:buNone/>
            </a:pPr>
            <a:r>
              <a:rPr lang="en" sz="1200" b="1">
                <a:solidFill>
                  <a:schemeClr val="dk1"/>
                </a:solidFill>
              </a:rPr>
              <a:t>Notes to the Participants:</a:t>
            </a:r>
            <a:endParaRPr sz="1200" b="1">
              <a:solidFill>
                <a:schemeClr val="dk1"/>
              </a:solidFill>
            </a:endParaRPr>
          </a:p>
          <a:p>
            <a:pPr marL="0" lvl="0" indent="0" algn="l" rtl="0">
              <a:lnSpc>
                <a:spcPct val="115000"/>
              </a:lnSpc>
              <a:spcBef>
                <a:spcPts val="0"/>
              </a:spcBef>
              <a:spcAft>
                <a:spcPts val="0"/>
              </a:spcAft>
              <a:buSzPts val="1100"/>
              <a:buNone/>
            </a:pPr>
            <a:r>
              <a:rPr lang="en" sz="1200">
                <a:solidFill>
                  <a:srgbClr val="374151"/>
                </a:solidFill>
              </a:rPr>
              <a:t>In Git, pulling changes is a fundamental operation for updating the local branch with modifications from a remote repository. Various types of pull strategies cater to different project needs. Let's explore these types: regular pull for automatic merging, rebase pull for a cleaner history, squash pull for condensed commits, and merge pull as the default method. Each type offers distinct advantages, providing developers with flexibility in aligning with project requirements and collaboration preferences.</a:t>
            </a:r>
            <a:endParaRPr sz="1200">
              <a:solidFill>
                <a:srgbClr val="374151"/>
              </a:solidFill>
            </a:endParaRPr>
          </a:p>
          <a:p>
            <a:pPr marL="0" lvl="0" indent="0" algn="l" rtl="0">
              <a:lnSpc>
                <a:spcPct val="115000"/>
              </a:lnSpc>
              <a:spcBef>
                <a:spcPts val="0"/>
              </a:spcBef>
              <a:spcAft>
                <a:spcPts val="0"/>
              </a:spcAft>
              <a:buSzPts val="1100"/>
              <a:buNone/>
            </a:pPr>
            <a:endParaRPr sz="1200">
              <a:solidFill>
                <a:srgbClr val="374151"/>
              </a:solidFill>
            </a:endParaRPr>
          </a:p>
          <a:p>
            <a:pPr marL="457200" lvl="0" indent="-298450" algn="l" rtl="0">
              <a:lnSpc>
                <a:spcPct val="115000"/>
              </a:lnSpc>
              <a:spcBef>
                <a:spcPts val="1500"/>
              </a:spcBef>
              <a:spcAft>
                <a:spcPts val="0"/>
              </a:spcAft>
              <a:buClr>
                <a:srgbClr val="374151"/>
              </a:buClr>
              <a:buSzPts val="1100"/>
              <a:buChar char="●"/>
            </a:pPr>
            <a:r>
              <a:rPr lang="en" sz="1200">
                <a:solidFill>
                  <a:srgbClr val="374151"/>
                </a:solidFill>
              </a:rPr>
              <a:t>Regular Pull: Initiates a standard pull operation using the </a:t>
            </a:r>
            <a:r>
              <a:rPr lang="en" sz="1050">
                <a:solidFill>
                  <a:srgbClr val="374151"/>
                </a:solidFill>
                <a:latin typeface="Courier New"/>
                <a:ea typeface="Courier New"/>
                <a:cs typeface="Courier New"/>
                <a:sym typeface="Courier New"/>
              </a:rPr>
              <a:t>git pull</a:t>
            </a:r>
            <a:r>
              <a:rPr lang="en" sz="1200">
                <a:solidFill>
                  <a:srgbClr val="374151"/>
                </a:solidFill>
              </a:rPr>
              <a:t> command, which fetches changes from the remote repository and automatically merges them into the current local branch.</a:t>
            </a:r>
            <a:endParaRPr sz="1200">
              <a:solidFill>
                <a:srgbClr val="374151"/>
              </a:solidFill>
            </a:endParaRPr>
          </a:p>
          <a:p>
            <a:pPr marL="457200" lvl="0" indent="-298450" algn="l" rtl="0">
              <a:lnSpc>
                <a:spcPct val="115000"/>
              </a:lnSpc>
              <a:spcBef>
                <a:spcPts val="0"/>
              </a:spcBef>
              <a:spcAft>
                <a:spcPts val="0"/>
              </a:spcAft>
              <a:buClr>
                <a:srgbClr val="374151"/>
              </a:buClr>
              <a:buSzPts val="1100"/>
              <a:buChar char="●"/>
            </a:pPr>
            <a:r>
              <a:rPr lang="en" sz="1200">
                <a:solidFill>
                  <a:srgbClr val="374151"/>
                </a:solidFill>
              </a:rPr>
              <a:t>Rebase Pull:Utilizes the </a:t>
            </a:r>
            <a:r>
              <a:rPr lang="en" sz="1050">
                <a:solidFill>
                  <a:srgbClr val="374151"/>
                </a:solidFill>
                <a:latin typeface="Courier New"/>
                <a:ea typeface="Courier New"/>
                <a:cs typeface="Courier New"/>
                <a:sym typeface="Courier New"/>
              </a:rPr>
              <a:t>git pull --rebase</a:t>
            </a:r>
            <a:r>
              <a:rPr lang="en" sz="1200">
                <a:solidFill>
                  <a:srgbClr val="374151"/>
                </a:solidFill>
              </a:rPr>
              <a:t> command to incorporate changes from the remote repository by first rewinding local changes, applying remote changes, and then reapplying local changes. This creates a linear and cleaner commit history.</a:t>
            </a:r>
            <a:endParaRPr sz="1200">
              <a:solidFill>
                <a:srgbClr val="374151"/>
              </a:solidFill>
            </a:endParaRPr>
          </a:p>
          <a:p>
            <a:pPr marL="457200" lvl="0" indent="-298450" algn="l" rtl="0">
              <a:lnSpc>
                <a:spcPct val="115000"/>
              </a:lnSpc>
              <a:spcBef>
                <a:spcPts val="0"/>
              </a:spcBef>
              <a:spcAft>
                <a:spcPts val="0"/>
              </a:spcAft>
              <a:buClr>
                <a:srgbClr val="374151"/>
              </a:buClr>
              <a:buSzPts val="1100"/>
              <a:buChar char="●"/>
            </a:pPr>
            <a:r>
              <a:rPr lang="en" sz="1200">
                <a:solidFill>
                  <a:srgbClr val="374151"/>
                </a:solidFill>
              </a:rPr>
              <a:t>Squash Pull:Involves a </a:t>
            </a:r>
            <a:r>
              <a:rPr lang="en" sz="1050">
                <a:solidFill>
                  <a:srgbClr val="374151"/>
                </a:solidFill>
                <a:latin typeface="Courier New"/>
                <a:ea typeface="Courier New"/>
                <a:cs typeface="Courier New"/>
                <a:sym typeface="Courier New"/>
              </a:rPr>
              <a:t>git pull --squash</a:t>
            </a:r>
            <a:r>
              <a:rPr lang="en" sz="1200">
                <a:solidFill>
                  <a:srgbClr val="374151"/>
                </a:solidFill>
              </a:rPr>
              <a:t> operation that fetches changes and condenses them into a single commit before merging. This is useful for maintaining a more streamlined commit history.</a:t>
            </a:r>
            <a:endParaRPr sz="1200">
              <a:solidFill>
                <a:srgbClr val="374151"/>
              </a:solidFill>
            </a:endParaRPr>
          </a:p>
          <a:p>
            <a:pPr marL="457200" lvl="0" indent="-298450" algn="l" rtl="0">
              <a:lnSpc>
                <a:spcPct val="115000"/>
              </a:lnSpc>
              <a:spcBef>
                <a:spcPts val="0"/>
              </a:spcBef>
              <a:spcAft>
                <a:spcPts val="0"/>
              </a:spcAft>
              <a:buClr>
                <a:srgbClr val="374151"/>
              </a:buClr>
              <a:buSzPts val="1100"/>
              <a:buChar char="●"/>
            </a:pPr>
            <a:r>
              <a:rPr lang="en" sz="1200">
                <a:solidFill>
                  <a:srgbClr val="374151"/>
                </a:solidFill>
              </a:rPr>
              <a:t>Merge Pull:The default pull behavior, achieved with the </a:t>
            </a:r>
            <a:r>
              <a:rPr lang="en" sz="1050">
                <a:solidFill>
                  <a:srgbClr val="374151"/>
                </a:solidFill>
                <a:latin typeface="Courier New"/>
                <a:ea typeface="Courier New"/>
                <a:cs typeface="Courier New"/>
                <a:sym typeface="Courier New"/>
              </a:rPr>
              <a:t>git pull</a:t>
            </a:r>
            <a:r>
              <a:rPr lang="en" sz="1200">
                <a:solidFill>
                  <a:srgbClr val="374151"/>
                </a:solidFill>
              </a:rPr>
              <a:t> command, fetches changes and merges them into the local branch using a merge commit. This method preserves the individual commit history.</a:t>
            </a:r>
            <a:endParaRPr sz="1200">
              <a:solidFill>
                <a:srgbClr val="374151"/>
              </a:solidFill>
            </a:endParaRPr>
          </a:p>
          <a:p>
            <a:pPr marL="0" lvl="0" indent="0" algn="l" rtl="0">
              <a:lnSpc>
                <a:spcPct val="115000"/>
              </a:lnSpc>
              <a:spcBef>
                <a:spcPts val="1500"/>
              </a:spcBef>
              <a:spcAft>
                <a:spcPts val="0"/>
              </a:spcAft>
              <a:buClr>
                <a:schemeClr val="dk1"/>
              </a:buClr>
              <a:buSzPts val="1100"/>
              <a:buFont typeface="Arial"/>
              <a:buNone/>
            </a:pPr>
            <a:r>
              <a:rPr lang="en" sz="1200">
                <a:solidFill>
                  <a:srgbClr val="374151"/>
                </a:solidFill>
              </a:rPr>
              <a:t>Understanding these pull types provides developers with flexibility in choosing the most suitable approach based on project requirements and collaboration preferences.</a:t>
            </a:r>
            <a:endParaRPr sz="1200">
              <a:solidFill>
                <a:srgbClr val="374151"/>
              </a:solidFill>
            </a:endParaRPr>
          </a:p>
          <a:p>
            <a:pPr marL="0" lvl="0" indent="0" algn="l" rtl="0">
              <a:lnSpc>
                <a:spcPct val="115000"/>
              </a:lnSpc>
              <a:spcBef>
                <a:spcPts val="0"/>
              </a:spcBef>
              <a:spcAft>
                <a:spcPts val="0"/>
              </a:spcAft>
              <a:buSzPts val="1100"/>
              <a:buNone/>
            </a:pPr>
            <a:endParaRPr sz="1200">
              <a:solidFill>
                <a:srgbClr val="374151"/>
              </a:solidFill>
            </a:endParaRPr>
          </a:p>
          <a:p>
            <a:pPr marL="0" lvl="0" indent="0" algn="l" rtl="0">
              <a:lnSpc>
                <a:spcPct val="115000"/>
              </a:lnSpc>
              <a:spcBef>
                <a:spcPts val="1500"/>
              </a:spcBef>
              <a:spcAft>
                <a:spcPts val="0"/>
              </a:spcAft>
              <a:buSzPts val="1100"/>
              <a:buNone/>
            </a:pPr>
            <a:endParaRPr sz="1200">
              <a:solidFill>
                <a:srgbClr val="374151"/>
              </a:solidFill>
            </a:endParaRPr>
          </a:p>
          <a:p>
            <a:pPr marL="457200" lvl="0" indent="0" algn="l" rtl="0">
              <a:lnSpc>
                <a:spcPct val="115000"/>
              </a:lnSpc>
              <a:spcBef>
                <a:spcPts val="1500"/>
              </a:spcBef>
              <a:spcAft>
                <a:spcPts val="0"/>
              </a:spcAft>
              <a:buSzPts val="1100"/>
              <a:buNone/>
            </a:pPr>
            <a:endParaRPr sz="1200">
              <a:solidFill>
                <a:srgbClr val="374151"/>
              </a:solidFill>
            </a:endParaRPr>
          </a:p>
          <a:p>
            <a:pPr marL="457200" lvl="0" indent="-228600" algn="l" rtl="0">
              <a:lnSpc>
                <a:spcPct val="115000"/>
              </a:lnSpc>
              <a:spcBef>
                <a:spcPts val="1500"/>
              </a:spcBef>
              <a:spcAft>
                <a:spcPts val="0"/>
              </a:spcAft>
              <a:buClr>
                <a:srgbClr val="374151"/>
              </a:buClr>
              <a:buSzPts val="1200"/>
              <a:buFont typeface="Arial"/>
              <a:buNone/>
            </a:pPr>
            <a:endParaRPr sz="1200">
              <a:solidFill>
                <a:srgbClr val="374151"/>
              </a:solidFill>
            </a:endParaRPr>
          </a:p>
          <a:p>
            <a:pPr marL="0" lvl="0" indent="0" algn="l" rtl="0">
              <a:lnSpc>
                <a:spcPct val="115000"/>
              </a:lnSpc>
              <a:spcBef>
                <a:spcPts val="1500"/>
              </a:spcBef>
              <a:spcAft>
                <a:spcPts val="0"/>
              </a:spcAft>
              <a:buSzPts val="1100"/>
              <a:buNone/>
            </a:pPr>
            <a:endParaRPr sz="1200">
              <a:solidFill>
                <a:srgbClr val="374151"/>
              </a:solidFill>
            </a:endParaRPr>
          </a:p>
          <a:p>
            <a:pPr marL="457200" lvl="0" indent="0" algn="l" rtl="0">
              <a:lnSpc>
                <a:spcPct val="115000"/>
              </a:lnSpc>
              <a:spcBef>
                <a:spcPts val="1500"/>
              </a:spcBef>
              <a:spcAft>
                <a:spcPts val="0"/>
              </a:spcAft>
              <a:buSzPts val="1100"/>
              <a:buNone/>
            </a:pPr>
            <a:endParaRPr sz="1200">
              <a:solidFill>
                <a:srgbClr val="374151"/>
              </a:solidFill>
            </a:endParaRPr>
          </a:p>
          <a:p>
            <a:pPr marL="0" lvl="0" indent="0" algn="l" rtl="0">
              <a:lnSpc>
                <a:spcPct val="115000"/>
              </a:lnSpc>
              <a:spcBef>
                <a:spcPts val="1500"/>
              </a:spcBef>
              <a:spcAft>
                <a:spcPts val="0"/>
              </a:spcAft>
              <a:buSzPts val="1100"/>
              <a:buNone/>
            </a:pPr>
            <a:endParaRPr sz="1200">
              <a:solidFill>
                <a:srgbClr val="374151"/>
              </a:solidFill>
            </a:endParaRPr>
          </a:p>
          <a:p>
            <a:pPr marL="0" lvl="0" indent="0" algn="l" rtl="0">
              <a:lnSpc>
                <a:spcPct val="115000"/>
              </a:lnSpc>
              <a:spcBef>
                <a:spcPts val="1600"/>
              </a:spcBef>
              <a:spcAft>
                <a:spcPts val="0"/>
              </a:spcAft>
              <a:buSzPts val="1100"/>
              <a:buNone/>
            </a:pPr>
            <a:endParaRPr sz="1200" b="1">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9"/>
        <p:cNvGrpSpPr/>
        <p:nvPr/>
      </p:nvGrpSpPr>
      <p:grpSpPr>
        <a:xfrm>
          <a:off x="0" y="0"/>
          <a:ext cx="0" cy="0"/>
          <a:chOff x="0" y="0"/>
          <a:chExt cx="0" cy="0"/>
        </a:xfrm>
      </p:grpSpPr>
      <p:sp>
        <p:nvSpPr>
          <p:cNvPr id="1010" name="Google Shape;1010;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11" name="Google Shape;1011;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 sz="1200" b="1">
                <a:solidFill>
                  <a:schemeClr val="dk1"/>
                </a:solidFill>
              </a:rPr>
              <a:t>Notes to the Facilitator:</a:t>
            </a:r>
            <a:endParaRPr sz="1200" b="1">
              <a:solidFill>
                <a:schemeClr val="dk1"/>
              </a:solidFill>
            </a:endParaRPr>
          </a:p>
          <a:p>
            <a:pPr marL="0" lvl="0" indent="0" algn="l" rtl="0">
              <a:lnSpc>
                <a:spcPct val="115000"/>
              </a:lnSpc>
              <a:spcBef>
                <a:spcPts val="0"/>
              </a:spcBef>
              <a:spcAft>
                <a:spcPts val="0"/>
              </a:spcAft>
              <a:buSzPts val="1100"/>
              <a:buNone/>
            </a:pPr>
            <a:r>
              <a:rPr lang="en" sz="1200">
                <a:solidFill>
                  <a:srgbClr val="374151"/>
                </a:solidFill>
              </a:rPr>
              <a:t>Guide participants through the benefits and considerations of Git pull, emphasizing its efficiency and automatic merging capabilities, while also addressing potential conflicts, commit history impact, and alternative options like rebase and squash. </a:t>
            </a:r>
            <a:endParaRPr sz="1200" b="1">
              <a:solidFill>
                <a:schemeClr val="dk1"/>
              </a:solidFill>
            </a:endParaRPr>
          </a:p>
          <a:p>
            <a:pPr marL="0" lvl="0" indent="0" algn="l" rtl="0">
              <a:lnSpc>
                <a:spcPct val="115000"/>
              </a:lnSpc>
              <a:spcBef>
                <a:spcPts val="1600"/>
              </a:spcBef>
              <a:spcAft>
                <a:spcPts val="0"/>
              </a:spcAft>
              <a:buSzPts val="1100"/>
              <a:buNone/>
            </a:pPr>
            <a:r>
              <a:rPr lang="en" sz="1200" b="1">
                <a:solidFill>
                  <a:schemeClr val="dk1"/>
                </a:solidFill>
              </a:rPr>
              <a:t>Notes to the Participants:</a:t>
            </a:r>
            <a:endParaRPr sz="1200" b="1">
              <a:solidFill>
                <a:schemeClr val="dk1"/>
              </a:solidFill>
            </a:endParaRPr>
          </a:p>
          <a:p>
            <a:pPr marL="0" lvl="0" indent="0" algn="l" rtl="0">
              <a:lnSpc>
                <a:spcPct val="171429"/>
              </a:lnSpc>
              <a:spcBef>
                <a:spcPts val="1500"/>
              </a:spcBef>
              <a:spcAft>
                <a:spcPts val="0"/>
              </a:spcAft>
              <a:buSzPts val="1100"/>
              <a:buNone/>
            </a:pPr>
            <a:r>
              <a:rPr lang="en" sz="1200">
                <a:solidFill>
                  <a:srgbClr val="374151"/>
                </a:solidFill>
              </a:rPr>
              <a:t>Git pull is a crucial operation for maintaining an updated local branch with changes from a remote repository. Let's explore the benefits and considerations associated with this process, highlighting its efficiency, automatic merging, and convenience. </a:t>
            </a:r>
            <a:endParaRPr sz="1200">
              <a:solidFill>
                <a:srgbClr val="374151"/>
              </a:solidFill>
            </a:endParaRPr>
          </a:p>
          <a:p>
            <a:pPr marL="0" lvl="0" indent="0" algn="l" rtl="0">
              <a:lnSpc>
                <a:spcPct val="115000"/>
              </a:lnSpc>
              <a:spcBef>
                <a:spcPts val="1500"/>
              </a:spcBef>
              <a:spcAft>
                <a:spcPts val="0"/>
              </a:spcAft>
              <a:buClr>
                <a:schemeClr val="dk1"/>
              </a:buClr>
              <a:buSzPts val="1100"/>
              <a:buFont typeface="Arial"/>
              <a:buNone/>
            </a:pPr>
            <a:r>
              <a:rPr lang="en" sz="1200">
                <a:solidFill>
                  <a:srgbClr val="374151"/>
                </a:solidFill>
              </a:rPr>
              <a:t>Benefits of Git Pull:</a:t>
            </a:r>
            <a:endParaRPr sz="1200">
              <a:solidFill>
                <a:srgbClr val="374151"/>
              </a:solidFill>
            </a:endParaRPr>
          </a:p>
          <a:p>
            <a:pPr marL="457200" lvl="0" indent="-304800" algn="l" rtl="0">
              <a:lnSpc>
                <a:spcPct val="115000"/>
              </a:lnSpc>
              <a:spcBef>
                <a:spcPts val="1500"/>
              </a:spcBef>
              <a:spcAft>
                <a:spcPts val="0"/>
              </a:spcAft>
              <a:buClr>
                <a:srgbClr val="374151"/>
              </a:buClr>
              <a:buSzPts val="1200"/>
              <a:buChar char="●"/>
            </a:pPr>
            <a:r>
              <a:rPr lang="en" sz="1200">
                <a:solidFill>
                  <a:srgbClr val="374151"/>
                </a:solidFill>
              </a:rPr>
              <a:t>Efficiency: Git pull streamlines the process of updating the local branch with the latest changes from the remote repository, ensuring efficiency in synchronization.</a:t>
            </a:r>
            <a:endParaRPr sz="1200">
              <a:solidFill>
                <a:srgbClr val="374151"/>
              </a:solidFill>
            </a:endParaRPr>
          </a:p>
          <a:p>
            <a:pPr marL="457200" lvl="0" indent="-304800" algn="l" rtl="0">
              <a:lnSpc>
                <a:spcPct val="115000"/>
              </a:lnSpc>
              <a:spcBef>
                <a:spcPts val="0"/>
              </a:spcBef>
              <a:spcAft>
                <a:spcPts val="0"/>
              </a:spcAft>
              <a:buClr>
                <a:srgbClr val="374151"/>
              </a:buClr>
              <a:buSzPts val="1200"/>
              <a:buChar char="●"/>
            </a:pPr>
            <a:r>
              <a:rPr lang="en" sz="1200">
                <a:solidFill>
                  <a:srgbClr val="374151"/>
                </a:solidFill>
              </a:rPr>
              <a:t>Automatic Merging: Pulling automatically merges fetched changes into the current local branch, simplifying the integration process for developers.</a:t>
            </a:r>
            <a:endParaRPr sz="1200">
              <a:solidFill>
                <a:srgbClr val="374151"/>
              </a:solidFill>
            </a:endParaRPr>
          </a:p>
          <a:p>
            <a:pPr marL="457200" lvl="0" indent="-304800" algn="l" rtl="0">
              <a:lnSpc>
                <a:spcPct val="115000"/>
              </a:lnSpc>
              <a:spcBef>
                <a:spcPts val="0"/>
              </a:spcBef>
              <a:spcAft>
                <a:spcPts val="0"/>
              </a:spcAft>
              <a:buClr>
                <a:srgbClr val="374151"/>
              </a:buClr>
              <a:buSzPts val="1200"/>
              <a:buChar char="●"/>
            </a:pPr>
            <a:r>
              <a:rPr lang="en" sz="1200">
                <a:solidFill>
                  <a:srgbClr val="374151"/>
                </a:solidFill>
              </a:rPr>
              <a:t>Convenience: The pull operation combines fetching and merging in a single command, providing a convenient way to stay up-to-date with the latest developments.</a:t>
            </a:r>
            <a:endParaRPr sz="1200">
              <a:solidFill>
                <a:srgbClr val="374151"/>
              </a:solidFill>
            </a:endParaRPr>
          </a:p>
          <a:p>
            <a:pPr marL="0" lvl="0" indent="0" algn="l" rtl="0">
              <a:lnSpc>
                <a:spcPct val="115000"/>
              </a:lnSpc>
              <a:spcBef>
                <a:spcPts val="1500"/>
              </a:spcBef>
              <a:spcAft>
                <a:spcPts val="0"/>
              </a:spcAft>
              <a:buClr>
                <a:schemeClr val="dk1"/>
              </a:buClr>
              <a:buSzPts val="1100"/>
              <a:buFont typeface="Arial"/>
              <a:buNone/>
            </a:pPr>
            <a:r>
              <a:rPr lang="en" sz="1200">
                <a:solidFill>
                  <a:srgbClr val="374151"/>
                </a:solidFill>
              </a:rPr>
              <a:t>Considerations:</a:t>
            </a:r>
            <a:endParaRPr sz="1200">
              <a:solidFill>
                <a:srgbClr val="374151"/>
              </a:solidFill>
            </a:endParaRPr>
          </a:p>
          <a:p>
            <a:pPr marL="457200" lvl="0" indent="-304800" algn="l" rtl="0">
              <a:lnSpc>
                <a:spcPct val="115000"/>
              </a:lnSpc>
              <a:spcBef>
                <a:spcPts val="1500"/>
              </a:spcBef>
              <a:spcAft>
                <a:spcPts val="0"/>
              </a:spcAft>
              <a:buClr>
                <a:srgbClr val="374151"/>
              </a:buClr>
              <a:buSzPts val="1200"/>
              <a:buChar char="●"/>
            </a:pPr>
            <a:r>
              <a:rPr lang="en" sz="1200">
                <a:solidFill>
                  <a:srgbClr val="374151"/>
                </a:solidFill>
              </a:rPr>
              <a:t>Potential Conflicts: Automatic merging during pull may lead to conflicts. Developers should be mindful of potential conflicts and resolve them appropriately.</a:t>
            </a:r>
            <a:endParaRPr sz="1200">
              <a:solidFill>
                <a:srgbClr val="374151"/>
              </a:solidFill>
            </a:endParaRPr>
          </a:p>
          <a:p>
            <a:pPr marL="457200" lvl="0" indent="-304800" algn="l" rtl="0">
              <a:lnSpc>
                <a:spcPct val="115000"/>
              </a:lnSpc>
              <a:spcBef>
                <a:spcPts val="0"/>
              </a:spcBef>
              <a:spcAft>
                <a:spcPts val="0"/>
              </a:spcAft>
              <a:buClr>
                <a:srgbClr val="374151"/>
              </a:buClr>
              <a:buSzPts val="1200"/>
              <a:buChar char="●"/>
            </a:pPr>
            <a:r>
              <a:rPr lang="en" sz="1200">
                <a:solidFill>
                  <a:srgbClr val="374151"/>
                </a:solidFill>
              </a:rPr>
              <a:t>Commit History Impact: Pulling changes, especially with the default merge pull, can impact the commit history by introducing merge commits. This should be considered for maintaining a clean history.</a:t>
            </a:r>
            <a:endParaRPr sz="1200">
              <a:solidFill>
                <a:srgbClr val="374151"/>
              </a:solidFill>
            </a:endParaRPr>
          </a:p>
          <a:p>
            <a:pPr marL="457200" lvl="0" indent="-304800" algn="l" rtl="0">
              <a:lnSpc>
                <a:spcPct val="115000"/>
              </a:lnSpc>
              <a:spcBef>
                <a:spcPts val="0"/>
              </a:spcBef>
              <a:spcAft>
                <a:spcPts val="0"/>
              </a:spcAft>
              <a:buClr>
                <a:srgbClr val="374151"/>
              </a:buClr>
              <a:buSzPts val="1200"/>
              <a:buChar char="●"/>
            </a:pPr>
            <a:r>
              <a:rPr lang="en" sz="1200">
                <a:solidFill>
                  <a:srgbClr val="374151"/>
                </a:solidFill>
              </a:rPr>
              <a:t>Rebase and Squash Options: Consider using rebase or squash options during pull to address commit history concerns and maintain a more linear or condensed history.</a:t>
            </a:r>
            <a:endParaRPr sz="1200">
              <a:solidFill>
                <a:srgbClr val="374151"/>
              </a:solidFill>
            </a:endParaRPr>
          </a:p>
          <a:p>
            <a:pPr marL="0" lvl="0" indent="0" algn="l" rtl="0">
              <a:lnSpc>
                <a:spcPct val="115000"/>
              </a:lnSpc>
              <a:spcBef>
                <a:spcPts val="1500"/>
              </a:spcBef>
              <a:spcAft>
                <a:spcPts val="0"/>
              </a:spcAft>
              <a:buClr>
                <a:schemeClr val="dk1"/>
              </a:buClr>
              <a:buSzPts val="1100"/>
              <a:buFont typeface="Arial"/>
              <a:buNone/>
            </a:pPr>
            <a:r>
              <a:rPr lang="en" sz="1200">
                <a:solidFill>
                  <a:srgbClr val="374151"/>
                </a:solidFill>
              </a:rPr>
              <a:t>Understanding the benefits and considerations of Git pull enables developers to make informed decisions when managing changes and collaborating on a project.</a:t>
            </a:r>
            <a:endParaRPr sz="1200">
              <a:solidFill>
                <a:srgbClr val="374151"/>
              </a:solidFill>
            </a:endParaRPr>
          </a:p>
          <a:p>
            <a:pPr marL="0" lvl="0" indent="0" algn="l" rtl="0">
              <a:lnSpc>
                <a:spcPct val="171429"/>
              </a:lnSpc>
              <a:spcBef>
                <a:spcPts val="1500"/>
              </a:spcBef>
              <a:spcAft>
                <a:spcPts val="0"/>
              </a:spcAft>
              <a:buSzPts val="1100"/>
              <a:buNone/>
            </a:pPr>
            <a:endParaRPr sz="1200">
              <a:solidFill>
                <a:srgbClr val="374151"/>
              </a:solidFill>
            </a:endParaRPr>
          </a:p>
          <a:p>
            <a:pPr marL="0" lvl="0" indent="0" algn="l" rtl="0">
              <a:lnSpc>
                <a:spcPct val="115000"/>
              </a:lnSpc>
              <a:spcBef>
                <a:spcPts val="1500"/>
              </a:spcBef>
              <a:spcAft>
                <a:spcPts val="0"/>
              </a:spcAft>
              <a:buSzPts val="1100"/>
              <a:buNone/>
            </a:pPr>
            <a:endParaRPr sz="1200">
              <a:solidFill>
                <a:srgbClr val="374151"/>
              </a:solidFill>
            </a:endParaRPr>
          </a:p>
          <a:p>
            <a:pPr marL="0" lvl="0" indent="0" algn="l" rtl="0">
              <a:lnSpc>
                <a:spcPct val="115000"/>
              </a:lnSpc>
              <a:spcBef>
                <a:spcPts val="0"/>
              </a:spcBef>
              <a:spcAft>
                <a:spcPts val="0"/>
              </a:spcAft>
              <a:buSzPts val="1100"/>
              <a:buNone/>
            </a:pPr>
            <a:endParaRPr sz="1200">
              <a:solidFill>
                <a:srgbClr val="374151"/>
              </a:solidFill>
            </a:endParaRPr>
          </a:p>
          <a:p>
            <a:pPr marL="0" lvl="0" indent="0" algn="l" rtl="0">
              <a:lnSpc>
                <a:spcPct val="115000"/>
              </a:lnSpc>
              <a:spcBef>
                <a:spcPts val="1500"/>
              </a:spcBef>
              <a:spcAft>
                <a:spcPts val="0"/>
              </a:spcAft>
              <a:buSzPts val="1100"/>
              <a:buNone/>
            </a:pPr>
            <a:endParaRPr sz="1200">
              <a:solidFill>
                <a:srgbClr val="374151"/>
              </a:solidFill>
            </a:endParaRPr>
          </a:p>
          <a:p>
            <a:pPr marL="457200" lvl="0" indent="0" algn="l" rtl="0">
              <a:lnSpc>
                <a:spcPct val="115000"/>
              </a:lnSpc>
              <a:spcBef>
                <a:spcPts val="1500"/>
              </a:spcBef>
              <a:spcAft>
                <a:spcPts val="0"/>
              </a:spcAft>
              <a:buSzPts val="1100"/>
              <a:buNone/>
            </a:pPr>
            <a:endParaRPr sz="1200">
              <a:solidFill>
                <a:srgbClr val="374151"/>
              </a:solidFill>
            </a:endParaRPr>
          </a:p>
          <a:p>
            <a:pPr marL="457200" lvl="0" indent="-228600" algn="l" rtl="0">
              <a:lnSpc>
                <a:spcPct val="115000"/>
              </a:lnSpc>
              <a:spcBef>
                <a:spcPts val="1500"/>
              </a:spcBef>
              <a:spcAft>
                <a:spcPts val="0"/>
              </a:spcAft>
              <a:buClr>
                <a:srgbClr val="374151"/>
              </a:buClr>
              <a:buSzPts val="1200"/>
              <a:buFont typeface="Arial"/>
              <a:buNone/>
            </a:pPr>
            <a:endParaRPr sz="1200">
              <a:solidFill>
                <a:srgbClr val="374151"/>
              </a:solidFill>
            </a:endParaRPr>
          </a:p>
          <a:p>
            <a:pPr marL="0" lvl="0" indent="0" algn="l" rtl="0">
              <a:lnSpc>
                <a:spcPct val="115000"/>
              </a:lnSpc>
              <a:spcBef>
                <a:spcPts val="1500"/>
              </a:spcBef>
              <a:spcAft>
                <a:spcPts val="0"/>
              </a:spcAft>
              <a:buSzPts val="1100"/>
              <a:buNone/>
            </a:pPr>
            <a:endParaRPr sz="1200">
              <a:solidFill>
                <a:srgbClr val="374151"/>
              </a:solidFill>
            </a:endParaRPr>
          </a:p>
          <a:p>
            <a:pPr marL="457200" lvl="0" indent="0" algn="l" rtl="0">
              <a:lnSpc>
                <a:spcPct val="115000"/>
              </a:lnSpc>
              <a:spcBef>
                <a:spcPts val="1500"/>
              </a:spcBef>
              <a:spcAft>
                <a:spcPts val="0"/>
              </a:spcAft>
              <a:buSzPts val="1100"/>
              <a:buNone/>
            </a:pPr>
            <a:endParaRPr sz="1200">
              <a:solidFill>
                <a:srgbClr val="374151"/>
              </a:solidFill>
            </a:endParaRPr>
          </a:p>
          <a:p>
            <a:pPr marL="0" lvl="0" indent="0" algn="l" rtl="0">
              <a:lnSpc>
                <a:spcPct val="115000"/>
              </a:lnSpc>
              <a:spcBef>
                <a:spcPts val="1500"/>
              </a:spcBef>
              <a:spcAft>
                <a:spcPts val="0"/>
              </a:spcAft>
              <a:buSzPts val="1100"/>
              <a:buNone/>
            </a:pPr>
            <a:endParaRPr sz="1200">
              <a:solidFill>
                <a:srgbClr val="374151"/>
              </a:solidFill>
            </a:endParaRPr>
          </a:p>
          <a:p>
            <a:pPr marL="0" lvl="0" indent="0" algn="l" rtl="0">
              <a:lnSpc>
                <a:spcPct val="115000"/>
              </a:lnSpc>
              <a:spcBef>
                <a:spcPts val="1600"/>
              </a:spcBef>
              <a:spcAft>
                <a:spcPts val="0"/>
              </a:spcAft>
              <a:buSzPts val="1100"/>
              <a:buNone/>
            </a:pPr>
            <a:endParaRPr sz="1200" b="1">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0"/>
        <p:cNvGrpSpPr/>
        <p:nvPr/>
      </p:nvGrpSpPr>
      <p:grpSpPr>
        <a:xfrm>
          <a:off x="0" y="0"/>
          <a:ext cx="0" cy="0"/>
          <a:chOff x="0" y="0"/>
          <a:chExt cx="0" cy="0"/>
        </a:xfrm>
      </p:grpSpPr>
      <p:sp>
        <p:nvSpPr>
          <p:cNvPr id="1021" name="Google Shape;1021;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22" name="Google Shape;1022;p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 sz="1200" b="1">
                <a:solidFill>
                  <a:schemeClr val="dk1"/>
                </a:solidFill>
              </a:rPr>
              <a:t>Notes to the Facilitator:</a:t>
            </a:r>
            <a:endParaRPr sz="1200" b="1">
              <a:solidFill>
                <a:schemeClr val="dk1"/>
              </a:solidFill>
            </a:endParaRPr>
          </a:p>
          <a:p>
            <a:pPr marL="0" lvl="0" indent="0" algn="l" rtl="0">
              <a:lnSpc>
                <a:spcPct val="115000"/>
              </a:lnSpc>
              <a:spcBef>
                <a:spcPts val="0"/>
              </a:spcBef>
              <a:spcAft>
                <a:spcPts val="0"/>
              </a:spcAft>
              <a:buSzPts val="1100"/>
              <a:buNone/>
            </a:pPr>
            <a:r>
              <a:rPr lang="en" sz="1200">
                <a:solidFill>
                  <a:schemeClr val="dk1"/>
                </a:solidFill>
              </a:rPr>
              <a:t>Emphasize the importance of regularly fetching and pulling changes to maintain an up-to-date and collaborative development environment </a:t>
            </a:r>
            <a:endParaRPr sz="1200" b="1">
              <a:solidFill>
                <a:schemeClr val="dk1"/>
              </a:solidFill>
            </a:endParaRPr>
          </a:p>
          <a:p>
            <a:pPr marL="0" lvl="0" indent="0" algn="l" rtl="0">
              <a:lnSpc>
                <a:spcPct val="115000"/>
              </a:lnSpc>
              <a:spcBef>
                <a:spcPts val="1600"/>
              </a:spcBef>
              <a:spcAft>
                <a:spcPts val="0"/>
              </a:spcAft>
              <a:buSzPts val="1100"/>
              <a:buNone/>
            </a:pPr>
            <a:r>
              <a:rPr lang="en" sz="1200" b="1">
                <a:solidFill>
                  <a:schemeClr val="dk1"/>
                </a:solidFill>
              </a:rPr>
              <a:t>Notes to the Participants:</a:t>
            </a:r>
            <a:endParaRPr sz="1200" b="1">
              <a:solidFill>
                <a:schemeClr val="dk1"/>
              </a:solidFill>
            </a:endParaRPr>
          </a:p>
          <a:p>
            <a:pPr marL="0" lvl="0" indent="0" algn="l" rtl="0">
              <a:lnSpc>
                <a:spcPct val="115000"/>
              </a:lnSpc>
              <a:spcBef>
                <a:spcPts val="1500"/>
              </a:spcBef>
              <a:spcAft>
                <a:spcPts val="0"/>
              </a:spcAft>
              <a:buClr>
                <a:schemeClr val="dk1"/>
              </a:buClr>
              <a:buSzPts val="1100"/>
              <a:buFont typeface="Arial"/>
              <a:buNone/>
            </a:pPr>
            <a:r>
              <a:rPr lang="en" sz="1200">
                <a:solidFill>
                  <a:schemeClr val="dk1"/>
                </a:solidFill>
              </a:rPr>
              <a:t>Use Case 1: Incorporating Remote Changes</a:t>
            </a: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Code:</a:t>
            </a:r>
            <a:endParaRPr sz="1200">
              <a:solidFill>
                <a:schemeClr val="dk1"/>
              </a:solidFill>
            </a:endParaRPr>
          </a:p>
          <a:p>
            <a:pPr marL="0" lvl="0" indent="0" algn="l" rtl="0">
              <a:lnSpc>
                <a:spcPct val="115000"/>
              </a:lnSpc>
              <a:spcBef>
                <a:spcPts val="1500"/>
              </a:spcBef>
              <a:spcAft>
                <a:spcPts val="0"/>
              </a:spcAft>
              <a:buClr>
                <a:schemeClr val="dk1"/>
              </a:buClr>
              <a:buSzPts val="1100"/>
              <a:buFont typeface="Arial"/>
              <a:buNone/>
            </a:pPr>
            <a:r>
              <a:rPr lang="en" sz="950">
                <a:solidFill>
                  <a:schemeClr val="dk1"/>
                </a:solidFill>
                <a:latin typeface="Courier New"/>
                <a:ea typeface="Courier New"/>
                <a:cs typeface="Courier New"/>
                <a:sym typeface="Courier New"/>
              </a:rPr>
              <a:t>git pull origin main</a:t>
            </a:r>
            <a:endParaRPr sz="9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Clr>
                <a:schemeClr val="dk1"/>
              </a:buClr>
              <a:buSzPts val="1100"/>
              <a:buFont typeface="Arial"/>
              <a:buNone/>
            </a:pPr>
            <a:r>
              <a:rPr lang="en" sz="1200">
                <a:solidFill>
                  <a:schemeClr val="dk1"/>
                </a:solidFill>
              </a:rPr>
              <a:t>This command pulls the latest changes from the remote repository's main branch and automatically merges them into the local main branch, ensuring that your local copy is up-to-date with the remote.</a:t>
            </a:r>
            <a:endParaRPr sz="1200">
              <a:solidFill>
                <a:schemeClr val="dk1"/>
              </a:solidFill>
            </a:endParaRPr>
          </a:p>
          <a:p>
            <a:pPr marL="0" lvl="0" indent="0" algn="l" rtl="0">
              <a:lnSpc>
                <a:spcPct val="115000"/>
              </a:lnSpc>
              <a:spcBef>
                <a:spcPts val="1500"/>
              </a:spcBef>
              <a:spcAft>
                <a:spcPts val="0"/>
              </a:spcAft>
              <a:buClr>
                <a:schemeClr val="dk1"/>
              </a:buClr>
              <a:buSzPts val="1100"/>
              <a:buFont typeface="Arial"/>
              <a:buNone/>
            </a:pPr>
            <a:endParaRPr sz="1200">
              <a:solidFill>
                <a:schemeClr val="dk1"/>
              </a:solidFill>
            </a:endParaRPr>
          </a:p>
          <a:p>
            <a:pPr marL="0" lvl="0" indent="0" algn="l" rtl="0">
              <a:lnSpc>
                <a:spcPct val="115000"/>
              </a:lnSpc>
              <a:spcBef>
                <a:spcPts val="1500"/>
              </a:spcBef>
              <a:spcAft>
                <a:spcPts val="0"/>
              </a:spcAft>
              <a:buClr>
                <a:schemeClr val="dk1"/>
              </a:buClr>
              <a:buSzPts val="1100"/>
              <a:buFont typeface="Arial"/>
              <a:buNone/>
            </a:pPr>
            <a:endParaRPr sz="1200">
              <a:solidFill>
                <a:schemeClr val="dk1"/>
              </a:solidFill>
            </a:endParaRPr>
          </a:p>
          <a:p>
            <a:pPr marL="0" lvl="0" indent="0" algn="l" rtl="0">
              <a:lnSpc>
                <a:spcPct val="171429"/>
              </a:lnSpc>
              <a:spcBef>
                <a:spcPts val="1500"/>
              </a:spcBef>
              <a:spcAft>
                <a:spcPts val="0"/>
              </a:spcAft>
              <a:buSzPts val="1100"/>
              <a:buNone/>
            </a:pPr>
            <a:endParaRPr sz="1200">
              <a:solidFill>
                <a:schemeClr val="dk1"/>
              </a:solidFill>
            </a:endParaRPr>
          </a:p>
          <a:p>
            <a:pPr marL="0" lvl="0" indent="0" algn="l" rtl="0">
              <a:lnSpc>
                <a:spcPct val="115000"/>
              </a:lnSpc>
              <a:spcBef>
                <a:spcPts val="1500"/>
              </a:spcBef>
              <a:spcAft>
                <a:spcPts val="0"/>
              </a:spcAft>
              <a:buSzPts val="1100"/>
              <a:buNone/>
            </a:pPr>
            <a:endParaRPr sz="1200">
              <a:solidFill>
                <a:schemeClr val="dk1"/>
              </a:solidFill>
            </a:endParaRPr>
          </a:p>
          <a:p>
            <a:pPr marL="0" lvl="0" indent="0" algn="l" rtl="0">
              <a:lnSpc>
                <a:spcPct val="115000"/>
              </a:lnSpc>
              <a:spcBef>
                <a:spcPts val="0"/>
              </a:spcBef>
              <a:spcAft>
                <a:spcPts val="0"/>
              </a:spcAft>
              <a:buSzPts val="1100"/>
              <a:buNone/>
            </a:pPr>
            <a:endParaRPr sz="1200">
              <a:solidFill>
                <a:schemeClr val="dk1"/>
              </a:solidFill>
            </a:endParaRPr>
          </a:p>
          <a:p>
            <a:pPr marL="0" lvl="0" indent="0" algn="l" rtl="0">
              <a:lnSpc>
                <a:spcPct val="115000"/>
              </a:lnSpc>
              <a:spcBef>
                <a:spcPts val="1500"/>
              </a:spcBef>
              <a:spcAft>
                <a:spcPts val="0"/>
              </a:spcAft>
              <a:buSzPts val="1100"/>
              <a:buNone/>
            </a:pPr>
            <a:endParaRPr sz="1200">
              <a:solidFill>
                <a:schemeClr val="dk1"/>
              </a:solidFill>
            </a:endParaRPr>
          </a:p>
          <a:p>
            <a:pPr marL="457200" lvl="0" indent="0" algn="l" rtl="0">
              <a:lnSpc>
                <a:spcPct val="115000"/>
              </a:lnSpc>
              <a:spcBef>
                <a:spcPts val="1500"/>
              </a:spcBef>
              <a:spcAft>
                <a:spcPts val="0"/>
              </a:spcAft>
              <a:buSzPts val="1100"/>
              <a:buNone/>
            </a:pPr>
            <a:endParaRPr sz="1200">
              <a:solidFill>
                <a:schemeClr val="dk1"/>
              </a:solidFill>
            </a:endParaRPr>
          </a:p>
          <a:p>
            <a:pPr marL="457200" lvl="0" indent="-228600" algn="l" rtl="0">
              <a:lnSpc>
                <a:spcPct val="115000"/>
              </a:lnSpc>
              <a:spcBef>
                <a:spcPts val="1500"/>
              </a:spcBef>
              <a:spcAft>
                <a:spcPts val="0"/>
              </a:spcAft>
              <a:buClr>
                <a:schemeClr val="dk1"/>
              </a:buClr>
              <a:buSzPts val="1200"/>
              <a:buFont typeface="Arial"/>
              <a:buNone/>
            </a:pPr>
            <a:endParaRPr sz="1200">
              <a:solidFill>
                <a:schemeClr val="dk1"/>
              </a:solidFill>
            </a:endParaRPr>
          </a:p>
          <a:p>
            <a:pPr marL="0" lvl="0" indent="0" algn="l" rtl="0">
              <a:lnSpc>
                <a:spcPct val="115000"/>
              </a:lnSpc>
              <a:spcBef>
                <a:spcPts val="1500"/>
              </a:spcBef>
              <a:spcAft>
                <a:spcPts val="0"/>
              </a:spcAft>
              <a:buSzPts val="1100"/>
              <a:buNone/>
            </a:pPr>
            <a:endParaRPr sz="1200">
              <a:solidFill>
                <a:schemeClr val="dk1"/>
              </a:solidFill>
            </a:endParaRPr>
          </a:p>
          <a:p>
            <a:pPr marL="457200" lvl="0" indent="0" algn="l" rtl="0">
              <a:lnSpc>
                <a:spcPct val="115000"/>
              </a:lnSpc>
              <a:spcBef>
                <a:spcPts val="1500"/>
              </a:spcBef>
              <a:spcAft>
                <a:spcPts val="0"/>
              </a:spcAft>
              <a:buSzPts val="1100"/>
              <a:buNone/>
            </a:pPr>
            <a:endParaRPr sz="1200">
              <a:solidFill>
                <a:schemeClr val="dk1"/>
              </a:solidFill>
            </a:endParaRPr>
          </a:p>
          <a:p>
            <a:pPr marL="0" lvl="0" indent="0" algn="l" rtl="0">
              <a:lnSpc>
                <a:spcPct val="115000"/>
              </a:lnSpc>
              <a:spcBef>
                <a:spcPts val="1500"/>
              </a:spcBef>
              <a:spcAft>
                <a:spcPts val="0"/>
              </a:spcAft>
              <a:buSzPts val="1100"/>
              <a:buNone/>
            </a:pPr>
            <a:endParaRPr sz="1200">
              <a:solidFill>
                <a:schemeClr val="dk1"/>
              </a:solidFill>
            </a:endParaRPr>
          </a:p>
          <a:p>
            <a:pPr marL="0" lvl="0" indent="0" algn="l" rtl="0">
              <a:lnSpc>
                <a:spcPct val="115000"/>
              </a:lnSpc>
              <a:spcBef>
                <a:spcPts val="1600"/>
              </a:spcBef>
              <a:spcAft>
                <a:spcPts val="0"/>
              </a:spcAft>
              <a:buSzPts val="1100"/>
              <a:buNone/>
            </a:pPr>
            <a:endParaRPr sz="1200" b="1">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7"/>
        <p:cNvGrpSpPr/>
        <p:nvPr/>
      </p:nvGrpSpPr>
      <p:grpSpPr>
        <a:xfrm>
          <a:off x="0" y="0"/>
          <a:ext cx="0" cy="0"/>
          <a:chOff x="0" y="0"/>
          <a:chExt cx="0" cy="0"/>
        </a:xfrm>
      </p:grpSpPr>
      <p:sp>
        <p:nvSpPr>
          <p:cNvPr id="1028" name="Google Shape;1028;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29" name="Google Shape;1029;p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 sz="1200" b="1">
                <a:solidFill>
                  <a:schemeClr val="dk1"/>
                </a:solidFill>
              </a:rPr>
              <a:t>Notes to the Facilitator:</a:t>
            </a:r>
            <a:endParaRPr sz="1200" b="1">
              <a:solidFill>
                <a:schemeClr val="dk1"/>
              </a:solidFill>
            </a:endParaRPr>
          </a:p>
          <a:p>
            <a:pPr marL="0" lvl="0" indent="0" algn="l" rtl="0">
              <a:lnSpc>
                <a:spcPct val="115000"/>
              </a:lnSpc>
              <a:spcBef>
                <a:spcPts val="0"/>
              </a:spcBef>
              <a:spcAft>
                <a:spcPts val="0"/>
              </a:spcAft>
              <a:buSzPts val="1100"/>
              <a:buNone/>
            </a:pPr>
            <a:r>
              <a:rPr lang="en" sz="1200">
                <a:solidFill>
                  <a:schemeClr val="dk1"/>
                </a:solidFill>
              </a:rPr>
              <a:t>Emphasize the importance of regularly fetching and pulling changes to maintain an up-to-date and collaborative development environment </a:t>
            </a:r>
            <a:endParaRPr sz="1200" b="1">
              <a:solidFill>
                <a:schemeClr val="dk1"/>
              </a:solidFill>
            </a:endParaRPr>
          </a:p>
          <a:p>
            <a:pPr marL="0" lvl="0" indent="0" algn="l" rtl="0">
              <a:lnSpc>
                <a:spcPct val="115000"/>
              </a:lnSpc>
              <a:spcBef>
                <a:spcPts val="1600"/>
              </a:spcBef>
              <a:spcAft>
                <a:spcPts val="0"/>
              </a:spcAft>
              <a:buSzPts val="1100"/>
              <a:buNone/>
            </a:pPr>
            <a:r>
              <a:rPr lang="en" sz="1200" b="1">
                <a:solidFill>
                  <a:schemeClr val="dk1"/>
                </a:solidFill>
              </a:rPr>
              <a:t>Notes to the Participants:</a:t>
            </a:r>
            <a:endParaRPr sz="1200" b="1">
              <a:solidFill>
                <a:schemeClr val="dk1"/>
              </a:solidFill>
            </a:endParaRPr>
          </a:p>
          <a:p>
            <a:pPr marL="0" lvl="0" indent="0" algn="l" rtl="0">
              <a:lnSpc>
                <a:spcPct val="171429"/>
              </a:lnSpc>
              <a:spcBef>
                <a:spcPts val="1500"/>
              </a:spcBef>
              <a:spcAft>
                <a:spcPts val="0"/>
              </a:spcAft>
              <a:buSzPts val="1100"/>
              <a:buNone/>
            </a:pPr>
            <a:r>
              <a:rPr lang="en" sz="1200">
                <a:solidFill>
                  <a:schemeClr val="dk1"/>
                </a:solidFill>
              </a:rPr>
              <a:t>Use Case 2: Updating a Feature Branch</a:t>
            </a:r>
            <a:endParaRPr sz="1200">
              <a:solidFill>
                <a:schemeClr val="dk1"/>
              </a:solidFill>
            </a:endParaRPr>
          </a:p>
          <a:p>
            <a:pPr marL="0" lvl="0" indent="0" algn="l" rtl="0">
              <a:lnSpc>
                <a:spcPct val="171429"/>
              </a:lnSpc>
              <a:spcBef>
                <a:spcPts val="1500"/>
              </a:spcBef>
              <a:spcAft>
                <a:spcPts val="0"/>
              </a:spcAft>
              <a:buSzPts val="1100"/>
              <a:buNone/>
            </a:pPr>
            <a:r>
              <a:rPr lang="en" sz="1200">
                <a:solidFill>
                  <a:schemeClr val="dk1"/>
                </a:solidFill>
              </a:rPr>
              <a:t>Code:</a:t>
            </a:r>
            <a:endParaRPr sz="1200">
              <a:solidFill>
                <a:schemeClr val="dk1"/>
              </a:solidFill>
            </a:endParaRPr>
          </a:p>
          <a:p>
            <a:pPr marL="0" lvl="0" indent="0" algn="l" rtl="0">
              <a:lnSpc>
                <a:spcPct val="171429"/>
              </a:lnSpc>
              <a:spcBef>
                <a:spcPts val="1500"/>
              </a:spcBef>
              <a:spcAft>
                <a:spcPts val="0"/>
              </a:spcAft>
              <a:buSzPts val="1100"/>
              <a:buNone/>
            </a:pPr>
            <a:r>
              <a:rPr lang="en" sz="950">
                <a:solidFill>
                  <a:schemeClr val="dk1"/>
                </a:solidFill>
                <a:latin typeface="Courier New"/>
                <a:ea typeface="Courier New"/>
                <a:cs typeface="Courier New"/>
                <a:sym typeface="Courier New"/>
              </a:rPr>
              <a:t>git pull origin feature-branch</a:t>
            </a:r>
            <a:endParaRPr sz="950">
              <a:solidFill>
                <a:schemeClr val="dk1"/>
              </a:solidFill>
            </a:endParaRPr>
          </a:p>
          <a:p>
            <a:pPr marL="0" lvl="0" indent="0" algn="l" rtl="0">
              <a:lnSpc>
                <a:spcPct val="115000"/>
              </a:lnSpc>
              <a:spcBef>
                <a:spcPts val="1500"/>
              </a:spcBef>
              <a:spcAft>
                <a:spcPts val="0"/>
              </a:spcAft>
              <a:buClr>
                <a:schemeClr val="dk1"/>
              </a:buClr>
              <a:buSzPts val="1100"/>
              <a:buFont typeface="Arial"/>
              <a:buNone/>
            </a:pPr>
            <a:r>
              <a:rPr lang="en" sz="1200">
                <a:solidFill>
                  <a:schemeClr val="dk1"/>
                </a:solidFill>
              </a:rPr>
              <a:t>This command pulls changes from the remote repository's feature-branch and merges them into the local feature-branch. It's useful for keeping feature branches synchronized with the latest developments in the collaborative workflow.</a:t>
            </a:r>
            <a:endParaRPr sz="1200">
              <a:solidFill>
                <a:schemeClr val="dk1"/>
              </a:solidFill>
            </a:endParaRPr>
          </a:p>
          <a:p>
            <a:pPr marL="0" lvl="0" indent="0" algn="l" rtl="0">
              <a:lnSpc>
                <a:spcPct val="171429"/>
              </a:lnSpc>
              <a:spcBef>
                <a:spcPts val="1500"/>
              </a:spcBef>
              <a:spcAft>
                <a:spcPts val="0"/>
              </a:spcAft>
              <a:buSzPts val="1100"/>
              <a:buNone/>
            </a:pPr>
            <a:endParaRPr sz="1200">
              <a:solidFill>
                <a:schemeClr val="dk1"/>
              </a:solidFill>
            </a:endParaRPr>
          </a:p>
          <a:p>
            <a:pPr marL="0" lvl="0" indent="0" algn="l" rtl="0">
              <a:lnSpc>
                <a:spcPct val="115000"/>
              </a:lnSpc>
              <a:spcBef>
                <a:spcPts val="1500"/>
              </a:spcBef>
              <a:spcAft>
                <a:spcPts val="0"/>
              </a:spcAft>
              <a:buSzPts val="1100"/>
              <a:buNone/>
            </a:pPr>
            <a:endParaRPr sz="1200">
              <a:solidFill>
                <a:schemeClr val="dk1"/>
              </a:solidFill>
            </a:endParaRPr>
          </a:p>
          <a:p>
            <a:pPr marL="0" lvl="0" indent="0" algn="l" rtl="0">
              <a:lnSpc>
                <a:spcPct val="115000"/>
              </a:lnSpc>
              <a:spcBef>
                <a:spcPts val="0"/>
              </a:spcBef>
              <a:spcAft>
                <a:spcPts val="0"/>
              </a:spcAft>
              <a:buSzPts val="1100"/>
              <a:buNone/>
            </a:pPr>
            <a:endParaRPr sz="1200">
              <a:solidFill>
                <a:schemeClr val="dk1"/>
              </a:solidFill>
            </a:endParaRPr>
          </a:p>
          <a:p>
            <a:pPr marL="0" lvl="0" indent="0" algn="l" rtl="0">
              <a:lnSpc>
                <a:spcPct val="115000"/>
              </a:lnSpc>
              <a:spcBef>
                <a:spcPts val="1500"/>
              </a:spcBef>
              <a:spcAft>
                <a:spcPts val="0"/>
              </a:spcAft>
              <a:buSzPts val="1100"/>
              <a:buNone/>
            </a:pPr>
            <a:endParaRPr sz="1200">
              <a:solidFill>
                <a:schemeClr val="dk1"/>
              </a:solidFill>
            </a:endParaRPr>
          </a:p>
          <a:p>
            <a:pPr marL="457200" lvl="0" indent="0" algn="l" rtl="0">
              <a:lnSpc>
                <a:spcPct val="115000"/>
              </a:lnSpc>
              <a:spcBef>
                <a:spcPts val="1500"/>
              </a:spcBef>
              <a:spcAft>
                <a:spcPts val="0"/>
              </a:spcAft>
              <a:buSzPts val="1100"/>
              <a:buNone/>
            </a:pPr>
            <a:endParaRPr sz="1200">
              <a:solidFill>
                <a:schemeClr val="dk1"/>
              </a:solidFill>
            </a:endParaRPr>
          </a:p>
          <a:p>
            <a:pPr marL="457200" lvl="0" indent="-228600" algn="l" rtl="0">
              <a:lnSpc>
                <a:spcPct val="115000"/>
              </a:lnSpc>
              <a:spcBef>
                <a:spcPts val="1500"/>
              </a:spcBef>
              <a:spcAft>
                <a:spcPts val="0"/>
              </a:spcAft>
              <a:buClr>
                <a:schemeClr val="dk1"/>
              </a:buClr>
              <a:buSzPts val="1200"/>
              <a:buFont typeface="Arial"/>
              <a:buNone/>
            </a:pPr>
            <a:endParaRPr sz="1200">
              <a:solidFill>
                <a:schemeClr val="dk1"/>
              </a:solidFill>
            </a:endParaRPr>
          </a:p>
          <a:p>
            <a:pPr marL="0" lvl="0" indent="0" algn="l" rtl="0">
              <a:lnSpc>
                <a:spcPct val="115000"/>
              </a:lnSpc>
              <a:spcBef>
                <a:spcPts val="1500"/>
              </a:spcBef>
              <a:spcAft>
                <a:spcPts val="0"/>
              </a:spcAft>
              <a:buSzPts val="1100"/>
              <a:buNone/>
            </a:pPr>
            <a:endParaRPr sz="1200">
              <a:solidFill>
                <a:schemeClr val="dk1"/>
              </a:solidFill>
            </a:endParaRPr>
          </a:p>
          <a:p>
            <a:pPr marL="457200" lvl="0" indent="0" algn="l" rtl="0">
              <a:lnSpc>
                <a:spcPct val="115000"/>
              </a:lnSpc>
              <a:spcBef>
                <a:spcPts val="1500"/>
              </a:spcBef>
              <a:spcAft>
                <a:spcPts val="0"/>
              </a:spcAft>
              <a:buSzPts val="1100"/>
              <a:buNone/>
            </a:pPr>
            <a:endParaRPr sz="1200">
              <a:solidFill>
                <a:schemeClr val="dk1"/>
              </a:solidFill>
            </a:endParaRPr>
          </a:p>
          <a:p>
            <a:pPr marL="0" lvl="0" indent="0" algn="l" rtl="0">
              <a:lnSpc>
                <a:spcPct val="115000"/>
              </a:lnSpc>
              <a:spcBef>
                <a:spcPts val="1500"/>
              </a:spcBef>
              <a:spcAft>
                <a:spcPts val="0"/>
              </a:spcAft>
              <a:buSzPts val="1100"/>
              <a:buNone/>
            </a:pPr>
            <a:endParaRPr sz="1200">
              <a:solidFill>
                <a:schemeClr val="dk1"/>
              </a:solidFill>
            </a:endParaRPr>
          </a:p>
          <a:p>
            <a:pPr marL="0" lvl="0" indent="0" algn="l" rtl="0">
              <a:lnSpc>
                <a:spcPct val="115000"/>
              </a:lnSpc>
              <a:spcBef>
                <a:spcPts val="1600"/>
              </a:spcBef>
              <a:spcAft>
                <a:spcPts val="0"/>
              </a:spcAft>
              <a:buSzPts val="1100"/>
              <a:buNone/>
            </a:pPr>
            <a:endParaRPr sz="1200" b="1">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4"/>
        <p:cNvGrpSpPr/>
        <p:nvPr/>
      </p:nvGrpSpPr>
      <p:grpSpPr>
        <a:xfrm>
          <a:off x="0" y="0"/>
          <a:ext cx="0" cy="0"/>
          <a:chOff x="0" y="0"/>
          <a:chExt cx="0" cy="0"/>
        </a:xfrm>
      </p:grpSpPr>
      <p:sp>
        <p:nvSpPr>
          <p:cNvPr id="1035" name="Google Shape;1035;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36" name="Google Shape;1036;p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 sz="1200" b="1">
                <a:solidFill>
                  <a:schemeClr val="dk1"/>
                </a:solidFill>
              </a:rPr>
              <a:t>Notes to the Facilitator:</a:t>
            </a:r>
            <a:endParaRPr sz="1200" b="1">
              <a:solidFill>
                <a:schemeClr val="dk1"/>
              </a:solidFill>
            </a:endParaRPr>
          </a:p>
          <a:p>
            <a:pPr marL="0" lvl="0" indent="0" algn="l" rtl="0">
              <a:lnSpc>
                <a:spcPct val="115000"/>
              </a:lnSpc>
              <a:spcBef>
                <a:spcPts val="0"/>
              </a:spcBef>
              <a:spcAft>
                <a:spcPts val="0"/>
              </a:spcAft>
              <a:buSzPts val="1100"/>
              <a:buNone/>
            </a:pPr>
            <a:r>
              <a:rPr lang="en" sz="1200">
                <a:solidFill>
                  <a:srgbClr val="374151"/>
                </a:solidFill>
              </a:rPr>
              <a:t>Introduce participants to the essential process of pushing changes in Git, highlighting its significance in updating remote repositories with local commits for effective collaboration.</a:t>
            </a:r>
            <a:endParaRPr sz="1200" b="1">
              <a:solidFill>
                <a:schemeClr val="dk1"/>
              </a:solidFill>
            </a:endParaRPr>
          </a:p>
          <a:p>
            <a:pPr marL="0" lvl="0" indent="0" algn="l" rtl="0">
              <a:lnSpc>
                <a:spcPct val="115000"/>
              </a:lnSpc>
              <a:spcBef>
                <a:spcPts val="1600"/>
              </a:spcBef>
              <a:spcAft>
                <a:spcPts val="0"/>
              </a:spcAft>
              <a:buSzPts val="1100"/>
              <a:buNone/>
            </a:pPr>
            <a:r>
              <a:rPr lang="en" sz="1200" b="1">
                <a:solidFill>
                  <a:schemeClr val="dk1"/>
                </a:solidFill>
              </a:rPr>
              <a:t>Notes to the Participants:</a:t>
            </a:r>
            <a:endParaRPr sz="1200" b="1">
              <a:solidFill>
                <a:schemeClr val="dk1"/>
              </a:solidFill>
            </a:endParaRPr>
          </a:p>
          <a:p>
            <a:pPr marL="0" lvl="0" indent="0" algn="l" rtl="0">
              <a:lnSpc>
                <a:spcPct val="115000"/>
              </a:lnSpc>
              <a:spcBef>
                <a:spcPts val="1500"/>
              </a:spcBef>
              <a:spcAft>
                <a:spcPts val="0"/>
              </a:spcAft>
              <a:buClr>
                <a:schemeClr val="dk1"/>
              </a:buClr>
              <a:buSzPts val="1100"/>
              <a:buFont typeface="Arial"/>
              <a:buNone/>
            </a:pPr>
            <a:r>
              <a:rPr lang="en" sz="1200">
                <a:solidFill>
                  <a:srgbClr val="374151"/>
                </a:solidFill>
              </a:rPr>
              <a:t>Pushing in Git refers to the process of sending local commits to a remote repository, updating the remote branch with the latest changes. This operation ensures that changes made locally are shared with the entire development team, facilitating collaboration.</a:t>
            </a:r>
            <a:endParaRPr sz="1200">
              <a:solidFill>
                <a:srgbClr val="374151"/>
              </a:solidFill>
            </a:endParaRPr>
          </a:p>
          <a:p>
            <a:pPr marL="0" lvl="0" indent="0" algn="l" rtl="0">
              <a:lnSpc>
                <a:spcPct val="115000"/>
              </a:lnSpc>
              <a:spcBef>
                <a:spcPts val="1500"/>
              </a:spcBef>
              <a:spcAft>
                <a:spcPts val="0"/>
              </a:spcAft>
              <a:buClr>
                <a:schemeClr val="dk1"/>
              </a:buClr>
              <a:buSzPts val="1100"/>
              <a:buFont typeface="Arial"/>
              <a:buNone/>
            </a:pPr>
            <a:r>
              <a:rPr lang="en" sz="1200">
                <a:solidFill>
                  <a:srgbClr val="374151"/>
                </a:solidFill>
              </a:rPr>
              <a:t>Practical Steps:</a:t>
            </a:r>
            <a:endParaRPr sz="1200">
              <a:solidFill>
                <a:srgbClr val="374151"/>
              </a:solidFill>
            </a:endParaRPr>
          </a:p>
          <a:p>
            <a:pPr marL="457200" lvl="0" indent="-298450" algn="l" rtl="0">
              <a:lnSpc>
                <a:spcPct val="115000"/>
              </a:lnSpc>
              <a:spcBef>
                <a:spcPts val="1500"/>
              </a:spcBef>
              <a:spcAft>
                <a:spcPts val="0"/>
              </a:spcAft>
              <a:buClr>
                <a:srgbClr val="374151"/>
              </a:buClr>
              <a:buSzPts val="1100"/>
              <a:buChar char="●"/>
            </a:pPr>
            <a:r>
              <a:rPr lang="en" sz="1200">
                <a:solidFill>
                  <a:srgbClr val="374151"/>
                </a:solidFill>
              </a:rPr>
              <a:t>Execute </a:t>
            </a:r>
            <a:r>
              <a:rPr lang="en" sz="1050">
                <a:solidFill>
                  <a:srgbClr val="374151"/>
                </a:solidFill>
                <a:latin typeface="Courier New"/>
                <a:ea typeface="Courier New"/>
                <a:cs typeface="Courier New"/>
                <a:sym typeface="Courier New"/>
              </a:rPr>
              <a:t>git push origin master</a:t>
            </a:r>
            <a:r>
              <a:rPr lang="en" sz="1200">
                <a:solidFill>
                  <a:srgbClr val="374151"/>
                </a:solidFill>
              </a:rPr>
              <a:t> to push local commits to the "master" branch of the remote repository named "origin."</a:t>
            </a:r>
            <a:endParaRPr sz="1200">
              <a:solidFill>
                <a:srgbClr val="374151"/>
              </a:solidFill>
            </a:endParaRPr>
          </a:p>
          <a:p>
            <a:pPr marL="457200" lvl="0" indent="-304800" algn="l" rtl="0">
              <a:lnSpc>
                <a:spcPct val="115000"/>
              </a:lnSpc>
              <a:spcBef>
                <a:spcPts val="0"/>
              </a:spcBef>
              <a:spcAft>
                <a:spcPts val="0"/>
              </a:spcAft>
              <a:buClr>
                <a:srgbClr val="374151"/>
              </a:buClr>
              <a:buSzPts val="1200"/>
              <a:buChar char="●"/>
            </a:pPr>
            <a:r>
              <a:rPr lang="en" sz="1200">
                <a:solidFill>
                  <a:srgbClr val="374151"/>
                </a:solidFill>
              </a:rPr>
              <a:t>Git updates the remote branch with the latest changes, making them accessible to other developers.</a:t>
            </a:r>
            <a:endParaRPr sz="1200">
              <a:solidFill>
                <a:srgbClr val="374151"/>
              </a:solidFill>
            </a:endParaRPr>
          </a:p>
          <a:p>
            <a:pPr marL="0" lvl="0" indent="0" algn="l" rtl="0">
              <a:lnSpc>
                <a:spcPct val="115000"/>
              </a:lnSpc>
              <a:spcBef>
                <a:spcPts val="1500"/>
              </a:spcBef>
              <a:spcAft>
                <a:spcPts val="0"/>
              </a:spcAft>
              <a:buClr>
                <a:schemeClr val="dk1"/>
              </a:buClr>
              <a:buSzPts val="1100"/>
              <a:buFont typeface="Arial"/>
              <a:buNone/>
            </a:pPr>
            <a:r>
              <a:rPr lang="en" sz="1200">
                <a:solidFill>
                  <a:srgbClr val="374151"/>
                </a:solidFill>
              </a:rPr>
              <a:t>Pushing changes is a critical step in the Git workflow, enabling seamless collaboration by sharing local contributions with the wider development community.</a:t>
            </a:r>
            <a:endParaRPr sz="1200">
              <a:solidFill>
                <a:srgbClr val="374151"/>
              </a:solidFill>
            </a:endParaRPr>
          </a:p>
          <a:p>
            <a:pPr marL="0" lvl="0" indent="0" algn="l" rtl="0">
              <a:lnSpc>
                <a:spcPct val="175000"/>
              </a:lnSpc>
              <a:spcBef>
                <a:spcPts val="1500"/>
              </a:spcBef>
              <a:spcAft>
                <a:spcPts val="0"/>
              </a:spcAft>
              <a:buClr>
                <a:schemeClr val="dk1"/>
              </a:buClr>
              <a:buSzPts val="1100"/>
              <a:buFont typeface="Arial"/>
              <a:buNone/>
            </a:pPr>
            <a:endParaRPr b="1">
              <a:solidFill>
                <a:schemeClr val="dk1"/>
              </a:solidFill>
            </a:endParaRPr>
          </a:p>
          <a:p>
            <a:pPr marL="0" lvl="0" indent="0" algn="l" rtl="0">
              <a:lnSpc>
                <a:spcPct val="115000"/>
              </a:lnSpc>
              <a:spcBef>
                <a:spcPts val="1500"/>
              </a:spcBef>
              <a:spcAft>
                <a:spcPts val="0"/>
              </a:spcAft>
              <a:buClr>
                <a:schemeClr val="dk1"/>
              </a:buClr>
              <a:buSzPts val="1100"/>
              <a:buFont typeface="Arial"/>
              <a:buNone/>
            </a:pPr>
            <a:endParaRPr sz="1200">
              <a:solidFill>
                <a:srgbClr val="374151"/>
              </a:solidFill>
            </a:endParaRPr>
          </a:p>
          <a:p>
            <a:pPr marL="0" lvl="0" indent="0" algn="l" rtl="0">
              <a:lnSpc>
                <a:spcPct val="115000"/>
              </a:lnSpc>
              <a:spcBef>
                <a:spcPts val="0"/>
              </a:spcBef>
              <a:spcAft>
                <a:spcPts val="0"/>
              </a:spcAft>
              <a:buSzPts val="1100"/>
              <a:buNone/>
            </a:pPr>
            <a:endParaRPr sz="1200">
              <a:solidFill>
                <a:srgbClr val="374151"/>
              </a:solidFill>
            </a:endParaRPr>
          </a:p>
          <a:p>
            <a:pPr marL="0" lvl="0" indent="0" algn="l" rtl="0">
              <a:lnSpc>
                <a:spcPct val="115000"/>
              </a:lnSpc>
              <a:spcBef>
                <a:spcPts val="1500"/>
              </a:spcBef>
              <a:spcAft>
                <a:spcPts val="0"/>
              </a:spcAft>
              <a:buSzPts val="1100"/>
              <a:buNone/>
            </a:pPr>
            <a:endParaRPr sz="1200">
              <a:solidFill>
                <a:srgbClr val="374151"/>
              </a:solidFill>
            </a:endParaRPr>
          </a:p>
          <a:p>
            <a:pPr marL="457200" lvl="0" indent="0" algn="l" rtl="0">
              <a:lnSpc>
                <a:spcPct val="115000"/>
              </a:lnSpc>
              <a:spcBef>
                <a:spcPts val="1500"/>
              </a:spcBef>
              <a:spcAft>
                <a:spcPts val="0"/>
              </a:spcAft>
              <a:buSzPts val="1100"/>
              <a:buNone/>
            </a:pPr>
            <a:endParaRPr sz="1200">
              <a:solidFill>
                <a:srgbClr val="374151"/>
              </a:solidFill>
            </a:endParaRPr>
          </a:p>
          <a:p>
            <a:pPr marL="457200" lvl="0" indent="-228600" algn="l" rtl="0">
              <a:lnSpc>
                <a:spcPct val="115000"/>
              </a:lnSpc>
              <a:spcBef>
                <a:spcPts val="1500"/>
              </a:spcBef>
              <a:spcAft>
                <a:spcPts val="0"/>
              </a:spcAft>
              <a:buClr>
                <a:srgbClr val="374151"/>
              </a:buClr>
              <a:buSzPts val="1200"/>
              <a:buFont typeface="Arial"/>
              <a:buNone/>
            </a:pPr>
            <a:endParaRPr sz="1200">
              <a:solidFill>
                <a:srgbClr val="374151"/>
              </a:solidFill>
            </a:endParaRPr>
          </a:p>
          <a:p>
            <a:pPr marL="0" lvl="0" indent="0" algn="l" rtl="0">
              <a:lnSpc>
                <a:spcPct val="115000"/>
              </a:lnSpc>
              <a:spcBef>
                <a:spcPts val="1500"/>
              </a:spcBef>
              <a:spcAft>
                <a:spcPts val="0"/>
              </a:spcAft>
              <a:buSzPts val="1100"/>
              <a:buNone/>
            </a:pPr>
            <a:endParaRPr sz="1200">
              <a:solidFill>
                <a:srgbClr val="374151"/>
              </a:solidFill>
            </a:endParaRPr>
          </a:p>
          <a:p>
            <a:pPr marL="457200" lvl="0" indent="0" algn="l" rtl="0">
              <a:lnSpc>
                <a:spcPct val="115000"/>
              </a:lnSpc>
              <a:spcBef>
                <a:spcPts val="1500"/>
              </a:spcBef>
              <a:spcAft>
                <a:spcPts val="0"/>
              </a:spcAft>
              <a:buSzPts val="1100"/>
              <a:buNone/>
            </a:pPr>
            <a:endParaRPr sz="1200">
              <a:solidFill>
                <a:srgbClr val="374151"/>
              </a:solidFill>
            </a:endParaRPr>
          </a:p>
          <a:p>
            <a:pPr marL="0" lvl="0" indent="0" algn="l" rtl="0">
              <a:lnSpc>
                <a:spcPct val="115000"/>
              </a:lnSpc>
              <a:spcBef>
                <a:spcPts val="1500"/>
              </a:spcBef>
              <a:spcAft>
                <a:spcPts val="0"/>
              </a:spcAft>
              <a:buSzPts val="1100"/>
              <a:buNone/>
            </a:pPr>
            <a:endParaRPr sz="1200">
              <a:solidFill>
                <a:srgbClr val="374151"/>
              </a:solidFill>
            </a:endParaRPr>
          </a:p>
          <a:p>
            <a:pPr marL="0" lvl="0" indent="0" algn="l" rtl="0">
              <a:lnSpc>
                <a:spcPct val="115000"/>
              </a:lnSpc>
              <a:spcBef>
                <a:spcPts val="1600"/>
              </a:spcBef>
              <a:spcAft>
                <a:spcPts val="0"/>
              </a:spcAft>
              <a:buSzPts val="1100"/>
              <a:buNone/>
            </a:pPr>
            <a:endParaRPr sz="1200" b="1">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7"/>
        <p:cNvGrpSpPr/>
        <p:nvPr/>
      </p:nvGrpSpPr>
      <p:grpSpPr>
        <a:xfrm>
          <a:off x="0" y="0"/>
          <a:ext cx="0" cy="0"/>
          <a:chOff x="0" y="0"/>
          <a:chExt cx="0" cy="0"/>
        </a:xfrm>
      </p:grpSpPr>
      <p:sp>
        <p:nvSpPr>
          <p:cNvPr id="1048" name="Google Shape;1048;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9" name="Google Shape;1049;p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 sz="1200" b="1">
                <a:solidFill>
                  <a:schemeClr val="dk1"/>
                </a:solidFill>
              </a:rPr>
              <a:t>Notes to the Facilitator:</a:t>
            </a:r>
            <a:endParaRPr sz="1200" b="1">
              <a:solidFill>
                <a:schemeClr val="dk1"/>
              </a:solidFill>
            </a:endParaRPr>
          </a:p>
          <a:p>
            <a:pPr marL="0" lvl="0" indent="0" algn="l" rtl="0">
              <a:lnSpc>
                <a:spcPct val="115000"/>
              </a:lnSpc>
              <a:spcBef>
                <a:spcPts val="0"/>
              </a:spcBef>
              <a:spcAft>
                <a:spcPts val="0"/>
              </a:spcAft>
              <a:buSzPts val="1100"/>
              <a:buNone/>
            </a:pPr>
            <a:r>
              <a:rPr lang="en" sz="1200">
                <a:solidFill>
                  <a:srgbClr val="374151"/>
                </a:solidFill>
              </a:rPr>
              <a:t>Navigate participants through the various types of git push operations, emphasizing their distinct applications in version control workflows. </a:t>
            </a:r>
            <a:endParaRPr sz="1200" b="1">
              <a:solidFill>
                <a:schemeClr val="dk1"/>
              </a:solidFill>
            </a:endParaRPr>
          </a:p>
          <a:p>
            <a:pPr marL="0" lvl="0" indent="0" algn="l" rtl="0">
              <a:lnSpc>
                <a:spcPct val="115000"/>
              </a:lnSpc>
              <a:spcBef>
                <a:spcPts val="1600"/>
              </a:spcBef>
              <a:spcAft>
                <a:spcPts val="0"/>
              </a:spcAft>
              <a:buSzPts val="1100"/>
              <a:buNone/>
            </a:pPr>
            <a:r>
              <a:rPr lang="en" sz="1200" b="1">
                <a:solidFill>
                  <a:schemeClr val="dk1"/>
                </a:solidFill>
              </a:rPr>
              <a:t>Notes to the Participants:</a:t>
            </a:r>
            <a:endParaRPr sz="1200" b="1">
              <a:solidFill>
                <a:schemeClr val="dk1"/>
              </a:solidFill>
            </a:endParaRPr>
          </a:p>
          <a:p>
            <a:pPr marL="0" lvl="0" indent="0" algn="l" rtl="0">
              <a:lnSpc>
                <a:spcPct val="115000"/>
              </a:lnSpc>
              <a:spcBef>
                <a:spcPts val="1500"/>
              </a:spcBef>
              <a:spcAft>
                <a:spcPts val="0"/>
              </a:spcAft>
              <a:buClr>
                <a:schemeClr val="dk1"/>
              </a:buClr>
              <a:buSzPts val="1100"/>
              <a:buFont typeface="Arial"/>
              <a:buNone/>
            </a:pPr>
            <a:r>
              <a:rPr lang="en" sz="1200">
                <a:solidFill>
                  <a:srgbClr val="374151"/>
                </a:solidFill>
                <a:latin typeface="Roboto"/>
                <a:ea typeface="Roboto"/>
                <a:cs typeface="Roboto"/>
                <a:sym typeface="Roboto"/>
              </a:rPr>
              <a:t>In Git, pushing changes is a dynamic process that offers different strategies to share local commits with remote repositories. Let's explore the types of git push operations, ranging from regular pushes for routine updates to force pushes for history rewriting, pushing specific branches, and sharing tags. Understanding these options empowers developers to choose the most appropriate push strategy based on project needs and collaboration scenarios.</a:t>
            </a:r>
            <a:endParaRPr sz="1200">
              <a:solidFill>
                <a:srgbClr val="374151"/>
              </a:solidFill>
              <a:latin typeface="Roboto"/>
              <a:ea typeface="Roboto"/>
              <a:cs typeface="Roboto"/>
              <a:sym typeface="Roboto"/>
            </a:endParaRPr>
          </a:p>
          <a:p>
            <a:pPr marL="0" lvl="0" indent="0" algn="l" rtl="0">
              <a:lnSpc>
                <a:spcPct val="115000"/>
              </a:lnSpc>
              <a:spcBef>
                <a:spcPts val="0"/>
              </a:spcBef>
              <a:spcAft>
                <a:spcPts val="0"/>
              </a:spcAft>
              <a:buClr>
                <a:schemeClr val="dk1"/>
              </a:buClr>
              <a:buSzPts val="1100"/>
              <a:buFont typeface="Arial"/>
              <a:buNone/>
            </a:pPr>
            <a:r>
              <a:rPr lang="en" sz="1200" b="1">
                <a:solidFill>
                  <a:srgbClr val="374151"/>
                </a:solidFill>
                <a:latin typeface="Roboto"/>
                <a:ea typeface="Roboto"/>
                <a:cs typeface="Roboto"/>
                <a:sym typeface="Roboto"/>
              </a:rPr>
              <a:t>Types of Git Push:</a:t>
            </a:r>
            <a:endParaRPr sz="1200" b="1">
              <a:solidFill>
                <a:srgbClr val="374151"/>
              </a:solidFill>
              <a:latin typeface="Roboto"/>
              <a:ea typeface="Roboto"/>
              <a:cs typeface="Roboto"/>
              <a:sym typeface="Roboto"/>
            </a:endParaRPr>
          </a:p>
          <a:p>
            <a:pPr marL="457200" lvl="0" indent="-298450" algn="l" rtl="0">
              <a:lnSpc>
                <a:spcPct val="115000"/>
              </a:lnSpc>
              <a:spcBef>
                <a:spcPts val="1500"/>
              </a:spcBef>
              <a:spcAft>
                <a:spcPts val="0"/>
              </a:spcAft>
              <a:buClr>
                <a:srgbClr val="374151"/>
              </a:buClr>
              <a:buSzPts val="1100"/>
              <a:buChar char="●"/>
            </a:pPr>
            <a:r>
              <a:rPr lang="en" sz="1200">
                <a:solidFill>
                  <a:srgbClr val="374151"/>
                </a:solidFill>
              </a:rPr>
              <a:t>Regular Push: Exe</a:t>
            </a:r>
            <a:r>
              <a:rPr lang="en" sz="1200">
                <a:solidFill>
                  <a:srgbClr val="374151"/>
                </a:solidFill>
                <a:latin typeface="Roboto"/>
                <a:ea typeface="Roboto"/>
                <a:cs typeface="Roboto"/>
                <a:sym typeface="Roboto"/>
              </a:rPr>
              <a:t>cuted using the </a:t>
            </a:r>
            <a:r>
              <a:rPr lang="en" sz="1050">
                <a:solidFill>
                  <a:srgbClr val="374151"/>
                </a:solidFill>
                <a:latin typeface="Courier New"/>
                <a:ea typeface="Courier New"/>
                <a:cs typeface="Courier New"/>
                <a:sym typeface="Courier New"/>
              </a:rPr>
              <a:t>git push</a:t>
            </a:r>
            <a:r>
              <a:rPr lang="en" sz="1200">
                <a:solidFill>
                  <a:srgbClr val="374151"/>
                </a:solidFill>
                <a:latin typeface="Roboto"/>
                <a:ea typeface="Roboto"/>
                <a:cs typeface="Roboto"/>
                <a:sym typeface="Roboto"/>
              </a:rPr>
              <a:t> command, a regular push sends all local commits to the corresponding remote branch, updating the remote repository with the latest changes.</a:t>
            </a:r>
            <a:endParaRPr sz="1200">
              <a:solidFill>
                <a:srgbClr val="374151"/>
              </a:solidFill>
              <a:latin typeface="Roboto"/>
              <a:ea typeface="Roboto"/>
              <a:cs typeface="Roboto"/>
              <a:sym typeface="Roboto"/>
            </a:endParaRPr>
          </a:p>
          <a:p>
            <a:pPr marL="457200" lvl="0" indent="-298450" algn="l" rtl="0">
              <a:lnSpc>
                <a:spcPct val="115000"/>
              </a:lnSpc>
              <a:spcBef>
                <a:spcPts val="0"/>
              </a:spcBef>
              <a:spcAft>
                <a:spcPts val="0"/>
              </a:spcAft>
              <a:buClr>
                <a:srgbClr val="374151"/>
              </a:buClr>
              <a:buSzPts val="1100"/>
              <a:buChar char="●"/>
            </a:pPr>
            <a:r>
              <a:rPr lang="en" sz="1200">
                <a:solidFill>
                  <a:srgbClr val="374151"/>
                </a:solidFill>
                <a:latin typeface="Roboto"/>
                <a:ea typeface="Roboto"/>
                <a:cs typeface="Roboto"/>
                <a:sym typeface="Roboto"/>
              </a:rPr>
              <a:t>Force Push: Utilizes the </a:t>
            </a:r>
            <a:r>
              <a:rPr lang="en" sz="1050">
                <a:solidFill>
                  <a:srgbClr val="374151"/>
                </a:solidFill>
                <a:latin typeface="Courier New"/>
                <a:ea typeface="Courier New"/>
                <a:cs typeface="Courier New"/>
                <a:sym typeface="Courier New"/>
              </a:rPr>
              <a:t>git push --force</a:t>
            </a:r>
            <a:r>
              <a:rPr lang="en" sz="1200">
                <a:solidFill>
                  <a:srgbClr val="374151"/>
                </a:solidFill>
                <a:latin typeface="Roboto"/>
                <a:ea typeface="Roboto"/>
                <a:cs typeface="Roboto"/>
                <a:sym typeface="Roboto"/>
              </a:rPr>
              <a:t> command to overwrite the remote branch with local commits forcefully. This can be useful in scenarios where history needs to be rewritten, but caution is advised due to its potential impact on collaborators.</a:t>
            </a:r>
            <a:endParaRPr sz="1200">
              <a:solidFill>
                <a:srgbClr val="374151"/>
              </a:solidFill>
              <a:latin typeface="Roboto"/>
              <a:ea typeface="Roboto"/>
              <a:cs typeface="Roboto"/>
              <a:sym typeface="Roboto"/>
            </a:endParaRPr>
          </a:p>
          <a:p>
            <a:pPr marL="457200" lvl="0" indent="-298450" algn="l" rtl="0">
              <a:lnSpc>
                <a:spcPct val="115000"/>
              </a:lnSpc>
              <a:spcBef>
                <a:spcPts val="0"/>
              </a:spcBef>
              <a:spcAft>
                <a:spcPts val="0"/>
              </a:spcAft>
              <a:buClr>
                <a:srgbClr val="374151"/>
              </a:buClr>
              <a:buSzPts val="1100"/>
              <a:buChar char="●"/>
            </a:pPr>
            <a:r>
              <a:rPr lang="en" sz="1200">
                <a:solidFill>
                  <a:srgbClr val="374151"/>
                </a:solidFill>
                <a:latin typeface="Roboto"/>
                <a:ea typeface="Roboto"/>
                <a:cs typeface="Roboto"/>
                <a:sym typeface="Roboto"/>
              </a:rPr>
              <a:t>Pushing Specific Branch: Involves specifying the branch during push, such as </a:t>
            </a:r>
            <a:r>
              <a:rPr lang="en" sz="1050">
                <a:solidFill>
                  <a:srgbClr val="374151"/>
                </a:solidFill>
                <a:latin typeface="Courier New"/>
                <a:ea typeface="Courier New"/>
                <a:cs typeface="Courier New"/>
                <a:sym typeface="Courier New"/>
              </a:rPr>
              <a:t>git push origin feature-branch</a:t>
            </a:r>
            <a:r>
              <a:rPr lang="en" sz="1200">
                <a:solidFill>
                  <a:srgbClr val="374151"/>
                </a:solidFill>
                <a:latin typeface="Roboto"/>
                <a:ea typeface="Roboto"/>
                <a:cs typeface="Roboto"/>
                <a:sym typeface="Roboto"/>
              </a:rPr>
              <a:t>, to update a specific remote branch with the local commits from the corresponding feature branch.</a:t>
            </a:r>
            <a:endParaRPr sz="1200">
              <a:solidFill>
                <a:srgbClr val="374151"/>
              </a:solidFill>
              <a:latin typeface="Roboto"/>
              <a:ea typeface="Roboto"/>
              <a:cs typeface="Roboto"/>
              <a:sym typeface="Roboto"/>
            </a:endParaRPr>
          </a:p>
          <a:p>
            <a:pPr marL="457200" lvl="0" indent="-298450" algn="l" rtl="0">
              <a:lnSpc>
                <a:spcPct val="115000"/>
              </a:lnSpc>
              <a:spcBef>
                <a:spcPts val="0"/>
              </a:spcBef>
              <a:spcAft>
                <a:spcPts val="0"/>
              </a:spcAft>
              <a:buClr>
                <a:srgbClr val="374151"/>
              </a:buClr>
              <a:buSzPts val="1100"/>
              <a:buChar char="●"/>
            </a:pPr>
            <a:r>
              <a:rPr lang="en" sz="1200">
                <a:solidFill>
                  <a:srgbClr val="374151"/>
                </a:solidFill>
                <a:latin typeface="Roboto"/>
                <a:ea typeface="Roboto"/>
                <a:cs typeface="Roboto"/>
                <a:sym typeface="Roboto"/>
              </a:rPr>
              <a:t>Push Tags: Pushing tags is accomplished with the </a:t>
            </a:r>
            <a:r>
              <a:rPr lang="en" sz="1050">
                <a:solidFill>
                  <a:srgbClr val="374151"/>
                </a:solidFill>
                <a:latin typeface="Courier New"/>
                <a:ea typeface="Courier New"/>
                <a:cs typeface="Courier New"/>
                <a:sym typeface="Courier New"/>
              </a:rPr>
              <a:t>git push origin tag-name</a:t>
            </a:r>
            <a:r>
              <a:rPr lang="en" sz="1200">
                <a:solidFill>
                  <a:srgbClr val="374151"/>
                </a:solidFill>
                <a:latin typeface="Roboto"/>
                <a:ea typeface="Roboto"/>
                <a:cs typeface="Roboto"/>
                <a:sym typeface="Roboto"/>
              </a:rPr>
              <a:t> command, allowing the sharing of annotated tags or lightweight tags with the remote repository.</a:t>
            </a:r>
            <a:endParaRPr sz="1200">
              <a:solidFill>
                <a:srgbClr val="374151"/>
              </a:solidFill>
              <a:latin typeface="Roboto"/>
              <a:ea typeface="Roboto"/>
              <a:cs typeface="Roboto"/>
              <a:sym typeface="Roboto"/>
            </a:endParaRPr>
          </a:p>
          <a:p>
            <a:pPr marL="0" lvl="0" indent="0" algn="l" rtl="0">
              <a:lnSpc>
                <a:spcPct val="115000"/>
              </a:lnSpc>
              <a:spcBef>
                <a:spcPts val="1500"/>
              </a:spcBef>
              <a:spcAft>
                <a:spcPts val="0"/>
              </a:spcAft>
              <a:buClr>
                <a:schemeClr val="dk1"/>
              </a:buClr>
              <a:buSzPts val="1100"/>
              <a:buFont typeface="Arial"/>
              <a:buNone/>
            </a:pPr>
            <a:r>
              <a:rPr lang="en" sz="1200">
                <a:solidFill>
                  <a:srgbClr val="374151"/>
                </a:solidFill>
                <a:latin typeface="Roboto"/>
                <a:ea typeface="Roboto"/>
                <a:cs typeface="Roboto"/>
                <a:sym typeface="Roboto"/>
              </a:rPr>
              <a:t>Understanding these types of git push operations provides developers with flexibility in sharing their contributions and managing the version history based on project requirements and collaboration preferences.</a:t>
            </a:r>
            <a:endParaRPr sz="1200">
              <a:solidFill>
                <a:srgbClr val="374151"/>
              </a:solidFill>
              <a:latin typeface="Roboto"/>
              <a:ea typeface="Roboto"/>
              <a:cs typeface="Roboto"/>
              <a:sym typeface="Roboto"/>
            </a:endParaRPr>
          </a:p>
          <a:p>
            <a:pPr marL="0" lvl="0" indent="0" algn="l" rtl="0">
              <a:lnSpc>
                <a:spcPct val="115000"/>
              </a:lnSpc>
              <a:spcBef>
                <a:spcPts val="1500"/>
              </a:spcBef>
              <a:spcAft>
                <a:spcPts val="0"/>
              </a:spcAft>
              <a:buClr>
                <a:schemeClr val="dk1"/>
              </a:buClr>
              <a:buSzPts val="1100"/>
              <a:buFont typeface="Arial"/>
              <a:buNone/>
            </a:pPr>
            <a:endParaRPr sz="1200">
              <a:solidFill>
                <a:srgbClr val="374151"/>
              </a:solidFill>
              <a:latin typeface="Roboto"/>
              <a:ea typeface="Roboto"/>
              <a:cs typeface="Roboto"/>
              <a:sym typeface="Roboto"/>
            </a:endParaRPr>
          </a:p>
          <a:p>
            <a:pPr marL="0" lvl="0" indent="0" algn="l" rtl="0">
              <a:lnSpc>
                <a:spcPct val="115000"/>
              </a:lnSpc>
              <a:spcBef>
                <a:spcPts val="0"/>
              </a:spcBef>
              <a:spcAft>
                <a:spcPts val="0"/>
              </a:spcAft>
              <a:buSzPts val="1100"/>
              <a:buNone/>
            </a:pPr>
            <a:endParaRPr sz="1200">
              <a:solidFill>
                <a:srgbClr val="374151"/>
              </a:solidFill>
            </a:endParaRPr>
          </a:p>
          <a:p>
            <a:pPr marL="0" lvl="0" indent="0" algn="l" rtl="0">
              <a:lnSpc>
                <a:spcPct val="115000"/>
              </a:lnSpc>
              <a:spcBef>
                <a:spcPts val="1500"/>
              </a:spcBef>
              <a:spcAft>
                <a:spcPts val="0"/>
              </a:spcAft>
              <a:buSzPts val="1100"/>
              <a:buNone/>
            </a:pPr>
            <a:endParaRPr sz="1200">
              <a:solidFill>
                <a:srgbClr val="374151"/>
              </a:solidFill>
            </a:endParaRPr>
          </a:p>
          <a:p>
            <a:pPr marL="457200" lvl="0" indent="0" algn="l" rtl="0">
              <a:lnSpc>
                <a:spcPct val="115000"/>
              </a:lnSpc>
              <a:spcBef>
                <a:spcPts val="1500"/>
              </a:spcBef>
              <a:spcAft>
                <a:spcPts val="0"/>
              </a:spcAft>
              <a:buSzPts val="1100"/>
              <a:buNone/>
            </a:pPr>
            <a:endParaRPr sz="1200">
              <a:solidFill>
                <a:srgbClr val="374151"/>
              </a:solidFill>
            </a:endParaRPr>
          </a:p>
          <a:p>
            <a:pPr marL="457200" lvl="0" indent="-228600" algn="l" rtl="0">
              <a:lnSpc>
                <a:spcPct val="115000"/>
              </a:lnSpc>
              <a:spcBef>
                <a:spcPts val="1500"/>
              </a:spcBef>
              <a:spcAft>
                <a:spcPts val="0"/>
              </a:spcAft>
              <a:buClr>
                <a:srgbClr val="374151"/>
              </a:buClr>
              <a:buSzPts val="1200"/>
              <a:buFont typeface="Arial"/>
              <a:buNone/>
            </a:pPr>
            <a:endParaRPr sz="1200">
              <a:solidFill>
                <a:srgbClr val="374151"/>
              </a:solidFill>
            </a:endParaRPr>
          </a:p>
          <a:p>
            <a:pPr marL="0" lvl="0" indent="0" algn="l" rtl="0">
              <a:lnSpc>
                <a:spcPct val="115000"/>
              </a:lnSpc>
              <a:spcBef>
                <a:spcPts val="1500"/>
              </a:spcBef>
              <a:spcAft>
                <a:spcPts val="0"/>
              </a:spcAft>
              <a:buSzPts val="1100"/>
              <a:buNone/>
            </a:pPr>
            <a:endParaRPr sz="1200">
              <a:solidFill>
                <a:srgbClr val="374151"/>
              </a:solidFill>
            </a:endParaRPr>
          </a:p>
          <a:p>
            <a:pPr marL="457200" lvl="0" indent="0" algn="l" rtl="0">
              <a:lnSpc>
                <a:spcPct val="115000"/>
              </a:lnSpc>
              <a:spcBef>
                <a:spcPts val="1500"/>
              </a:spcBef>
              <a:spcAft>
                <a:spcPts val="0"/>
              </a:spcAft>
              <a:buSzPts val="1100"/>
              <a:buNone/>
            </a:pPr>
            <a:endParaRPr sz="1200">
              <a:solidFill>
                <a:srgbClr val="374151"/>
              </a:solidFill>
            </a:endParaRPr>
          </a:p>
          <a:p>
            <a:pPr marL="0" lvl="0" indent="0" algn="l" rtl="0">
              <a:lnSpc>
                <a:spcPct val="115000"/>
              </a:lnSpc>
              <a:spcBef>
                <a:spcPts val="1500"/>
              </a:spcBef>
              <a:spcAft>
                <a:spcPts val="0"/>
              </a:spcAft>
              <a:buSzPts val="1100"/>
              <a:buNone/>
            </a:pPr>
            <a:endParaRPr sz="1200">
              <a:solidFill>
                <a:srgbClr val="374151"/>
              </a:solidFill>
            </a:endParaRPr>
          </a:p>
          <a:p>
            <a:pPr marL="0" lvl="0" indent="0" algn="l" rtl="0">
              <a:lnSpc>
                <a:spcPct val="115000"/>
              </a:lnSpc>
              <a:spcBef>
                <a:spcPts val="1600"/>
              </a:spcBef>
              <a:spcAft>
                <a:spcPts val="0"/>
              </a:spcAft>
              <a:buSzPts val="1100"/>
              <a:buNone/>
            </a:pPr>
            <a:endParaRPr sz="1200" b="1">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1"/>
        <p:cNvGrpSpPr/>
        <p:nvPr/>
      </p:nvGrpSpPr>
      <p:grpSpPr>
        <a:xfrm>
          <a:off x="0" y="0"/>
          <a:ext cx="0" cy="0"/>
          <a:chOff x="0" y="0"/>
          <a:chExt cx="0" cy="0"/>
        </a:xfrm>
      </p:grpSpPr>
      <p:sp>
        <p:nvSpPr>
          <p:cNvPr id="1072" name="Google Shape;1072;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73" name="Google Shape;1073;p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 sz="1200" b="1">
                <a:solidFill>
                  <a:schemeClr val="dk1"/>
                </a:solidFill>
              </a:rPr>
              <a:t>Notes to the Facilitator:</a:t>
            </a:r>
            <a:endParaRPr sz="1200" b="1">
              <a:solidFill>
                <a:schemeClr val="dk1"/>
              </a:solidFill>
            </a:endParaRPr>
          </a:p>
          <a:p>
            <a:pPr marL="0" lvl="0" indent="0" algn="l" rtl="0">
              <a:lnSpc>
                <a:spcPct val="115000"/>
              </a:lnSpc>
              <a:spcBef>
                <a:spcPts val="0"/>
              </a:spcBef>
              <a:spcAft>
                <a:spcPts val="0"/>
              </a:spcAft>
              <a:buSzPts val="1100"/>
              <a:buNone/>
            </a:pPr>
            <a:r>
              <a:rPr lang="en" sz="1200">
                <a:solidFill>
                  <a:srgbClr val="374151"/>
                </a:solidFill>
              </a:rPr>
              <a:t>Guide participants through the benefits and considerations of Git push, emphasizing its role in collaborative development and version control </a:t>
            </a:r>
            <a:endParaRPr sz="1200" b="1">
              <a:solidFill>
                <a:schemeClr val="dk1"/>
              </a:solidFill>
            </a:endParaRPr>
          </a:p>
          <a:p>
            <a:pPr marL="0" lvl="0" indent="0" algn="l" rtl="0">
              <a:lnSpc>
                <a:spcPct val="115000"/>
              </a:lnSpc>
              <a:spcBef>
                <a:spcPts val="1600"/>
              </a:spcBef>
              <a:spcAft>
                <a:spcPts val="0"/>
              </a:spcAft>
              <a:buSzPts val="1100"/>
              <a:buNone/>
            </a:pPr>
            <a:r>
              <a:rPr lang="en" sz="1200" b="1">
                <a:solidFill>
                  <a:schemeClr val="dk1"/>
                </a:solidFill>
              </a:rPr>
              <a:t>Notes to the Participants:</a:t>
            </a:r>
            <a:endParaRPr sz="12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a:solidFill>
                  <a:srgbClr val="374151"/>
                </a:solidFill>
              </a:rPr>
              <a:t>Git push is a fundamental operation in version control, allowing developers to share local commits with remote repositories. Let's delve into the benefits and considerations associated with git push, exploring its role in collaborative development and code sharing.</a:t>
            </a:r>
            <a:endParaRPr sz="1200">
              <a:solidFill>
                <a:srgbClr val="374151"/>
              </a:solidFill>
            </a:endParaRPr>
          </a:p>
          <a:p>
            <a:pPr marL="0" lvl="0" indent="0" algn="l" rtl="0">
              <a:lnSpc>
                <a:spcPct val="115000"/>
              </a:lnSpc>
              <a:spcBef>
                <a:spcPts val="1500"/>
              </a:spcBef>
              <a:spcAft>
                <a:spcPts val="0"/>
              </a:spcAft>
              <a:buClr>
                <a:schemeClr val="dk1"/>
              </a:buClr>
              <a:buSzPts val="1100"/>
              <a:buFont typeface="Arial"/>
              <a:buNone/>
            </a:pPr>
            <a:r>
              <a:rPr lang="en" sz="1200">
                <a:solidFill>
                  <a:srgbClr val="374151"/>
                </a:solidFill>
              </a:rPr>
              <a:t>Benefits of Git Push:</a:t>
            </a:r>
            <a:endParaRPr sz="1200">
              <a:solidFill>
                <a:srgbClr val="374151"/>
              </a:solidFill>
            </a:endParaRPr>
          </a:p>
          <a:p>
            <a:pPr marL="457200" lvl="0" indent="-304800" algn="l" rtl="0">
              <a:lnSpc>
                <a:spcPct val="115000"/>
              </a:lnSpc>
              <a:spcBef>
                <a:spcPts val="1500"/>
              </a:spcBef>
              <a:spcAft>
                <a:spcPts val="0"/>
              </a:spcAft>
              <a:buClr>
                <a:srgbClr val="374151"/>
              </a:buClr>
              <a:buSzPts val="1200"/>
              <a:buChar char="●"/>
            </a:pPr>
            <a:r>
              <a:rPr lang="en" sz="1200">
                <a:solidFill>
                  <a:srgbClr val="374151"/>
                </a:solidFill>
              </a:rPr>
              <a:t>Collaborative Development:Git push facilitates seamless collaboration by enabling developers to share their local commits with the entire team, ensuring everyone has access to the latest changes.</a:t>
            </a:r>
            <a:endParaRPr sz="1200">
              <a:solidFill>
                <a:srgbClr val="374151"/>
              </a:solidFill>
            </a:endParaRPr>
          </a:p>
          <a:p>
            <a:pPr marL="457200" lvl="0" indent="-304800" algn="l" rtl="0">
              <a:lnSpc>
                <a:spcPct val="115000"/>
              </a:lnSpc>
              <a:spcBef>
                <a:spcPts val="0"/>
              </a:spcBef>
              <a:spcAft>
                <a:spcPts val="0"/>
              </a:spcAft>
              <a:buClr>
                <a:srgbClr val="374151"/>
              </a:buClr>
              <a:buSzPts val="1200"/>
              <a:buChar char="●"/>
            </a:pPr>
            <a:r>
              <a:rPr lang="en" sz="1200">
                <a:solidFill>
                  <a:srgbClr val="374151"/>
                </a:solidFill>
              </a:rPr>
              <a:t>Version Control:Pushing changes contributes to maintaining version control integrity, as it updates the remote repository with the latest commits, preserving a comprehensive and accurate project history.</a:t>
            </a:r>
            <a:endParaRPr sz="1200">
              <a:solidFill>
                <a:srgbClr val="374151"/>
              </a:solidFill>
            </a:endParaRPr>
          </a:p>
          <a:p>
            <a:pPr marL="457200" lvl="0" indent="-304800" algn="l" rtl="0">
              <a:lnSpc>
                <a:spcPct val="115000"/>
              </a:lnSpc>
              <a:spcBef>
                <a:spcPts val="0"/>
              </a:spcBef>
              <a:spcAft>
                <a:spcPts val="0"/>
              </a:spcAft>
              <a:buClr>
                <a:srgbClr val="374151"/>
              </a:buClr>
              <a:buSzPts val="1200"/>
              <a:buChar char="●"/>
            </a:pPr>
            <a:r>
              <a:rPr lang="en" sz="1200">
                <a:solidFill>
                  <a:srgbClr val="374151"/>
                </a:solidFill>
              </a:rPr>
              <a:t>Synchronization:Push operations synchronize local and remote branches, keeping the entire development team on the same page and preventing divergence in the codebase.</a:t>
            </a:r>
            <a:endParaRPr sz="1200">
              <a:solidFill>
                <a:srgbClr val="374151"/>
              </a:solidFill>
            </a:endParaRPr>
          </a:p>
          <a:p>
            <a:pPr marL="0" lvl="0" indent="0" algn="l" rtl="0">
              <a:lnSpc>
                <a:spcPct val="115000"/>
              </a:lnSpc>
              <a:spcBef>
                <a:spcPts val="1500"/>
              </a:spcBef>
              <a:spcAft>
                <a:spcPts val="0"/>
              </a:spcAft>
              <a:buClr>
                <a:schemeClr val="dk1"/>
              </a:buClr>
              <a:buSzPts val="1100"/>
              <a:buFont typeface="Arial"/>
              <a:buNone/>
            </a:pPr>
            <a:r>
              <a:rPr lang="en" sz="1200">
                <a:solidFill>
                  <a:srgbClr val="374151"/>
                </a:solidFill>
              </a:rPr>
              <a:t>Considerations:</a:t>
            </a:r>
            <a:endParaRPr sz="1200">
              <a:solidFill>
                <a:srgbClr val="374151"/>
              </a:solidFill>
            </a:endParaRPr>
          </a:p>
          <a:p>
            <a:pPr marL="457200" lvl="0" indent="-304800" algn="l" rtl="0">
              <a:lnSpc>
                <a:spcPct val="115000"/>
              </a:lnSpc>
              <a:spcBef>
                <a:spcPts val="1500"/>
              </a:spcBef>
              <a:spcAft>
                <a:spcPts val="0"/>
              </a:spcAft>
              <a:buClr>
                <a:srgbClr val="374151"/>
              </a:buClr>
              <a:buSzPts val="1200"/>
              <a:buChar char="●"/>
            </a:pPr>
            <a:r>
              <a:rPr lang="en" sz="1200">
                <a:solidFill>
                  <a:srgbClr val="374151"/>
                </a:solidFill>
              </a:rPr>
              <a:t>Caution with Force Push:While force push allows overwriting the remote branch, it should be used cautiously to avoid unintended consequences and potential conflicts with collaborators' work.</a:t>
            </a:r>
            <a:endParaRPr sz="1200">
              <a:solidFill>
                <a:srgbClr val="374151"/>
              </a:solidFill>
            </a:endParaRPr>
          </a:p>
          <a:p>
            <a:pPr marL="457200" lvl="0" indent="-304800" algn="l" rtl="0">
              <a:lnSpc>
                <a:spcPct val="115000"/>
              </a:lnSpc>
              <a:spcBef>
                <a:spcPts val="0"/>
              </a:spcBef>
              <a:spcAft>
                <a:spcPts val="0"/>
              </a:spcAft>
              <a:buClr>
                <a:srgbClr val="374151"/>
              </a:buClr>
              <a:buSzPts val="1200"/>
              <a:buChar char="●"/>
            </a:pPr>
            <a:r>
              <a:rPr lang="en" sz="1200">
                <a:solidFill>
                  <a:srgbClr val="374151"/>
                </a:solidFill>
              </a:rPr>
              <a:t>Impact on Collaborators: Developers should be mindful of the impact on collaborators when pushing changes, ensuring effective communication and awareness of ongoing development activities.</a:t>
            </a:r>
            <a:endParaRPr sz="1200">
              <a:solidFill>
                <a:srgbClr val="374151"/>
              </a:solidFill>
            </a:endParaRPr>
          </a:p>
          <a:p>
            <a:pPr marL="457200" lvl="0" indent="-304800" algn="l" rtl="0">
              <a:lnSpc>
                <a:spcPct val="115000"/>
              </a:lnSpc>
              <a:spcBef>
                <a:spcPts val="0"/>
              </a:spcBef>
              <a:spcAft>
                <a:spcPts val="0"/>
              </a:spcAft>
              <a:buClr>
                <a:srgbClr val="374151"/>
              </a:buClr>
              <a:buSzPts val="1200"/>
              <a:buChar char="●"/>
            </a:pPr>
            <a:r>
              <a:rPr lang="en" sz="1200">
                <a:solidFill>
                  <a:srgbClr val="374151"/>
                </a:solidFill>
              </a:rPr>
              <a:t>Conflict Resolution: Pushing changes may result in conflicts with remote commits. Consideration should be given to resolving conflicts promptly to maintain a smooth development process.</a:t>
            </a:r>
            <a:endParaRPr sz="1200">
              <a:solidFill>
                <a:srgbClr val="374151"/>
              </a:solidFill>
            </a:endParaRPr>
          </a:p>
          <a:p>
            <a:pPr marL="0" lvl="0" indent="0" algn="l" rtl="0">
              <a:lnSpc>
                <a:spcPct val="115000"/>
              </a:lnSpc>
              <a:spcBef>
                <a:spcPts val="1500"/>
              </a:spcBef>
              <a:spcAft>
                <a:spcPts val="0"/>
              </a:spcAft>
              <a:buClr>
                <a:schemeClr val="dk1"/>
              </a:buClr>
              <a:buSzPts val="1100"/>
              <a:buFont typeface="Arial"/>
              <a:buNone/>
            </a:pPr>
            <a:r>
              <a:rPr lang="en" sz="1200">
                <a:solidFill>
                  <a:srgbClr val="374151"/>
                </a:solidFill>
              </a:rPr>
              <a:t>Understanding the benefits and considerations of git push empowers developers to utilize this operation strategically, fostering effective collaboration and maintaining a robust version control system.</a:t>
            </a:r>
            <a:endParaRPr sz="1200">
              <a:solidFill>
                <a:srgbClr val="374151"/>
              </a:solidFill>
            </a:endParaRPr>
          </a:p>
          <a:p>
            <a:pPr marL="0" lvl="0" indent="0" algn="l" rtl="0">
              <a:lnSpc>
                <a:spcPct val="115000"/>
              </a:lnSpc>
              <a:spcBef>
                <a:spcPts val="1500"/>
              </a:spcBef>
              <a:spcAft>
                <a:spcPts val="0"/>
              </a:spcAft>
              <a:buClr>
                <a:schemeClr val="dk1"/>
              </a:buClr>
              <a:buSzPts val="1100"/>
              <a:buFont typeface="Arial"/>
              <a:buNone/>
            </a:pPr>
            <a:endParaRPr sz="1200">
              <a:solidFill>
                <a:srgbClr val="374151"/>
              </a:solidFill>
            </a:endParaRPr>
          </a:p>
          <a:p>
            <a:pPr marL="0" lvl="0" indent="0" algn="l" rtl="0">
              <a:lnSpc>
                <a:spcPct val="171429"/>
              </a:lnSpc>
              <a:spcBef>
                <a:spcPts val="1500"/>
              </a:spcBef>
              <a:spcAft>
                <a:spcPts val="0"/>
              </a:spcAft>
              <a:buSzPts val="1100"/>
              <a:buNone/>
            </a:pPr>
            <a:endParaRPr sz="1200">
              <a:solidFill>
                <a:srgbClr val="374151"/>
              </a:solidFill>
            </a:endParaRPr>
          </a:p>
          <a:p>
            <a:pPr marL="0" lvl="0" indent="0" algn="l" rtl="0">
              <a:lnSpc>
                <a:spcPct val="115000"/>
              </a:lnSpc>
              <a:spcBef>
                <a:spcPts val="1500"/>
              </a:spcBef>
              <a:spcAft>
                <a:spcPts val="0"/>
              </a:spcAft>
              <a:buSzPts val="1100"/>
              <a:buNone/>
            </a:pPr>
            <a:endParaRPr sz="1200">
              <a:solidFill>
                <a:srgbClr val="374151"/>
              </a:solidFill>
            </a:endParaRPr>
          </a:p>
          <a:p>
            <a:pPr marL="0" lvl="0" indent="0" algn="l" rtl="0">
              <a:lnSpc>
                <a:spcPct val="115000"/>
              </a:lnSpc>
              <a:spcBef>
                <a:spcPts val="0"/>
              </a:spcBef>
              <a:spcAft>
                <a:spcPts val="0"/>
              </a:spcAft>
              <a:buSzPts val="1100"/>
              <a:buNone/>
            </a:pPr>
            <a:endParaRPr sz="1200">
              <a:solidFill>
                <a:srgbClr val="374151"/>
              </a:solidFill>
            </a:endParaRPr>
          </a:p>
          <a:p>
            <a:pPr marL="0" lvl="0" indent="0" algn="l" rtl="0">
              <a:lnSpc>
                <a:spcPct val="115000"/>
              </a:lnSpc>
              <a:spcBef>
                <a:spcPts val="1500"/>
              </a:spcBef>
              <a:spcAft>
                <a:spcPts val="0"/>
              </a:spcAft>
              <a:buSzPts val="1100"/>
              <a:buNone/>
            </a:pPr>
            <a:endParaRPr sz="1200">
              <a:solidFill>
                <a:srgbClr val="374151"/>
              </a:solidFill>
            </a:endParaRPr>
          </a:p>
          <a:p>
            <a:pPr marL="457200" lvl="0" indent="0" algn="l" rtl="0">
              <a:lnSpc>
                <a:spcPct val="115000"/>
              </a:lnSpc>
              <a:spcBef>
                <a:spcPts val="1500"/>
              </a:spcBef>
              <a:spcAft>
                <a:spcPts val="0"/>
              </a:spcAft>
              <a:buSzPts val="1100"/>
              <a:buNone/>
            </a:pPr>
            <a:endParaRPr sz="1200">
              <a:solidFill>
                <a:srgbClr val="374151"/>
              </a:solidFill>
            </a:endParaRPr>
          </a:p>
          <a:p>
            <a:pPr marL="457200" lvl="0" indent="-228600" algn="l" rtl="0">
              <a:lnSpc>
                <a:spcPct val="115000"/>
              </a:lnSpc>
              <a:spcBef>
                <a:spcPts val="1500"/>
              </a:spcBef>
              <a:spcAft>
                <a:spcPts val="0"/>
              </a:spcAft>
              <a:buClr>
                <a:srgbClr val="374151"/>
              </a:buClr>
              <a:buSzPts val="1200"/>
              <a:buFont typeface="Arial"/>
              <a:buNone/>
            </a:pPr>
            <a:endParaRPr sz="1200">
              <a:solidFill>
                <a:srgbClr val="374151"/>
              </a:solidFill>
            </a:endParaRPr>
          </a:p>
          <a:p>
            <a:pPr marL="0" lvl="0" indent="0" algn="l" rtl="0">
              <a:lnSpc>
                <a:spcPct val="115000"/>
              </a:lnSpc>
              <a:spcBef>
                <a:spcPts val="1500"/>
              </a:spcBef>
              <a:spcAft>
                <a:spcPts val="0"/>
              </a:spcAft>
              <a:buSzPts val="1100"/>
              <a:buNone/>
            </a:pPr>
            <a:endParaRPr sz="1200">
              <a:solidFill>
                <a:srgbClr val="374151"/>
              </a:solidFill>
            </a:endParaRPr>
          </a:p>
          <a:p>
            <a:pPr marL="457200" lvl="0" indent="0" algn="l" rtl="0">
              <a:lnSpc>
                <a:spcPct val="115000"/>
              </a:lnSpc>
              <a:spcBef>
                <a:spcPts val="1500"/>
              </a:spcBef>
              <a:spcAft>
                <a:spcPts val="0"/>
              </a:spcAft>
              <a:buSzPts val="1100"/>
              <a:buNone/>
            </a:pPr>
            <a:endParaRPr sz="1200">
              <a:solidFill>
                <a:srgbClr val="374151"/>
              </a:solidFill>
            </a:endParaRPr>
          </a:p>
          <a:p>
            <a:pPr marL="0" lvl="0" indent="0" algn="l" rtl="0">
              <a:lnSpc>
                <a:spcPct val="115000"/>
              </a:lnSpc>
              <a:spcBef>
                <a:spcPts val="1500"/>
              </a:spcBef>
              <a:spcAft>
                <a:spcPts val="0"/>
              </a:spcAft>
              <a:buSzPts val="1100"/>
              <a:buNone/>
            </a:pPr>
            <a:endParaRPr sz="1200">
              <a:solidFill>
                <a:srgbClr val="374151"/>
              </a:solidFill>
            </a:endParaRPr>
          </a:p>
          <a:p>
            <a:pPr marL="0" lvl="0" indent="0" algn="l" rtl="0">
              <a:lnSpc>
                <a:spcPct val="115000"/>
              </a:lnSpc>
              <a:spcBef>
                <a:spcPts val="1600"/>
              </a:spcBef>
              <a:spcAft>
                <a:spcPts val="0"/>
              </a:spcAft>
              <a:buSzPts val="1100"/>
              <a:buNone/>
            </a:pPr>
            <a:endParaRPr sz="1200" b="1">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3"/>
        <p:cNvGrpSpPr/>
        <p:nvPr/>
      </p:nvGrpSpPr>
      <p:grpSpPr>
        <a:xfrm>
          <a:off x="0" y="0"/>
          <a:ext cx="0" cy="0"/>
          <a:chOff x="0" y="0"/>
          <a:chExt cx="0" cy="0"/>
        </a:xfrm>
      </p:grpSpPr>
      <p:sp>
        <p:nvSpPr>
          <p:cNvPr id="1084" name="Google Shape;1084;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85" name="Google Shape;1085;p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 sz="1200" b="1">
                <a:solidFill>
                  <a:schemeClr val="dk1"/>
                </a:solidFill>
              </a:rPr>
              <a:t>Notes to the Facilitator:</a:t>
            </a:r>
            <a:endParaRPr sz="1200" b="1">
              <a:solidFill>
                <a:schemeClr val="dk1"/>
              </a:solidFill>
            </a:endParaRPr>
          </a:p>
          <a:p>
            <a:pPr marL="0" lvl="0" indent="0" algn="l" rtl="0">
              <a:lnSpc>
                <a:spcPct val="115000"/>
              </a:lnSpc>
              <a:spcBef>
                <a:spcPts val="0"/>
              </a:spcBef>
              <a:spcAft>
                <a:spcPts val="0"/>
              </a:spcAft>
              <a:buSzPts val="1100"/>
              <a:buNone/>
            </a:pPr>
            <a:r>
              <a:rPr lang="en" sz="1200">
                <a:solidFill>
                  <a:srgbClr val="374151"/>
                </a:solidFill>
              </a:rPr>
              <a:t>Emphasize the importance of Git Push in collaborative workflows, allowing participants to confidently share their local changes with remote repositories and introduce new branches for effective teamwork</a:t>
            </a:r>
            <a:endParaRPr sz="1200" b="1">
              <a:solidFill>
                <a:schemeClr val="dk1"/>
              </a:solidFill>
            </a:endParaRPr>
          </a:p>
          <a:p>
            <a:pPr marL="0" lvl="0" indent="0" algn="l" rtl="0">
              <a:lnSpc>
                <a:spcPct val="115000"/>
              </a:lnSpc>
              <a:spcBef>
                <a:spcPts val="1600"/>
              </a:spcBef>
              <a:spcAft>
                <a:spcPts val="0"/>
              </a:spcAft>
              <a:buSzPts val="1100"/>
              <a:buNone/>
            </a:pPr>
            <a:r>
              <a:rPr lang="en" sz="1200" b="1">
                <a:solidFill>
                  <a:schemeClr val="dk1"/>
                </a:solidFill>
              </a:rPr>
              <a:t>Notes to the Participants:</a:t>
            </a:r>
            <a:endParaRPr sz="1200" b="1">
              <a:solidFill>
                <a:schemeClr val="dk1"/>
              </a:solidFill>
            </a:endParaRPr>
          </a:p>
          <a:p>
            <a:pPr marL="0" lvl="0" indent="0" algn="l" rtl="0">
              <a:lnSpc>
                <a:spcPct val="160000"/>
              </a:lnSpc>
              <a:spcBef>
                <a:spcPts val="1400"/>
              </a:spcBef>
              <a:spcAft>
                <a:spcPts val="0"/>
              </a:spcAft>
              <a:buClr>
                <a:schemeClr val="dk1"/>
              </a:buClr>
              <a:buSzPts val="1100"/>
              <a:buFont typeface="Arial"/>
              <a:buNone/>
            </a:pPr>
            <a:r>
              <a:rPr lang="en" sz="1200" b="1">
                <a:solidFill>
                  <a:schemeClr val="dk1"/>
                </a:solidFill>
              </a:rPr>
              <a:t>Use Case 1: Pushing Local Changes to the Remote Repository</a:t>
            </a:r>
            <a:endParaRPr sz="1200" b="1">
              <a:solidFill>
                <a:schemeClr val="dk1"/>
              </a:solidFill>
            </a:endParaRPr>
          </a:p>
          <a:p>
            <a:pPr marL="0" lvl="0" indent="0" algn="l" rtl="0">
              <a:lnSpc>
                <a:spcPct val="115000"/>
              </a:lnSpc>
              <a:spcBef>
                <a:spcPts val="1500"/>
              </a:spcBef>
              <a:spcAft>
                <a:spcPts val="0"/>
              </a:spcAft>
              <a:buClr>
                <a:schemeClr val="dk1"/>
              </a:buClr>
              <a:buSzPts val="1100"/>
              <a:buFont typeface="Arial"/>
              <a:buNone/>
            </a:pPr>
            <a:r>
              <a:rPr lang="en" sz="1200">
                <a:solidFill>
                  <a:schemeClr val="dk1"/>
                </a:solidFill>
              </a:rPr>
              <a:t>Scenario:</a:t>
            </a: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You've made local commits and want to push them to the remote repository to share your changes with the team.</a:t>
            </a:r>
            <a:endParaRPr sz="1200">
              <a:solidFill>
                <a:schemeClr val="dk1"/>
              </a:solidFill>
            </a:endParaRPr>
          </a:p>
          <a:p>
            <a:pPr marL="0" lvl="0" indent="0" algn="l" rtl="0">
              <a:lnSpc>
                <a:spcPct val="115000"/>
              </a:lnSpc>
              <a:spcBef>
                <a:spcPts val="1500"/>
              </a:spcBef>
              <a:spcAft>
                <a:spcPts val="0"/>
              </a:spcAft>
              <a:buClr>
                <a:schemeClr val="dk1"/>
              </a:buClr>
              <a:buSzPts val="1100"/>
              <a:buFont typeface="Arial"/>
              <a:buNone/>
            </a:pPr>
            <a:r>
              <a:rPr lang="en" sz="1200">
                <a:solidFill>
                  <a:schemeClr val="dk1"/>
                </a:solidFill>
              </a:rPr>
              <a:t>Code Example:</a:t>
            </a:r>
            <a:endParaRPr sz="1200">
              <a:solidFill>
                <a:schemeClr val="dk1"/>
              </a:solidFill>
            </a:endParaRPr>
          </a:p>
          <a:p>
            <a:pPr marL="0" lvl="0" indent="0" algn="l" rtl="0">
              <a:lnSpc>
                <a:spcPct val="115000"/>
              </a:lnSpc>
              <a:spcBef>
                <a:spcPts val="1500"/>
              </a:spcBef>
              <a:spcAft>
                <a:spcPts val="0"/>
              </a:spcAft>
              <a:buClr>
                <a:schemeClr val="dk1"/>
              </a:buClr>
              <a:buSzPts val="1100"/>
              <a:buFont typeface="Arial"/>
              <a:buNone/>
            </a:pPr>
            <a:r>
              <a:rPr lang="en" sz="950">
                <a:solidFill>
                  <a:schemeClr val="dk1"/>
                </a:solidFill>
                <a:latin typeface="Courier New"/>
                <a:ea typeface="Courier New"/>
                <a:cs typeface="Courier New"/>
                <a:sym typeface="Courier New"/>
              </a:rPr>
              <a:t># Stage changes</a:t>
            </a:r>
            <a:endParaRPr sz="9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Clr>
                <a:schemeClr val="dk1"/>
              </a:buClr>
              <a:buSzPts val="1100"/>
              <a:buFont typeface="Arial"/>
              <a:buNone/>
            </a:pPr>
            <a:r>
              <a:rPr lang="en" sz="950">
                <a:solidFill>
                  <a:schemeClr val="dk1"/>
                </a:solidFill>
                <a:latin typeface="Courier New"/>
                <a:ea typeface="Courier New"/>
                <a:cs typeface="Courier New"/>
                <a:sym typeface="Courier New"/>
              </a:rPr>
              <a:t>git add .</a:t>
            </a:r>
            <a:endParaRPr sz="9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Clr>
                <a:schemeClr val="dk1"/>
              </a:buClr>
              <a:buSzPts val="1100"/>
              <a:buFont typeface="Arial"/>
              <a:buNone/>
            </a:pPr>
            <a:r>
              <a:rPr lang="en" sz="950">
                <a:solidFill>
                  <a:schemeClr val="dk1"/>
                </a:solidFill>
                <a:latin typeface="Courier New"/>
                <a:ea typeface="Courier New"/>
                <a:cs typeface="Courier New"/>
                <a:sym typeface="Courier New"/>
              </a:rPr>
              <a:t># Commit changes</a:t>
            </a:r>
            <a:endParaRPr sz="9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Clr>
                <a:schemeClr val="dk1"/>
              </a:buClr>
              <a:buSzPts val="1100"/>
              <a:buFont typeface="Arial"/>
              <a:buNone/>
            </a:pPr>
            <a:r>
              <a:rPr lang="en" sz="950">
                <a:solidFill>
                  <a:schemeClr val="dk1"/>
                </a:solidFill>
                <a:latin typeface="Courier New"/>
                <a:ea typeface="Courier New"/>
                <a:cs typeface="Courier New"/>
                <a:sym typeface="Courier New"/>
              </a:rPr>
              <a:t>git commit -m "Implement new feature"</a:t>
            </a:r>
            <a:endParaRPr sz="9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Clr>
                <a:schemeClr val="dk1"/>
              </a:buClr>
              <a:buSzPts val="1100"/>
              <a:buFont typeface="Arial"/>
              <a:buNone/>
            </a:pPr>
            <a:endParaRPr sz="9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Clr>
                <a:schemeClr val="dk1"/>
              </a:buClr>
              <a:buSzPts val="1100"/>
              <a:buFont typeface="Arial"/>
              <a:buNone/>
            </a:pPr>
            <a:r>
              <a:rPr lang="en" sz="950">
                <a:solidFill>
                  <a:schemeClr val="dk1"/>
                </a:solidFill>
                <a:latin typeface="Courier New"/>
                <a:ea typeface="Courier New"/>
                <a:cs typeface="Courier New"/>
                <a:sym typeface="Courier New"/>
              </a:rPr>
              <a:t># Push changes to the remote repository</a:t>
            </a:r>
            <a:endParaRPr sz="950">
              <a:solidFill>
                <a:schemeClr val="dk1"/>
              </a:solidFill>
              <a:latin typeface="Courier New"/>
              <a:ea typeface="Courier New"/>
              <a:cs typeface="Courier New"/>
              <a:sym typeface="Courier New"/>
            </a:endParaRPr>
          </a:p>
          <a:p>
            <a:pPr marL="0" lvl="0" indent="0" algn="l" rtl="0">
              <a:lnSpc>
                <a:spcPct val="171429"/>
              </a:lnSpc>
              <a:spcBef>
                <a:spcPts val="0"/>
              </a:spcBef>
              <a:spcAft>
                <a:spcPts val="0"/>
              </a:spcAft>
              <a:buClr>
                <a:schemeClr val="dk1"/>
              </a:buClr>
              <a:buSzPts val="1100"/>
              <a:buFont typeface="Arial"/>
              <a:buNone/>
            </a:pPr>
            <a:r>
              <a:rPr lang="en" sz="950">
                <a:solidFill>
                  <a:schemeClr val="dk1"/>
                </a:solidFill>
                <a:latin typeface="Courier New"/>
                <a:ea typeface="Courier New"/>
                <a:cs typeface="Courier New"/>
                <a:sym typeface="Courier New"/>
              </a:rPr>
              <a:t>git push origin master</a:t>
            </a:r>
            <a:endParaRPr sz="9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Clr>
                <a:schemeClr val="dk1"/>
              </a:buClr>
              <a:buSzPts val="1100"/>
              <a:buFont typeface="Arial"/>
              <a:buNone/>
            </a:pPr>
            <a:endParaRPr sz="1200">
              <a:solidFill>
                <a:schemeClr val="dk1"/>
              </a:solidFill>
            </a:endParaRPr>
          </a:p>
          <a:p>
            <a:pPr marL="0" lvl="0" indent="0" algn="l" rtl="0">
              <a:lnSpc>
                <a:spcPct val="115000"/>
              </a:lnSpc>
              <a:spcBef>
                <a:spcPts val="1500"/>
              </a:spcBef>
              <a:spcAft>
                <a:spcPts val="0"/>
              </a:spcAft>
              <a:buClr>
                <a:schemeClr val="dk1"/>
              </a:buClr>
              <a:buSzPts val="1100"/>
              <a:buFont typeface="Arial"/>
              <a:buNone/>
            </a:pPr>
            <a:endParaRPr sz="1200">
              <a:solidFill>
                <a:schemeClr val="dk1"/>
              </a:solidFill>
            </a:endParaRPr>
          </a:p>
          <a:p>
            <a:pPr marL="0" lvl="0" indent="0" algn="l" rtl="0">
              <a:lnSpc>
                <a:spcPct val="171429"/>
              </a:lnSpc>
              <a:spcBef>
                <a:spcPts val="1500"/>
              </a:spcBef>
              <a:spcAft>
                <a:spcPts val="0"/>
              </a:spcAft>
              <a:buSzPts val="1100"/>
              <a:buNone/>
            </a:pPr>
            <a:endParaRPr sz="1200">
              <a:solidFill>
                <a:schemeClr val="dk1"/>
              </a:solidFill>
            </a:endParaRPr>
          </a:p>
          <a:p>
            <a:pPr marL="0" lvl="0" indent="0" algn="l" rtl="0">
              <a:lnSpc>
                <a:spcPct val="115000"/>
              </a:lnSpc>
              <a:spcBef>
                <a:spcPts val="1500"/>
              </a:spcBef>
              <a:spcAft>
                <a:spcPts val="0"/>
              </a:spcAft>
              <a:buSzPts val="1100"/>
              <a:buNone/>
            </a:pPr>
            <a:endParaRPr sz="1200">
              <a:solidFill>
                <a:schemeClr val="dk1"/>
              </a:solidFill>
            </a:endParaRPr>
          </a:p>
          <a:p>
            <a:pPr marL="0" lvl="0" indent="0" algn="l" rtl="0">
              <a:lnSpc>
                <a:spcPct val="115000"/>
              </a:lnSpc>
              <a:spcBef>
                <a:spcPts val="0"/>
              </a:spcBef>
              <a:spcAft>
                <a:spcPts val="0"/>
              </a:spcAft>
              <a:buSzPts val="1100"/>
              <a:buNone/>
            </a:pPr>
            <a:endParaRPr sz="1200">
              <a:solidFill>
                <a:schemeClr val="dk1"/>
              </a:solidFill>
            </a:endParaRPr>
          </a:p>
          <a:p>
            <a:pPr marL="0" lvl="0" indent="0" algn="l" rtl="0">
              <a:lnSpc>
                <a:spcPct val="115000"/>
              </a:lnSpc>
              <a:spcBef>
                <a:spcPts val="1500"/>
              </a:spcBef>
              <a:spcAft>
                <a:spcPts val="0"/>
              </a:spcAft>
              <a:buSzPts val="1100"/>
              <a:buNone/>
            </a:pPr>
            <a:endParaRPr sz="1200">
              <a:solidFill>
                <a:schemeClr val="dk1"/>
              </a:solidFill>
            </a:endParaRPr>
          </a:p>
          <a:p>
            <a:pPr marL="457200" lvl="0" indent="0" algn="l" rtl="0">
              <a:lnSpc>
                <a:spcPct val="115000"/>
              </a:lnSpc>
              <a:spcBef>
                <a:spcPts val="1500"/>
              </a:spcBef>
              <a:spcAft>
                <a:spcPts val="0"/>
              </a:spcAft>
              <a:buSzPts val="1100"/>
              <a:buNone/>
            </a:pPr>
            <a:endParaRPr sz="1200">
              <a:solidFill>
                <a:schemeClr val="dk1"/>
              </a:solidFill>
            </a:endParaRPr>
          </a:p>
          <a:p>
            <a:pPr marL="457200" lvl="0" indent="-228600" algn="l" rtl="0">
              <a:lnSpc>
                <a:spcPct val="115000"/>
              </a:lnSpc>
              <a:spcBef>
                <a:spcPts val="1500"/>
              </a:spcBef>
              <a:spcAft>
                <a:spcPts val="0"/>
              </a:spcAft>
              <a:buClr>
                <a:schemeClr val="dk1"/>
              </a:buClr>
              <a:buSzPts val="1200"/>
              <a:buFont typeface="Arial"/>
              <a:buNone/>
            </a:pPr>
            <a:endParaRPr sz="1200">
              <a:solidFill>
                <a:schemeClr val="dk1"/>
              </a:solidFill>
            </a:endParaRPr>
          </a:p>
          <a:p>
            <a:pPr marL="0" lvl="0" indent="0" algn="l" rtl="0">
              <a:lnSpc>
                <a:spcPct val="115000"/>
              </a:lnSpc>
              <a:spcBef>
                <a:spcPts val="1500"/>
              </a:spcBef>
              <a:spcAft>
                <a:spcPts val="0"/>
              </a:spcAft>
              <a:buSzPts val="1100"/>
              <a:buNone/>
            </a:pPr>
            <a:endParaRPr sz="1200">
              <a:solidFill>
                <a:schemeClr val="dk1"/>
              </a:solidFill>
            </a:endParaRPr>
          </a:p>
          <a:p>
            <a:pPr marL="457200" lvl="0" indent="0" algn="l" rtl="0">
              <a:lnSpc>
                <a:spcPct val="115000"/>
              </a:lnSpc>
              <a:spcBef>
                <a:spcPts val="1500"/>
              </a:spcBef>
              <a:spcAft>
                <a:spcPts val="0"/>
              </a:spcAft>
              <a:buSzPts val="1100"/>
              <a:buNone/>
            </a:pPr>
            <a:endParaRPr sz="1200">
              <a:solidFill>
                <a:schemeClr val="dk1"/>
              </a:solidFill>
            </a:endParaRPr>
          </a:p>
          <a:p>
            <a:pPr marL="0" lvl="0" indent="0" algn="l" rtl="0">
              <a:lnSpc>
                <a:spcPct val="115000"/>
              </a:lnSpc>
              <a:spcBef>
                <a:spcPts val="1500"/>
              </a:spcBef>
              <a:spcAft>
                <a:spcPts val="0"/>
              </a:spcAft>
              <a:buSzPts val="1100"/>
              <a:buNone/>
            </a:pPr>
            <a:endParaRPr sz="1200">
              <a:solidFill>
                <a:schemeClr val="dk1"/>
              </a:solidFill>
            </a:endParaRPr>
          </a:p>
          <a:p>
            <a:pPr marL="0" lvl="0" indent="0" algn="l" rtl="0">
              <a:lnSpc>
                <a:spcPct val="115000"/>
              </a:lnSpc>
              <a:spcBef>
                <a:spcPts val="1600"/>
              </a:spcBef>
              <a:spcAft>
                <a:spcPts val="0"/>
              </a:spcAft>
              <a:buSzPts val="1100"/>
              <a:buNone/>
            </a:pPr>
            <a:endParaRPr sz="1200" b="1">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0"/>
        <p:cNvGrpSpPr/>
        <p:nvPr/>
      </p:nvGrpSpPr>
      <p:grpSpPr>
        <a:xfrm>
          <a:off x="0" y="0"/>
          <a:ext cx="0" cy="0"/>
          <a:chOff x="0" y="0"/>
          <a:chExt cx="0" cy="0"/>
        </a:xfrm>
      </p:grpSpPr>
      <p:sp>
        <p:nvSpPr>
          <p:cNvPr id="1091" name="Google Shape;1091;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92" name="Google Shape;1092;p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 sz="1200" b="1">
                <a:solidFill>
                  <a:schemeClr val="dk1"/>
                </a:solidFill>
              </a:rPr>
              <a:t>Notes to the Facilitator:</a:t>
            </a:r>
            <a:endParaRPr sz="12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Emphasize the importance of Git Push in collaborative workflows, allowing participants to confidently share their local changes with remote repositories and introduce new branches for effective teamwork</a:t>
            </a:r>
            <a:endParaRPr sz="1200" b="1">
              <a:solidFill>
                <a:schemeClr val="dk1"/>
              </a:solidFill>
            </a:endParaRPr>
          </a:p>
          <a:p>
            <a:pPr marL="0" lvl="0" indent="0" algn="l" rtl="0">
              <a:lnSpc>
                <a:spcPct val="115000"/>
              </a:lnSpc>
              <a:spcBef>
                <a:spcPts val="1600"/>
              </a:spcBef>
              <a:spcAft>
                <a:spcPts val="0"/>
              </a:spcAft>
              <a:buSzPts val="1100"/>
              <a:buNone/>
            </a:pPr>
            <a:r>
              <a:rPr lang="en" sz="1200" b="1">
                <a:solidFill>
                  <a:schemeClr val="dk1"/>
                </a:solidFill>
              </a:rPr>
              <a:t>Notes to the Participants:</a:t>
            </a:r>
            <a:endParaRPr sz="12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You've created a new feature branch locally and want to push it to the remote repository for collaboration.</a:t>
            </a:r>
            <a:endParaRPr sz="1200">
              <a:solidFill>
                <a:schemeClr val="dk1"/>
              </a:solidFill>
            </a:endParaRPr>
          </a:p>
          <a:p>
            <a:pPr marL="0" lvl="0" indent="0" algn="l" rtl="0">
              <a:lnSpc>
                <a:spcPct val="115000"/>
              </a:lnSpc>
              <a:spcBef>
                <a:spcPts val="1500"/>
              </a:spcBef>
              <a:spcAft>
                <a:spcPts val="0"/>
              </a:spcAft>
              <a:buClr>
                <a:schemeClr val="dk1"/>
              </a:buClr>
              <a:buSzPts val="1100"/>
              <a:buFont typeface="Arial"/>
              <a:buNone/>
            </a:pPr>
            <a:r>
              <a:rPr lang="en" sz="1200">
                <a:solidFill>
                  <a:schemeClr val="dk1"/>
                </a:solidFill>
              </a:rPr>
              <a:t>Code Example:</a:t>
            </a:r>
            <a:endParaRPr sz="1200">
              <a:solidFill>
                <a:schemeClr val="dk1"/>
              </a:solidFill>
            </a:endParaRPr>
          </a:p>
          <a:p>
            <a:pPr marL="0" lvl="0" indent="0" algn="l" rtl="0">
              <a:lnSpc>
                <a:spcPct val="115000"/>
              </a:lnSpc>
              <a:spcBef>
                <a:spcPts val="1500"/>
              </a:spcBef>
              <a:spcAft>
                <a:spcPts val="0"/>
              </a:spcAft>
              <a:buClr>
                <a:schemeClr val="dk1"/>
              </a:buClr>
              <a:buSzPts val="1100"/>
              <a:buFont typeface="Arial"/>
              <a:buNone/>
            </a:pPr>
            <a:r>
              <a:rPr lang="en" sz="950">
                <a:solidFill>
                  <a:schemeClr val="dk1"/>
                </a:solidFill>
                <a:latin typeface="Courier New"/>
                <a:ea typeface="Courier New"/>
                <a:cs typeface="Courier New"/>
                <a:sym typeface="Courier New"/>
              </a:rPr>
              <a:t># Create a new feature branch</a:t>
            </a:r>
            <a:endParaRPr sz="9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Clr>
                <a:schemeClr val="dk1"/>
              </a:buClr>
              <a:buSzPts val="1100"/>
              <a:buFont typeface="Arial"/>
              <a:buNone/>
            </a:pPr>
            <a:r>
              <a:rPr lang="en" sz="950">
                <a:solidFill>
                  <a:schemeClr val="dk1"/>
                </a:solidFill>
                <a:latin typeface="Courier New"/>
                <a:ea typeface="Courier New"/>
                <a:cs typeface="Courier New"/>
                <a:sym typeface="Courier New"/>
              </a:rPr>
              <a:t>git checkout -b feature-branch</a:t>
            </a:r>
            <a:endParaRPr sz="9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Clr>
                <a:schemeClr val="dk1"/>
              </a:buClr>
              <a:buSzPts val="1100"/>
              <a:buFont typeface="Arial"/>
              <a:buNone/>
            </a:pPr>
            <a:endParaRPr sz="9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Clr>
                <a:schemeClr val="dk1"/>
              </a:buClr>
              <a:buSzPts val="1100"/>
              <a:buFont typeface="Arial"/>
              <a:buNone/>
            </a:pPr>
            <a:r>
              <a:rPr lang="en" sz="950">
                <a:solidFill>
                  <a:schemeClr val="dk1"/>
                </a:solidFill>
                <a:latin typeface="Courier New"/>
                <a:ea typeface="Courier New"/>
                <a:cs typeface="Courier New"/>
                <a:sym typeface="Courier New"/>
              </a:rPr>
              <a:t># Make changes and commit</a:t>
            </a:r>
            <a:endParaRPr sz="9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Clr>
                <a:schemeClr val="dk1"/>
              </a:buClr>
              <a:buSzPts val="1100"/>
              <a:buFont typeface="Arial"/>
              <a:buNone/>
            </a:pPr>
            <a:r>
              <a:rPr lang="en" sz="950">
                <a:solidFill>
                  <a:schemeClr val="dk1"/>
                </a:solidFill>
                <a:latin typeface="Courier New"/>
                <a:ea typeface="Courier New"/>
                <a:cs typeface="Courier New"/>
                <a:sym typeface="Courier New"/>
              </a:rPr>
              <a:t>git add .</a:t>
            </a:r>
            <a:endParaRPr sz="9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Clr>
                <a:schemeClr val="dk1"/>
              </a:buClr>
              <a:buSzPts val="1100"/>
              <a:buFont typeface="Arial"/>
              <a:buNone/>
            </a:pPr>
            <a:r>
              <a:rPr lang="en" sz="950">
                <a:solidFill>
                  <a:schemeClr val="dk1"/>
                </a:solidFill>
                <a:latin typeface="Courier New"/>
                <a:ea typeface="Courier New"/>
                <a:cs typeface="Courier New"/>
                <a:sym typeface="Courier New"/>
              </a:rPr>
              <a:t>git commit -m "Add initial changes for feature"</a:t>
            </a:r>
            <a:endParaRPr sz="9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Clr>
                <a:schemeClr val="dk1"/>
              </a:buClr>
              <a:buSzPts val="1100"/>
              <a:buFont typeface="Arial"/>
              <a:buNone/>
            </a:pPr>
            <a:endParaRPr sz="9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Clr>
                <a:schemeClr val="dk1"/>
              </a:buClr>
              <a:buSzPts val="1100"/>
              <a:buFont typeface="Arial"/>
              <a:buNone/>
            </a:pPr>
            <a:r>
              <a:rPr lang="en" sz="950">
                <a:solidFill>
                  <a:schemeClr val="dk1"/>
                </a:solidFill>
                <a:latin typeface="Courier New"/>
                <a:ea typeface="Courier New"/>
                <a:cs typeface="Courier New"/>
                <a:sym typeface="Courier New"/>
              </a:rPr>
              <a:t># Push the new branch to the remote repository</a:t>
            </a:r>
            <a:endParaRPr sz="950">
              <a:solidFill>
                <a:schemeClr val="dk1"/>
              </a:solidFill>
              <a:latin typeface="Courier New"/>
              <a:ea typeface="Courier New"/>
              <a:cs typeface="Courier New"/>
              <a:sym typeface="Courier New"/>
            </a:endParaRPr>
          </a:p>
          <a:p>
            <a:pPr marL="0" lvl="0" indent="0" algn="l" rtl="0">
              <a:lnSpc>
                <a:spcPct val="171429"/>
              </a:lnSpc>
              <a:spcBef>
                <a:spcPts val="0"/>
              </a:spcBef>
              <a:spcAft>
                <a:spcPts val="0"/>
              </a:spcAft>
              <a:buClr>
                <a:schemeClr val="dk1"/>
              </a:buClr>
              <a:buSzPts val="1100"/>
              <a:buFont typeface="Arial"/>
              <a:buNone/>
            </a:pPr>
            <a:r>
              <a:rPr lang="en" sz="950">
                <a:solidFill>
                  <a:schemeClr val="dk1"/>
                </a:solidFill>
                <a:latin typeface="Courier New"/>
                <a:ea typeface="Courier New"/>
                <a:cs typeface="Courier New"/>
                <a:sym typeface="Courier New"/>
              </a:rPr>
              <a:t>git push origin feature-branch</a:t>
            </a:r>
            <a:endParaRPr sz="9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Clr>
                <a:schemeClr val="dk1"/>
              </a:buClr>
              <a:buSzPts val="1100"/>
              <a:buFont typeface="Arial"/>
              <a:buNone/>
            </a:pPr>
            <a:endParaRPr sz="1200">
              <a:solidFill>
                <a:schemeClr val="dk1"/>
              </a:solidFill>
            </a:endParaRPr>
          </a:p>
          <a:p>
            <a:pPr marL="0" lvl="0" indent="0" algn="l" rtl="0">
              <a:lnSpc>
                <a:spcPct val="171429"/>
              </a:lnSpc>
              <a:spcBef>
                <a:spcPts val="1500"/>
              </a:spcBef>
              <a:spcAft>
                <a:spcPts val="0"/>
              </a:spcAft>
              <a:buSzPts val="1100"/>
              <a:buNone/>
            </a:pPr>
            <a:endParaRPr sz="1200">
              <a:solidFill>
                <a:schemeClr val="dk1"/>
              </a:solidFill>
            </a:endParaRPr>
          </a:p>
          <a:p>
            <a:pPr marL="0" lvl="0" indent="0" algn="l" rtl="0">
              <a:lnSpc>
                <a:spcPct val="115000"/>
              </a:lnSpc>
              <a:spcBef>
                <a:spcPts val="1500"/>
              </a:spcBef>
              <a:spcAft>
                <a:spcPts val="0"/>
              </a:spcAft>
              <a:buSzPts val="1100"/>
              <a:buNone/>
            </a:pPr>
            <a:endParaRPr sz="1200">
              <a:solidFill>
                <a:schemeClr val="dk1"/>
              </a:solidFill>
            </a:endParaRPr>
          </a:p>
          <a:p>
            <a:pPr marL="0" lvl="0" indent="0" algn="l" rtl="0">
              <a:lnSpc>
                <a:spcPct val="115000"/>
              </a:lnSpc>
              <a:spcBef>
                <a:spcPts val="0"/>
              </a:spcBef>
              <a:spcAft>
                <a:spcPts val="0"/>
              </a:spcAft>
              <a:buSzPts val="1100"/>
              <a:buNone/>
            </a:pPr>
            <a:endParaRPr sz="1200">
              <a:solidFill>
                <a:schemeClr val="dk1"/>
              </a:solidFill>
            </a:endParaRPr>
          </a:p>
          <a:p>
            <a:pPr marL="0" lvl="0" indent="0" algn="l" rtl="0">
              <a:lnSpc>
                <a:spcPct val="115000"/>
              </a:lnSpc>
              <a:spcBef>
                <a:spcPts val="1500"/>
              </a:spcBef>
              <a:spcAft>
                <a:spcPts val="0"/>
              </a:spcAft>
              <a:buSzPts val="1100"/>
              <a:buNone/>
            </a:pPr>
            <a:endParaRPr sz="1200">
              <a:solidFill>
                <a:schemeClr val="dk1"/>
              </a:solidFill>
            </a:endParaRPr>
          </a:p>
          <a:p>
            <a:pPr marL="457200" lvl="0" indent="0" algn="l" rtl="0">
              <a:lnSpc>
                <a:spcPct val="115000"/>
              </a:lnSpc>
              <a:spcBef>
                <a:spcPts val="1500"/>
              </a:spcBef>
              <a:spcAft>
                <a:spcPts val="0"/>
              </a:spcAft>
              <a:buSzPts val="1100"/>
              <a:buNone/>
            </a:pPr>
            <a:endParaRPr sz="1200">
              <a:solidFill>
                <a:schemeClr val="dk1"/>
              </a:solidFill>
            </a:endParaRPr>
          </a:p>
          <a:p>
            <a:pPr marL="457200" lvl="0" indent="-228600" algn="l" rtl="0">
              <a:lnSpc>
                <a:spcPct val="115000"/>
              </a:lnSpc>
              <a:spcBef>
                <a:spcPts val="1500"/>
              </a:spcBef>
              <a:spcAft>
                <a:spcPts val="0"/>
              </a:spcAft>
              <a:buClr>
                <a:schemeClr val="dk1"/>
              </a:buClr>
              <a:buSzPts val="1200"/>
              <a:buFont typeface="Arial"/>
              <a:buNone/>
            </a:pPr>
            <a:endParaRPr sz="1200">
              <a:solidFill>
                <a:schemeClr val="dk1"/>
              </a:solidFill>
            </a:endParaRPr>
          </a:p>
          <a:p>
            <a:pPr marL="0" lvl="0" indent="0" algn="l" rtl="0">
              <a:lnSpc>
                <a:spcPct val="115000"/>
              </a:lnSpc>
              <a:spcBef>
                <a:spcPts val="1500"/>
              </a:spcBef>
              <a:spcAft>
                <a:spcPts val="0"/>
              </a:spcAft>
              <a:buSzPts val="1100"/>
              <a:buNone/>
            </a:pPr>
            <a:endParaRPr sz="1200">
              <a:solidFill>
                <a:schemeClr val="dk1"/>
              </a:solidFill>
            </a:endParaRPr>
          </a:p>
          <a:p>
            <a:pPr marL="457200" lvl="0" indent="0" algn="l" rtl="0">
              <a:lnSpc>
                <a:spcPct val="115000"/>
              </a:lnSpc>
              <a:spcBef>
                <a:spcPts val="1500"/>
              </a:spcBef>
              <a:spcAft>
                <a:spcPts val="0"/>
              </a:spcAft>
              <a:buSzPts val="1100"/>
              <a:buNone/>
            </a:pPr>
            <a:endParaRPr sz="1200">
              <a:solidFill>
                <a:schemeClr val="dk1"/>
              </a:solidFill>
            </a:endParaRPr>
          </a:p>
          <a:p>
            <a:pPr marL="0" lvl="0" indent="0" algn="l" rtl="0">
              <a:lnSpc>
                <a:spcPct val="115000"/>
              </a:lnSpc>
              <a:spcBef>
                <a:spcPts val="1500"/>
              </a:spcBef>
              <a:spcAft>
                <a:spcPts val="0"/>
              </a:spcAft>
              <a:buSzPts val="1100"/>
              <a:buNone/>
            </a:pPr>
            <a:endParaRPr sz="1200">
              <a:solidFill>
                <a:schemeClr val="dk1"/>
              </a:solidFill>
            </a:endParaRPr>
          </a:p>
          <a:p>
            <a:pPr marL="0" lvl="0" indent="0" algn="l" rtl="0">
              <a:lnSpc>
                <a:spcPct val="115000"/>
              </a:lnSpc>
              <a:spcBef>
                <a:spcPts val="1600"/>
              </a:spcBef>
              <a:spcAft>
                <a:spcPts val="0"/>
              </a:spcAft>
              <a:buSzPts val="1100"/>
              <a:buNone/>
            </a:pPr>
            <a:endParaRPr sz="1200" b="1">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7"/>
        <p:cNvGrpSpPr/>
        <p:nvPr/>
      </p:nvGrpSpPr>
      <p:grpSpPr>
        <a:xfrm>
          <a:off x="0" y="0"/>
          <a:ext cx="0" cy="0"/>
          <a:chOff x="0" y="0"/>
          <a:chExt cx="0" cy="0"/>
        </a:xfrm>
      </p:grpSpPr>
      <p:sp>
        <p:nvSpPr>
          <p:cNvPr id="1098" name="Google Shape;1098;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99" name="Google Shape;1099;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Notes to the Facilitator:</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Ask the participants to attempt the question on the screen.</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Answer:</a:t>
            </a:r>
            <a:r>
              <a:rPr lang="en" sz="1200" b="1">
                <a:solidFill>
                  <a:schemeClr val="dk1"/>
                </a:solidFill>
                <a:latin typeface="Calibri"/>
                <a:ea typeface="Calibri"/>
                <a:cs typeface="Calibri"/>
                <a:sym typeface="Calibri"/>
              </a:rPr>
              <a:t> </a:t>
            </a:r>
            <a:r>
              <a:rPr lang="en" sz="1200">
                <a:solidFill>
                  <a:schemeClr val="dk1"/>
                </a:solidFill>
                <a:latin typeface="Calibri"/>
                <a:ea typeface="Calibri"/>
                <a:cs typeface="Calibri"/>
                <a:sym typeface="Calibri"/>
              </a:rPr>
              <a:t>C</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Notes to the Participants:</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Attempt the question on the screen. You will get one attempt.</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3"/>
        <p:cNvGrpSpPr/>
        <p:nvPr/>
      </p:nvGrpSpPr>
      <p:grpSpPr>
        <a:xfrm>
          <a:off x="0" y="0"/>
          <a:ext cx="0" cy="0"/>
          <a:chOff x="0" y="0"/>
          <a:chExt cx="0" cy="0"/>
        </a:xfrm>
      </p:grpSpPr>
      <p:sp>
        <p:nvSpPr>
          <p:cNvPr id="1104" name="Google Shape;1104;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05" name="Google Shape;1105;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Notes to the Facilitator:</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Ask the participants to attempt the question on the screen.</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Answer:</a:t>
            </a:r>
            <a:r>
              <a:rPr lang="en" sz="1200" b="1">
                <a:solidFill>
                  <a:schemeClr val="dk1"/>
                </a:solidFill>
                <a:latin typeface="Calibri"/>
                <a:ea typeface="Calibri"/>
                <a:cs typeface="Calibri"/>
                <a:sym typeface="Calibri"/>
              </a:rPr>
              <a:t> </a:t>
            </a:r>
            <a:r>
              <a:rPr lang="en" sz="1200">
                <a:solidFill>
                  <a:schemeClr val="dk1"/>
                </a:solidFill>
                <a:latin typeface="Calibri"/>
                <a:ea typeface="Calibri"/>
                <a:cs typeface="Calibri"/>
                <a:sym typeface="Calibri"/>
              </a:rPr>
              <a:t>B</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Notes to the Participants:</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Attempt the question on the screen. You will get one attempt.</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9"/>
        <p:cNvGrpSpPr/>
        <p:nvPr/>
      </p:nvGrpSpPr>
      <p:grpSpPr>
        <a:xfrm>
          <a:off x="0" y="0"/>
          <a:ext cx="0" cy="0"/>
          <a:chOff x="0" y="0"/>
          <a:chExt cx="0" cy="0"/>
        </a:xfrm>
      </p:grpSpPr>
      <p:sp>
        <p:nvSpPr>
          <p:cNvPr id="1110" name="Google Shape;1110;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11" name="Google Shape;1111;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Notes to the Facilitator:</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Ask the participants to attempt the question on the screen.</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Answer:</a:t>
            </a:r>
            <a:r>
              <a:rPr lang="en" sz="1200" b="1">
                <a:solidFill>
                  <a:schemeClr val="dk1"/>
                </a:solidFill>
                <a:latin typeface="Calibri"/>
                <a:ea typeface="Calibri"/>
                <a:cs typeface="Calibri"/>
                <a:sym typeface="Calibri"/>
              </a:rPr>
              <a:t> </a:t>
            </a:r>
            <a:r>
              <a:rPr lang="en" sz="1200">
                <a:solidFill>
                  <a:schemeClr val="dk1"/>
                </a:solidFill>
                <a:latin typeface="Calibri"/>
                <a:ea typeface="Calibri"/>
                <a:cs typeface="Calibri"/>
                <a:sym typeface="Calibri"/>
              </a:rPr>
              <a:t>B</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Notes to the Participants:</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Attempt the question on the screen. You will get one attempt.</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5"/>
        <p:cNvGrpSpPr/>
        <p:nvPr/>
      </p:nvGrpSpPr>
      <p:grpSpPr>
        <a:xfrm>
          <a:off x="0" y="0"/>
          <a:ext cx="0" cy="0"/>
          <a:chOff x="0" y="0"/>
          <a:chExt cx="0" cy="0"/>
        </a:xfrm>
      </p:grpSpPr>
      <p:sp>
        <p:nvSpPr>
          <p:cNvPr id="1116" name="Google Shape;1116;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17" name="Google Shape;1117;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b="1">
                <a:solidFill>
                  <a:schemeClr val="dk1"/>
                </a:solidFill>
              </a:rPr>
              <a:t>Notes to the Facilitator: </a:t>
            </a:r>
            <a:endParaRPr sz="1200">
              <a:solidFill>
                <a:srgbClr val="374151"/>
              </a:solidFill>
            </a:endParaRPr>
          </a:p>
          <a:p>
            <a:pPr marL="0" lvl="0" indent="0" algn="l" rtl="0">
              <a:lnSpc>
                <a:spcPct val="115000"/>
              </a:lnSpc>
              <a:spcBef>
                <a:spcPts val="0"/>
              </a:spcBef>
              <a:spcAft>
                <a:spcPts val="0"/>
              </a:spcAft>
              <a:buClr>
                <a:schemeClr val="dk1"/>
              </a:buClr>
              <a:buSzPts val="1100"/>
              <a:buFont typeface="Arial"/>
              <a:buNone/>
            </a:pPr>
            <a:r>
              <a:rPr lang="en" sz="1200">
                <a:solidFill>
                  <a:srgbClr val="374151"/>
                </a:solidFill>
              </a:rPr>
              <a:t>Guide participants through an in-depth exploration of advanced Git techniques, emphasizing the nuances of rebasing, squashing commits, conflict resolution strategies.</a:t>
            </a:r>
            <a:endParaRPr sz="1200">
              <a:solidFill>
                <a:srgbClr val="374151"/>
              </a:solidFill>
            </a:endParaRPr>
          </a:p>
          <a:p>
            <a:pPr marL="0" lvl="0" indent="0" algn="l" rtl="0">
              <a:lnSpc>
                <a:spcPct val="115000"/>
              </a:lnSpc>
              <a:spcBef>
                <a:spcPts val="0"/>
              </a:spcBef>
              <a:spcAft>
                <a:spcPts val="0"/>
              </a:spcAft>
              <a:buClr>
                <a:schemeClr val="dk1"/>
              </a:buClr>
              <a:buSzPts val="1100"/>
              <a:buFont typeface="Arial"/>
              <a:buNone/>
            </a:pPr>
            <a:r>
              <a:rPr lang="en" sz="1200" b="1">
                <a:solidFill>
                  <a:schemeClr val="dk1"/>
                </a:solidFill>
              </a:rPr>
              <a:t>Notes to the Participants:</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rgbClr val="252525"/>
                </a:solidFill>
              </a:rPr>
              <a:t>As developers progress in their Git journey, mastering advanced techniques for working with branches on remote repositories becomes essential. This module delves into sophisticated strategies, including rebasing, squashing commits, and resolving conflicts when working collaboratively. Let's gain insights into optimizing branch workflows and ensuring a seamless and efficient approach to version control in a team environment.</a:t>
            </a:r>
            <a:endParaRPr>
              <a:solidFill>
                <a:srgbClr val="252525"/>
              </a:solidFill>
            </a:endParaRPr>
          </a:p>
          <a:p>
            <a:pPr marL="0" lvl="0" indent="0" algn="l" rtl="0">
              <a:lnSpc>
                <a:spcPct val="115000"/>
              </a:lnSpc>
              <a:spcBef>
                <a:spcPts val="1200"/>
              </a:spcBef>
              <a:spcAft>
                <a:spcPts val="0"/>
              </a:spcAft>
              <a:buClr>
                <a:schemeClr val="dk1"/>
              </a:buClr>
              <a:buSzPts val="1100"/>
              <a:buFont typeface="Arial"/>
              <a:buNone/>
            </a:pPr>
            <a:r>
              <a:rPr lang="en">
                <a:solidFill>
                  <a:srgbClr val="252525"/>
                </a:solidFill>
              </a:rPr>
              <a:t>Key Advanced Techniques:</a:t>
            </a:r>
            <a:endParaRPr>
              <a:solidFill>
                <a:srgbClr val="252525"/>
              </a:solidFill>
            </a:endParaRPr>
          </a:p>
          <a:p>
            <a:pPr marL="457200" lvl="0" indent="-298450" algn="l" rtl="0">
              <a:lnSpc>
                <a:spcPct val="115000"/>
              </a:lnSpc>
              <a:spcBef>
                <a:spcPts val="1200"/>
              </a:spcBef>
              <a:spcAft>
                <a:spcPts val="0"/>
              </a:spcAft>
              <a:buClr>
                <a:srgbClr val="252525"/>
              </a:buClr>
              <a:buSzPts val="1100"/>
              <a:buChar char="●"/>
            </a:pPr>
            <a:r>
              <a:rPr lang="en">
                <a:solidFill>
                  <a:srgbClr val="252525"/>
                </a:solidFill>
              </a:rPr>
              <a:t>Rebasing: Understand the power of rebasing to create a linear, clean commit history. Learn when and how to rebase local branches onto remote branches, enhancing code clarity and simplifying collaboration.</a:t>
            </a:r>
            <a:endParaRPr>
              <a:solidFill>
                <a:srgbClr val="252525"/>
              </a:solidFill>
            </a:endParaRPr>
          </a:p>
          <a:p>
            <a:pPr marL="457200" lvl="0" indent="-298450" algn="l" rtl="0">
              <a:lnSpc>
                <a:spcPct val="115000"/>
              </a:lnSpc>
              <a:spcBef>
                <a:spcPts val="0"/>
              </a:spcBef>
              <a:spcAft>
                <a:spcPts val="0"/>
              </a:spcAft>
              <a:buClr>
                <a:srgbClr val="252525"/>
              </a:buClr>
              <a:buSzPts val="1100"/>
              <a:buChar char="●"/>
            </a:pPr>
            <a:r>
              <a:rPr lang="en">
                <a:solidFill>
                  <a:srgbClr val="252525"/>
                </a:solidFill>
              </a:rPr>
              <a:t>Squashing Commits: Explore the art of squashing commits to condense multiple changes into a single, meaningful commit. Discover how this technique contributes to a more readable and concise project history.</a:t>
            </a:r>
            <a:endParaRPr>
              <a:solidFill>
                <a:srgbClr val="252525"/>
              </a:solidFill>
            </a:endParaRPr>
          </a:p>
          <a:p>
            <a:pPr marL="457200" lvl="0" indent="-298450" algn="l" rtl="0">
              <a:lnSpc>
                <a:spcPct val="115000"/>
              </a:lnSpc>
              <a:spcBef>
                <a:spcPts val="0"/>
              </a:spcBef>
              <a:spcAft>
                <a:spcPts val="0"/>
              </a:spcAft>
              <a:buClr>
                <a:srgbClr val="252525"/>
              </a:buClr>
              <a:buSzPts val="1100"/>
              <a:buChar char="●"/>
            </a:pPr>
            <a:r>
              <a:rPr lang="en">
                <a:solidFill>
                  <a:srgbClr val="252525"/>
                </a:solidFill>
              </a:rPr>
              <a:t>Conflict Resolution Strategies: Delve into advanced conflict resolution strategies, especially when dealing with conflicts arising from rebasing or merging. Master the use of merge tools and manual conflict resolution to navigate complex collaborative scenarios seamlessly.</a:t>
            </a:r>
            <a:endParaRPr>
              <a:solidFill>
                <a:srgbClr val="252525"/>
              </a:solidFill>
            </a:endParaRPr>
          </a:p>
          <a:p>
            <a:pPr marL="0" lvl="0" indent="0" algn="l" rtl="0">
              <a:lnSpc>
                <a:spcPct val="115000"/>
              </a:lnSpc>
              <a:spcBef>
                <a:spcPts val="1200"/>
              </a:spcBef>
              <a:spcAft>
                <a:spcPts val="0"/>
              </a:spcAft>
              <a:buClr>
                <a:schemeClr val="dk1"/>
              </a:buClr>
              <a:buSzPts val="1100"/>
              <a:buFont typeface="Arial"/>
              <a:buNone/>
            </a:pPr>
            <a:r>
              <a:rPr lang="en">
                <a:solidFill>
                  <a:srgbClr val="252525"/>
                </a:solidFill>
              </a:rPr>
              <a:t>Through this exploration of advanced techniques, participants will elevate their Git proficiency, enabling them to navigate complex collaborative scenarios and contribute effectively to team projects.</a:t>
            </a:r>
            <a:endParaRPr>
              <a:solidFill>
                <a:srgbClr val="252525"/>
              </a:solidFill>
            </a:endParaRPr>
          </a:p>
          <a:p>
            <a:pPr marL="0" lvl="0" indent="0" algn="l" rtl="0">
              <a:lnSpc>
                <a:spcPct val="115000"/>
              </a:lnSpc>
              <a:spcBef>
                <a:spcPts val="1500"/>
              </a:spcBef>
              <a:spcAft>
                <a:spcPts val="0"/>
              </a:spcAft>
              <a:buClr>
                <a:schemeClr val="dk1"/>
              </a:buClr>
              <a:buSzPts val="1100"/>
              <a:buFont typeface="Arial"/>
              <a:buNone/>
            </a:pPr>
            <a:endParaRPr sz="1200">
              <a:solidFill>
                <a:srgbClr val="374151"/>
              </a:solidFill>
            </a:endParaRPr>
          </a:p>
          <a:p>
            <a:pPr marL="0" lvl="0" indent="0" algn="l" rtl="0">
              <a:lnSpc>
                <a:spcPct val="115000"/>
              </a:lnSpc>
              <a:spcBef>
                <a:spcPts val="1500"/>
              </a:spcBef>
              <a:spcAft>
                <a:spcPts val="0"/>
              </a:spcAft>
              <a:buSzPts val="1100"/>
              <a:buNone/>
            </a:pPr>
            <a:endParaRPr sz="1200">
              <a:solidFill>
                <a:srgbClr val="374151"/>
              </a:solidFill>
            </a:endParaRPr>
          </a:p>
          <a:p>
            <a:pPr marL="0" lvl="0" indent="0" algn="l" rtl="0">
              <a:lnSpc>
                <a:spcPct val="115000"/>
              </a:lnSpc>
              <a:spcBef>
                <a:spcPts val="1500"/>
              </a:spcBef>
              <a:spcAft>
                <a:spcPts val="0"/>
              </a:spcAft>
              <a:buSzPts val="1100"/>
              <a:buNone/>
            </a:pPr>
            <a:endParaRPr sz="1200">
              <a:solidFill>
                <a:srgbClr val="374151"/>
              </a:solidFill>
            </a:endParaRPr>
          </a:p>
          <a:p>
            <a:pPr marL="0" lvl="0" indent="0" algn="l" rtl="0">
              <a:lnSpc>
                <a:spcPct val="115000"/>
              </a:lnSpc>
              <a:spcBef>
                <a:spcPts val="1500"/>
              </a:spcBef>
              <a:spcAft>
                <a:spcPts val="0"/>
              </a:spcAft>
              <a:buClr>
                <a:schemeClr val="dk1"/>
              </a:buClr>
              <a:buSzPts val="1100"/>
              <a:buFont typeface="Arial"/>
              <a:buNone/>
            </a:pPr>
            <a:endParaRPr sz="1200">
              <a:solidFill>
                <a:srgbClr val="374151"/>
              </a:solidFill>
            </a:endParaRPr>
          </a:p>
          <a:p>
            <a:pPr marL="0" lvl="0" indent="0" algn="l" rtl="0">
              <a:lnSpc>
                <a:spcPct val="115000"/>
              </a:lnSpc>
              <a:spcBef>
                <a:spcPts val="1500"/>
              </a:spcBef>
              <a:spcAft>
                <a:spcPts val="0"/>
              </a:spcAft>
              <a:buClr>
                <a:schemeClr val="dk1"/>
              </a:buClr>
              <a:buSzPts val="1100"/>
              <a:buFont typeface="Arial"/>
              <a:buNone/>
            </a:pPr>
            <a:endParaRPr sz="1200">
              <a:solidFill>
                <a:srgbClr val="374151"/>
              </a:solidFill>
            </a:endParaRPr>
          </a:p>
          <a:p>
            <a:pPr marL="1371600" lvl="0" indent="0" algn="l" rtl="0">
              <a:lnSpc>
                <a:spcPct val="115000"/>
              </a:lnSpc>
              <a:spcBef>
                <a:spcPts val="1500"/>
              </a:spcBef>
              <a:spcAft>
                <a:spcPts val="0"/>
              </a:spcAft>
              <a:buClr>
                <a:schemeClr val="dk1"/>
              </a:buClr>
              <a:buSzPts val="1100"/>
              <a:buFont typeface="Arial"/>
              <a:buNone/>
            </a:pPr>
            <a:endParaRPr sz="1200">
              <a:solidFill>
                <a:srgbClr val="374151"/>
              </a:solidFill>
            </a:endParaRPr>
          </a:p>
          <a:p>
            <a:pPr marL="0" lvl="0" indent="0" algn="l" rtl="0">
              <a:lnSpc>
                <a:spcPct val="100000"/>
              </a:lnSpc>
              <a:spcBef>
                <a:spcPts val="1500"/>
              </a:spcBef>
              <a:spcAft>
                <a:spcPts val="0"/>
              </a:spcAft>
              <a:buClr>
                <a:schemeClr val="dk1"/>
              </a:buClr>
              <a:buSzPts val="1100"/>
              <a:buFont typeface="Arial"/>
              <a:buNone/>
            </a:pP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600"/>
              </a:spcBef>
              <a:spcAft>
                <a:spcPts val="0"/>
              </a:spcAft>
              <a:buSzPts val="1100"/>
              <a:buNone/>
            </a:pPr>
            <a:endParaRPr sz="1200" b="1">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5"/>
        <p:cNvGrpSpPr/>
        <p:nvPr/>
      </p:nvGrpSpPr>
      <p:grpSpPr>
        <a:xfrm>
          <a:off x="0" y="0"/>
          <a:ext cx="0" cy="0"/>
          <a:chOff x="0" y="0"/>
          <a:chExt cx="0" cy="0"/>
        </a:xfrm>
      </p:grpSpPr>
      <p:sp>
        <p:nvSpPr>
          <p:cNvPr id="1126" name="Google Shape;1126;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27" name="Google Shape;1127;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 sz="1200" b="1">
                <a:solidFill>
                  <a:schemeClr val="dk1"/>
                </a:solidFill>
              </a:rPr>
              <a:t>Notes to the Facilitator: </a:t>
            </a:r>
            <a:endParaRPr sz="1200">
              <a:solidFill>
                <a:srgbClr val="374151"/>
              </a:solidFill>
            </a:endParaRPr>
          </a:p>
          <a:p>
            <a:pPr marL="0" lvl="0" indent="0" algn="l" rtl="0">
              <a:lnSpc>
                <a:spcPct val="115000"/>
              </a:lnSpc>
              <a:spcBef>
                <a:spcPts val="0"/>
              </a:spcBef>
              <a:spcAft>
                <a:spcPts val="0"/>
              </a:spcAft>
              <a:buSzPts val="1100"/>
              <a:buNone/>
            </a:pPr>
            <a:r>
              <a:rPr lang="en" sz="1200">
                <a:solidFill>
                  <a:srgbClr val="374151"/>
                </a:solidFill>
              </a:rPr>
              <a:t>Guide participants through the intricacies of rebasing, emphasizing its role in creating a linear commit history and the importance of conflict resolution during the process. </a:t>
            </a:r>
            <a:endParaRPr sz="1200">
              <a:solidFill>
                <a:srgbClr val="374151"/>
              </a:solidFill>
            </a:endParaRPr>
          </a:p>
          <a:p>
            <a:pPr marL="0" lvl="0" indent="0" algn="l" rtl="0">
              <a:lnSpc>
                <a:spcPct val="115000"/>
              </a:lnSpc>
              <a:spcBef>
                <a:spcPts val="0"/>
              </a:spcBef>
              <a:spcAft>
                <a:spcPts val="0"/>
              </a:spcAft>
              <a:buSzPts val="1100"/>
              <a:buNone/>
            </a:pPr>
            <a:endParaRPr sz="1200">
              <a:solidFill>
                <a:srgbClr val="374151"/>
              </a:solidFill>
            </a:endParaRPr>
          </a:p>
          <a:p>
            <a:pPr marL="0" lvl="0" indent="0" algn="l" rtl="0">
              <a:lnSpc>
                <a:spcPct val="115000"/>
              </a:lnSpc>
              <a:spcBef>
                <a:spcPts val="0"/>
              </a:spcBef>
              <a:spcAft>
                <a:spcPts val="0"/>
              </a:spcAft>
              <a:buSzPts val="1100"/>
              <a:buNone/>
            </a:pPr>
            <a:r>
              <a:rPr lang="en" sz="1200" b="1">
                <a:solidFill>
                  <a:schemeClr val="dk1"/>
                </a:solidFill>
              </a:rPr>
              <a:t>Notes to the Participants:</a:t>
            </a:r>
            <a:endParaRPr>
              <a:solidFill>
                <a:schemeClr val="dk1"/>
              </a:solidFill>
            </a:endParaRPr>
          </a:p>
          <a:p>
            <a:pPr marL="0" lvl="0" indent="0" algn="l" rtl="0">
              <a:lnSpc>
                <a:spcPct val="115000"/>
              </a:lnSpc>
              <a:spcBef>
                <a:spcPts val="1500"/>
              </a:spcBef>
              <a:spcAft>
                <a:spcPts val="0"/>
              </a:spcAft>
              <a:buClr>
                <a:schemeClr val="dk1"/>
              </a:buClr>
              <a:buSzPts val="1100"/>
              <a:buFont typeface="Arial"/>
              <a:buNone/>
            </a:pPr>
            <a:r>
              <a:rPr lang="en" sz="1200">
                <a:solidFill>
                  <a:srgbClr val="374151"/>
                </a:solidFill>
              </a:rPr>
              <a:t>Rebasing is an advanced Git technique that involves altering the commit history by moving or combining commits. Unlike merging, which creates a new commit to reconcile changes, rebasing integrates changes by placing the entire sequence of local commits onto a different base commit.</a:t>
            </a:r>
            <a:endParaRPr sz="1200">
              <a:solidFill>
                <a:srgbClr val="374151"/>
              </a:solidFill>
            </a:endParaRPr>
          </a:p>
          <a:p>
            <a:pPr marL="0" lvl="0" indent="0" algn="l" rtl="0">
              <a:lnSpc>
                <a:spcPct val="115000"/>
              </a:lnSpc>
              <a:spcBef>
                <a:spcPts val="1500"/>
              </a:spcBef>
              <a:spcAft>
                <a:spcPts val="0"/>
              </a:spcAft>
              <a:buClr>
                <a:schemeClr val="dk1"/>
              </a:buClr>
              <a:buSzPts val="1100"/>
              <a:buFont typeface="Arial"/>
              <a:buNone/>
            </a:pPr>
            <a:r>
              <a:rPr lang="en" sz="1200">
                <a:solidFill>
                  <a:srgbClr val="374151"/>
                </a:solidFill>
              </a:rPr>
              <a:t>Key Concepts:</a:t>
            </a:r>
            <a:endParaRPr sz="1200">
              <a:solidFill>
                <a:srgbClr val="374151"/>
              </a:solidFill>
            </a:endParaRPr>
          </a:p>
          <a:p>
            <a:pPr marL="457200" lvl="0" indent="-228600" algn="l" rtl="0">
              <a:lnSpc>
                <a:spcPct val="115000"/>
              </a:lnSpc>
              <a:spcBef>
                <a:spcPts val="1500"/>
              </a:spcBef>
              <a:spcAft>
                <a:spcPts val="0"/>
              </a:spcAft>
              <a:buClr>
                <a:srgbClr val="374151"/>
              </a:buClr>
              <a:buSzPts val="1200"/>
              <a:buFont typeface="Arial"/>
              <a:buNone/>
            </a:pPr>
            <a:r>
              <a:rPr lang="en" sz="1200">
                <a:solidFill>
                  <a:srgbClr val="374151"/>
                </a:solidFill>
              </a:rPr>
              <a:t>Linearizing Commit History: Rebasing aims to create a linear commit history by placing local commits on top of another branch's commit, often the updated remote branch. This results in a clean and straightforward chronological order of changes.</a:t>
            </a:r>
            <a:endParaRPr sz="1200">
              <a:solidFill>
                <a:srgbClr val="374151"/>
              </a:solidFill>
            </a:endParaRPr>
          </a:p>
          <a:p>
            <a:pPr marL="457200" lvl="0" indent="-228600" algn="l" rtl="0">
              <a:lnSpc>
                <a:spcPct val="115000"/>
              </a:lnSpc>
              <a:spcBef>
                <a:spcPts val="0"/>
              </a:spcBef>
              <a:spcAft>
                <a:spcPts val="0"/>
              </a:spcAft>
              <a:buClr>
                <a:srgbClr val="374151"/>
              </a:buClr>
              <a:buSzPts val="1200"/>
              <a:buFont typeface="Arial"/>
              <a:buNone/>
            </a:pPr>
            <a:r>
              <a:rPr lang="en" sz="1200">
                <a:solidFill>
                  <a:srgbClr val="374151"/>
                </a:solidFill>
              </a:rPr>
              <a:t>Executing a Rebase: To rebase, use the command </a:t>
            </a:r>
            <a:r>
              <a:rPr lang="en" sz="1050">
                <a:solidFill>
                  <a:srgbClr val="374151"/>
                </a:solidFill>
                <a:latin typeface="Courier New"/>
                <a:ea typeface="Courier New"/>
                <a:cs typeface="Courier New"/>
                <a:sym typeface="Courier New"/>
              </a:rPr>
              <a:t>git rebase &lt;base-branch&gt;</a:t>
            </a:r>
            <a:r>
              <a:rPr lang="en" sz="1200">
                <a:solidFill>
                  <a:srgbClr val="374151"/>
                </a:solidFill>
              </a:rPr>
              <a:t> while on the branch containing the commits you want to reapply. This shifts the branch's base to the specified commit.</a:t>
            </a:r>
            <a:endParaRPr sz="1200">
              <a:solidFill>
                <a:srgbClr val="374151"/>
              </a:solidFill>
            </a:endParaRPr>
          </a:p>
          <a:p>
            <a:pPr marL="457200" lvl="0" indent="-228600" algn="l" rtl="0">
              <a:lnSpc>
                <a:spcPct val="115000"/>
              </a:lnSpc>
              <a:spcBef>
                <a:spcPts val="0"/>
              </a:spcBef>
              <a:spcAft>
                <a:spcPts val="0"/>
              </a:spcAft>
              <a:buClr>
                <a:srgbClr val="374151"/>
              </a:buClr>
              <a:buSzPts val="1200"/>
              <a:buFont typeface="Arial"/>
              <a:buNone/>
            </a:pPr>
            <a:r>
              <a:rPr lang="en" sz="1200">
                <a:solidFill>
                  <a:srgbClr val="374151"/>
                </a:solidFill>
              </a:rPr>
              <a:t>Resolving Conflicts:Rebasing may lead to conflicts if changes in the local branch cannot be seamlessly applied on top of the new base. Resolve conflicts manually or by using merge tools during the rebase process.</a:t>
            </a:r>
            <a:endParaRPr sz="1200">
              <a:solidFill>
                <a:srgbClr val="374151"/>
              </a:solidFill>
            </a:endParaRPr>
          </a:p>
          <a:p>
            <a:pPr marL="457200" lvl="0" indent="-228600" algn="l" rtl="0">
              <a:lnSpc>
                <a:spcPct val="115000"/>
              </a:lnSpc>
              <a:spcBef>
                <a:spcPts val="0"/>
              </a:spcBef>
              <a:spcAft>
                <a:spcPts val="0"/>
              </a:spcAft>
              <a:buClr>
                <a:srgbClr val="374151"/>
              </a:buClr>
              <a:buSzPts val="1200"/>
              <a:buFont typeface="Arial"/>
              <a:buNone/>
            </a:pPr>
            <a:r>
              <a:rPr lang="en" sz="1200">
                <a:solidFill>
                  <a:srgbClr val="374151"/>
                </a:solidFill>
              </a:rPr>
              <a:t>Interactive Rebasing:</a:t>
            </a:r>
            <a:r>
              <a:rPr lang="en" sz="1050">
                <a:solidFill>
                  <a:srgbClr val="374151"/>
                </a:solidFill>
                <a:latin typeface="Courier New"/>
                <a:ea typeface="Courier New"/>
                <a:cs typeface="Courier New"/>
                <a:sym typeface="Courier New"/>
              </a:rPr>
              <a:t>git rebase -i</a:t>
            </a:r>
            <a:r>
              <a:rPr lang="en" sz="1200">
                <a:solidFill>
                  <a:srgbClr val="374151"/>
                </a:solidFill>
              </a:rPr>
              <a:t> allows for interactive rebasing, offering granular control over each commit. Developers can squash, edit, reword, or drop commits during this interactive process.</a:t>
            </a:r>
            <a:endParaRPr sz="1200">
              <a:solidFill>
                <a:srgbClr val="374151"/>
              </a:solidFill>
            </a:endParaRPr>
          </a:p>
          <a:p>
            <a:pPr marL="0" lvl="0" indent="0" algn="l" rtl="0">
              <a:lnSpc>
                <a:spcPct val="115000"/>
              </a:lnSpc>
              <a:spcBef>
                <a:spcPts val="1500"/>
              </a:spcBef>
              <a:spcAft>
                <a:spcPts val="0"/>
              </a:spcAft>
              <a:buSzPts val="1100"/>
              <a:buNone/>
            </a:pPr>
            <a:r>
              <a:rPr lang="en" sz="1200">
                <a:solidFill>
                  <a:srgbClr val="374151"/>
                </a:solidFill>
              </a:rPr>
              <a:t>Understanding the intricacies of rebasing empowers developers to create a more coherent and readable project history, promoting efficient collaboration and code maintenance.</a:t>
            </a:r>
            <a:endParaRPr sz="1200">
              <a:solidFill>
                <a:srgbClr val="374151"/>
              </a:solidFill>
            </a:endParaRPr>
          </a:p>
          <a:p>
            <a:pPr marL="0" lvl="0" indent="0" algn="l" rtl="0">
              <a:lnSpc>
                <a:spcPct val="115000"/>
              </a:lnSpc>
              <a:spcBef>
                <a:spcPts val="1500"/>
              </a:spcBef>
              <a:spcAft>
                <a:spcPts val="0"/>
              </a:spcAft>
              <a:buSzPts val="1100"/>
              <a:buNone/>
            </a:pPr>
            <a:endParaRPr sz="1200">
              <a:solidFill>
                <a:srgbClr val="374151"/>
              </a:solidFill>
            </a:endParaRPr>
          </a:p>
          <a:p>
            <a:pPr marL="0" lvl="0" indent="0" algn="l" rtl="0">
              <a:lnSpc>
                <a:spcPct val="115000"/>
              </a:lnSpc>
              <a:spcBef>
                <a:spcPts val="1500"/>
              </a:spcBef>
              <a:spcAft>
                <a:spcPts val="0"/>
              </a:spcAft>
              <a:buSzPts val="1100"/>
              <a:buNone/>
            </a:pPr>
            <a:endParaRPr sz="1200">
              <a:solidFill>
                <a:srgbClr val="374151"/>
              </a:solidFill>
            </a:endParaRPr>
          </a:p>
          <a:p>
            <a:pPr marL="1371600" lvl="0" indent="0" algn="l" rtl="0">
              <a:lnSpc>
                <a:spcPct val="115000"/>
              </a:lnSpc>
              <a:spcBef>
                <a:spcPts val="1500"/>
              </a:spcBef>
              <a:spcAft>
                <a:spcPts val="0"/>
              </a:spcAft>
              <a:buSzPts val="1100"/>
              <a:buNone/>
            </a:pPr>
            <a:endParaRPr sz="1200">
              <a:solidFill>
                <a:srgbClr val="374151"/>
              </a:solidFill>
            </a:endParaRPr>
          </a:p>
          <a:p>
            <a:pPr marL="0" lvl="0" indent="0" algn="l" rtl="0">
              <a:lnSpc>
                <a:spcPct val="100000"/>
              </a:lnSpc>
              <a:spcBef>
                <a:spcPts val="1500"/>
              </a:spcBef>
              <a:spcAft>
                <a:spcPts val="0"/>
              </a:spcAft>
              <a:buSzPts val="1100"/>
              <a:buNone/>
            </a:pPr>
            <a:endParaRPr>
              <a:solidFill>
                <a:schemeClr val="dk1"/>
              </a:solidFill>
            </a:endParaRPr>
          </a:p>
          <a:p>
            <a:pPr marL="0" lvl="0" indent="0" algn="l" rtl="0">
              <a:lnSpc>
                <a:spcPct val="100000"/>
              </a:lnSpc>
              <a:spcBef>
                <a:spcPts val="0"/>
              </a:spcBef>
              <a:spcAft>
                <a:spcPts val="0"/>
              </a:spcAft>
              <a:buSzPts val="1100"/>
              <a:buNone/>
            </a:pPr>
            <a:endParaRPr>
              <a:solidFill>
                <a:schemeClr val="dk1"/>
              </a:solidFill>
            </a:endParaRPr>
          </a:p>
          <a:p>
            <a:pPr marL="0" lvl="0" indent="0" algn="l" rtl="0">
              <a:lnSpc>
                <a:spcPct val="100000"/>
              </a:lnSpc>
              <a:spcBef>
                <a:spcPts val="0"/>
              </a:spcBef>
              <a:spcAft>
                <a:spcPts val="0"/>
              </a:spcAft>
              <a:buSzPts val="1100"/>
              <a:buNone/>
            </a:pPr>
            <a:endParaRPr>
              <a:solidFill>
                <a:schemeClr val="dk1"/>
              </a:solidFill>
            </a:endParaRPr>
          </a:p>
          <a:p>
            <a:pPr marL="0" lvl="0" indent="0" algn="l" rtl="0">
              <a:lnSpc>
                <a:spcPct val="115000"/>
              </a:lnSpc>
              <a:spcBef>
                <a:spcPts val="1600"/>
              </a:spcBef>
              <a:spcAft>
                <a:spcPts val="0"/>
              </a:spcAft>
              <a:buSzPts val="1100"/>
              <a:buNone/>
            </a:pPr>
            <a:endParaRPr sz="1200" b="1">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1"/>
        <p:cNvGrpSpPr/>
        <p:nvPr/>
      </p:nvGrpSpPr>
      <p:grpSpPr>
        <a:xfrm>
          <a:off x="0" y="0"/>
          <a:ext cx="0" cy="0"/>
          <a:chOff x="0" y="0"/>
          <a:chExt cx="0" cy="0"/>
        </a:xfrm>
      </p:grpSpPr>
      <p:sp>
        <p:nvSpPr>
          <p:cNvPr id="1152" name="Google Shape;1152;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53" name="Google Shape;1153;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 sz="1200" b="1">
                <a:solidFill>
                  <a:schemeClr val="dk1"/>
                </a:solidFill>
              </a:rPr>
              <a:t>Notes to the Facilitator: </a:t>
            </a:r>
            <a:endParaRPr sz="1200">
              <a:solidFill>
                <a:schemeClr val="dk1"/>
              </a:solidFill>
            </a:endParaRPr>
          </a:p>
          <a:p>
            <a:pPr marL="0" lvl="0" indent="0" algn="l" rtl="0">
              <a:lnSpc>
                <a:spcPct val="115000"/>
              </a:lnSpc>
              <a:spcBef>
                <a:spcPts val="0"/>
              </a:spcBef>
              <a:spcAft>
                <a:spcPts val="0"/>
              </a:spcAft>
              <a:buSzPts val="1100"/>
              <a:buNone/>
            </a:pPr>
            <a:r>
              <a:rPr lang="en" sz="1200">
                <a:solidFill>
                  <a:srgbClr val="374151"/>
                </a:solidFill>
              </a:rPr>
              <a:t>Guide participants through the process of squashing commits, emphasizing the benefits of improved code readability and reduced noise in the commit history, </a:t>
            </a:r>
            <a:endParaRPr sz="1200">
              <a:solidFill>
                <a:schemeClr val="dk1"/>
              </a:solidFill>
            </a:endParaRPr>
          </a:p>
          <a:p>
            <a:pPr marL="0" lvl="0" indent="0" algn="l" rtl="0">
              <a:lnSpc>
                <a:spcPct val="115000"/>
              </a:lnSpc>
              <a:spcBef>
                <a:spcPts val="0"/>
              </a:spcBef>
              <a:spcAft>
                <a:spcPts val="0"/>
              </a:spcAft>
              <a:buSzPts val="1100"/>
              <a:buNone/>
            </a:pPr>
            <a:endParaRPr sz="1200">
              <a:solidFill>
                <a:schemeClr val="dk1"/>
              </a:solidFill>
            </a:endParaRPr>
          </a:p>
          <a:p>
            <a:pPr marL="0" lvl="0" indent="0" algn="l" rtl="0">
              <a:lnSpc>
                <a:spcPct val="115000"/>
              </a:lnSpc>
              <a:spcBef>
                <a:spcPts val="0"/>
              </a:spcBef>
              <a:spcAft>
                <a:spcPts val="0"/>
              </a:spcAft>
              <a:buSzPts val="1100"/>
              <a:buNone/>
            </a:pPr>
            <a:r>
              <a:rPr lang="en" sz="1200" b="1">
                <a:solidFill>
                  <a:schemeClr val="dk1"/>
                </a:solidFill>
              </a:rPr>
              <a:t>Notes to the Participants:</a:t>
            </a:r>
            <a:endParaRPr>
              <a:solidFill>
                <a:schemeClr val="dk1"/>
              </a:solidFill>
            </a:endParaRPr>
          </a:p>
          <a:p>
            <a:pPr marL="0" lvl="0" indent="0" algn="l" rtl="0">
              <a:lnSpc>
                <a:spcPct val="115000"/>
              </a:lnSpc>
              <a:spcBef>
                <a:spcPts val="1500"/>
              </a:spcBef>
              <a:spcAft>
                <a:spcPts val="0"/>
              </a:spcAft>
              <a:buClr>
                <a:schemeClr val="dk1"/>
              </a:buClr>
              <a:buSzPts val="1100"/>
              <a:buFont typeface="Arial"/>
              <a:buNone/>
            </a:pPr>
            <a:r>
              <a:rPr lang="en" sz="1200">
                <a:solidFill>
                  <a:srgbClr val="374151"/>
                </a:solidFill>
              </a:rPr>
              <a:t>Squashing commits is a technique in Git that involves combining multiple commits into a single, coherent commit. This process is particularly useful for condensing and simplifying the commit history, making it more readable and focused.</a:t>
            </a:r>
            <a:endParaRPr sz="1200">
              <a:solidFill>
                <a:srgbClr val="374151"/>
              </a:solidFill>
            </a:endParaRPr>
          </a:p>
          <a:p>
            <a:pPr marL="0" lvl="0" indent="0" algn="l" rtl="0">
              <a:lnSpc>
                <a:spcPct val="115000"/>
              </a:lnSpc>
              <a:spcBef>
                <a:spcPts val="1500"/>
              </a:spcBef>
              <a:spcAft>
                <a:spcPts val="0"/>
              </a:spcAft>
              <a:buClr>
                <a:schemeClr val="dk1"/>
              </a:buClr>
              <a:buSzPts val="1100"/>
              <a:buFont typeface="Arial"/>
              <a:buNone/>
            </a:pPr>
            <a:r>
              <a:rPr lang="en" sz="1200">
                <a:solidFill>
                  <a:srgbClr val="374151"/>
                </a:solidFill>
              </a:rPr>
              <a:t>Key Concepts:</a:t>
            </a:r>
            <a:endParaRPr sz="1200">
              <a:solidFill>
                <a:srgbClr val="374151"/>
              </a:solidFill>
            </a:endParaRPr>
          </a:p>
          <a:p>
            <a:pPr marL="457200" lvl="0" indent="-304800" algn="l" rtl="0">
              <a:lnSpc>
                <a:spcPct val="115000"/>
              </a:lnSpc>
              <a:spcBef>
                <a:spcPts val="1500"/>
              </a:spcBef>
              <a:spcAft>
                <a:spcPts val="0"/>
              </a:spcAft>
              <a:buClr>
                <a:srgbClr val="374151"/>
              </a:buClr>
              <a:buSzPts val="1200"/>
              <a:buChar char="●"/>
            </a:pPr>
            <a:r>
              <a:rPr lang="en" sz="1200">
                <a:solidFill>
                  <a:srgbClr val="374151"/>
                </a:solidFill>
              </a:rPr>
              <a:t>Creating Meaningful Commits:Squashing commits helps in creating more meaningful and comprehensive commit messages, as multiple related changes can be encapsulated in a single commit.</a:t>
            </a:r>
            <a:endParaRPr sz="1200">
              <a:solidFill>
                <a:srgbClr val="374151"/>
              </a:solidFill>
            </a:endParaRPr>
          </a:p>
          <a:p>
            <a:pPr marL="457200" lvl="0" indent="-298450" algn="l" rtl="0">
              <a:lnSpc>
                <a:spcPct val="115000"/>
              </a:lnSpc>
              <a:spcBef>
                <a:spcPts val="0"/>
              </a:spcBef>
              <a:spcAft>
                <a:spcPts val="0"/>
              </a:spcAft>
              <a:buClr>
                <a:srgbClr val="374151"/>
              </a:buClr>
              <a:buSzPts val="1100"/>
              <a:buChar char="●"/>
            </a:pPr>
            <a:r>
              <a:rPr lang="en" sz="1200">
                <a:solidFill>
                  <a:srgbClr val="374151"/>
                </a:solidFill>
              </a:rPr>
              <a:t>Executing a Squash:To squash commits, use the interactive rebase command with the option </a:t>
            </a:r>
            <a:r>
              <a:rPr lang="en" sz="1050">
                <a:solidFill>
                  <a:srgbClr val="374151"/>
                </a:solidFill>
              </a:rPr>
              <a:t>-i</a:t>
            </a:r>
            <a:r>
              <a:rPr lang="en" sz="1200">
                <a:solidFill>
                  <a:srgbClr val="374151"/>
                </a:solidFill>
              </a:rPr>
              <a:t> and specify the number of commits to squash. During the interactive rebase, mark commits as "squash" or "s" to combine them into the previous commit.</a:t>
            </a:r>
            <a:endParaRPr sz="1200">
              <a:solidFill>
                <a:srgbClr val="374151"/>
              </a:solidFill>
            </a:endParaRPr>
          </a:p>
          <a:p>
            <a:pPr marL="457200" lvl="0" indent="-304800" algn="l" rtl="0">
              <a:lnSpc>
                <a:spcPct val="115000"/>
              </a:lnSpc>
              <a:spcBef>
                <a:spcPts val="0"/>
              </a:spcBef>
              <a:spcAft>
                <a:spcPts val="0"/>
              </a:spcAft>
              <a:buClr>
                <a:srgbClr val="374151"/>
              </a:buClr>
              <a:buSzPts val="1200"/>
              <a:buChar char="●"/>
            </a:pPr>
            <a:r>
              <a:rPr lang="en" sz="1200">
                <a:solidFill>
                  <a:srgbClr val="374151"/>
                </a:solidFill>
              </a:rPr>
              <a:t>Editing Commit Messages:While squashing, developers have the opportunity to edit commit messages for clarity and conciseness, ensuring the final commit communicates the intended changes effectively.</a:t>
            </a:r>
            <a:endParaRPr sz="1200">
              <a:solidFill>
                <a:srgbClr val="374151"/>
              </a:solidFill>
            </a:endParaRPr>
          </a:p>
          <a:p>
            <a:pPr marL="0" lvl="0" indent="0" algn="l" rtl="0">
              <a:lnSpc>
                <a:spcPct val="115000"/>
              </a:lnSpc>
              <a:spcBef>
                <a:spcPts val="1500"/>
              </a:spcBef>
              <a:spcAft>
                <a:spcPts val="0"/>
              </a:spcAft>
              <a:buSzPts val="1100"/>
              <a:buNone/>
            </a:pPr>
            <a:r>
              <a:rPr lang="en" sz="1200">
                <a:solidFill>
                  <a:srgbClr val="374151"/>
                </a:solidFill>
              </a:rPr>
              <a:t>Practical Steps:</a:t>
            </a:r>
            <a:endParaRPr sz="1200">
              <a:solidFill>
                <a:srgbClr val="374151"/>
              </a:solidFill>
            </a:endParaRPr>
          </a:p>
          <a:p>
            <a:pPr marL="457200" lvl="0" indent="-298450" algn="l" rtl="0">
              <a:lnSpc>
                <a:spcPct val="115000"/>
              </a:lnSpc>
              <a:spcBef>
                <a:spcPts val="1500"/>
              </a:spcBef>
              <a:spcAft>
                <a:spcPts val="0"/>
              </a:spcAft>
              <a:buClr>
                <a:srgbClr val="374151"/>
              </a:buClr>
              <a:buSzPts val="1100"/>
              <a:buChar char="●"/>
            </a:pPr>
            <a:r>
              <a:rPr lang="en" sz="1200">
                <a:solidFill>
                  <a:srgbClr val="374151"/>
                </a:solidFill>
              </a:rPr>
              <a:t>Initiate an interactive rebase with </a:t>
            </a:r>
            <a:r>
              <a:rPr lang="en" sz="1050">
                <a:solidFill>
                  <a:srgbClr val="374151"/>
                </a:solidFill>
                <a:latin typeface="Courier New"/>
                <a:ea typeface="Courier New"/>
                <a:cs typeface="Courier New"/>
                <a:sym typeface="Courier New"/>
              </a:rPr>
              <a:t>git rebase -i HEAD~n</a:t>
            </a:r>
            <a:r>
              <a:rPr lang="en" sz="1200">
                <a:solidFill>
                  <a:srgbClr val="374151"/>
                </a:solidFill>
                <a:latin typeface="Courier New"/>
                <a:ea typeface="Courier New"/>
                <a:cs typeface="Courier New"/>
                <a:sym typeface="Courier New"/>
              </a:rPr>
              <a:t>, </a:t>
            </a:r>
            <a:r>
              <a:rPr lang="en" sz="1200">
                <a:solidFill>
                  <a:srgbClr val="374151"/>
                </a:solidFill>
              </a:rPr>
              <a:t>where "n" is the number of commits you want to include in the interactive rebase.</a:t>
            </a:r>
            <a:endParaRPr sz="1200">
              <a:solidFill>
                <a:srgbClr val="374151"/>
              </a:solidFill>
            </a:endParaRPr>
          </a:p>
          <a:p>
            <a:pPr marL="457200" lvl="0" indent="-304800" algn="l" rtl="0">
              <a:lnSpc>
                <a:spcPct val="115000"/>
              </a:lnSpc>
              <a:spcBef>
                <a:spcPts val="0"/>
              </a:spcBef>
              <a:spcAft>
                <a:spcPts val="0"/>
              </a:spcAft>
              <a:buClr>
                <a:srgbClr val="374151"/>
              </a:buClr>
              <a:buSzPts val="1200"/>
              <a:buChar char="●"/>
            </a:pPr>
            <a:r>
              <a:rPr lang="en" sz="1200">
                <a:solidFill>
                  <a:srgbClr val="374151"/>
                </a:solidFill>
              </a:rPr>
              <a:t>Mark commits as "squash" or "s" to combine them. Edit commit messages as needed.</a:t>
            </a:r>
            <a:endParaRPr sz="1200">
              <a:solidFill>
                <a:srgbClr val="374151"/>
              </a:solidFill>
            </a:endParaRPr>
          </a:p>
          <a:p>
            <a:pPr marL="457200" lvl="0" indent="-304800" algn="l" rtl="0">
              <a:lnSpc>
                <a:spcPct val="115000"/>
              </a:lnSpc>
              <a:spcBef>
                <a:spcPts val="0"/>
              </a:spcBef>
              <a:spcAft>
                <a:spcPts val="0"/>
              </a:spcAft>
              <a:buClr>
                <a:srgbClr val="374151"/>
              </a:buClr>
              <a:buSzPts val="1200"/>
              <a:buChar char="●"/>
            </a:pPr>
            <a:r>
              <a:rPr lang="en" sz="1200">
                <a:solidFill>
                  <a:srgbClr val="374151"/>
                </a:solidFill>
              </a:rPr>
              <a:t>Complete the rebase process to create a squashed commit.</a:t>
            </a:r>
            <a:endParaRPr sz="1200">
              <a:solidFill>
                <a:srgbClr val="374151"/>
              </a:solidFill>
            </a:endParaRPr>
          </a:p>
          <a:p>
            <a:pPr marL="0" lvl="0" indent="0" algn="l" rtl="0">
              <a:lnSpc>
                <a:spcPct val="115000"/>
              </a:lnSpc>
              <a:spcBef>
                <a:spcPts val="1500"/>
              </a:spcBef>
              <a:spcAft>
                <a:spcPts val="0"/>
              </a:spcAft>
              <a:buSzPts val="1100"/>
              <a:buNone/>
            </a:pPr>
            <a:r>
              <a:rPr lang="en" sz="1200">
                <a:solidFill>
                  <a:srgbClr val="374151"/>
                </a:solidFill>
              </a:rPr>
              <a:t>Understanding how to squash commits empowers developers to maintain a clean and focused commit history, fostering better collaboration and code comprehension.</a:t>
            </a:r>
            <a:endParaRPr sz="1200">
              <a:solidFill>
                <a:srgbClr val="374151"/>
              </a:solidFill>
            </a:endParaRPr>
          </a:p>
          <a:p>
            <a:pPr marL="0" lvl="0" indent="0" algn="l" rtl="0">
              <a:lnSpc>
                <a:spcPct val="115000"/>
              </a:lnSpc>
              <a:spcBef>
                <a:spcPts val="1500"/>
              </a:spcBef>
              <a:spcAft>
                <a:spcPts val="0"/>
              </a:spcAft>
              <a:buSzPts val="1100"/>
              <a:buNone/>
            </a:pPr>
            <a:endParaRPr sz="1200" b="1">
              <a:solidFill>
                <a:schemeClr val="dk1"/>
              </a:solidFill>
            </a:endParaRPr>
          </a:p>
          <a:p>
            <a:pPr marL="0" lvl="0" indent="0" algn="l" rtl="0">
              <a:lnSpc>
                <a:spcPct val="115000"/>
              </a:lnSpc>
              <a:spcBef>
                <a:spcPts val="1500"/>
              </a:spcBef>
              <a:spcAft>
                <a:spcPts val="0"/>
              </a:spcAft>
              <a:buSzPts val="1100"/>
              <a:buNone/>
            </a:pPr>
            <a:endParaRPr sz="1200">
              <a:solidFill>
                <a:schemeClr val="dk1"/>
              </a:solidFill>
            </a:endParaRPr>
          </a:p>
          <a:p>
            <a:pPr marL="0" lvl="0" indent="0" algn="l" rtl="0">
              <a:lnSpc>
                <a:spcPct val="115000"/>
              </a:lnSpc>
              <a:spcBef>
                <a:spcPts val="1500"/>
              </a:spcBef>
              <a:spcAft>
                <a:spcPts val="0"/>
              </a:spcAft>
              <a:buSzPts val="1100"/>
              <a:buNone/>
            </a:pPr>
            <a:endParaRPr sz="1200">
              <a:solidFill>
                <a:schemeClr val="dk1"/>
              </a:solidFill>
            </a:endParaRPr>
          </a:p>
          <a:p>
            <a:pPr marL="1371600" lvl="0" indent="0" algn="l" rtl="0">
              <a:lnSpc>
                <a:spcPct val="115000"/>
              </a:lnSpc>
              <a:spcBef>
                <a:spcPts val="1500"/>
              </a:spcBef>
              <a:spcAft>
                <a:spcPts val="0"/>
              </a:spcAft>
              <a:buSzPts val="1100"/>
              <a:buNone/>
            </a:pPr>
            <a:endParaRPr sz="1200">
              <a:solidFill>
                <a:schemeClr val="dk1"/>
              </a:solidFill>
            </a:endParaRPr>
          </a:p>
          <a:p>
            <a:pPr marL="0" lvl="0" indent="0" algn="l" rtl="0">
              <a:lnSpc>
                <a:spcPct val="100000"/>
              </a:lnSpc>
              <a:spcBef>
                <a:spcPts val="1500"/>
              </a:spcBef>
              <a:spcAft>
                <a:spcPts val="0"/>
              </a:spcAft>
              <a:buSzPts val="1100"/>
              <a:buNone/>
            </a:pPr>
            <a:endParaRPr>
              <a:solidFill>
                <a:schemeClr val="dk1"/>
              </a:solidFill>
            </a:endParaRPr>
          </a:p>
          <a:p>
            <a:pPr marL="0" lvl="0" indent="0" algn="l" rtl="0">
              <a:lnSpc>
                <a:spcPct val="100000"/>
              </a:lnSpc>
              <a:spcBef>
                <a:spcPts val="0"/>
              </a:spcBef>
              <a:spcAft>
                <a:spcPts val="0"/>
              </a:spcAft>
              <a:buSzPts val="1100"/>
              <a:buNone/>
            </a:pPr>
            <a:endParaRPr>
              <a:solidFill>
                <a:schemeClr val="dk1"/>
              </a:solidFill>
            </a:endParaRPr>
          </a:p>
          <a:p>
            <a:pPr marL="0" lvl="0" indent="0" algn="l" rtl="0">
              <a:lnSpc>
                <a:spcPct val="100000"/>
              </a:lnSpc>
              <a:spcBef>
                <a:spcPts val="0"/>
              </a:spcBef>
              <a:spcAft>
                <a:spcPts val="0"/>
              </a:spcAft>
              <a:buSzPts val="1100"/>
              <a:buNone/>
            </a:pPr>
            <a:endParaRPr>
              <a:solidFill>
                <a:schemeClr val="dk1"/>
              </a:solidFill>
            </a:endParaRPr>
          </a:p>
          <a:p>
            <a:pPr marL="0" lvl="0" indent="0" algn="l" rtl="0">
              <a:lnSpc>
                <a:spcPct val="115000"/>
              </a:lnSpc>
              <a:spcBef>
                <a:spcPts val="1600"/>
              </a:spcBef>
              <a:spcAft>
                <a:spcPts val="0"/>
              </a:spcAft>
              <a:buSzPts val="1100"/>
              <a:buNone/>
            </a:pPr>
            <a:endParaRPr sz="1200" b="1">
              <a:solidFill>
                <a:schemeClr val="dk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9"/>
        <p:cNvGrpSpPr/>
        <p:nvPr/>
      </p:nvGrpSpPr>
      <p:grpSpPr>
        <a:xfrm>
          <a:off x="0" y="0"/>
          <a:ext cx="0" cy="0"/>
          <a:chOff x="0" y="0"/>
          <a:chExt cx="0" cy="0"/>
        </a:xfrm>
      </p:grpSpPr>
      <p:sp>
        <p:nvSpPr>
          <p:cNvPr id="1160" name="Google Shape;1160;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61" name="Google Shape;1161;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 sz="1200" b="1">
                <a:solidFill>
                  <a:schemeClr val="dk1"/>
                </a:solidFill>
              </a:rPr>
              <a:t>Notes to the Facilitator: </a:t>
            </a:r>
            <a:endParaRPr sz="1200">
              <a:solidFill>
                <a:schemeClr val="dk1"/>
              </a:solidFill>
            </a:endParaRPr>
          </a:p>
          <a:p>
            <a:pPr marL="0" lvl="0" indent="0" algn="l" rtl="0">
              <a:lnSpc>
                <a:spcPct val="115000"/>
              </a:lnSpc>
              <a:spcBef>
                <a:spcPts val="0"/>
              </a:spcBef>
              <a:spcAft>
                <a:spcPts val="0"/>
              </a:spcAft>
              <a:buSzPts val="1100"/>
              <a:buNone/>
            </a:pPr>
            <a:r>
              <a:rPr lang="en" sz="1200">
                <a:solidFill>
                  <a:schemeClr val="dk1"/>
                </a:solidFill>
                <a:latin typeface="Roboto"/>
                <a:ea typeface="Roboto"/>
                <a:cs typeface="Roboto"/>
                <a:sym typeface="Roboto"/>
              </a:rPr>
              <a:t>Navigate the intricacies of Git conflict resolution with strategies like manual editing, merge tools, and collaborative best practices, ensuring a seamless and error-free codebase.</a:t>
            </a:r>
            <a:endParaRPr sz="1200">
              <a:solidFill>
                <a:schemeClr val="dk1"/>
              </a:solidFill>
              <a:latin typeface="Roboto"/>
              <a:ea typeface="Roboto"/>
              <a:cs typeface="Roboto"/>
              <a:sym typeface="Roboto"/>
            </a:endParaRPr>
          </a:p>
          <a:p>
            <a:pPr marL="0" lvl="0" indent="0" algn="l" rtl="0">
              <a:lnSpc>
                <a:spcPct val="115000"/>
              </a:lnSpc>
              <a:spcBef>
                <a:spcPts val="0"/>
              </a:spcBef>
              <a:spcAft>
                <a:spcPts val="0"/>
              </a:spcAft>
              <a:buSzPts val="1100"/>
              <a:buNone/>
            </a:pPr>
            <a:endParaRPr sz="1200">
              <a:solidFill>
                <a:srgbClr val="374151"/>
              </a:solidFill>
            </a:endParaRPr>
          </a:p>
          <a:p>
            <a:pPr marL="0" lvl="0" indent="0" algn="l" rtl="0">
              <a:lnSpc>
                <a:spcPct val="115000"/>
              </a:lnSpc>
              <a:spcBef>
                <a:spcPts val="0"/>
              </a:spcBef>
              <a:spcAft>
                <a:spcPts val="0"/>
              </a:spcAft>
              <a:buSzPts val="1100"/>
              <a:buNone/>
            </a:pPr>
            <a:endParaRPr sz="1200">
              <a:solidFill>
                <a:schemeClr val="dk1"/>
              </a:solidFill>
            </a:endParaRPr>
          </a:p>
          <a:p>
            <a:pPr marL="0" lvl="0" indent="0" algn="l" rtl="0">
              <a:lnSpc>
                <a:spcPct val="115000"/>
              </a:lnSpc>
              <a:spcBef>
                <a:spcPts val="0"/>
              </a:spcBef>
              <a:spcAft>
                <a:spcPts val="0"/>
              </a:spcAft>
              <a:buSzPts val="1100"/>
              <a:buNone/>
            </a:pPr>
            <a:r>
              <a:rPr lang="en" sz="1200" b="1">
                <a:solidFill>
                  <a:schemeClr val="dk1"/>
                </a:solidFill>
              </a:rPr>
              <a:t>Notes to the Participants:</a:t>
            </a:r>
            <a:endParaRPr sz="1200">
              <a:solidFill>
                <a:schemeClr val="dk1"/>
              </a:solidFill>
            </a:endParaRPr>
          </a:p>
          <a:p>
            <a:pPr marL="0" lvl="0" indent="0" algn="l" rtl="0">
              <a:lnSpc>
                <a:spcPct val="115000"/>
              </a:lnSpc>
              <a:spcBef>
                <a:spcPts val="1500"/>
              </a:spcBef>
              <a:spcAft>
                <a:spcPts val="0"/>
              </a:spcAft>
              <a:buClr>
                <a:schemeClr val="dk1"/>
              </a:buClr>
              <a:buSzPts val="1100"/>
              <a:buFont typeface="Arial"/>
              <a:buNone/>
            </a:pPr>
            <a:r>
              <a:rPr lang="en" sz="1200">
                <a:solidFill>
                  <a:srgbClr val="374151"/>
                </a:solidFill>
              </a:rPr>
              <a:t>Conflicts may arise in Git when changes in different branches cannot be seamlessly merged. Effectively resolving these conflicts is crucial for maintaining a cohesive and error-free codebase. Here are key strategies for conflict resolution:</a:t>
            </a:r>
            <a:endParaRPr sz="1200">
              <a:solidFill>
                <a:srgbClr val="374151"/>
              </a:solidFill>
            </a:endParaRPr>
          </a:p>
          <a:p>
            <a:pPr marL="457200" lvl="0" indent="-304800" algn="l" rtl="0">
              <a:lnSpc>
                <a:spcPct val="115000"/>
              </a:lnSpc>
              <a:spcBef>
                <a:spcPts val="1500"/>
              </a:spcBef>
              <a:spcAft>
                <a:spcPts val="0"/>
              </a:spcAft>
              <a:buClr>
                <a:srgbClr val="374151"/>
              </a:buClr>
              <a:buSzPts val="1200"/>
              <a:buChar char="●"/>
            </a:pPr>
            <a:r>
              <a:rPr lang="en" sz="1200">
                <a:solidFill>
                  <a:srgbClr val="374151"/>
                </a:solidFill>
              </a:rPr>
              <a:t>Manual Conflict Resolution: Developers can manually edit the conflicting sections in the affected files to reconcile differences. After resolving conflicts, they need to mark the files as resolved using </a:t>
            </a:r>
            <a:r>
              <a:rPr lang="en" sz="1200">
                <a:solidFill>
                  <a:srgbClr val="374151"/>
                </a:solidFill>
                <a:latin typeface="Courier New"/>
                <a:ea typeface="Courier New"/>
                <a:cs typeface="Courier New"/>
                <a:sym typeface="Courier New"/>
              </a:rPr>
              <a:t>git add</a:t>
            </a:r>
            <a:r>
              <a:rPr lang="en" sz="1200">
                <a:solidFill>
                  <a:srgbClr val="374151"/>
                </a:solidFill>
              </a:rPr>
              <a:t> and continue with the commit process.</a:t>
            </a:r>
            <a:endParaRPr sz="1200">
              <a:solidFill>
                <a:srgbClr val="374151"/>
              </a:solidFill>
            </a:endParaRPr>
          </a:p>
          <a:p>
            <a:pPr marL="457200" lvl="0" indent="-304800" algn="l" rtl="0">
              <a:lnSpc>
                <a:spcPct val="115000"/>
              </a:lnSpc>
              <a:spcBef>
                <a:spcPts val="0"/>
              </a:spcBef>
              <a:spcAft>
                <a:spcPts val="0"/>
              </a:spcAft>
              <a:buClr>
                <a:srgbClr val="374151"/>
              </a:buClr>
              <a:buSzPts val="1200"/>
              <a:buChar char="●"/>
            </a:pPr>
            <a:r>
              <a:rPr lang="en" sz="1200">
                <a:solidFill>
                  <a:srgbClr val="374151"/>
                </a:solidFill>
              </a:rPr>
              <a:t>Merge Tool: Git provides merge tools that assist in visualizing and resolving conflicts. Developers can configure their preferred merge tool using </a:t>
            </a:r>
            <a:r>
              <a:rPr lang="en" sz="1200">
                <a:solidFill>
                  <a:srgbClr val="374151"/>
                </a:solidFill>
                <a:latin typeface="Courier New"/>
                <a:ea typeface="Courier New"/>
                <a:cs typeface="Courier New"/>
                <a:sym typeface="Courier New"/>
              </a:rPr>
              <a:t>git mergetool </a:t>
            </a:r>
            <a:r>
              <a:rPr lang="en" sz="1200">
                <a:solidFill>
                  <a:srgbClr val="374151"/>
                </a:solidFill>
              </a:rPr>
              <a:t>and use it to navigate and resolve conflicts.</a:t>
            </a:r>
            <a:endParaRPr sz="1200">
              <a:solidFill>
                <a:srgbClr val="374151"/>
              </a:solidFill>
            </a:endParaRPr>
          </a:p>
          <a:p>
            <a:pPr marL="457200" lvl="0" indent="-304800" algn="l" rtl="0">
              <a:lnSpc>
                <a:spcPct val="115000"/>
              </a:lnSpc>
              <a:spcBef>
                <a:spcPts val="0"/>
              </a:spcBef>
              <a:spcAft>
                <a:spcPts val="0"/>
              </a:spcAft>
              <a:buClr>
                <a:srgbClr val="374151"/>
              </a:buClr>
              <a:buSzPts val="1200"/>
              <a:buChar char="●"/>
            </a:pPr>
            <a:r>
              <a:rPr lang="en" sz="1200">
                <a:solidFill>
                  <a:srgbClr val="374151"/>
                </a:solidFill>
              </a:rPr>
              <a:t>Aborting the Merge: If conflicts become too complex or are challenging to resolve, developers have the option to abort the merge using </a:t>
            </a:r>
            <a:r>
              <a:rPr lang="en" sz="1200">
                <a:solidFill>
                  <a:srgbClr val="374151"/>
                </a:solidFill>
                <a:latin typeface="Courier New"/>
                <a:ea typeface="Courier New"/>
                <a:cs typeface="Courier New"/>
                <a:sym typeface="Courier New"/>
              </a:rPr>
              <a:t>git merge --abort </a:t>
            </a:r>
            <a:r>
              <a:rPr lang="en" sz="1200">
                <a:solidFill>
                  <a:srgbClr val="374151"/>
                </a:solidFill>
              </a:rPr>
              <a:t>and then manually address the conflicting changes.</a:t>
            </a:r>
            <a:endParaRPr sz="1200">
              <a:solidFill>
                <a:srgbClr val="374151"/>
              </a:solidFill>
            </a:endParaRPr>
          </a:p>
          <a:p>
            <a:pPr marL="457200" lvl="0" indent="-304800" algn="l" rtl="0">
              <a:lnSpc>
                <a:spcPct val="115000"/>
              </a:lnSpc>
              <a:spcBef>
                <a:spcPts val="0"/>
              </a:spcBef>
              <a:spcAft>
                <a:spcPts val="0"/>
              </a:spcAft>
              <a:buClr>
                <a:srgbClr val="374151"/>
              </a:buClr>
              <a:buSzPts val="1200"/>
              <a:buChar char="●"/>
            </a:pPr>
            <a:r>
              <a:rPr lang="en" sz="1200">
                <a:solidFill>
                  <a:srgbClr val="374151"/>
                </a:solidFill>
              </a:rPr>
              <a:t>Interactive Rebase: In some cases, conflicts can be resolved during an interactive rebase. Developers can use the interactive rebase command (</a:t>
            </a:r>
            <a:r>
              <a:rPr lang="en" sz="1200">
                <a:solidFill>
                  <a:srgbClr val="374151"/>
                </a:solidFill>
                <a:latin typeface="Courier New"/>
                <a:ea typeface="Courier New"/>
                <a:cs typeface="Courier New"/>
                <a:sym typeface="Courier New"/>
              </a:rPr>
              <a:t>git rebase -i</a:t>
            </a:r>
            <a:r>
              <a:rPr lang="en" sz="1200">
                <a:solidFill>
                  <a:srgbClr val="374151"/>
                </a:solidFill>
              </a:rPr>
              <a:t>) to address conflicts and reapply commits.</a:t>
            </a:r>
            <a:endParaRPr sz="1200">
              <a:solidFill>
                <a:srgbClr val="374151"/>
              </a:solidFill>
            </a:endParaRPr>
          </a:p>
          <a:p>
            <a:pPr marL="457200" lvl="0" indent="-304800" algn="l" rtl="0">
              <a:lnSpc>
                <a:spcPct val="115000"/>
              </a:lnSpc>
              <a:spcBef>
                <a:spcPts val="0"/>
              </a:spcBef>
              <a:spcAft>
                <a:spcPts val="0"/>
              </a:spcAft>
              <a:buClr>
                <a:srgbClr val="374151"/>
              </a:buClr>
              <a:buSzPts val="1200"/>
              <a:buChar char="●"/>
            </a:pPr>
            <a:r>
              <a:rPr lang="en" sz="1200">
                <a:solidFill>
                  <a:srgbClr val="374151"/>
                </a:solidFill>
              </a:rPr>
              <a:t>Communication and Collaboration: Effective communication among team members is essential. Developers should coordinate and communicate changes to minimize conflicting modifications. Collaboration can prevent conflicts or address them promptly.</a:t>
            </a:r>
            <a:endParaRPr sz="1200">
              <a:solidFill>
                <a:srgbClr val="374151"/>
              </a:solidFill>
            </a:endParaRPr>
          </a:p>
          <a:p>
            <a:pPr marL="0" lvl="0" indent="0" algn="l" rtl="0">
              <a:lnSpc>
                <a:spcPct val="115000"/>
              </a:lnSpc>
              <a:spcBef>
                <a:spcPts val="1500"/>
              </a:spcBef>
              <a:spcAft>
                <a:spcPts val="0"/>
              </a:spcAft>
              <a:buClr>
                <a:schemeClr val="dk1"/>
              </a:buClr>
              <a:buSzPts val="1100"/>
              <a:buFont typeface="Arial"/>
              <a:buNone/>
            </a:pPr>
            <a:r>
              <a:rPr lang="en" sz="1200">
                <a:solidFill>
                  <a:srgbClr val="374151"/>
                </a:solidFill>
              </a:rPr>
              <a:t>Best Practices:</a:t>
            </a:r>
            <a:endParaRPr sz="1200">
              <a:solidFill>
                <a:srgbClr val="374151"/>
              </a:solidFill>
            </a:endParaRPr>
          </a:p>
          <a:p>
            <a:pPr marL="457200" lvl="0" indent="-304800" algn="l" rtl="0">
              <a:lnSpc>
                <a:spcPct val="115000"/>
              </a:lnSpc>
              <a:spcBef>
                <a:spcPts val="1500"/>
              </a:spcBef>
              <a:spcAft>
                <a:spcPts val="0"/>
              </a:spcAft>
              <a:buClr>
                <a:srgbClr val="374151"/>
              </a:buClr>
              <a:buSzPts val="1200"/>
              <a:buFont typeface="Arial"/>
              <a:buChar char="●"/>
            </a:pPr>
            <a:r>
              <a:rPr lang="en" sz="1200">
                <a:solidFill>
                  <a:srgbClr val="374151"/>
                </a:solidFill>
              </a:rPr>
              <a:t>Regular Updates: Keep branches up-to-date with the latest changes from the remote repository to reduce the likelihood of conflicts.</a:t>
            </a:r>
            <a:endParaRPr sz="1200">
              <a:solidFill>
                <a:srgbClr val="374151"/>
              </a:solidFill>
            </a:endParaRPr>
          </a:p>
          <a:p>
            <a:pPr marL="457200" lvl="0" indent="-304800" algn="l" rtl="0">
              <a:lnSpc>
                <a:spcPct val="115000"/>
              </a:lnSpc>
              <a:spcBef>
                <a:spcPts val="0"/>
              </a:spcBef>
              <a:spcAft>
                <a:spcPts val="0"/>
              </a:spcAft>
              <a:buClr>
                <a:srgbClr val="374151"/>
              </a:buClr>
              <a:buSzPts val="1200"/>
              <a:buFont typeface="Arial"/>
              <a:buChar char="●"/>
            </a:pPr>
            <a:r>
              <a:rPr lang="en" sz="1200">
                <a:solidFill>
                  <a:srgbClr val="374151"/>
                </a:solidFill>
              </a:rPr>
              <a:t>Clear Commit Messages: Write clear and descriptive commit messages to help collaborators understand the purpose of each change, making conflict resolution more straightforward.</a:t>
            </a:r>
            <a:endParaRPr sz="1200">
              <a:solidFill>
                <a:srgbClr val="374151"/>
              </a:solidFill>
            </a:endParaRPr>
          </a:p>
          <a:p>
            <a:pPr marL="0" lvl="0" indent="0" algn="l" rtl="0">
              <a:lnSpc>
                <a:spcPct val="115000"/>
              </a:lnSpc>
              <a:spcBef>
                <a:spcPts val="1500"/>
              </a:spcBef>
              <a:spcAft>
                <a:spcPts val="0"/>
              </a:spcAft>
              <a:buSzPts val="1100"/>
              <a:buNone/>
            </a:pPr>
            <a:endParaRPr sz="1200">
              <a:solidFill>
                <a:schemeClr val="dk1"/>
              </a:solidFill>
            </a:endParaRPr>
          </a:p>
          <a:p>
            <a:pPr marL="0" lvl="0" indent="0" algn="l" rtl="0">
              <a:lnSpc>
                <a:spcPct val="115000"/>
              </a:lnSpc>
              <a:spcBef>
                <a:spcPts val="1500"/>
              </a:spcBef>
              <a:spcAft>
                <a:spcPts val="0"/>
              </a:spcAft>
              <a:buSzPts val="1100"/>
              <a:buNone/>
            </a:pPr>
            <a:endParaRPr sz="1200" b="1">
              <a:solidFill>
                <a:schemeClr val="dk1"/>
              </a:solidFill>
            </a:endParaRPr>
          </a:p>
          <a:p>
            <a:pPr marL="0" lvl="0" indent="0" algn="l" rtl="0">
              <a:lnSpc>
                <a:spcPct val="115000"/>
              </a:lnSpc>
              <a:spcBef>
                <a:spcPts val="1500"/>
              </a:spcBef>
              <a:spcAft>
                <a:spcPts val="0"/>
              </a:spcAft>
              <a:buSzPts val="1100"/>
              <a:buNone/>
            </a:pPr>
            <a:endParaRPr sz="1200">
              <a:solidFill>
                <a:schemeClr val="dk1"/>
              </a:solidFill>
            </a:endParaRPr>
          </a:p>
          <a:p>
            <a:pPr marL="1371600" lvl="0" indent="0" algn="l" rtl="0">
              <a:lnSpc>
                <a:spcPct val="115000"/>
              </a:lnSpc>
              <a:spcBef>
                <a:spcPts val="1500"/>
              </a:spcBef>
              <a:spcAft>
                <a:spcPts val="0"/>
              </a:spcAft>
              <a:buSzPts val="1100"/>
              <a:buNone/>
            </a:pPr>
            <a:endParaRPr sz="1200">
              <a:solidFill>
                <a:schemeClr val="dk1"/>
              </a:solidFill>
            </a:endParaRPr>
          </a:p>
          <a:p>
            <a:pPr marL="0" lvl="0" indent="0" algn="l" rtl="0">
              <a:lnSpc>
                <a:spcPct val="100000"/>
              </a:lnSpc>
              <a:spcBef>
                <a:spcPts val="1500"/>
              </a:spcBef>
              <a:spcAft>
                <a:spcPts val="0"/>
              </a:spcAft>
              <a:buSzPts val="1100"/>
              <a:buNone/>
            </a:pPr>
            <a:endParaRPr sz="1200">
              <a:solidFill>
                <a:schemeClr val="dk1"/>
              </a:solidFill>
            </a:endParaRPr>
          </a:p>
          <a:p>
            <a:pPr marL="0" lvl="0" indent="0" algn="l" rtl="0">
              <a:lnSpc>
                <a:spcPct val="100000"/>
              </a:lnSpc>
              <a:spcBef>
                <a:spcPts val="0"/>
              </a:spcBef>
              <a:spcAft>
                <a:spcPts val="0"/>
              </a:spcAft>
              <a:buSzPts val="1100"/>
              <a:buNone/>
            </a:pPr>
            <a:endParaRPr sz="1200">
              <a:solidFill>
                <a:schemeClr val="dk1"/>
              </a:solidFill>
            </a:endParaRPr>
          </a:p>
          <a:p>
            <a:pPr marL="0" lvl="0" indent="0" algn="l" rtl="0">
              <a:lnSpc>
                <a:spcPct val="100000"/>
              </a:lnSpc>
              <a:spcBef>
                <a:spcPts val="0"/>
              </a:spcBef>
              <a:spcAft>
                <a:spcPts val="0"/>
              </a:spcAft>
              <a:buSzPts val="1100"/>
              <a:buNone/>
            </a:pPr>
            <a:endParaRPr sz="1200">
              <a:solidFill>
                <a:schemeClr val="dk1"/>
              </a:solidFill>
            </a:endParaRPr>
          </a:p>
          <a:p>
            <a:pPr marL="0" lvl="0" indent="0" algn="l" rtl="0">
              <a:lnSpc>
                <a:spcPct val="115000"/>
              </a:lnSpc>
              <a:spcBef>
                <a:spcPts val="1600"/>
              </a:spcBef>
              <a:spcAft>
                <a:spcPts val="0"/>
              </a:spcAft>
              <a:buSzPts val="1100"/>
              <a:buNone/>
            </a:pPr>
            <a:endParaRPr sz="1200" b="1">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1"/>
        <p:cNvGrpSpPr/>
        <p:nvPr/>
      </p:nvGrpSpPr>
      <p:grpSpPr>
        <a:xfrm>
          <a:off x="0" y="0"/>
          <a:ext cx="0" cy="0"/>
          <a:chOff x="0" y="0"/>
          <a:chExt cx="0" cy="0"/>
        </a:xfrm>
      </p:grpSpPr>
      <p:sp>
        <p:nvSpPr>
          <p:cNvPr id="1172" name="Google Shape;1172;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73" name="Google Shape;1173;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Notes to the Facilitator:</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Ask the participants to attempt the question on the screen.</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Answer:</a:t>
            </a:r>
            <a:r>
              <a:rPr lang="en" sz="1200" b="1">
                <a:solidFill>
                  <a:schemeClr val="dk1"/>
                </a:solidFill>
                <a:latin typeface="Calibri"/>
                <a:ea typeface="Calibri"/>
                <a:cs typeface="Calibri"/>
                <a:sym typeface="Calibri"/>
              </a:rPr>
              <a:t> </a:t>
            </a:r>
            <a:r>
              <a:rPr lang="en" sz="1200">
                <a:solidFill>
                  <a:schemeClr val="dk1"/>
                </a:solidFill>
                <a:latin typeface="Calibri"/>
                <a:ea typeface="Calibri"/>
                <a:cs typeface="Calibri"/>
                <a:sym typeface="Calibri"/>
              </a:rPr>
              <a:t>C</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Notes to the Participants:</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Attempt the question on the screen. You will get one attempt.</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7"/>
        <p:cNvGrpSpPr/>
        <p:nvPr/>
      </p:nvGrpSpPr>
      <p:grpSpPr>
        <a:xfrm>
          <a:off x="0" y="0"/>
          <a:ext cx="0" cy="0"/>
          <a:chOff x="0" y="0"/>
          <a:chExt cx="0" cy="0"/>
        </a:xfrm>
      </p:grpSpPr>
      <p:sp>
        <p:nvSpPr>
          <p:cNvPr id="1178" name="Google Shape;1178;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79" name="Google Shape;1179;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Notes to the Facilitator:</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Ask the participants to attempt the question on the screen.</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Answer:</a:t>
            </a:r>
            <a:r>
              <a:rPr lang="en" sz="1200" b="1">
                <a:solidFill>
                  <a:schemeClr val="dk1"/>
                </a:solidFill>
                <a:latin typeface="Calibri"/>
                <a:ea typeface="Calibri"/>
                <a:cs typeface="Calibri"/>
                <a:sym typeface="Calibri"/>
              </a:rPr>
              <a:t> </a:t>
            </a:r>
            <a:r>
              <a:rPr lang="en" sz="1200">
                <a:solidFill>
                  <a:schemeClr val="dk1"/>
                </a:solidFill>
                <a:latin typeface="Calibri"/>
                <a:ea typeface="Calibri"/>
                <a:cs typeface="Calibri"/>
                <a:sym typeface="Calibri"/>
              </a:rPr>
              <a:t>C</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Notes to the Participants:</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Attempt the question on the screen. You will get one attempt.</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3"/>
        <p:cNvGrpSpPr/>
        <p:nvPr/>
      </p:nvGrpSpPr>
      <p:grpSpPr>
        <a:xfrm>
          <a:off x="0" y="0"/>
          <a:ext cx="0" cy="0"/>
          <a:chOff x="0" y="0"/>
          <a:chExt cx="0" cy="0"/>
        </a:xfrm>
      </p:grpSpPr>
      <p:sp>
        <p:nvSpPr>
          <p:cNvPr id="1184" name="Google Shape;1184;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85" name="Google Shape;1185;p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Notes to the Facilitator:</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Ask the participants to attempt the question on the screen.</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Answer:</a:t>
            </a:r>
            <a:r>
              <a:rPr lang="en" sz="1200" b="1">
                <a:solidFill>
                  <a:schemeClr val="dk1"/>
                </a:solidFill>
                <a:latin typeface="Calibri"/>
                <a:ea typeface="Calibri"/>
                <a:cs typeface="Calibri"/>
                <a:sym typeface="Calibri"/>
              </a:rPr>
              <a:t> </a:t>
            </a:r>
            <a:r>
              <a:rPr lang="en" sz="1200">
                <a:solidFill>
                  <a:schemeClr val="dk1"/>
                </a:solidFill>
                <a:latin typeface="Calibri"/>
                <a:ea typeface="Calibri"/>
                <a:cs typeface="Calibri"/>
                <a:sym typeface="Calibri"/>
              </a:rPr>
              <a:t>A</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Notes to the Participants:</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Attempt the question on the screen. You will get one attempt.</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9"/>
        <p:cNvGrpSpPr/>
        <p:nvPr/>
      </p:nvGrpSpPr>
      <p:grpSpPr>
        <a:xfrm>
          <a:off x="0" y="0"/>
          <a:ext cx="0" cy="0"/>
          <a:chOff x="0" y="0"/>
          <a:chExt cx="0" cy="0"/>
        </a:xfrm>
      </p:grpSpPr>
      <p:sp>
        <p:nvSpPr>
          <p:cNvPr id="1190" name="Google Shape;1190;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91" name="Google Shape;1191;p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 sz="1200" b="1">
                <a:solidFill>
                  <a:schemeClr val="dk1"/>
                </a:solidFill>
              </a:rPr>
              <a:t>Notes to the Facilitator: </a:t>
            </a:r>
            <a:endParaRPr sz="1200">
              <a:solidFill>
                <a:schemeClr val="dk1"/>
              </a:solidFill>
            </a:endParaRPr>
          </a:p>
          <a:p>
            <a:pPr marL="0" lvl="0" indent="0" algn="l" rtl="0">
              <a:lnSpc>
                <a:spcPct val="175000"/>
              </a:lnSpc>
              <a:spcBef>
                <a:spcPts val="1500"/>
              </a:spcBef>
              <a:spcAft>
                <a:spcPts val="0"/>
              </a:spcAft>
              <a:buClr>
                <a:schemeClr val="dk1"/>
              </a:buClr>
              <a:buSzPts val="1100"/>
              <a:buFont typeface="Arial"/>
              <a:buNone/>
            </a:pPr>
            <a:r>
              <a:rPr lang="en" sz="1050">
                <a:solidFill>
                  <a:schemeClr val="dk1"/>
                </a:solidFill>
              </a:rPr>
              <a:t>Highlight the flexibility and power of Git hooks in automating and enforcing project-specific workflows. Encourage participants to explore and customize hooks based on their project needs for a more efficient and controlled development process.</a:t>
            </a:r>
            <a:endParaRPr sz="1050">
              <a:solidFill>
                <a:schemeClr val="dk1"/>
              </a:solidFill>
            </a:endParaRPr>
          </a:p>
          <a:p>
            <a:pPr marL="0" lvl="0" indent="0" algn="l" rtl="0">
              <a:lnSpc>
                <a:spcPct val="115000"/>
              </a:lnSpc>
              <a:spcBef>
                <a:spcPts val="0"/>
              </a:spcBef>
              <a:spcAft>
                <a:spcPts val="0"/>
              </a:spcAft>
              <a:buSzPts val="1100"/>
              <a:buNone/>
            </a:pPr>
            <a:endParaRPr sz="1200">
              <a:solidFill>
                <a:schemeClr val="dk1"/>
              </a:solidFill>
            </a:endParaRPr>
          </a:p>
          <a:p>
            <a:pPr marL="0" lvl="0" indent="0" algn="l" rtl="0">
              <a:lnSpc>
                <a:spcPct val="115000"/>
              </a:lnSpc>
              <a:spcBef>
                <a:spcPts val="0"/>
              </a:spcBef>
              <a:spcAft>
                <a:spcPts val="0"/>
              </a:spcAft>
              <a:buSzPts val="1100"/>
              <a:buNone/>
            </a:pPr>
            <a:r>
              <a:rPr lang="en" sz="1200" b="1">
                <a:solidFill>
                  <a:schemeClr val="dk1"/>
                </a:solidFill>
              </a:rPr>
              <a:t>Notes to the Participants:</a:t>
            </a:r>
            <a:endParaRPr>
              <a:solidFill>
                <a:schemeClr val="dk1"/>
              </a:solidFill>
            </a:endParaRPr>
          </a:p>
          <a:p>
            <a:pPr marL="0" lvl="0" indent="0" algn="l" rtl="0">
              <a:lnSpc>
                <a:spcPct val="115000"/>
              </a:lnSpc>
              <a:spcBef>
                <a:spcPts val="1500"/>
              </a:spcBef>
              <a:spcAft>
                <a:spcPts val="0"/>
              </a:spcAft>
              <a:buClr>
                <a:schemeClr val="dk1"/>
              </a:buClr>
              <a:buSzPts val="1100"/>
              <a:buFont typeface="Arial"/>
              <a:buNone/>
            </a:pPr>
            <a:r>
              <a:rPr lang="en" sz="1200">
                <a:solidFill>
                  <a:srgbClr val="374151"/>
                </a:solidFill>
              </a:rPr>
              <a:t>Git hooks are scripts that can be triggered at certain points in the Git workflow, allowing developers to customize and automate actions. These scripts are executed in response to specific Git events, such as pre-commit, post-commit, pre-push, and more. Git hooks provide a way to enforce project-specific policies, perform checks, or integrate with external tools seamlessly.</a:t>
            </a:r>
            <a:endParaRPr sz="1200">
              <a:solidFill>
                <a:srgbClr val="374151"/>
              </a:solidFill>
            </a:endParaRPr>
          </a:p>
          <a:p>
            <a:pPr marL="0" lvl="0" indent="0" algn="l" rtl="0">
              <a:lnSpc>
                <a:spcPct val="115000"/>
              </a:lnSpc>
              <a:spcBef>
                <a:spcPts val="1500"/>
              </a:spcBef>
              <a:spcAft>
                <a:spcPts val="0"/>
              </a:spcAft>
              <a:buClr>
                <a:schemeClr val="dk1"/>
              </a:buClr>
              <a:buSzPts val="1100"/>
              <a:buFont typeface="Arial"/>
              <a:buNone/>
            </a:pPr>
            <a:r>
              <a:rPr lang="en" sz="1200">
                <a:solidFill>
                  <a:srgbClr val="374151"/>
                </a:solidFill>
              </a:rPr>
              <a:t>Key Concepts:</a:t>
            </a:r>
            <a:endParaRPr sz="1200">
              <a:solidFill>
                <a:srgbClr val="374151"/>
              </a:solidFill>
            </a:endParaRPr>
          </a:p>
          <a:p>
            <a:pPr marL="457200" lvl="0" indent="-304800" algn="l" rtl="0">
              <a:lnSpc>
                <a:spcPct val="115000"/>
              </a:lnSpc>
              <a:spcBef>
                <a:spcPts val="1500"/>
              </a:spcBef>
              <a:spcAft>
                <a:spcPts val="0"/>
              </a:spcAft>
              <a:buClr>
                <a:srgbClr val="374151"/>
              </a:buClr>
              <a:buSzPts val="1200"/>
              <a:buChar char="●"/>
            </a:pPr>
            <a:r>
              <a:rPr lang="en" sz="1200">
                <a:solidFill>
                  <a:srgbClr val="374151"/>
                </a:solidFill>
              </a:rPr>
              <a:t>Types of Git Hooks: Git supports various hooks, including pre-commit, post-commit, pre-push, pre-receive, and post-receive. Each type corresponds to a specific phase in the Git workflow.</a:t>
            </a:r>
            <a:endParaRPr sz="1200">
              <a:solidFill>
                <a:srgbClr val="374151"/>
              </a:solidFill>
            </a:endParaRPr>
          </a:p>
          <a:p>
            <a:pPr marL="457200" lvl="0" indent="-304800" algn="l" rtl="0">
              <a:lnSpc>
                <a:spcPct val="115000"/>
              </a:lnSpc>
              <a:spcBef>
                <a:spcPts val="0"/>
              </a:spcBef>
              <a:spcAft>
                <a:spcPts val="0"/>
              </a:spcAft>
              <a:buClr>
                <a:srgbClr val="374151"/>
              </a:buClr>
              <a:buSzPts val="1200"/>
              <a:buChar char="●"/>
            </a:pPr>
            <a:r>
              <a:rPr lang="en" sz="1200">
                <a:solidFill>
                  <a:srgbClr val="374151"/>
                </a:solidFill>
              </a:rPr>
              <a:t>Customization and Automation: Hooks enable developers to customize and automate tasks according to project requirements. This can include code linting, formatting checks, or triggering automated tests.</a:t>
            </a:r>
            <a:endParaRPr sz="1200">
              <a:solidFill>
                <a:srgbClr val="374151"/>
              </a:solidFill>
            </a:endParaRPr>
          </a:p>
          <a:p>
            <a:pPr marL="457200" lvl="0" indent="-298450" algn="l" rtl="0">
              <a:lnSpc>
                <a:spcPct val="115000"/>
              </a:lnSpc>
              <a:spcBef>
                <a:spcPts val="0"/>
              </a:spcBef>
              <a:spcAft>
                <a:spcPts val="0"/>
              </a:spcAft>
              <a:buClr>
                <a:srgbClr val="374151"/>
              </a:buClr>
              <a:buSzPts val="1100"/>
              <a:buChar char="●"/>
            </a:pPr>
            <a:r>
              <a:rPr lang="en" sz="1200">
                <a:solidFill>
                  <a:srgbClr val="374151"/>
                </a:solidFill>
              </a:rPr>
              <a:t>Location and Naming Convention:Git hooks reside in the </a:t>
            </a:r>
            <a:r>
              <a:rPr lang="en" sz="1050">
                <a:solidFill>
                  <a:srgbClr val="374151"/>
                </a:solidFill>
                <a:latin typeface="Courier New"/>
                <a:ea typeface="Courier New"/>
                <a:cs typeface="Courier New"/>
                <a:sym typeface="Courier New"/>
              </a:rPr>
              <a:t>.git/hooks</a:t>
            </a:r>
            <a:r>
              <a:rPr lang="en" sz="1200">
                <a:solidFill>
                  <a:srgbClr val="374151"/>
                </a:solidFill>
              </a:rPr>
              <a:t> directory of a Git repository. Each hook script follows a specific naming convention (e.g., </a:t>
            </a:r>
            <a:r>
              <a:rPr lang="en" sz="1050">
                <a:solidFill>
                  <a:srgbClr val="374151"/>
                </a:solidFill>
                <a:latin typeface="Courier New"/>
                <a:ea typeface="Courier New"/>
                <a:cs typeface="Courier New"/>
                <a:sym typeface="Courier New"/>
              </a:rPr>
              <a:t>pre-commit.sample</a:t>
            </a:r>
            <a:r>
              <a:rPr lang="en" sz="1200">
                <a:solidFill>
                  <a:srgbClr val="374151"/>
                </a:solidFill>
              </a:rPr>
              <a:t>). Renaming the sample scripts and removing the </a:t>
            </a:r>
            <a:r>
              <a:rPr lang="en" sz="1050">
                <a:solidFill>
                  <a:srgbClr val="374151"/>
                </a:solidFill>
                <a:latin typeface="Courier New"/>
                <a:ea typeface="Courier New"/>
                <a:cs typeface="Courier New"/>
                <a:sym typeface="Courier New"/>
              </a:rPr>
              <a:t>.sample</a:t>
            </a:r>
            <a:r>
              <a:rPr lang="en" sz="1200">
                <a:solidFill>
                  <a:srgbClr val="374151"/>
                </a:solidFill>
              </a:rPr>
              <a:t> extension activates the hooks.</a:t>
            </a:r>
            <a:endParaRPr sz="1200">
              <a:solidFill>
                <a:srgbClr val="374151"/>
              </a:solidFill>
            </a:endParaRPr>
          </a:p>
          <a:p>
            <a:pPr marL="457200" lvl="0" indent="-304800" algn="l" rtl="0">
              <a:lnSpc>
                <a:spcPct val="115000"/>
              </a:lnSpc>
              <a:spcBef>
                <a:spcPts val="0"/>
              </a:spcBef>
              <a:spcAft>
                <a:spcPts val="0"/>
              </a:spcAft>
              <a:buClr>
                <a:srgbClr val="374151"/>
              </a:buClr>
              <a:buSzPts val="1200"/>
              <a:buChar char="●"/>
            </a:pPr>
            <a:r>
              <a:rPr lang="en" sz="1200">
                <a:solidFill>
                  <a:srgbClr val="374151"/>
                </a:solidFill>
              </a:rPr>
              <a:t>Preventing Commits with Pre-commit Hooks: A common use of pre-commit hooks is to perform checks before allowing a commit. This can include running static code analysis, ensuring code formatting standards, or validating commit messages.</a:t>
            </a:r>
            <a:endParaRPr sz="1200">
              <a:solidFill>
                <a:srgbClr val="374151"/>
              </a:solidFill>
            </a:endParaRPr>
          </a:p>
          <a:p>
            <a:pPr marL="457200" lvl="0" indent="-304800" algn="l" rtl="0">
              <a:lnSpc>
                <a:spcPct val="115000"/>
              </a:lnSpc>
              <a:spcBef>
                <a:spcPts val="0"/>
              </a:spcBef>
              <a:spcAft>
                <a:spcPts val="0"/>
              </a:spcAft>
              <a:buClr>
                <a:srgbClr val="374151"/>
              </a:buClr>
              <a:buSzPts val="1200"/>
              <a:buChar char="●"/>
            </a:pPr>
            <a:r>
              <a:rPr lang="en" sz="1200">
                <a:solidFill>
                  <a:srgbClr val="374151"/>
                </a:solidFill>
              </a:rPr>
              <a:t>Server-Side Hooks: Hooks such as pre-receive and post-receive are executed on the server side during push operations. These hooks allow administrators to enforce policies, check for large files, or perform other actions before accepting changes.</a:t>
            </a:r>
            <a:endParaRPr sz="1200">
              <a:solidFill>
                <a:srgbClr val="374151"/>
              </a:solidFill>
            </a:endParaRPr>
          </a:p>
          <a:p>
            <a:pPr marL="0" lvl="0" indent="0" algn="l" rtl="0">
              <a:lnSpc>
                <a:spcPct val="115000"/>
              </a:lnSpc>
              <a:spcBef>
                <a:spcPts val="1500"/>
              </a:spcBef>
              <a:spcAft>
                <a:spcPts val="0"/>
              </a:spcAft>
              <a:buSzPts val="1100"/>
              <a:buNone/>
            </a:pPr>
            <a:endParaRPr sz="1200">
              <a:solidFill>
                <a:schemeClr val="dk1"/>
              </a:solidFill>
            </a:endParaRPr>
          </a:p>
          <a:p>
            <a:pPr marL="0" lvl="0" indent="0" algn="l" rtl="0">
              <a:lnSpc>
                <a:spcPct val="115000"/>
              </a:lnSpc>
              <a:spcBef>
                <a:spcPts val="1500"/>
              </a:spcBef>
              <a:spcAft>
                <a:spcPts val="0"/>
              </a:spcAft>
              <a:buSzPts val="1100"/>
              <a:buNone/>
            </a:pPr>
            <a:r>
              <a:rPr lang="en" sz="1200">
                <a:solidFill>
                  <a:schemeClr val="dk1"/>
                </a:solidFill>
              </a:rPr>
              <a:t>.</a:t>
            </a:r>
            <a:endParaRPr sz="1200">
              <a:solidFill>
                <a:schemeClr val="dk1"/>
              </a:solidFill>
            </a:endParaRPr>
          </a:p>
          <a:p>
            <a:pPr marL="0" lvl="0" indent="0" algn="l" rtl="0">
              <a:lnSpc>
                <a:spcPct val="115000"/>
              </a:lnSpc>
              <a:spcBef>
                <a:spcPts val="1500"/>
              </a:spcBef>
              <a:spcAft>
                <a:spcPts val="0"/>
              </a:spcAft>
              <a:buSzPts val="1100"/>
              <a:buNone/>
            </a:pPr>
            <a:endParaRPr sz="1200">
              <a:solidFill>
                <a:schemeClr val="dk1"/>
              </a:solidFill>
            </a:endParaRPr>
          </a:p>
          <a:p>
            <a:pPr marL="0" lvl="0" indent="0" algn="l" rtl="0">
              <a:lnSpc>
                <a:spcPct val="115000"/>
              </a:lnSpc>
              <a:spcBef>
                <a:spcPts val="1500"/>
              </a:spcBef>
              <a:spcAft>
                <a:spcPts val="0"/>
              </a:spcAft>
              <a:buSzPts val="1100"/>
              <a:buNone/>
            </a:pPr>
            <a:endParaRPr sz="1200">
              <a:solidFill>
                <a:schemeClr val="dk1"/>
              </a:solidFill>
            </a:endParaRPr>
          </a:p>
          <a:p>
            <a:pPr marL="1371600" lvl="0" indent="0" algn="l" rtl="0">
              <a:lnSpc>
                <a:spcPct val="115000"/>
              </a:lnSpc>
              <a:spcBef>
                <a:spcPts val="1500"/>
              </a:spcBef>
              <a:spcAft>
                <a:spcPts val="0"/>
              </a:spcAft>
              <a:buSzPts val="1100"/>
              <a:buNone/>
            </a:pPr>
            <a:endParaRPr sz="1200">
              <a:solidFill>
                <a:schemeClr val="dk1"/>
              </a:solidFill>
            </a:endParaRPr>
          </a:p>
          <a:p>
            <a:pPr marL="0" lvl="0" indent="0" algn="l" rtl="0">
              <a:lnSpc>
                <a:spcPct val="100000"/>
              </a:lnSpc>
              <a:spcBef>
                <a:spcPts val="1500"/>
              </a:spcBef>
              <a:spcAft>
                <a:spcPts val="0"/>
              </a:spcAft>
              <a:buSzPts val="1100"/>
              <a:buNone/>
            </a:pPr>
            <a:endParaRPr>
              <a:solidFill>
                <a:schemeClr val="dk1"/>
              </a:solidFill>
            </a:endParaRPr>
          </a:p>
          <a:p>
            <a:pPr marL="0" lvl="0" indent="0" algn="l" rtl="0">
              <a:lnSpc>
                <a:spcPct val="100000"/>
              </a:lnSpc>
              <a:spcBef>
                <a:spcPts val="0"/>
              </a:spcBef>
              <a:spcAft>
                <a:spcPts val="0"/>
              </a:spcAft>
              <a:buSzPts val="1100"/>
              <a:buNone/>
            </a:pPr>
            <a:endParaRPr>
              <a:solidFill>
                <a:schemeClr val="dk1"/>
              </a:solidFill>
            </a:endParaRPr>
          </a:p>
          <a:p>
            <a:pPr marL="0" lvl="0" indent="0" algn="l" rtl="0">
              <a:lnSpc>
                <a:spcPct val="100000"/>
              </a:lnSpc>
              <a:spcBef>
                <a:spcPts val="0"/>
              </a:spcBef>
              <a:spcAft>
                <a:spcPts val="0"/>
              </a:spcAft>
              <a:buSzPts val="1100"/>
              <a:buNone/>
            </a:pPr>
            <a:endParaRPr>
              <a:solidFill>
                <a:schemeClr val="dk1"/>
              </a:solidFill>
            </a:endParaRPr>
          </a:p>
          <a:p>
            <a:pPr marL="0" lvl="0" indent="0" algn="l" rtl="0">
              <a:lnSpc>
                <a:spcPct val="115000"/>
              </a:lnSpc>
              <a:spcBef>
                <a:spcPts val="1600"/>
              </a:spcBef>
              <a:spcAft>
                <a:spcPts val="0"/>
              </a:spcAft>
              <a:buSzPts val="1100"/>
              <a:buNone/>
            </a:pPr>
            <a:endParaRPr sz="1200" b="1">
              <a:solidFill>
                <a:schemeClr val="dk1"/>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6"/>
        <p:cNvGrpSpPr/>
        <p:nvPr/>
      </p:nvGrpSpPr>
      <p:grpSpPr>
        <a:xfrm>
          <a:off x="0" y="0"/>
          <a:ext cx="0" cy="0"/>
          <a:chOff x="0" y="0"/>
          <a:chExt cx="0" cy="0"/>
        </a:xfrm>
      </p:grpSpPr>
      <p:sp>
        <p:nvSpPr>
          <p:cNvPr id="1197" name="Google Shape;1197;p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98" name="Google Shape;1198;p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b="1">
                <a:solidFill>
                  <a:schemeClr val="dk1"/>
                </a:solidFill>
              </a:rPr>
              <a:t>Notes to the Facilitator: </a:t>
            </a: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a:solidFill>
                  <a:srgbClr val="374151"/>
                </a:solidFill>
              </a:rPr>
              <a:t>Guide participants through the diverse functionalities of Git hooks, ranging from pre-commit checks to post-receive actions, providing them with tools to customize and enhance their Git workflows.</a:t>
            </a:r>
            <a:endParaRPr sz="1200" b="1">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b="1">
                <a:solidFill>
                  <a:schemeClr val="dk1"/>
                </a:solidFill>
              </a:rPr>
              <a:t>Notes to the Participants:</a:t>
            </a:r>
            <a:endParaRPr sz="1200">
              <a:solidFill>
                <a:srgbClr val="374151"/>
              </a:solidFill>
              <a:latin typeface="Roboto"/>
              <a:ea typeface="Roboto"/>
              <a:cs typeface="Roboto"/>
              <a:sym typeface="Roboto"/>
            </a:endParaRPr>
          </a:p>
          <a:p>
            <a:pPr marL="0" lvl="0" indent="0" algn="l" rtl="0">
              <a:lnSpc>
                <a:spcPct val="115000"/>
              </a:lnSpc>
              <a:spcBef>
                <a:spcPts val="0"/>
              </a:spcBef>
              <a:spcAft>
                <a:spcPts val="0"/>
              </a:spcAft>
              <a:buClr>
                <a:schemeClr val="dk1"/>
              </a:buClr>
              <a:buSzPts val="1100"/>
              <a:buFont typeface="Arial"/>
              <a:buNone/>
            </a:pPr>
            <a:endParaRPr sz="1200">
              <a:solidFill>
                <a:srgbClr val="374151"/>
              </a:solidFill>
              <a:latin typeface="Roboto"/>
              <a:ea typeface="Roboto"/>
              <a:cs typeface="Roboto"/>
              <a:sym typeface="Roboto"/>
            </a:endParaRPr>
          </a:p>
          <a:p>
            <a:pPr marL="0" lvl="0" indent="0" algn="l" rtl="0">
              <a:lnSpc>
                <a:spcPct val="115000"/>
              </a:lnSpc>
              <a:spcBef>
                <a:spcPts val="1500"/>
              </a:spcBef>
              <a:spcAft>
                <a:spcPts val="0"/>
              </a:spcAft>
              <a:buClr>
                <a:schemeClr val="dk1"/>
              </a:buClr>
              <a:buSzPts val="1100"/>
              <a:buFont typeface="Arial"/>
              <a:buNone/>
            </a:pPr>
            <a:r>
              <a:rPr lang="en" sz="1200">
                <a:solidFill>
                  <a:srgbClr val="374151"/>
                </a:solidFill>
                <a:latin typeface="Roboto"/>
                <a:ea typeface="Roboto"/>
                <a:cs typeface="Roboto"/>
                <a:sym typeface="Roboto"/>
              </a:rPr>
              <a:t>Git hooks are scripts that Git executes before or after certain events. They are used to customize Git's behavior. </a:t>
            </a:r>
            <a:endParaRPr sz="1200">
              <a:solidFill>
                <a:srgbClr val="374151"/>
              </a:solidFill>
              <a:latin typeface="Roboto"/>
              <a:ea typeface="Roboto"/>
              <a:cs typeface="Roboto"/>
              <a:sym typeface="Roboto"/>
            </a:endParaRPr>
          </a:p>
          <a:p>
            <a:pPr marL="0" lvl="0" indent="0" algn="l" rtl="0">
              <a:lnSpc>
                <a:spcPct val="115000"/>
              </a:lnSpc>
              <a:spcBef>
                <a:spcPts val="1500"/>
              </a:spcBef>
              <a:spcAft>
                <a:spcPts val="0"/>
              </a:spcAft>
              <a:buClr>
                <a:schemeClr val="dk1"/>
              </a:buClr>
              <a:buSzPts val="1100"/>
              <a:buFont typeface="Arial"/>
              <a:buNone/>
            </a:pPr>
            <a:r>
              <a:rPr lang="en" sz="1200">
                <a:solidFill>
                  <a:srgbClr val="374151"/>
                </a:solidFill>
                <a:latin typeface="Roboto"/>
                <a:ea typeface="Roboto"/>
                <a:cs typeface="Roboto"/>
                <a:sym typeface="Roboto"/>
              </a:rPr>
              <a:t>Here are some common types of Git hooks:</a:t>
            </a:r>
            <a:endParaRPr sz="1200">
              <a:solidFill>
                <a:srgbClr val="374151"/>
              </a:solidFill>
              <a:latin typeface="Roboto"/>
              <a:ea typeface="Roboto"/>
              <a:cs typeface="Roboto"/>
              <a:sym typeface="Roboto"/>
            </a:endParaRPr>
          </a:p>
          <a:p>
            <a:pPr marL="0" lvl="0" indent="0" algn="l" rtl="0">
              <a:lnSpc>
                <a:spcPct val="115000"/>
              </a:lnSpc>
              <a:spcBef>
                <a:spcPts val="1600"/>
              </a:spcBef>
              <a:spcAft>
                <a:spcPts val="0"/>
              </a:spcAft>
              <a:buSzPts val="1100"/>
              <a:buNone/>
            </a:pPr>
            <a:r>
              <a:rPr lang="en" sz="1200">
                <a:solidFill>
                  <a:srgbClr val="374151"/>
                </a:solidFill>
                <a:latin typeface="Roboto"/>
                <a:ea typeface="Roboto"/>
                <a:cs typeface="Roboto"/>
                <a:sym typeface="Roboto"/>
              </a:rPr>
              <a:t>Pre-commit Hook:</a:t>
            </a:r>
            <a:endParaRPr sz="1200">
              <a:solidFill>
                <a:srgbClr val="374151"/>
              </a:solidFill>
              <a:latin typeface="Roboto"/>
              <a:ea typeface="Roboto"/>
              <a:cs typeface="Roboto"/>
              <a:sym typeface="Roboto"/>
            </a:endParaRPr>
          </a:p>
          <a:p>
            <a:pPr marL="0" lvl="0" indent="0" algn="l" rtl="0">
              <a:lnSpc>
                <a:spcPct val="115000"/>
              </a:lnSpc>
              <a:spcBef>
                <a:spcPts val="0"/>
              </a:spcBef>
              <a:spcAft>
                <a:spcPts val="0"/>
              </a:spcAft>
              <a:buClr>
                <a:schemeClr val="dk1"/>
              </a:buClr>
              <a:buSzPts val="1100"/>
              <a:buFont typeface="Arial"/>
              <a:buNone/>
            </a:pPr>
            <a:r>
              <a:rPr lang="en" sz="1200">
                <a:solidFill>
                  <a:srgbClr val="374151"/>
                </a:solidFill>
                <a:latin typeface="Roboto"/>
                <a:ea typeface="Roboto"/>
                <a:cs typeface="Roboto"/>
                <a:sym typeface="Roboto"/>
              </a:rPr>
              <a:t>The pre-commit hook in Git is a script executed just before the commit is finalized. Its primary purpose is to allow developers to perform checks and validations on changes before committing them to the repository. This hook is instrumental for running linters, tests, or formatting checks, ensuring that the committed changes adhere to established coding standards.</a:t>
            </a:r>
            <a:endParaRPr sz="1200">
              <a:solidFill>
                <a:srgbClr val="374151"/>
              </a:solidFill>
              <a:latin typeface="Roboto"/>
              <a:ea typeface="Roboto"/>
              <a:cs typeface="Roboto"/>
              <a:sym typeface="Roboto"/>
            </a:endParaRPr>
          </a:p>
          <a:p>
            <a:pPr marL="0" lvl="0" indent="0" algn="l" rtl="0">
              <a:lnSpc>
                <a:spcPct val="115000"/>
              </a:lnSpc>
              <a:spcBef>
                <a:spcPts val="1600"/>
              </a:spcBef>
              <a:spcAft>
                <a:spcPts val="0"/>
              </a:spcAft>
              <a:buSzPts val="1100"/>
              <a:buNone/>
            </a:pPr>
            <a:r>
              <a:rPr lang="en" sz="1200">
                <a:solidFill>
                  <a:srgbClr val="374151"/>
                </a:solidFill>
                <a:latin typeface="Roboto"/>
                <a:ea typeface="Roboto"/>
                <a:cs typeface="Roboto"/>
                <a:sym typeface="Roboto"/>
              </a:rPr>
              <a:t>Post-commit Hook:</a:t>
            </a:r>
            <a:endParaRPr sz="1200">
              <a:solidFill>
                <a:srgbClr val="374151"/>
              </a:solidFill>
              <a:latin typeface="Roboto"/>
              <a:ea typeface="Roboto"/>
              <a:cs typeface="Roboto"/>
              <a:sym typeface="Roboto"/>
            </a:endParaRPr>
          </a:p>
          <a:p>
            <a:pPr marL="0" lvl="0" indent="0" algn="l" rtl="0">
              <a:lnSpc>
                <a:spcPct val="115000"/>
              </a:lnSpc>
              <a:spcBef>
                <a:spcPts val="1500"/>
              </a:spcBef>
              <a:spcAft>
                <a:spcPts val="0"/>
              </a:spcAft>
              <a:buClr>
                <a:schemeClr val="dk1"/>
              </a:buClr>
              <a:buSzPts val="1100"/>
              <a:buFont typeface="Arial"/>
              <a:buNone/>
            </a:pPr>
            <a:r>
              <a:rPr lang="en" sz="1200">
                <a:solidFill>
                  <a:srgbClr val="374151"/>
                </a:solidFill>
                <a:latin typeface="Roboto"/>
                <a:ea typeface="Roboto"/>
                <a:cs typeface="Roboto"/>
                <a:sym typeface="Roboto"/>
              </a:rPr>
              <a:t>Conversely, the post-commit hook is executed after the commit is finalized. This type of hook is utilized for tasks that should occur immediately after a successful commit. Examples of post-commit actions include triggering notifications to team members, updating project documentation, or integrating changes with external tools to maintain a synchronized development environment.</a:t>
            </a:r>
            <a:endParaRPr sz="1200">
              <a:solidFill>
                <a:srgbClr val="374151"/>
              </a:solidFill>
              <a:latin typeface="Roboto"/>
              <a:ea typeface="Roboto"/>
              <a:cs typeface="Roboto"/>
              <a:sym typeface="Roboto"/>
            </a:endParaRPr>
          </a:p>
          <a:p>
            <a:pPr marL="0" lvl="0" indent="0" algn="l" rtl="0">
              <a:lnSpc>
                <a:spcPct val="115000"/>
              </a:lnSpc>
              <a:spcBef>
                <a:spcPts val="1600"/>
              </a:spcBef>
              <a:spcAft>
                <a:spcPts val="0"/>
              </a:spcAft>
              <a:buSzPts val="1100"/>
              <a:buNone/>
            </a:pPr>
            <a:r>
              <a:rPr lang="en" sz="1200">
                <a:solidFill>
                  <a:srgbClr val="374151"/>
                </a:solidFill>
                <a:latin typeface="Roboto"/>
                <a:ea typeface="Roboto"/>
                <a:cs typeface="Roboto"/>
                <a:sym typeface="Roboto"/>
              </a:rPr>
              <a:t>Pre-receive Hook:</a:t>
            </a:r>
            <a:endParaRPr sz="1200">
              <a:solidFill>
                <a:srgbClr val="374151"/>
              </a:solidFill>
              <a:latin typeface="Roboto"/>
              <a:ea typeface="Roboto"/>
              <a:cs typeface="Roboto"/>
              <a:sym typeface="Roboto"/>
            </a:endParaRPr>
          </a:p>
          <a:p>
            <a:pPr marL="0" lvl="0" indent="0" algn="l" rtl="0">
              <a:lnSpc>
                <a:spcPct val="115000"/>
              </a:lnSpc>
              <a:spcBef>
                <a:spcPts val="1500"/>
              </a:spcBef>
              <a:spcAft>
                <a:spcPts val="0"/>
              </a:spcAft>
              <a:buClr>
                <a:schemeClr val="dk1"/>
              </a:buClr>
              <a:buSzPts val="1100"/>
              <a:buFont typeface="Arial"/>
              <a:buNone/>
            </a:pPr>
            <a:r>
              <a:rPr lang="en" sz="1200">
                <a:solidFill>
                  <a:srgbClr val="374151"/>
                </a:solidFill>
                <a:latin typeface="Roboto"/>
                <a:ea typeface="Roboto"/>
                <a:cs typeface="Roboto"/>
                <a:sym typeface="Roboto"/>
              </a:rPr>
              <a:t>Moving to server-side hooks, the pre-receive hook is executed on the server before updates are accepted into the repository. This hook plays a critical role in enforcing project-specific policies and has the ability to reject certain changes. It is commonly used for access control measures and to ensure code quality by running checks before changes are incorporated into the shared repository.</a:t>
            </a:r>
            <a:endParaRPr sz="1200">
              <a:solidFill>
                <a:srgbClr val="374151"/>
              </a:solidFill>
              <a:latin typeface="Roboto"/>
              <a:ea typeface="Roboto"/>
              <a:cs typeface="Roboto"/>
              <a:sym typeface="Roboto"/>
            </a:endParaRPr>
          </a:p>
          <a:p>
            <a:pPr marL="0" lvl="0" indent="0" algn="l" rtl="0">
              <a:lnSpc>
                <a:spcPct val="115000"/>
              </a:lnSpc>
              <a:spcBef>
                <a:spcPts val="1600"/>
              </a:spcBef>
              <a:spcAft>
                <a:spcPts val="0"/>
              </a:spcAft>
              <a:buSzPts val="1100"/>
              <a:buNone/>
            </a:pPr>
            <a:r>
              <a:rPr lang="en" sz="1200">
                <a:solidFill>
                  <a:srgbClr val="374151"/>
                </a:solidFill>
                <a:latin typeface="Roboto"/>
                <a:ea typeface="Roboto"/>
                <a:cs typeface="Roboto"/>
                <a:sym typeface="Roboto"/>
              </a:rPr>
              <a:t>Post-receive Hook:</a:t>
            </a:r>
            <a:endParaRPr sz="1200">
              <a:solidFill>
                <a:srgbClr val="374151"/>
              </a:solidFill>
              <a:latin typeface="Roboto"/>
              <a:ea typeface="Roboto"/>
              <a:cs typeface="Roboto"/>
              <a:sym typeface="Roboto"/>
            </a:endParaRPr>
          </a:p>
          <a:p>
            <a:pPr marL="0" lvl="0" indent="0" algn="l" rtl="0">
              <a:lnSpc>
                <a:spcPct val="115000"/>
              </a:lnSpc>
              <a:spcBef>
                <a:spcPts val="1500"/>
              </a:spcBef>
              <a:spcAft>
                <a:spcPts val="0"/>
              </a:spcAft>
              <a:buClr>
                <a:schemeClr val="dk1"/>
              </a:buClr>
              <a:buSzPts val="1100"/>
              <a:buFont typeface="Arial"/>
              <a:buNone/>
            </a:pPr>
            <a:r>
              <a:rPr lang="en" sz="1200">
                <a:solidFill>
                  <a:srgbClr val="374151"/>
                </a:solidFill>
                <a:latin typeface="Roboto"/>
                <a:ea typeface="Roboto"/>
                <a:cs typeface="Roboto"/>
                <a:sym typeface="Roboto"/>
              </a:rPr>
              <a:t>The post-receive hook, also server-side, is executed after updates are accepted into the repository. It serves as a powerful tool for various tasks, such as triggering deployment processes or updating issue-tracking systems. This hook provides opportunities for actions that need to occur once changes have been successfully received and integrated into the central repository.</a:t>
            </a:r>
            <a:endParaRPr sz="1200">
              <a:solidFill>
                <a:srgbClr val="374151"/>
              </a:solidFill>
              <a:latin typeface="Roboto"/>
              <a:ea typeface="Roboto"/>
              <a:cs typeface="Roboto"/>
              <a:sym typeface="Roboto"/>
            </a:endParaRPr>
          </a:p>
          <a:p>
            <a:pPr marL="0" lvl="0" indent="0" algn="l" rtl="0">
              <a:lnSpc>
                <a:spcPct val="115000"/>
              </a:lnSpc>
              <a:spcBef>
                <a:spcPts val="1600"/>
              </a:spcBef>
              <a:spcAft>
                <a:spcPts val="0"/>
              </a:spcAft>
              <a:buSzPts val="1100"/>
              <a:buNone/>
            </a:pPr>
            <a:r>
              <a:rPr lang="en" sz="1200">
                <a:solidFill>
                  <a:srgbClr val="374151"/>
                </a:solidFill>
                <a:latin typeface="Roboto"/>
                <a:ea typeface="Roboto"/>
                <a:cs typeface="Roboto"/>
                <a:sym typeface="Roboto"/>
              </a:rPr>
              <a:t>Pre-push Hook:</a:t>
            </a:r>
            <a:endParaRPr sz="1200">
              <a:solidFill>
                <a:srgbClr val="374151"/>
              </a:solidFill>
              <a:latin typeface="Roboto"/>
              <a:ea typeface="Roboto"/>
              <a:cs typeface="Roboto"/>
              <a:sym typeface="Roboto"/>
            </a:endParaRPr>
          </a:p>
          <a:p>
            <a:pPr marL="0" lvl="0" indent="0" algn="l" rtl="0">
              <a:lnSpc>
                <a:spcPct val="115000"/>
              </a:lnSpc>
              <a:spcBef>
                <a:spcPts val="1500"/>
              </a:spcBef>
              <a:spcAft>
                <a:spcPts val="0"/>
              </a:spcAft>
              <a:buClr>
                <a:schemeClr val="dk1"/>
              </a:buClr>
              <a:buSzPts val="1100"/>
              <a:buFont typeface="Arial"/>
              <a:buNone/>
            </a:pPr>
            <a:r>
              <a:rPr lang="en" sz="1200">
                <a:solidFill>
                  <a:srgbClr val="374151"/>
                </a:solidFill>
                <a:latin typeface="Roboto"/>
                <a:ea typeface="Roboto"/>
                <a:cs typeface="Roboto"/>
                <a:sym typeface="Roboto"/>
              </a:rPr>
              <a:t>The pre-push hook is executed before remote references are updated during a push operation. This hook allows developers to validate changes before pushing them to a remote repository. It is particularly helpful for running additional tests or checks, ensuring that only high-quality changes are pushed to the shared repository.</a:t>
            </a:r>
            <a:endParaRPr sz="1200">
              <a:solidFill>
                <a:srgbClr val="374151"/>
              </a:solidFill>
              <a:latin typeface="Roboto"/>
              <a:ea typeface="Roboto"/>
              <a:cs typeface="Roboto"/>
              <a:sym typeface="Roboto"/>
            </a:endParaRPr>
          </a:p>
          <a:p>
            <a:pPr marL="0" lvl="0" indent="0" algn="l" rtl="0">
              <a:lnSpc>
                <a:spcPct val="115000"/>
              </a:lnSpc>
              <a:spcBef>
                <a:spcPts val="1600"/>
              </a:spcBef>
              <a:spcAft>
                <a:spcPts val="0"/>
              </a:spcAft>
              <a:buSzPts val="1100"/>
              <a:buNone/>
            </a:pPr>
            <a:r>
              <a:rPr lang="en" sz="1200">
                <a:solidFill>
                  <a:srgbClr val="374151"/>
                </a:solidFill>
                <a:latin typeface="Roboto"/>
                <a:ea typeface="Roboto"/>
                <a:cs typeface="Roboto"/>
                <a:sym typeface="Roboto"/>
              </a:rPr>
              <a:t>Update Hook:</a:t>
            </a:r>
            <a:endParaRPr sz="1200">
              <a:solidFill>
                <a:srgbClr val="374151"/>
              </a:solidFill>
              <a:latin typeface="Roboto"/>
              <a:ea typeface="Roboto"/>
              <a:cs typeface="Roboto"/>
              <a:sym typeface="Roboto"/>
            </a:endParaRPr>
          </a:p>
          <a:p>
            <a:pPr marL="0" lvl="0" indent="0" algn="l" rtl="0">
              <a:lnSpc>
                <a:spcPct val="115000"/>
              </a:lnSpc>
              <a:spcBef>
                <a:spcPts val="1500"/>
              </a:spcBef>
              <a:spcAft>
                <a:spcPts val="0"/>
              </a:spcAft>
              <a:buClr>
                <a:schemeClr val="dk1"/>
              </a:buClr>
              <a:buSzPts val="1100"/>
              <a:buFont typeface="Arial"/>
              <a:buNone/>
            </a:pPr>
            <a:r>
              <a:rPr lang="en" sz="1200">
                <a:solidFill>
                  <a:srgbClr val="374151"/>
                </a:solidFill>
                <a:latin typeface="Roboto"/>
                <a:ea typeface="Roboto"/>
                <a:cs typeface="Roboto"/>
                <a:sym typeface="Roboto"/>
              </a:rPr>
              <a:t>Lastly, the update hook is executed on the server when a branch or tag is being modified. Similar to the pre-receive hook, it is specific to individual branches or tags and is used for enforcing branch-specific policies. This hook ensures that modifications align with the defined rules and policies set for the respective branches or tags in the repository.</a:t>
            </a:r>
            <a:endParaRPr sz="1200">
              <a:solidFill>
                <a:srgbClr val="374151"/>
              </a:solidFill>
              <a:latin typeface="Roboto"/>
              <a:ea typeface="Roboto"/>
              <a:cs typeface="Roboto"/>
              <a:sym typeface="Roboto"/>
            </a:endParaRPr>
          </a:p>
          <a:p>
            <a:pPr marL="0" lvl="0" indent="0" algn="l" rtl="0">
              <a:lnSpc>
                <a:spcPct val="115000"/>
              </a:lnSpc>
              <a:spcBef>
                <a:spcPts val="1600"/>
              </a:spcBef>
              <a:spcAft>
                <a:spcPts val="0"/>
              </a:spcAft>
              <a:buSzPts val="1100"/>
              <a:buNone/>
            </a:pPr>
            <a:endParaRPr sz="1200">
              <a:solidFill>
                <a:srgbClr val="374151"/>
              </a:solidFill>
              <a:latin typeface="Roboto"/>
              <a:ea typeface="Roboto"/>
              <a:cs typeface="Roboto"/>
              <a:sym typeface="Roboto"/>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4"/>
        <p:cNvGrpSpPr/>
        <p:nvPr/>
      </p:nvGrpSpPr>
      <p:grpSpPr>
        <a:xfrm>
          <a:off x="0" y="0"/>
          <a:ext cx="0" cy="0"/>
          <a:chOff x="0" y="0"/>
          <a:chExt cx="0" cy="0"/>
        </a:xfrm>
      </p:grpSpPr>
      <p:sp>
        <p:nvSpPr>
          <p:cNvPr id="1215" name="Google Shape;1215;p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16" name="Google Shape;1216;p4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 sz="1200" b="1">
                <a:solidFill>
                  <a:schemeClr val="dk1"/>
                </a:solidFill>
              </a:rPr>
              <a:t>Notes to the Facilitator: </a:t>
            </a:r>
            <a:endParaRPr sz="1200">
              <a:solidFill>
                <a:schemeClr val="dk1"/>
              </a:solidFill>
            </a:endParaRPr>
          </a:p>
          <a:p>
            <a:pPr marL="0" lvl="0" indent="0" algn="l" rtl="0">
              <a:lnSpc>
                <a:spcPct val="175000"/>
              </a:lnSpc>
              <a:spcBef>
                <a:spcPts val="1500"/>
              </a:spcBef>
              <a:spcAft>
                <a:spcPts val="0"/>
              </a:spcAft>
              <a:buSzPts val="1100"/>
              <a:buNone/>
            </a:pPr>
            <a:r>
              <a:rPr lang="en" sz="1200">
                <a:solidFill>
                  <a:srgbClr val="374151"/>
                </a:solidFill>
              </a:rPr>
              <a:t>Highlight the importance of pre-commit hooks in maintaining code quality and preventing issues from being committed. Encourage participants to configure pre-commit hooks based on their project's requirements, integrating checks and validations that align with their development standards.</a:t>
            </a:r>
            <a:endParaRPr sz="1050">
              <a:solidFill>
                <a:schemeClr val="dk1"/>
              </a:solidFill>
            </a:endParaRPr>
          </a:p>
          <a:p>
            <a:pPr marL="0" lvl="0" indent="0" algn="l" rtl="0">
              <a:lnSpc>
                <a:spcPct val="115000"/>
              </a:lnSpc>
              <a:spcBef>
                <a:spcPts val="0"/>
              </a:spcBef>
              <a:spcAft>
                <a:spcPts val="0"/>
              </a:spcAft>
              <a:buSzPts val="1100"/>
              <a:buNone/>
            </a:pPr>
            <a:endParaRPr sz="1200">
              <a:solidFill>
                <a:schemeClr val="dk1"/>
              </a:solidFill>
            </a:endParaRPr>
          </a:p>
          <a:p>
            <a:pPr marL="0" lvl="0" indent="0" algn="l" rtl="0">
              <a:lnSpc>
                <a:spcPct val="115000"/>
              </a:lnSpc>
              <a:spcBef>
                <a:spcPts val="0"/>
              </a:spcBef>
              <a:spcAft>
                <a:spcPts val="0"/>
              </a:spcAft>
              <a:buSzPts val="1100"/>
              <a:buNone/>
            </a:pPr>
            <a:r>
              <a:rPr lang="en" sz="1200" b="1">
                <a:solidFill>
                  <a:schemeClr val="dk1"/>
                </a:solidFill>
              </a:rPr>
              <a:t>Notes to the Participants:</a:t>
            </a:r>
            <a:endParaRPr>
              <a:solidFill>
                <a:schemeClr val="dk1"/>
              </a:solidFill>
            </a:endParaRPr>
          </a:p>
          <a:p>
            <a:pPr marL="0" lvl="0" indent="0" algn="l" rtl="0">
              <a:lnSpc>
                <a:spcPct val="115000"/>
              </a:lnSpc>
              <a:spcBef>
                <a:spcPts val="1500"/>
              </a:spcBef>
              <a:spcAft>
                <a:spcPts val="0"/>
              </a:spcAft>
              <a:buSzPts val="1100"/>
              <a:buNone/>
            </a:pPr>
            <a:r>
              <a:rPr lang="en" sz="1200">
                <a:solidFill>
                  <a:srgbClr val="374151"/>
                </a:solidFill>
              </a:rPr>
              <a:t>A pre-commit hook in Git is a script that runs automatically before a commit is finalized. It provides an opportunity to perform checks, validations, or modifications on the changes about to be committed. Pre-commit hooks help ensure that committed changes meet certain criteria, enhancing code quality and consistency.</a:t>
            </a:r>
            <a:endParaRPr sz="1200">
              <a:solidFill>
                <a:srgbClr val="374151"/>
              </a:solidFill>
            </a:endParaRPr>
          </a:p>
          <a:p>
            <a:pPr marL="0" lvl="0" indent="0" algn="l" rtl="0">
              <a:lnSpc>
                <a:spcPct val="115000"/>
              </a:lnSpc>
              <a:spcBef>
                <a:spcPts val="1500"/>
              </a:spcBef>
              <a:spcAft>
                <a:spcPts val="0"/>
              </a:spcAft>
              <a:buSzPts val="1100"/>
              <a:buNone/>
            </a:pPr>
            <a:r>
              <a:rPr lang="en" sz="1200">
                <a:solidFill>
                  <a:srgbClr val="374151"/>
                </a:solidFill>
              </a:rPr>
              <a:t>Key Characteristics:</a:t>
            </a:r>
            <a:endParaRPr sz="1200">
              <a:solidFill>
                <a:srgbClr val="374151"/>
              </a:solidFill>
            </a:endParaRPr>
          </a:p>
          <a:p>
            <a:pPr marL="457200" lvl="0" indent="-304800" algn="l" rtl="0">
              <a:lnSpc>
                <a:spcPct val="115000"/>
              </a:lnSpc>
              <a:spcBef>
                <a:spcPts val="1500"/>
              </a:spcBef>
              <a:spcAft>
                <a:spcPts val="0"/>
              </a:spcAft>
              <a:buClr>
                <a:srgbClr val="374151"/>
              </a:buClr>
              <a:buSzPts val="1200"/>
              <a:buChar char="●"/>
            </a:pPr>
            <a:r>
              <a:rPr lang="en" sz="1200">
                <a:solidFill>
                  <a:srgbClr val="374151"/>
                </a:solidFill>
              </a:rPr>
              <a:t>Linting and Formatting: Pre-commit hooks are commonly used to run linters and code formatters on the changes. This ensures that the committed code adheres to style guidelines and best practices.</a:t>
            </a:r>
            <a:endParaRPr sz="1200">
              <a:solidFill>
                <a:srgbClr val="374151"/>
              </a:solidFill>
            </a:endParaRPr>
          </a:p>
          <a:p>
            <a:pPr marL="457200" lvl="0" indent="-304800" algn="l" rtl="0">
              <a:lnSpc>
                <a:spcPct val="115000"/>
              </a:lnSpc>
              <a:spcBef>
                <a:spcPts val="0"/>
              </a:spcBef>
              <a:spcAft>
                <a:spcPts val="0"/>
              </a:spcAft>
              <a:buClr>
                <a:srgbClr val="374151"/>
              </a:buClr>
              <a:buSzPts val="1200"/>
              <a:buChar char="●"/>
            </a:pPr>
            <a:r>
              <a:rPr lang="en" sz="1200">
                <a:solidFill>
                  <a:srgbClr val="374151"/>
                </a:solidFill>
              </a:rPr>
              <a:t>Testing: Automated tests can be triggered in the pre-commit hook to catch potential issues before they are committed. This helps prevent the introduction of faulty code into the repository.</a:t>
            </a:r>
            <a:endParaRPr sz="1200">
              <a:solidFill>
                <a:srgbClr val="374151"/>
              </a:solidFill>
            </a:endParaRPr>
          </a:p>
          <a:p>
            <a:pPr marL="457200" lvl="0" indent="-304800" algn="l" rtl="0">
              <a:lnSpc>
                <a:spcPct val="115000"/>
              </a:lnSpc>
              <a:spcBef>
                <a:spcPts val="0"/>
              </a:spcBef>
              <a:spcAft>
                <a:spcPts val="0"/>
              </a:spcAft>
              <a:buClr>
                <a:srgbClr val="374151"/>
              </a:buClr>
              <a:buSzPts val="1200"/>
              <a:buChar char="●"/>
            </a:pPr>
            <a:r>
              <a:rPr lang="en" sz="1200">
                <a:solidFill>
                  <a:srgbClr val="374151"/>
                </a:solidFill>
              </a:rPr>
              <a:t>Dependency Checks: Verify dependencies and package versions to ensure that the project's dependencies are consistent and up-to-date before making a commit.</a:t>
            </a:r>
            <a:endParaRPr sz="1200">
              <a:solidFill>
                <a:srgbClr val="374151"/>
              </a:solidFill>
            </a:endParaRPr>
          </a:p>
          <a:p>
            <a:pPr marL="457200" lvl="0" indent="-304800" algn="l" rtl="0">
              <a:lnSpc>
                <a:spcPct val="115000"/>
              </a:lnSpc>
              <a:spcBef>
                <a:spcPts val="0"/>
              </a:spcBef>
              <a:spcAft>
                <a:spcPts val="0"/>
              </a:spcAft>
              <a:buClr>
                <a:srgbClr val="374151"/>
              </a:buClr>
              <a:buSzPts val="1200"/>
              <a:buChar char="●"/>
            </a:pPr>
            <a:r>
              <a:rPr lang="en" sz="1200">
                <a:solidFill>
                  <a:srgbClr val="374151"/>
                </a:solidFill>
              </a:rPr>
              <a:t>Code Quality Checks: Perform static code analysis or other code quality checks to catch issues related to maintainability, readability, or potential bugs.</a:t>
            </a:r>
            <a:endParaRPr sz="1200">
              <a:solidFill>
                <a:srgbClr val="374151"/>
              </a:solidFill>
            </a:endParaRPr>
          </a:p>
          <a:p>
            <a:pPr marL="457200" lvl="0" indent="-304800" algn="l" rtl="0">
              <a:lnSpc>
                <a:spcPct val="115000"/>
              </a:lnSpc>
              <a:spcBef>
                <a:spcPts val="0"/>
              </a:spcBef>
              <a:spcAft>
                <a:spcPts val="0"/>
              </a:spcAft>
              <a:buClr>
                <a:srgbClr val="374151"/>
              </a:buClr>
              <a:buSzPts val="1200"/>
              <a:buChar char="●"/>
            </a:pPr>
            <a:r>
              <a:rPr lang="en" sz="1200">
                <a:solidFill>
                  <a:srgbClr val="374151"/>
                </a:solidFill>
              </a:rPr>
              <a:t>Documentation Checks: Ensure that documentation is up-to-date and follows specified standards. This may include generating or updating documentation files.</a:t>
            </a:r>
            <a:endParaRPr sz="1200">
              <a:solidFill>
                <a:srgbClr val="374151"/>
              </a:solidFill>
            </a:endParaRPr>
          </a:p>
          <a:p>
            <a:pPr marL="914400" lvl="0" indent="0" algn="l" rtl="0">
              <a:lnSpc>
                <a:spcPct val="115000"/>
              </a:lnSpc>
              <a:spcBef>
                <a:spcPts val="1500"/>
              </a:spcBef>
              <a:spcAft>
                <a:spcPts val="0"/>
              </a:spcAft>
              <a:buSzPts val="1100"/>
              <a:buNone/>
            </a:pPr>
            <a:endParaRPr sz="1200">
              <a:solidFill>
                <a:srgbClr val="374151"/>
              </a:solidFill>
            </a:endParaRPr>
          </a:p>
          <a:p>
            <a:pPr marL="0" lvl="0" indent="0" algn="l" rtl="0">
              <a:lnSpc>
                <a:spcPct val="115000"/>
              </a:lnSpc>
              <a:spcBef>
                <a:spcPts val="1500"/>
              </a:spcBef>
              <a:spcAft>
                <a:spcPts val="0"/>
              </a:spcAft>
              <a:buSzPts val="1100"/>
              <a:buNone/>
            </a:pPr>
            <a:endParaRPr sz="1200">
              <a:solidFill>
                <a:schemeClr val="dk1"/>
              </a:solidFill>
            </a:endParaRPr>
          </a:p>
          <a:p>
            <a:pPr marL="0" lvl="0" indent="0" algn="l" rtl="0">
              <a:lnSpc>
                <a:spcPct val="115000"/>
              </a:lnSpc>
              <a:spcBef>
                <a:spcPts val="1500"/>
              </a:spcBef>
              <a:spcAft>
                <a:spcPts val="0"/>
              </a:spcAft>
              <a:buSzPts val="1100"/>
              <a:buNone/>
            </a:pPr>
            <a:endParaRPr sz="1200">
              <a:solidFill>
                <a:schemeClr val="dk1"/>
              </a:solidFill>
            </a:endParaRPr>
          </a:p>
          <a:p>
            <a:pPr marL="1371600" lvl="0" indent="0" algn="l" rtl="0">
              <a:lnSpc>
                <a:spcPct val="115000"/>
              </a:lnSpc>
              <a:spcBef>
                <a:spcPts val="1500"/>
              </a:spcBef>
              <a:spcAft>
                <a:spcPts val="0"/>
              </a:spcAft>
              <a:buSzPts val="1100"/>
              <a:buNone/>
            </a:pPr>
            <a:endParaRPr sz="1200">
              <a:solidFill>
                <a:schemeClr val="dk1"/>
              </a:solidFill>
            </a:endParaRPr>
          </a:p>
          <a:p>
            <a:pPr marL="0" lvl="0" indent="0" algn="l" rtl="0">
              <a:lnSpc>
                <a:spcPct val="100000"/>
              </a:lnSpc>
              <a:spcBef>
                <a:spcPts val="1500"/>
              </a:spcBef>
              <a:spcAft>
                <a:spcPts val="0"/>
              </a:spcAft>
              <a:buSzPts val="1100"/>
              <a:buNone/>
            </a:pPr>
            <a:endParaRPr>
              <a:solidFill>
                <a:schemeClr val="dk1"/>
              </a:solidFill>
            </a:endParaRPr>
          </a:p>
          <a:p>
            <a:pPr marL="0" lvl="0" indent="0" algn="l" rtl="0">
              <a:lnSpc>
                <a:spcPct val="100000"/>
              </a:lnSpc>
              <a:spcBef>
                <a:spcPts val="0"/>
              </a:spcBef>
              <a:spcAft>
                <a:spcPts val="0"/>
              </a:spcAft>
              <a:buSzPts val="1100"/>
              <a:buNone/>
            </a:pPr>
            <a:endParaRPr>
              <a:solidFill>
                <a:schemeClr val="dk1"/>
              </a:solidFill>
            </a:endParaRPr>
          </a:p>
          <a:p>
            <a:pPr marL="0" lvl="0" indent="0" algn="l" rtl="0">
              <a:lnSpc>
                <a:spcPct val="100000"/>
              </a:lnSpc>
              <a:spcBef>
                <a:spcPts val="0"/>
              </a:spcBef>
              <a:spcAft>
                <a:spcPts val="0"/>
              </a:spcAft>
              <a:buSzPts val="1100"/>
              <a:buNone/>
            </a:pPr>
            <a:endParaRPr>
              <a:solidFill>
                <a:schemeClr val="dk1"/>
              </a:solidFill>
            </a:endParaRPr>
          </a:p>
          <a:p>
            <a:pPr marL="0" lvl="0" indent="0" algn="l" rtl="0">
              <a:lnSpc>
                <a:spcPct val="115000"/>
              </a:lnSpc>
              <a:spcBef>
                <a:spcPts val="1600"/>
              </a:spcBef>
              <a:spcAft>
                <a:spcPts val="0"/>
              </a:spcAft>
              <a:buSzPts val="1100"/>
              <a:buNone/>
            </a:pPr>
            <a:endParaRPr sz="1200" b="1">
              <a:solidFill>
                <a:schemeClr val="dk1"/>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1"/>
        <p:cNvGrpSpPr/>
        <p:nvPr/>
      </p:nvGrpSpPr>
      <p:grpSpPr>
        <a:xfrm>
          <a:off x="0" y="0"/>
          <a:ext cx="0" cy="0"/>
          <a:chOff x="0" y="0"/>
          <a:chExt cx="0" cy="0"/>
        </a:xfrm>
      </p:grpSpPr>
      <p:sp>
        <p:nvSpPr>
          <p:cNvPr id="1222" name="Google Shape;1222;p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23" name="Google Shape;1223;p4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 sz="1200" b="1">
                <a:solidFill>
                  <a:schemeClr val="dk1"/>
                </a:solidFill>
              </a:rPr>
              <a:t>Notes to the Facilitator: </a:t>
            </a:r>
            <a:endParaRPr sz="1200">
              <a:solidFill>
                <a:schemeClr val="dk1"/>
              </a:solidFill>
            </a:endParaRPr>
          </a:p>
          <a:p>
            <a:pPr marL="0" lvl="0" indent="0" algn="l" rtl="0">
              <a:lnSpc>
                <a:spcPct val="175000"/>
              </a:lnSpc>
              <a:spcBef>
                <a:spcPts val="0"/>
              </a:spcBef>
              <a:spcAft>
                <a:spcPts val="0"/>
              </a:spcAft>
              <a:buSzPts val="1100"/>
              <a:buNone/>
            </a:pPr>
            <a:r>
              <a:rPr lang="en" sz="1200">
                <a:solidFill>
                  <a:schemeClr val="dk1"/>
                </a:solidFill>
              </a:rPr>
              <a:t>Facilitate participants in implementing a basic pre-commit hook using a Bash script to detect and prevent trailing whitespaces in their Git changes before committing.</a:t>
            </a:r>
            <a:endParaRPr sz="1200">
              <a:solidFill>
                <a:schemeClr val="dk1"/>
              </a:solidFill>
            </a:endParaRPr>
          </a:p>
          <a:p>
            <a:pPr marL="0" lvl="0" indent="0" algn="l" rtl="0">
              <a:lnSpc>
                <a:spcPct val="115000"/>
              </a:lnSpc>
              <a:spcBef>
                <a:spcPts val="0"/>
              </a:spcBef>
              <a:spcAft>
                <a:spcPts val="0"/>
              </a:spcAft>
              <a:buSzPts val="1100"/>
              <a:buNone/>
            </a:pPr>
            <a:endParaRPr sz="1200">
              <a:solidFill>
                <a:schemeClr val="dk1"/>
              </a:solidFill>
            </a:endParaRPr>
          </a:p>
          <a:p>
            <a:pPr marL="0" lvl="0" indent="0" algn="l" rtl="0">
              <a:lnSpc>
                <a:spcPct val="115000"/>
              </a:lnSpc>
              <a:spcBef>
                <a:spcPts val="0"/>
              </a:spcBef>
              <a:spcAft>
                <a:spcPts val="0"/>
              </a:spcAft>
              <a:buSzPts val="1100"/>
              <a:buNone/>
            </a:pPr>
            <a:r>
              <a:rPr lang="en" sz="1200" b="1">
                <a:solidFill>
                  <a:schemeClr val="dk1"/>
                </a:solidFill>
              </a:rPr>
              <a:t>Notes to the Participants:</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Here's a simpler example of a pre-commit hook in Bash that checks for trailing whitespaces:</a:t>
            </a:r>
            <a:endParaRPr sz="1200">
              <a:solidFill>
                <a:schemeClr val="dk1"/>
              </a:solidFill>
            </a:endParaRPr>
          </a:p>
          <a:p>
            <a:pPr marL="457200" lvl="0" indent="-298450" algn="l" rtl="0">
              <a:lnSpc>
                <a:spcPct val="115000"/>
              </a:lnSpc>
              <a:spcBef>
                <a:spcPts val="1500"/>
              </a:spcBef>
              <a:spcAft>
                <a:spcPts val="0"/>
              </a:spcAft>
              <a:buClr>
                <a:schemeClr val="dk1"/>
              </a:buClr>
              <a:buSzPts val="1100"/>
              <a:buAutoNum type="arabicPeriod"/>
            </a:pPr>
            <a:r>
              <a:rPr lang="en" sz="1200">
                <a:solidFill>
                  <a:schemeClr val="dk1"/>
                </a:solidFill>
              </a:rPr>
              <a:t>Create a file named </a:t>
            </a:r>
            <a:r>
              <a:rPr lang="en" sz="1050">
                <a:solidFill>
                  <a:schemeClr val="dk1"/>
                </a:solidFill>
              </a:rPr>
              <a:t>.git/hooks/pre-commit</a:t>
            </a:r>
            <a:r>
              <a:rPr lang="en" sz="1200">
                <a:solidFill>
                  <a:schemeClr val="dk1"/>
                </a:solidFill>
              </a:rPr>
              <a:t> in your Git repository.</a:t>
            </a:r>
            <a:endParaRPr sz="1200">
              <a:solidFill>
                <a:schemeClr val="dk1"/>
              </a:solidFill>
            </a:endParaRPr>
          </a:p>
          <a:p>
            <a:pPr marL="457200" lvl="0" indent="-304800" algn="l" rtl="0">
              <a:lnSpc>
                <a:spcPct val="115000"/>
              </a:lnSpc>
              <a:spcBef>
                <a:spcPts val="0"/>
              </a:spcBef>
              <a:spcAft>
                <a:spcPts val="0"/>
              </a:spcAft>
              <a:buClr>
                <a:schemeClr val="dk1"/>
              </a:buClr>
              <a:buSzPts val="1200"/>
              <a:buAutoNum type="arabicPeriod"/>
            </a:pPr>
            <a:r>
              <a:rPr lang="en" sz="1200">
                <a:solidFill>
                  <a:schemeClr val="dk1"/>
                </a:solidFill>
              </a:rPr>
              <a:t>Make the file executable:</a:t>
            </a:r>
            <a:r>
              <a:rPr lang="en" sz="900">
                <a:solidFill>
                  <a:schemeClr val="dk1"/>
                </a:solidFill>
              </a:rPr>
              <a:t> </a:t>
            </a:r>
            <a:r>
              <a:rPr lang="en" sz="950">
                <a:solidFill>
                  <a:schemeClr val="dk1"/>
                </a:solidFill>
                <a:latin typeface="Courier New"/>
                <a:ea typeface="Courier New"/>
                <a:cs typeface="Courier New"/>
                <a:sym typeface="Courier New"/>
              </a:rPr>
              <a:t>chmod +x .git/hooks/pre-commit</a:t>
            </a:r>
            <a:endParaRPr sz="950">
              <a:solidFill>
                <a:schemeClr val="dk1"/>
              </a:solidFill>
              <a:latin typeface="Courier New"/>
              <a:ea typeface="Courier New"/>
              <a:cs typeface="Courier New"/>
              <a:sym typeface="Courier New"/>
            </a:endParaRPr>
          </a:p>
          <a:p>
            <a:pPr marL="457200" lvl="0" indent="-298450" algn="l" rtl="0">
              <a:lnSpc>
                <a:spcPct val="115000"/>
              </a:lnSpc>
              <a:spcBef>
                <a:spcPts val="0"/>
              </a:spcBef>
              <a:spcAft>
                <a:spcPts val="0"/>
              </a:spcAft>
              <a:buClr>
                <a:schemeClr val="dk1"/>
              </a:buClr>
              <a:buSzPts val="1100"/>
              <a:buAutoNum type="arabicPeriod"/>
            </a:pPr>
            <a:r>
              <a:rPr lang="en" sz="1200">
                <a:solidFill>
                  <a:schemeClr val="dk1"/>
                </a:solidFill>
              </a:rPr>
              <a:t>Edit the </a:t>
            </a:r>
            <a:r>
              <a:rPr lang="en" sz="1050">
                <a:solidFill>
                  <a:schemeClr val="dk1"/>
                </a:solidFill>
                <a:latin typeface="Courier New"/>
                <a:ea typeface="Courier New"/>
                <a:cs typeface="Courier New"/>
                <a:sym typeface="Courier New"/>
              </a:rPr>
              <a:t>.git/hooks/pre-commit</a:t>
            </a:r>
            <a:r>
              <a:rPr lang="en" sz="1200">
                <a:solidFill>
                  <a:schemeClr val="dk1"/>
                </a:solidFill>
                <a:latin typeface="Courier New"/>
                <a:ea typeface="Courier New"/>
                <a:cs typeface="Courier New"/>
                <a:sym typeface="Courier New"/>
              </a:rPr>
              <a:t> </a:t>
            </a:r>
            <a:r>
              <a:rPr lang="en" sz="1200">
                <a:solidFill>
                  <a:schemeClr val="dk1"/>
                </a:solidFill>
              </a:rPr>
              <a:t>file with the following content:</a:t>
            </a:r>
            <a:endParaRPr sz="1200">
              <a:solidFill>
                <a:schemeClr val="dk1"/>
              </a:solidFill>
            </a:endParaRPr>
          </a:p>
          <a:p>
            <a:pPr marL="0" lvl="0" indent="0" algn="l" rtl="0">
              <a:lnSpc>
                <a:spcPct val="115000"/>
              </a:lnSpc>
              <a:spcBef>
                <a:spcPts val="1500"/>
              </a:spcBef>
              <a:spcAft>
                <a:spcPts val="0"/>
              </a:spcAft>
              <a:buSzPts val="1100"/>
              <a:buNone/>
            </a:pPr>
            <a:r>
              <a:rPr lang="en" sz="950">
                <a:solidFill>
                  <a:schemeClr val="dk1"/>
                </a:solidFill>
                <a:latin typeface="Courier New"/>
                <a:ea typeface="Courier New"/>
                <a:cs typeface="Courier New"/>
                <a:sym typeface="Courier New"/>
              </a:rPr>
              <a:t>#!/bin/bash</a:t>
            </a:r>
            <a:endParaRPr sz="9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r>
              <a:rPr lang="en" sz="950">
                <a:solidFill>
                  <a:schemeClr val="dk1"/>
                </a:solidFill>
                <a:latin typeface="Courier New"/>
                <a:ea typeface="Courier New"/>
                <a:cs typeface="Courier New"/>
                <a:sym typeface="Courier New"/>
              </a:rPr>
              <a:t># Check for trailing whitespaces</a:t>
            </a:r>
            <a:endParaRPr sz="9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r>
              <a:rPr lang="en" sz="950">
                <a:solidFill>
                  <a:schemeClr val="dk1"/>
                </a:solidFill>
                <a:latin typeface="Courier New"/>
                <a:ea typeface="Courier New"/>
                <a:cs typeface="Courier New"/>
                <a:sym typeface="Courier New"/>
              </a:rPr>
              <a:t>if git diff --check --cached | grep -E '(\s+$)'</a:t>
            </a:r>
            <a:endParaRPr sz="9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r>
              <a:rPr lang="en" sz="950">
                <a:solidFill>
                  <a:schemeClr val="dk1"/>
                </a:solidFill>
                <a:latin typeface="Courier New"/>
                <a:ea typeface="Courier New"/>
                <a:cs typeface="Courier New"/>
                <a:sym typeface="Courier New"/>
              </a:rPr>
              <a:t>then</a:t>
            </a:r>
            <a:endParaRPr sz="9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r>
              <a:rPr lang="en" sz="950">
                <a:solidFill>
                  <a:schemeClr val="dk1"/>
                </a:solidFill>
                <a:latin typeface="Courier New"/>
                <a:ea typeface="Courier New"/>
                <a:cs typeface="Courier New"/>
                <a:sym typeface="Courier New"/>
              </a:rPr>
              <a:t> echo "Error: trailing whitespaces found. Please remove them before committing."</a:t>
            </a:r>
            <a:endParaRPr sz="9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r>
              <a:rPr lang="en" sz="950">
                <a:solidFill>
                  <a:schemeClr val="dk1"/>
                </a:solidFill>
                <a:latin typeface="Courier New"/>
                <a:ea typeface="Courier New"/>
                <a:cs typeface="Courier New"/>
                <a:sym typeface="Courier New"/>
              </a:rPr>
              <a:t> exit 1</a:t>
            </a:r>
            <a:endParaRPr sz="9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r>
              <a:rPr lang="en" sz="950">
                <a:solidFill>
                  <a:schemeClr val="dk1"/>
                </a:solidFill>
                <a:latin typeface="Courier New"/>
                <a:ea typeface="Courier New"/>
                <a:cs typeface="Courier New"/>
                <a:sym typeface="Courier New"/>
              </a:rPr>
              <a:t>fi</a:t>
            </a:r>
            <a:endParaRPr sz="9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r>
              <a:rPr lang="en" sz="950">
                <a:solidFill>
                  <a:schemeClr val="dk1"/>
                </a:solidFill>
                <a:latin typeface="Courier New"/>
                <a:ea typeface="Courier New"/>
                <a:cs typeface="Courier New"/>
                <a:sym typeface="Courier New"/>
              </a:rPr>
              <a:t># If all checks pass, allow the commit</a:t>
            </a:r>
            <a:endParaRPr sz="9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r>
              <a:rPr lang="en" sz="950">
                <a:solidFill>
                  <a:schemeClr val="dk1"/>
                </a:solidFill>
                <a:latin typeface="Courier New"/>
                <a:ea typeface="Courier New"/>
                <a:cs typeface="Courier New"/>
                <a:sym typeface="Courier New"/>
              </a:rPr>
              <a:t>exit 0</a:t>
            </a:r>
            <a:endParaRPr sz="950">
              <a:solidFill>
                <a:schemeClr val="dk1"/>
              </a:solidFill>
              <a:latin typeface="Courier New"/>
              <a:ea typeface="Courier New"/>
              <a:cs typeface="Courier New"/>
              <a:sym typeface="Courier New"/>
            </a:endParaRPr>
          </a:p>
          <a:p>
            <a:pPr marL="0" lvl="0" indent="0" algn="l" rtl="0">
              <a:lnSpc>
                <a:spcPct val="171429"/>
              </a:lnSpc>
              <a:spcBef>
                <a:spcPts val="0"/>
              </a:spcBef>
              <a:spcAft>
                <a:spcPts val="0"/>
              </a:spcAft>
              <a:buClr>
                <a:schemeClr val="dk1"/>
              </a:buClr>
              <a:buSzPts val="1100"/>
              <a:buFont typeface="Arial"/>
              <a:buNone/>
            </a:pPr>
            <a:endParaRPr sz="950">
              <a:solidFill>
                <a:schemeClr val="dk1"/>
              </a:solidFill>
            </a:endParaRPr>
          </a:p>
          <a:p>
            <a:pPr marL="0" lvl="0" indent="0" algn="l" rtl="0">
              <a:lnSpc>
                <a:spcPct val="115000"/>
              </a:lnSpc>
              <a:spcBef>
                <a:spcPts val="1500"/>
              </a:spcBef>
              <a:spcAft>
                <a:spcPts val="0"/>
              </a:spcAft>
              <a:buClr>
                <a:schemeClr val="dk1"/>
              </a:buClr>
              <a:buSzPts val="1100"/>
              <a:buFont typeface="Arial"/>
              <a:buNone/>
            </a:pPr>
            <a:r>
              <a:rPr lang="en" sz="1200">
                <a:solidFill>
                  <a:schemeClr val="dk1"/>
                </a:solidFill>
              </a:rPr>
              <a:t>This simple script checks for trailing whitespaces in the changes to be committed. If any trailing whitespaces are found, the script exits with an error message, preventing the commit. Otherwise, it allows the commit to proceed.</a:t>
            </a:r>
            <a:endParaRPr sz="1200">
              <a:solidFill>
                <a:schemeClr val="dk1"/>
              </a:solidFill>
            </a:endParaRPr>
          </a:p>
          <a:p>
            <a:pPr marL="0" lvl="0" indent="0" algn="l" rtl="0">
              <a:lnSpc>
                <a:spcPct val="115000"/>
              </a:lnSpc>
              <a:spcBef>
                <a:spcPts val="1500"/>
              </a:spcBef>
              <a:spcAft>
                <a:spcPts val="0"/>
              </a:spcAft>
              <a:buSzPts val="1100"/>
              <a:buNone/>
            </a:pPr>
            <a:endParaRPr sz="1200">
              <a:solidFill>
                <a:schemeClr val="dk1"/>
              </a:solidFill>
            </a:endParaRPr>
          </a:p>
          <a:p>
            <a:pPr marL="1371600" lvl="0" indent="0" algn="l" rtl="0">
              <a:lnSpc>
                <a:spcPct val="115000"/>
              </a:lnSpc>
              <a:spcBef>
                <a:spcPts val="1500"/>
              </a:spcBef>
              <a:spcAft>
                <a:spcPts val="0"/>
              </a:spcAft>
              <a:buSzPts val="1100"/>
              <a:buNone/>
            </a:pPr>
            <a:endParaRPr sz="1200">
              <a:solidFill>
                <a:schemeClr val="dk1"/>
              </a:solidFill>
            </a:endParaRPr>
          </a:p>
          <a:p>
            <a:pPr marL="0" lvl="0" indent="0" algn="l" rtl="0">
              <a:lnSpc>
                <a:spcPct val="100000"/>
              </a:lnSpc>
              <a:spcBef>
                <a:spcPts val="1500"/>
              </a:spcBef>
              <a:spcAft>
                <a:spcPts val="0"/>
              </a:spcAft>
              <a:buSzPts val="1100"/>
              <a:buNone/>
            </a:pPr>
            <a:endParaRPr>
              <a:solidFill>
                <a:schemeClr val="dk1"/>
              </a:solidFill>
            </a:endParaRPr>
          </a:p>
          <a:p>
            <a:pPr marL="0" lvl="0" indent="0" algn="l" rtl="0">
              <a:lnSpc>
                <a:spcPct val="100000"/>
              </a:lnSpc>
              <a:spcBef>
                <a:spcPts val="0"/>
              </a:spcBef>
              <a:spcAft>
                <a:spcPts val="0"/>
              </a:spcAft>
              <a:buSzPts val="1100"/>
              <a:buNone/>
            </a:pPr>
            <a:endParaRPr>
              <a:solidFill>
                <a:schemeClr val="dk1"/>
              </a:solidFill>
            </a:endParaRPr>
          </a:p>
          <a:p>
            <a:pPr marL="0" lvl="0" indent="0" algn="l" rtl="0">
              <a:lnSpc>
                <a:spcPct val="100000"/>
              </a:lnSpc>
              <a:spcBef>
                <a:spcPts val="0"/>
              </a:spcBef>
              <a:spcAft>
                <a:spcPts val="0"/>
              </a:spcAft>
              <a:buSzPts val="1100"/>
              <a:buNone/>
            </a:pPr>
            <a:endParaRPr>
              <a:solidFill>
                <a:schemeClr val="dk1"/>
              </a:solidFill>
            </a:endParaRPr>
          </a:p>
          <a:p>
            <a:pPr marL="0" lvl="0" indent="0" algn="l" rtl="0">
              <a:lnSpc>
                <a:spcPct val="115000"/>
              </a:lnSpc>
              <a:spcBef>
                <a:spcPts val="1600"/>
              </a:spcBef>
              <a:spcAft>
                <a:spcPts val="0"/>
              </a:spcAft>
              <a:buSzPts val="1100"/>
              <a:buNone/>
            </a:pPr>
            <a:endParaRPr sz="1200" b="1">
              <a:solidFill>
                <a:schemeClr val="dk1"/>
              </a:solidFil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8"/>
        <p:cNvGrpSpPr/>
        <p:nvPr/>
      </p:nvGrpSpPr>
      <p:grpSpPr>
        <a:xfrm>
          <a:off x="0" y="0"/>
          <a:ext cx="0" cy="0"/>
          <a:chOff x="0" y="0"/>
          <a:chExt cx="0" cy="0"/>
        </a:xfrm>
      </p:grpSpPr>
      <p:sp>
        <p:nvSpPr>
          <p:cNvPr id="1229" name="Google Shape;1229;p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30" name="Google Shape;1230;p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 sz="1200" b="1">
                <a:solidFill>
                  <a:schemeClr val="dk1"/>
                </a:solidFill>
              </a:rPr>
              <a:t>Notes to the Facilitator: </a:t>
            </a:r>
            <a:endParaRPr sz="1200">
              <a:solidFill>
                <a:schemeClr val="dk1"/>
              </a:solidFill>
            </a:endParaRPr>
          </a:p>
          <a:p>
            <a:pPr marL="0" lvl="0" indent="0" algn="l" rtl="0">
              <a:lnSpc>
                <a:spcPct val="175000"/>
              </a:lnSpc>
              <a:spcBef>
                <a:spcPts val="1500"/>
              </a:spcBef>
              <a:spcAft>
                <a:spcPts val="0"/>
              </a:spcAft>
              <a:buSzPts val="1100"/>
              <a:buNone/>
            </a:pPr>
            <a:r>
              <a:rPr lang="en" sz="1200">
                <a:solidFill>
                  <a:srgbClr val="374151"/>
                </a:solidFill>
              </a:rPr>
              <a:t>Guide participants in understanding post-commit hooks, emphasizing their automatic execution after a commit, and key characteristics like notification/logging, integration with external tools, documentation updates, deployment triggers, and customizable workflows to meet project-specific requirements.</a:t>
            </a:r>
            <a:endParaRPr sz="1050">
              <a:solidFill>
                <a:schemeClr val="dk1"/>
              </a:solidFill>
            </a:endParaRPr>
          </a:p>
          <a:p>
            <a:pPr marL="0" lvl="0" indent="0" algn="l" rtl="0">
              <a:lnSpc>
                <a:spcPct val="115000"/>
              </a:lnSpc>
              <a:spcBef>
                <a:spcPts val="0"/>
              </a:spcBef>
              <a:spcAft>
                <a:spcPts val="0"/>
              </a:spcAft>
              <a:buSzPts val="1100"/>
              <a:buNone/>
            </a:pPr>
            <a:endParaRPr sz="1200">
              <a:solidFill>
                <a:schemeClr val="dk1"/>
              </a:solidFill>
            </a:endParaRPr>
          </a:p>
          <a:p>
            <a:pPr marL="0" lvl="0" indent="0" algn="l" rtl="0">
              <a:lnSpc>
                <a:spcPct val="115000"/>
              </a:lnSpc>
              <a:spcBef>
                <a:spcPts val="0"/>
              </a:spcBef>
              <a:spcAft>
                <a:spcPts val="0"/>
              </a:spcAft>
              <a:buSzPts val="1100"/>
              <a:buNone/>
            </a:pPr>
            <a:r>
              <a:rPr lang="en" sz="1200" b="1">
                <a:solidFill>
                  <a:schemeClr val="dk1"/>
                </a:solidFill>
              </a:rPr>
              <a:t>Notes to the Participants:</a:t>
            </a:r>
            <a:endParaRPr>
              <a:solidFill>
                <a:schemeClr val="dk1"/>
              </a:solidFill>
            </a:endParaRPr>
          </a:p>
          <a:p>
            <a:pPr marL="0" lvl="0" indent="0" algn="l" rtl="0">
              <a:lnSpc>
                <a:spcPct val="115000"/>
              </a:lnSpc>
              <a:spcBef>
                <a:spcPts val="0"/>
              </a:spcBef>
              <a:spcAft>
                <a:spcPts val="0"/>
              </a:spcAft>
              <a:buSzPts val="1100"/>
              <a:buNone/>
            </a:pPr>
            <a:r>
              <a:rPr lang="en" sz="1200">
                <a:solidFill>
                  <a:srgbClr val="374151"/>
                </a:solidFill>
              </a:rPr>
              <a:t>Post-commit Hooks in Git:</a:t>
            </a:r>
            <a:endParaRPr sz="1200">
              <a:solidFill>
                <a:srgbClr val="374151"/>
              </a:solidFill>
            </a:endParaRPr>
          </a:p>
          <a:p>
            <a:pPr marL="0" lvl="0" indent="0" algn="l" rtl="0">
              <a:lnSpc>
                <a:spcPct val="115000"/>
              </a:lnSpc>
              <a:spcBef>
                <a:spcPts val="1500"/>
              </a:spcBef>
              <a:spcAft>
                <a:spcPts val="0"/>
              </a:spcAft>
              <a:buSzPts val="1100"/>
              <a:buNone/>
            </a:pPr>
            <a:r>
              <a:rPr lang="en" sz="1200">
                <a:solidFill>
                  <a:srgbClr val="374151"/>
                </a:solidFill>
              </a:rPr>
              <a:t>A post-commit hook in Git is a script that runs automatically after a commit is finalized. It provides an opportunity to perform tasks or actions that should occur immediately after a successful commit. Post-commit hooks are useful for tasks that are related to the commit but don't impact the actual content of the commit.</a:t>
            </a:r>
            <a:endParaRPr sz="1200">
              <a:solidFill>
                <a:srgbClr val="374151"/>
              </a:solidFill>
            </a:endParaRPr>
          </a:p>
          <a:p>
            <a:pPr marL="0" lvl="0" indent="0" algn="l" rtl="0">
              <a:lnSpc>
                <a:spcPct val="115000"/>
              </a:lnSpc>
              <a:spcBef>
                <a:spcPts val="1500"/>
              </a:spcBef>
              <a:spcAft>
                <a:spcPts val="0"/>
              </a:spcAft>
              <a:buSzPts val="1100"/>
              <a:buNone/>
            </a:pPr>
            <a:r>
              <a:rPr lang="en" sz="1200">
                <a:solidFill>
                  <a:srgbClr val="374151"/>
                </a:solidFill>
              </a:rPr>
              <a:t>Key Characteristics:</a:t>
            </a:r>
            <a:endParaRPr sz="1200">
              <a:solidFill>
                <a:srgbClr val="374151"/>
              </a:solidFill>
            </a:endParaRPr>
          </a:p>
          <a:p>
            <a:pPr marL="457200" lvl="0" indent="-304800" algn="l" rtl="0">
              <a:lnSpc>
                <a:spcPct val="115000"/>
              </a:lnSpc>
              <a:spcBef>
                <a:spcPts val="1500"/>
              </a:spcBef>
              <a:spcAft>
                <a:spcPts val="0"/>
              </a:spcAft>
              <a:buClr>
                <a:srgbClr val="374151"/>
              </a:buClr>
              <a:buSzPts val="1200"/>
              <a:buChar char="●"/>
            </a:pPr>
            <a:r>
              <a:rPr lang="en" sz="1200">
                <a:solidFill>
                  <a:srgbClr val="374151"/>
                </a:solidFill>
              </a:rPr>
              <a:t>Notification and Logging:Send notifications or log information about the commit. This can include notifying team members, updating a log file, or triggering other communication mechanisms.</a:t>
            </a:r>
            <a:endParaRPr sz="1200">
              <a:solidFill>
                <a:srgbClr val="374151"/>
              </a:solidFill>
            </a:endParaRPr>
          </a:p>
          <a:p>
            <a:pPr marL="457200" lvl="0" indent="-304800" algn="l" rtl="0">
              <a:lnSpc>
                <a:spcPct val="115000"/>
              </a:lnSpc>
              <a:spcBef>
                <a:spcPts val="0"/>
              </a:spcBef>
              <a:spcAft>
                <a:spcPts val="0"/>
              </a:spcAft>
              <a:buClr>
                <a:srgbClr val="374151"/>
              </a:buClr>
              <a:buSzPts val="1200"/>
              <a:buChar char="●"/>
            </a:pPr>
            <a:r>
              <a:rPr lang="en" sz="1200">
                <a:solidFill>
                  <a:srgbClr val="374151"/>
                </a:solidFill>
              </a:rPr>
              <a:t>Integration with External Tools:Integrate with external tools or services. For example, update an issue tracking system, trigger a build pipeline, or notify a continuous integration system about the new commit.</a:t>
            </a:r>
            <a:endParaRPr sz="1200">
              <a:solidFill>
                <a:srgbClr val="374151"/>
              </a:solidFill>
            </a:endParaRPr>
          </a:p>
          <a:p>
            <a:pPr marL="457200" lvl="0" indent="-304800" algn="l" rtl="0">
              <a:lnSpc>
                <a:spcPct val="115000"/>
              </a:lnSpc>
              <a:spcBef>
                <a:spcPts val="0"/>
              </a:spcBef>
              <a:spcAft>
                <a:spcPts val="0"/>
              </a:spcAft>
              <a:buClr>
                <a:srgbClr val="374151"/>
              </a:buClr>
              <a:buSzPts val="1200"/>
              <a:buChar char="●"/>
            </a:pPr>
            <a:r>
              <a:rPr lang="en" sz="1200">
                <a:solidFill>
                  <a:srgbClr val="374151"/>
                </a:solidFill>
              </a:rPr>
              <a:t>Documentation Updates:Automatically update project documentation or release notes based on the committed changes. This ensures that documentation stays synchronized with the codebase.</a:t>
            </a:r>
            <a:endParaRPr sz="1200">
              <a:solidFill>
                <a:srgbClr val="374151"/>
              </a:solidFill>
            </a:endParaRPr>
          </a:p>
          <a:p>
            <a:pPr marL="457200" lvl="0" indent="-304800" algn="l" rtl="0">
              <a:lnSpc>
                <a:spcPct val="115000"/>
              </a:lnSpc>
              <a:spcBef>
                <a:spcPts val="0"/>
              </a:spcBef>
              <a:spcAft>
                <a:spcPts val="0"/>
              </a:spcAft>
              <a:buClr>
                <a:srgbClr val="374151"/>
              </a:buClr>
              <a:buSzPts val="1200"/>
              <a:buChar char="●"/>
            </a:pPr>
            <a:r>
              <a:rPr lang="en" sz="1200">
                <a:solidFill>
                  <a:srgbClr val="374151"/>
                </a:solidFill>
              </a:rPr>
              <a:t>Deployment Triggers:Initiate deployment processes or actions. Post-commit hooks can be used to trigger deployments to development or staging environments to validate the latest changes.</a:t>
            </a:r>
            <a:endParaRPr sz="1200">
              <a:solidFill>
                <a:srgbClr val="374151"/>
              </a:solidFill>
            </a:endParaRPr>
          </a:p>
          <a:p>
            <a:pPr marL="457200" lvl="0" indent="-304800" algn="l" rtl="0">
              <a:lnSpc>
                <a:spcPct val="115000"/>
              </a:lnSpc>
              <a:spcBef>
                <a:spcPts val="0"/>
              </a:spcBef>
              <a:spcAft>
                <a:spcPts val="0"/>
              </a:spcAft>
              <a:buClr>
                <a:srgbClr val="374151"/>
              </a:buClr>
              <a:buSzPts val="1200"/>
              <a:buChar char="●"/>
            </a:pPr>
            <a:r>
              <a:rPr lang="en" sz="1200">
                <a:solidFill>
                  <a:srgbClr val="374151"/>
                </a:solidFill>
              </a:rPr>
              <a:t>Custom Workflows:Implement custom workflows or actions that are specific to the project's requirements. This can include running scripts, generating reports, or performing any task relevant to the commit.</a:t>
            </a:r>
            <a:endParaRPr sz="1200">
              <a:solidFill>
                <a:srgbClr val="374151"/>
              </a:solidFill>
            </a:endParaRPr>
          </a:p>
          <a:p>
            <a:pPr marL="457200" lvl="0" indent="0" algn="l" rtl="0">
              <a:lnSpc>
                <a:spcPct val="115000"/>
              </a:lnSpc>
              <a:spcBef>
                <a:spcPts val="1500"/>
              </a:spcBef>
              <a:spcAft>
                <a:spcPts val="0"/>
              </a:spcAft>
              <a:buSzPts val="1100"/>
              <a:buNone/>
            </a:pPr>
            <a:endParaRPr sz="1200">
              <a:solidFill>
                <a:srgbClr val="374151"/>
              </a:solidFill>
            </a:endParaRPr>
          </a:p>
          <a:p>
            <a:pPr marL="914400" lvl="0" indent="0" algn="l" rtl="0">
              <a:lnSpc>
                <a:spcPct val="115000"/>
              </a:lnSpc>
              <a:spcBef>
                <a:spcPts val="1500"/>
              </a:spcBef>
              <a:spcAft>
                <a:spcPts val="0"/>
              </a:spcAft>
              <a:buSzPts val="1100"/>
              <a:buNone/>
            </a:pPr>
            <a:endParaRPr sz="1200">
              <a:solidFill>
                <a:srgbClr val="374151"/>
              </a:solidFill>
            </a:endParaRPr>
          </a:p>
          <a:p>
            <a:pPr marL="0" lvl="0" indent="0" algn="l" rtl="0">
              <a:lnSpc>
                <a:spcPct val="115000"/>
              </a:lnSpc>
              <a:spcBef>
                <a:spcPts val="1500"/>
              </a:spcBef>
              <a:spcAft>
                <a:spcPts val="0"/>
              </a:spcAft>
              <a:buSzPts val="1100"/>
              <a:buNone/>
            </a:pPr>
            <a:endParaRPr sz="1200">
              <a:solidFill>
                <a:schemeClr val="dk1"/>
              </a:solidFill>
            </a:endParaRPr>
          </a:p>
          <a:p>
            <a:pPr marL="0" lvl="0" indent="0" algn="l" rtl="0">
              <a:lnSpc>
                <a:spcPct val="115000"/>
              </a:lnSpc>
              <a:spcBef>
                <a:spcPts val="1500"/>
              </a:spcBef>
              <a:spcAft>
                <a:spcPts val="0"/>
              </a:spcAft>
              <a:buSzPts val="1100"/>
              <a:buNone/>
            </a:pPr>
            <a:endParaRPr sz="1200">
              <a:solidFill>
                <a:schemeClr val="dk1"/>
              </a:solidFill>
            </a:endParaRPr>
          </a:p>
          <a:p>
            <a:pPr marL="1371600" lvl="0" indent="0" algn="l" rtl="0">
              <a:lnSpc>
                <a:spcPct val="115000"/>
              </a:lnSpc>
              <a:spcBef>
                <a:spcPts val="1500"/>
              </a:spcBef>
              <a:spcAft>
                <a:spcPts val="0"/>
              </a:spcAft>
              <a:buSzPts val="1100"/>
              <a:buNone/>
            </a:pPr>
            <a:endParaRPr sz="1200">
              <a:solidFill>
                <a:schemeClr val="dk1"/>
              </a:solidFill>
            </a:endParaRPr>
          </a:p>
          <a:p>
            <a:pPr marL="0" lvl="0" indent="0" algn="l" rtl="0">
              <a:lnSpc>
                <a:spcPct val="100000"/>
              </a:lnSpc>
              <a:spcBef>
                <a:spcPts val="1500"/>
              </a:spcBef>
              <a:spcAft>
                <a:spcPts val="0"/>
              </a:spcAft>
              <a:buSzPts val="1100"/>
              <a:buNone/>
            </a:pPr>
            <a:endParaRPr>
              <a:solidFill>
                <a:schemeClr val="dk1"/>
              </a:solidFill>
            </a:endParaRPr>
          </a:p>
          <a:p>
            <a:pPr marL="0" lvl="0" indent="0" algn="l" rtl="0">
              <a:lnSpc>
                <a:spcPct val="100000"/>
              </a:lnSpc>
              <a:spcBef>
                <a:spcPts val="0"/>
              </a:spcBef>
              <a:spcAft>
                <a:spcPts val="0"/>
              </a:spcAft>
              <a:buSzPts val="1100"/>
              <a:buNone/>
            </a:pPr>
            <a:endParaRPr>
              <a:solidFill>
                <a:schemeClr val="dk1"/>
              </a:solidFill>
            </a:endParaRPr>
          </a:p>
          <a:p>
            <a:pPr marL="0" lvl="0" indent="0" algn="l" rtl="0">
              <a:lnSpc>
                <a:spcPct val="100000"/>
              </a:lnSpc>
              <a:spcBef>
                <a:spcPts val="0"/>
              </a:spcBef>
              <a:spcAft>
                <a:spcPts val="0"/>
              </a:spcAft>
              <a:buSzPts val="1100"/>
              <a:buNone/>
            </a:pPr>
            <a:endParaRPr>
              <a:solidFill>
                <a:schemeClr val="dk1"/>
              </a:solidFill>
            </a:endParaRPr>
          </a:p>
          <a:p>
            <a:pPr marL="0" lvl="0" indent="0" algn="l" rtl="0">
              <a:lnSpc>
                <a:spcPct val="115000"/>
              </a:lnSpc>
              <a:spcBef>
                <a:spcPts val="1600"/>
              </a:spcBef>
              <a:spcAft>
                <a:spcPts val="0"/>
              </a:spcAft>
              <a:buSzPts val="1100"/>
              <a:buNone/>
            </a:pPr>
            <a:endParaRPr sz="1200" b="1">
              <a:solidFill>
                <a:schemeClr val="dk1"/>
              </a:solidFil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0"/>
        <p:cNvGrpSpPr/>
        <p:nvPr/>
      </p:nvGrpSpPr>
      <p:grpSpPr>
        <a:xfrm>
          <a:off x="0" y="0"/>
          <a:ext cx="0" cy="0"/>
          <a:chOff x="0" y="0"/>
          <a:chExt cx="0" cy="0"/>
        </a:xfrm>
      </p:grpSpPr>
      <p:sp>
        <p:nvSpPr>
          <p:cNvPr id="1241" name="Google Shape;1241;p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42" name="Google Shape;1242;p4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 sz="1200" b="1">
                <a:solidFill>
                  <a:schemeClr val="dk1"/>
                </a:solidFill>
              </a:rPr>
              <a:t>Notes to the Facilitator: </a:t>
            </a:r>
            <a:endParaRPr sz="1200">
              <a:solidFill>
                <a:schemeClr val="dk1"/>
              </a:solidFill>
            </a:endParaRPr>
          </a:p>
          <a:p>
            <a:pPr marL="0" lvl="0" indent="0" algn="l" rtl="0">
              <a:lnSpc>
                <a:spcPct val="175000"/>
              </a:lnSpc>
              <a:spcBef>
                <a:spcPts val="1500"/>
              </a:spcBef>
              <a:spcAft>
                <a:spcPts val="0"/>
              </a:spcAft>
              <a:buSzPts val="1100"/>
              <a:buNone/>
            </a:pPr>
            <a:r>
              <a:rPr lang="en" sz="1200">
                <a:solidFill>
                  <a:schemeClr val="dk1"/>
                </a:solidFill>
              </a:rPr>
              <a:t>Introduce participants to the concept of post-commit hooks with a straightforward example that provides a post-commit message.</a:t>
            </a:r>
            <a:endParaRPr sz="1050">
              <a:solidFill>
                <a:schemeClr val="dk1"/>
              </a:solidFill>
            </a:endParaRPr>
          </a:p>
          <a:p>
            <a:pPr marL="0" lvl="0" indent="0" algn="l" rtl="0">
              <a:lnSpc>
                <a:spcPct val="115000"/>
              </a:lnSpc>
              <a:spcBef>
                <a:spcPts val="0"/>
              </a:spcBef>
              <a:spcAft>
                <a:spcPts val="0"/>
              </a:spcAft>
              <a:buSzPts val="1100"/>
              <a:buNone/>
            </a:pPr>
            <a:endParaRPr sz="1200">
              <a:solidFill>
                <a:schemeClr val="dk1"/>
              </a:solidFill>
            </a:endParaRPr>
          </a:p>
          <a:p>
            <a:pPr marL="0" lvl="0" indent="0" algn="l" rtl="0">
              <a:lnSpc>
                <a:spcPct val="115000"/>
              </a:lnSpc>
              <a:spcBef>
                <a:spcPts val="0"/>
              </a:spcBef>
              <a:spcAft>
                <a:spcPts val="0"/>
              </a:spcAft>
              <a:buSzPts val="1100"/>
              <a:buNone/>
            </a:pPr>
            <a:r>
              <a:rPr lang="en" sz="1200" b="1">
                <a:solidFill>
                  <a:schemeClr val="dk1"/>
                </a:solidFill>
              </a:rPr>
              <a:t>Notes to the Participants:</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Here's a simple example of a post-commit hook in Bash that echoes a message after each commit:</a:t>
            </a:r>
            <a:endParaRPr sz="1200">
              <a:solidFill>
                <a:schemeClr val="dk1"/>
              </a:solidFill>
            </a:endParaRPr>
          </a:p>
          <a:p>
            <a:pPr marL="457200" lvl="0" indent="-304800" algn="l" rtl="0">
              <a:lnSpc>
                <a:spcPct val="115000"/>
              </a:lnSpc>
              <a:spcBef>
                <a:spcPts val="1500"/>
              </a:spcBef>
              <a:spcAft>
                <a:spcPts val="0"/>
              </a:spcAft>
              <a:buClr>
                <a:schemeClr val="dk1"/>
              </a:buClr>
              <a:buSzPts val="1200"/>
              <a:buAutoNum type="arabicPeriod"/>
            </a:pPr>
            <a:r>
              <a:rPr lang="en" sz="1200">
                <a:solidFill>
                  <a:schemeClr val="dk1"/>
                </a:solidFill>
              </a:rPr>
              <a:t>Create a file named .git/hooks/post-commit in your Git repository.</a:t>
            </a:r>
            <a:endParaRPr sz="1200">
              <a:solidFill>
                <a:schemeClr val="dk1"/>
              </a:solidFill>
            </a:endParaRPr>
          </a:p>
          <a:p>
            <a:pPr marL="457200" lvl="0" indent="-304800" algn="l" rtl="0">
              <a:lnSpc>
                <a:spcPct val="115000"/>
              </a:lnSpc>
              <a:spcBef>
                <a:spcPts val="0"/>
              </a:spcBef>
              <a:spcAft>
                <a:spcPts val="0"/>
              </a:spcAft>
              <a:buClr>
                <a:schemeClr val="dk1"/>
              </a:buClr>
              <a:buSzPts val="1200"/>
              <a:buAutoNum type="arabicPeriod"/>
            </a:pPr>
            <a:r>
              <a:rPr lang="en" sz="1200">
                <a:solidFill>
                  <a:schemeClr val="dk1"/>
                </a:solidFill>
              </a:rPr>
              <a:t>Make the file executable:</a:t>
            </a:r>
            <a:endParaRPr sz="1200">
              <a:solidFill>
                <a:schemeClr val="dk1"/>
              </a:solidFill>
            </a:endParaRPr>
          </a:p>
          <a:p>
            <a:pPr marL="457200" lvl="0" indent="0" algn="l" rtl="0">
              <a:lnSpc>
                <a:spcPct val="115000"/>
              </a:lnSpc>
              <a:spcBef>
                <a:spcPts val="1500"/>
              </a:spcBef>
              <a:spcAft>
                <a:spcPts val="0"/>
              </a:spcAft>
              <a:buSzPts val="1100"/>
              <a:buNone/>
            </a:pPr>
            <a:r>
              <a:rPr lang="en" sz="950">
                <a:solidFill>
                  <a:schemeClr val="dk1"/>
                </a:solidFill>
                <a:latin typeface="Courier New"/>
                <a:ea typeface="Courier New"/>
                <a:cs typeface="Courier New"/>
                <a:sym typeface="Courier New"/>
              </a:rPr>
              <a:t>chmod +x .git/hooks/post-commit</a:t>
            </a:r>
            <a:endParaRPr sz="950">
              <a:solidFill>
                <a:schemeClr val="dk1"/>
              </a:solidFill>
              <a:latin typeface="Courier New"/>
              <a:ea typeface="Courier New"/>
              <a:cs typeface="Courier New"/>
              <a:sym typeface="Courier New"/>
            </a:endParaRPr>
          </a:p>
          <a:p>
            <a:pPr marL="457200" lvl="0" indent="-304800" algn="l" rtl="0">
              <a:lnSpc>
                <a:spcPct val="115000"/>
              </a:lnSpc>
              <a:spcBef>
                <a:spcPts val="1500"/>
              </a:spcBef>
              <a:spcAft>
                <a:spcPts val="0"/>
              </a:spcAft>
              <a:buClr>
                <a:schemeClr val="dk1"/>
              </a:buClr>
              <a:buSzPts val="1200"/>
              <a:buAutoNum type="arabicPeriod"/>
            </a:pPr>
            <a:r>
              <a:rPr lang="en" sz="1200">
                <a:solidFill>
                  <a:schemeClr val="dk1"/>
                </a:solidFill>
              </a:rPr>
              <a:t>Edit the .git/hooks/post-commit file with the following content:</a:t>
            </a:r>
            <a:endParaRPr sz="1200">
              <a:solidFill>
                <a:schemeClr val="dk1"/>
              </a:solidFill>
            </a:endParaRPr>
          </a:p>
          <a:p>
            <a:pPr marL="457200" lvl="0" indent="0" algn="l" rtl="0">
              <a:lnSpc>
                <a:spcPct val="115000"/>
              </a:lnSpc>
              <a:spcBef>
                <a:spcPts val="1500"/>
              </a:spcBef>
              <a:spcAft>
                <a:spcPts val="0"/>
              </a:spcAft>
              <a:buSzPts val="1100"/>
              <a:buNone/>
            </a:pPr>
            <a:r>
              <a:rPr lang="en" sz="950">
                <a:solidFill>
                  <a:schemeClr val="dk1"/>
                </a:solidFill>
                <a:latin typeface="Courier New"/>
                <a:ea typeface="Courier New"/>
                <a:cs typeface="Courier New"/>
                <a:sym typeface="Courier New"/>
              </a:rPr>
              <a:t>#!/bin/bash</a:t>
            </a:r>
            <a:endParaRPr sz="950">
              <a:solidFill>
                <a:schemeClr val="dk1"/>
              </a:solidFill>
              <a:latin typeface="Courier New"/>
              <a:ea typeface="Courier New"/>
              <a:cs typeface="Courier New"/>
              <a:sym typeface="Courier New"/>
            </a:endParaRPr>
          </a:p>
          <a:p>
            <a:pPr marL="457200" lvl="0" indent="0" algn="l" rtl="0">
              <a:lnSpc>
                <a:spcPct val="115000"/>
              </a:lnSpc>
              <a:spcBef>
                <a:spcPts val="1500"/>
              </a:spcBef>
              <a:spcAft>
                <a:spcPts val="0"/>
              </a:spcAft>
              <a:buSzPts val="1100"/>
              <a:buNone/>
            </a:pPr>
            <a:endParaRPr sz="950">
              <a:solidFill>
                <a:schemeClr val="dk1"/>
              </a:solidFill>
              <a:latin typeface="Courier New"/>
              <a:ea typeface="Courier New"/>
              <a:cs typeface="Courier New"/>
              <a:sym typeface="Courier New"/>
            </a:endParaRPr>
          </a:p>
          <a:p>
            <a:pPr marL="457200" lvl="0" indent="0" algn="l" rtl="0">
              <a:lnSpc>
                <a:spcPct val="115000"/>
              </a:lnSpc>
              <a:spcBef>
                <a:spcPts val="1500"/>
              </a:spcBef>
              <a:spcAft>
                <a:spcPts val="0"/>
              </a:spcAft>
              <a:buSzPts val="1100"/>
              <a:buNone/>
            </a:pPr>
            <a:r>
              <a:rPr lang="en" sz="950">
                <a:solidFill>
                  <a:schemeClr val="dk1"/>
                </a:solidFill>
                <a:latin typeface="Courier New"/>
                <a:ea typeface="Courier New"/>
                <a:cs typeface="Courier New"/>
                <a:sym typeface="Courier New"/>
              </a:rPr>
              <a:t># Display a post-commit message</a:t>
            </a:r>
            <a:endParaRPr sz="950">
              <a:solidFill>
                <a:schemeClr val="dk1"/>
              </a:solidFill>
              <a:latin typeface="Courier New"/>
              <a:ea typeface="Courier New"/>
              <a:cs typeface="Courier New"/>
              <a:sym typeface="Courier New"/>
            </a:endParaRPr>
          </a:p>
          <a:p>
            <a:pPr marL="457200" lvl="0" indent="0" algn="l" rtl="0">
              <a:lnSpc>
                <a:spcPct val="115000"/>
              </a:lnSpc>
              <a:spcBef>
                <a:spcPts val="1500"/>
              </a:spcBef>
              <a:spcAft>
                <a:spcPts val="0"/>
              </a:spcAft>
              <a:buSzPts val="1100"/>
              <a:buNone/>
            </a:pPr>
            <a:r>
              <a:rPr lang="en" sz="950">
                <a:solidFill>
                  <a:schemeClr val="dk1"/>
                </a:solidFill>
                <a:latin typeface="Courier New"/>
                <a:ea typeface="Courier New"/>
                <a:cs typeface="Courier New"/>
                <a:sym typeface="Courier New"/>
              </a:rPr>
              <a:t>echo "Congratulations! Your commit was successful."</a:t>
            </a:r>
            <a:endParaRPr sz="950">
              <a:solidFill>
                <a:schemeClr val="dk1"/>
              </a:solidFill>
              <a:latin typeface="Courier New"/>
              <a:ea typeface="Courier New"/>
              <a:cs typeface="Courier New"/>
              <a:sym typeface="Courier New"/>
            </a:endParaRPr>
          </a:p>
          <a:p>
            <a:pPr marL="0" lvl="0" indent="0" algn="l" rtl="0">
              <a:lnSpc>
                <a:spcPct val="171429"/>
              </a:lnSpc>
              <a:spcBef>
                <a:spcPts val="1500"/>
              </a:spcBef>
              <a:spcAft>
                <a:spcPts val="0"/>
              </a:spcAft>
              <a:buClr>
                <a:schemeClr val="dk1"/>
              </a:buClr>
              <a:buSzPts val="1100"/>
              <a:buFont typeface="Arial"/>
              <a:buNone/>
            </a:pPr>
            <a:endParaRPr sz="950">
              <a:solidFill>
                <a:schemeClr val="dk1"/>
              </a:solidFill>
            </a:endParaRPr>
          </a:p>
          <a:p>
            <a:pPr marL="0" lvl="0" indent="0" algn="l" rtl="0">
              <a:lnSpc>
                <a:spcPct val="115000"/>
              </a:lnSpc>
              <a:spcBef>
                <a:spcPts val="1500"/>
              </a:spcBef>
              <a:spcAft>
                <a:spcPts val="0"/>
              </a:spcAft>
              <a:buClr>
                <a:schemeClr val="dk1"/>
              </a:buClr>
              <a:buSzPts val="1100"/>
              <a:buFont typeface="Arial"/>
              <a:buNone/>
            </a:pPr>
            <a:r>
              <a:rPr lang="en" sz="1200">
                <a:solidFill>
                  <a:schemeClr val="dk1"/>
                </a:solidFill>
              </a:rPr>
              <a:t>This basic script will echo a congratulatory message to the terminal after each commit. You can customize the script to perform additional actions or display different messages based on your project's requirements.</a:t>
            </a:r>
            <a:endParaRPr sz="1200">
              <a:solidFill>
                <a:schemeClr val="dk1"/>
              </a:solidFill>
            </a:endParaRPr>
          </a:p>
          <a:p>
            <a:pPr marL="457200" lvl="0" indent="0" algn="l" rtl="0">
              <a:lnSpc>
                <a:spcPct val="115000"/>
              </a:lnSpc>
              <a:spcBef>
                <a:spcPts val="1500"/>
              </a:spcBef>
              <a:spcAft>
                <a:spcPts val="0"/>
              </a:spcAft>
              <a:buSzPts val="1100"/>
              <a:buNone/>
            </a:pPr>
            <a:endParaRPr sz="1200">
              <a:solidFill>
                <a:schemeClr val="dk1"/>
              </a:solidFill>
            </a:endParaRPr>
          </a:p>
          <a:p>
            <a:pPr marL="457200" lvl="0" indent="0" algn="l" rtl="0">
              <a:lnSpc>
                <a:spcPct val="115000"/>
              </a:lnSpc>
              <a:spcBef>
                <a:spcPts val="1500"/>
              </a:spcBef>
              <a:spcAft>
                <a:spcPts val="0"/>
              </a:spcAft>
              <a:buSzPts val="1100"/>
              <a:buNone/>
            </a:pPr>
            <a:endParaRPr sz="1200">
              <a:solidFill>
                <a:schemeClr val="dk1"/>
              </a:solidFill>
            </a:endParaRPr>
          </a:p>
          <a:p>
            <a:pPr marL="914400" lvl="0" indent="0" algn="l" rtl="0">
              <a:lnSpc>
                <a:spcPct val="115000"/>
              </a:lnSpc>
              <a:spcBef>
                <a:spcPts val="1500"/>
              </a:spcBef>
              <a:spcAft>
                <a:spcPts val="0"/>
              </a:spcAft>
              <a:buSzPts val="1100"/>
              <a:buNone/>
            </a:pPr>
            <a:endParaRPr sz="1200">
              <a:solidFill>
                <a:schemeClr val="dk1"/>
              </a:solidFill>
            </a:endParaRPr>
          </a:p>
          <a:p>
            <a:pPr marL="0" lvl="0" indent="0" algn="l" rtl="0">
              <a:lnSpc>
                <a:spcPct val="115000"/>
              </a:lnSpc>
              <a:spcBef>
                <a:spcPts val="1500"/>
              </a:spcBef>
              <a:spcAft>
                <a:spcPts val="0"/>
              </a:spcAft>
              <a:buSzPts val="1100"/>
              <a:buNone/>
            </a:pPr>
            <a:endParaRPr sz="1200">
              <a:solidFill>
                <a:schemeClr val="dk1"/>
              </a:solidFill>
            </a:endParaRPr>
          </a:p>
          <a:p>
            <a:pPr marL="0" lvl="0" indent="0" algn="l" rtl="0">
              <a:lnSpc>
                <a:spcPct val="115000"/>
              </a:lnSpc>
              <a:spcBef>
                <a:spcPts val="1500"/>
              </a:spcBef>
              <a:spcAft>
                <a:spcPts val="0"/>
              </a:spcAft>
              <a:buSzPts val="1100"/>
              <a:buNone/>
            </a:pPr>
            <a:endParaRPr sz="1200">
              <a:solidFill>
                <a:schemeClr val="dk1"/>
              </a:solidFill>
            </a:endParaRPr>
          </a:p>
          <a:p>
            <a:pPr marL="1371600" lvl="0" indent="0" algn="l" rtl="0">
              <a:lnSpc>
                <a:spcPct val="115000"/>
              </a:lnSpc>
              <a:spcBef>
                <a:spcPts val="1500"/>
              </a:spcBef>
              <a:spcAft>
                <a:spcPts val="0"/>
              </a:spcAft>
              <a:buSzPts val="1100"/>
              <a:buNone/>
            </a:pPr>
            <a:endParaRPr sz="1200">
              <a:solidFill>
                <a:schemeClr val="dk1"/>
              </a:solidFill>
            </a:endParaRPr>
          </a:p>
          <a:p>
            <a:pPr marL="0" lvl="0" indent="0" algn="l" rtl="0">
              <a:lnSpc>
                <a:spcPct val="100000"/>
              </a:lnSpc>
              <a:spcBef>
                <a:spcPts val="1500"/>
              </a:spcBef>
              <a:spcAft>
                <a:spcPts val="0"/>
              </a:spcAft>
              <a:buSzPts val="1100"/>
              <a:buNone/>
            </a:pPr>
            <a:endParaRPr>
              <a:solidFill>
                <a:schemeClr val="dk1"/>
              </a:solidFill>
            </a:endParaRPr>
          </a:p>
          <a:p>
            <a:pPr marL="0" lvl="0" indent="0" algn="l" rtl="0">
              <a:lnSpc>
                <a:spcPct val="100000"/>
              </a:lnSpc>
              <a:spcBef>
                <a:spcPts val="0"/>
              </a:spcBef>
              <a:spcAft>
                <a:spcPts val="0"/>
              </a:spcAft>
              <a:buSzPts val="1100"/>
              <a:buNone/>
            </a:pPr>
            <a:endParaRPr>
              <a:solidFill>
                <a:schemeClr val="dk1"/>
              </a:solidFill>
            </a:endParaRPr>
          </a:p>
          <a:p>
            <a:pPr marL="0" lvl="0" indent="0" algn="l" rtl="0">
              <a:lnSpc>
                <a:spcPct val="100000"/>
              </a:lnSpc>
              <a:spcBef>
                <a:spcPts val="0"/>
              </a:spcBef>
              <a:spcAft>
                <a:spcPts val="0"/>
              </a:spcAft>
              <a:buSzPts val="1100"/>
              <a:buNone/>
            </a:pPr>
            <a:endParaRPr>
              <a:solidFill>
                <a:schemeClr val="dk1"/>
              </a:solidFill>
            </a:endParaRPr>
          </a:p>
          <a:p>
            <a:pPr marL="0" lvl="0" indent="0" algn="l" rtl="0">
              <a:lnSpc>
                <a:spcPct val="115000"/>
              </a:lnSpc>
              <a:spcBef>
                <a:spcPts val="1600"/>
              </a:spcBef>
              <a:spcAft>
                <a:spcPts val="0"/>
              </a:spcAft>
              <a:buSzPts val="1100"/>
              <a:buNone/>
            </a:pPr>
            <a:endParaRPr sz="1200" b="1">
              <a:solidFill>
                <a:schemeClr val="dk1"/>
              </a:solidFil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7"/>
        <p:cNvGrpSpPr/>
        <p:nvPr/>
      </p:nvGrpSpPr>
      <p:grpSpPr>
        <a:xfrm>
          <a:off x="0" y="0"/>
          <a:ext cx="0" cy="0"/>
          <a:chOff x="0" y="0"/>
          <a:chExt cx="0" cy="0"/>
        </a:xfrm>
      </p:grpSpPr>
      <p:sp>
        <p:nvSpPr>
          <p:cNvPr id="1248" name="Google Shape;1248;p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49" name="Google Shape;1249;p5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 sz="1200" b="1">
                <a:solidFill>
                  <a:schemeClr val="dk1"/>
                </a:solidFill>
              </a:rPr>
              <a:t>Notes to the Facilitator: </a:t>
            </a:r>
            <a:endParaRPr sz="1200" b="1">
              <a:solidFill>
                <a:schemeClr val="dk1"/>
              </a:solidFill>
            </a:endParaRPr>
          </a:p>
          <a:p>
            <a:pPr marL="0" lvl="0" indent="0" algn="l" rtl="0">
              <a:lnSpc>
                <a:spcPct val="115000"/>
              </a:lnSpc>
              <a:spcBef>
                <a:spcPts val="0"/>
              </a:spcBef>
              <a:spcAft>
                <a:spcPts val="0"/>
              </a:spcAft>
              <a:buSzPts val="1100"/>
              <a:buNone/>
            </a:pPr>
            <a:r>
              <a:rPr lang="en" sz="1200">
                <a:solidFill>
                  <a:srgbClr val="374151"/>
                </a:solidFill>
              </a:rPr>
              <a:t>Guide participants through the implementation of pre-receive hooks in Git, emphasizing their server-side role in enforcing policies or conditions before accepting incoming pushes, showcasing a practical example that ensures commit messages contain a specific keyword for enhanced commit validation and repository governance.</a:t>
            </a:r>
            <a:endParaRPr sz="1200">
              <a:solidFill>
                <a:srgbClr val="374151"/>
              </a:solidFill>
            </a:endParaRPr>
          </a:p>
          <a:p>
            <a:pPr marL="0" lvl="0" indent="0" algn="l" rtl="0">
              <a:lnSpc>
                <a:spcPct val="115000"/>
              </a:lnSpc>
              <a:spcBef>
                <a:spcPts val="0"/>
              </a:spcBef>
              <a:spcAft>
                <a:spcPts val="0"/>
              </a:spcAft>
              <a:buSzPts val="1100"/>
              <a:buNone/>
            </a:pPr>
            <a:endParaRPr sz="1200">
              <a:solidFill>
                <a:srgbClr val="374151"/>
              </a:solidFill>
            </a:endParaRPr>
          </a:p>
          <a:p>
            <a:pPr marL="0" lvl="0" indent="0" algn="l" rtl="0">
              <a:lnSpc>
                <a:spcPct val="115000"/>
              </a:lnSpc>
              <a:spcBef>
                <a:spcPts val="0"/>
              </a:spcBef>
              <a:spcAft>
                <a:spcPts val="0"/>
              </a:spcAft>
              <a:buSzPts val="1100"/>
              <a:buNone/>
            </a:pPr>
            <a:r>
              <a:rPr lang="en" sz="1200" b="1">
                <a:solidFill>
                  <a:schemeClr val="dk1"/>
                </a:solidFill>
              </a:rPr>
              <a:t>Notes to the Participants:</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A pre-receive hook in Git is a server-side hook that is invoked before Git processes any incoming push. It allows administrators to enforce certain policies or conditions before accepting changes into the repository. The pre-receive hook is typically used to validate commits, check for coding standards, or ensure that only authorized changes are accepted.</a:t>
            </a:r>
            <a:endParaRPr sz="1200">
              <a:solidFill>
                <a:schemeClr val="dk1"/>
              </a:solidFill>
            </a:endParaRPr>
          </a:p>
          <a:p>
            <a:pPr marL="0" lvl="0" indent="0" algn="l" rtl="0">
              <a:lnSpc>
                <a:spcPct val="115000"/>
              </a:lnSpc>
              <a:spcBef>
                <a:spcPts val="1500"/>
              </a:spcBef>
              <a:spcAft>
                <a:spcPts val="0"/>
              </a:spcAft>
              <a:buClr>
                <a:schemeClr val="dk1"/>
              </a:buClr>
              <a:buSzPts val="1100"/>
              <a:buFont typeface="Arial"/>
              <a:buNone/>
            </a:pPr>
            <a:r>
              <a:rPr lang="en" sz="1200">
                <a:solidFill>
                  <a:schemeClr val="dk1"/>
                </a:solidFill>
              </a:rPr>
              <a:t>Here is a basic example of a pre-receive hook in Bash that enforces a rule that commit messages must contain a specific keyword:</a:t>
            </a:r>
            <a:endParaRPr sz="1200">
              <a:solidFill>
                <a:schemeClr val="dk1"/>
              </a:solidFill>
            </a:endParaRPr>
          </a:p>
          <a:p>
            <a:pPr marL="457200" lvl="0" indent="-298450" algn="l" rtl="0">
              <a:lnSpc>
                <a:spcPct val="115000"/>
              </a:lnSpc>
              <a:spcBef>
                <a:spcPts val="1500"/>
              </a:spcBef>
              <a:spcAft>
                <a:spcPts val="0"/>
              </a:spcAft>
              <a:buClr>
                <a:schemeClr val="dk1"/>
              </a:buClr>
              <a:buSzPts val="1100"/>
              <a:buAutoNum type="arabicPeriod"/>
            </a:pPr>
            <a:r>
              <a:rPr lang="en" sz="1200">
                <a:solidFill>
                  <a:schemeClr val="dk1"/>
                </a:solidFill>
              </a:rPr>
              <a:t>Create a file named </a:t>
            </a:r>
            <a:r>
              <a:rPr lang="en" sz="1050">
                <a:solidFill>
                  <a:schemeClr val="dk1"/>
                </a:solidFill>
              </a:rPr>
              <a:t>pre-receive</a:t>
            </a:r>
            <a:r>
              <a:rPr lang="en" sz="1200">
                <a:solidFill>
                  <a:schemeClr val="dk1"/>
                </a:solidFill>
              </a:rPr>
              <a:t> in the </a:t>
            </a:r>
            <a:r>
              <a:rPr lang="en" sz="1050">
                <a:solidFill>
                  <a:schemeClr val="dk1"/>
                </a:solidFill>
              </a:rPr>
              <a:t>hooks</a:t>
            </a:r>
            <a:r>
              <a:rPr lang="en" sz="1200">
                <a:solidFill>
                  <a:schemeClr val="dk1"/>
                </a:solidFill>
              </a:rPr>
              <a:t> directory of your bare Git repository (usually located at </a:t>
            </a:r>
            <a:r>
              <a:rPr lang="en" sz="1050">
                <a:solidFill>
                  <a:schemeClr val="dk1"/>
                </a:solidFill>
              </a:rPr>
              <a:t>r</a:t>
            </a:r>
            <a:r>
              <a:rPr lang="en" sz="1050">
                <a:solidFill>
                  <a:schemeClr val="dk1"/>
                </a:solidFill>
                <a:latin typeface="Courier New"/>
                <a:ea typeface="Courier New"/>
                <a:cs typeface="Courier New"/>
                <a:sym typeface="Courier New"/>
              </a:rPr>
              <a:t>epository.git/hooks/pre-receive</a:t>
            </a:r>
            <a:r>
              <a:rPr lang="en" sz="1200">
                <a:solidFill>
                  <a:schemeClr val="dk1"/>
                </a:solidFill>
              </a:rPr>
              <a:t>).</a:t>
            </a:r>
            <a:endParaRPr sz="1200">
              <a:solidFill>
                <a:schemeClr val="dk1"/>
              </a:solidFill>
            </a:endParaRPr>
          </a:p>
          <a:p>
            <a:pPr marL="457200" lvl="0" indent="-304800" algn="l" rtl="0">
              <a:lnSpc>
                <a:spcPct val="115000"/>
              </a:lnSpc>
              <a:spcBef>
                <a:spcPts val="0"/>
              </a:spcBef>
              <a:spcAft>
                <a:spcPts val="0"/>
              </a:spcAft>
              <a:buClr>
                <a:schemeClr val="dk1"/>
              </a:buClr>
              <a:buSzPts val="1200"/>
              <a:buAutoNum type="arabicPeriod"/>
            </a:pPr>
            <a:r>
              <a:rPr lang="en" sz="1200">
                <a:solidFill>
                  <a:schemeClr val="dk1"/>
                </a:solidFill>
              </a:rPr>
              <a:t>Make the file executable: </a:t>
            </a:r>
            <a:r>
              <a:rPr lang="en" sz="950">
                <a:solidFill>
                  <a:schemeClr val="dk1"/>
                </a:solidFill>
                <a:latin typeface="Courier New"/>
                <a:ea typeface="Courier New"/>
                <a:cs typeface="Courier New"/>
                <a:sym typeface="Courier New"/>
              </a:rPr>
              <a:t>chmod +x path/to/repository.git/hooks/pre-receive</a:t>
            </a:r>
            <a:endParaRPr sz="950">
              <a:solidFill>
                <a:schemeClr val="dk1"/>
              </a:solidFill>
              <a:latin typeface="Courier New"/>
              <a:ea typeface="Courier New"/>
              <a:cs typeface="Courier New"/>
              <a:sym typeface="Courier New"/>
            </a:endParaRPr>
          </a:p>
          <a:p>
            <a:pPr marL="457200" lvl="0" indent="-298450" algn="l" rtl="0">
              <a:lnSpc>
                <a:spcPct val="115000"/>
              </a:lnSpc>
              <a:spcBef>
                <a:spcPts val="0"/>
              </a:spcBef>
              <a:spcAft>
                <a:spcPts val="0"/>
              </a:spcAft>
              <a:buClr>
                <a:schemeClr val="dk1"/>
              </a:buClr>
              <a:buSzPts val="1100"/>
              <a:buAutoNum type="arabicPeriod"/>
            </a:pPr>
            <a:r>
              <a:rPr lang="en" sz="1200">
                <a:solidFill>
                  <a:schemeClr val="dk1"/>
                </a:solidFill>
              </a:rPr>
              <a:t>Edit the </a:t>
            </a:r>
            <a:r>
              <a:rPr lang="en" sz="1050">
                <a:solidFill>
                  <a:schemeClr val="dk1"/>
                </a:solidFill>
              </a:rPr>
              <a:t>pre-receive</a:t>
            </a:r>
            <a:r>
              <a:rPr lang="en" sz="1200">
                <a:solidFill>
                  <a:schemeClr val="dk1"/>
                </a:solidFill>
              </a:rPr>
              <a:t> file with the following content:</a:t>
            </a:r>
            <a:endParaRPr sz="1200">
              <a:solidFill>
                <a:schemeClr val="dk1"/>
              </a:solidFill>
            </a:endParaRPr>
          </a:p>
          <a:p>
            <a:pPr marL="0" lvl="0" indent="0" algn="l" rtl="0">
              <a:lnSpc>
                <a:spcPct val="115000"/>
              </a:lnSpc>
              <a:spcBef>
                <a:spcPts val="1500"/>
              </a:spcBef>
              <a:spcAft>
                <a:spcPts val="0"/>
              </a:spcAft>
              <a:buSzPts val="1100"/>
              <a:buNone/>
            </a:pPr>
            <a:r>
              <a:rPr lang="en" sz="950">
                <a:solidFill>
                  <a:schemeClr val="dk1"/>
                </a:solidFill>
                <a:latin typeface="Courier New"/>
                <a:ea typeface="Courier New"/>
                <a:cs typeface="Courier New"/>
                <a:sym typeface="Courier New"/>
              </a:rPr>
              <a:t>#!/bin/bash</a:t>
            </a:r>
            <a:endParaRPr sz="9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endParaRPr sz="9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r>
              <a:rPr lang="en" sz="950">
                <a:solidFill>
                  <a:schemeClr val="dk1"/>
                </a:solidFill>
                <a:latin typeface="Courier New"/>
                <a:ea typeface="Courier New"/>
                <a:cs typeface="Courier New"/>
                <a:sym typeface="Courier New"/>
              </a:rPr>
              <a:t>zero_commit="0000000000000000000000000000000000000000"</a:t>
            </a:r>
            <a:endParaRPr sz="9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endParaRPr sz="9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r>
              <a:rPr lang="en" sz="950">
                <a:solidFill>
                  <a:schemeClr val="dk1"/>
                </a:solidFill>
                <a:latin typeface="Courier New"/>
                <a:ea typeface="Courier New"/>
                <a:cs typeface="Courier New"/>
                <a:sym typeface="Courier New"/>
              </a:rPr>
              <a:t>while read oldrev newrev refname; do</a:t>
            </a:r>
            <a:endParaRPr sz="9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r>
              <a:rPr lang="en" sz="950">
                <a:solidFill>
                  <a:schemeClr val="dk1"/>
                </a:solidFill>
                <a:latin typeface="Courier New"/>
                <a:ea typeface="Courier New"/>
                <a:cs typeface="Courier New"/>
                <a:sym typeface="Courier New"/>
              </a:rPr>
              <a:t> # Check if it's a new branch being created</a:t>
            </a:r>
            <a:endParaRPr sz="9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r>
              <a:rPr lang="en" sz="950">
                <a:solidFill>
                  <a:schemeClr val="dk1"/>
                </a:solidFill>
                <a:latin typeface="Courier New"/>
                <a:ea typeface="Courier New"/>
                <a:cs typeface="Courier New"/>
                <a:sym typeface="Courier New"/>
              </a:rPr>
              <a:t> if [ "$oldrev" = "$zero_commit" ]; then</a:t>
            </a:r>
            <a:endParaRPr sz="9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r>
              <a:rPr lang="en" sz="950">
                <a:solidFill>
                  <a:schemeClr val="dk1"/>
                </a:solidFill>
                <a:latin typeface="Courier New"/>
                <a:ea typeface="Courier New"/>
                <a:cs typeface="Courier New"/>
                <a:sym typeface="Courier New"/>
              </a:rPr>
              <a:t> # Allow creation of new branches</a:t>
            </a:r>
            <a:endParaRPr sz="9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r>
              <a:rPr lang="en" sz="950">
                <a:solidFill>
                  <a:schemeClr val="dk1"/>
                </a:solidFill>
                <a:latin typeface="Courier New"/>
                <a:ea typeface="Courier New"/>
                <a:cs typeface="Courier New"/>
                <a:sym typeface="Courier New"/>
              </a:rPr>
              <a:t> continue</a:t>
            </a:r>
            <a:endParaRPr sz="9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r>
              <a:rPr lang="en" sz="950">
                <a:solidFill>
                  <a:schemeClr val="dk1"/>
                </a:solidFill>
                <a:latin typeface="Courier New"/>
                <a:ea typeface="Courier New"/>
                <a:cs typeface="Courier New"/>
                <a:sym typeface="Courier New"/>
              </a:rPr>
              <a:t> fi</a:t>
            </a:r>
            <a:endParaRPr sz="9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endParaRPr sz="9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r>
              <a:rPr lang="en" sz="950">
                <a:solidFill>
                  <a:schemeClr val="dk1"/>
                </a:solidFill>
                <a:latin typeface="Courier New"/>
                <a:ea typeface="Courier New"/>
                <a:cs typeface="Courier New"/>
                <a:sym typeface="Courier New"/>
              </a:rPr>
              <a:t> # Extract commit messages for each new commit</a:t>
            </a:r>
            <a:endParaRPr sz="9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r>
              <a:rPr lang="en" sz="950">
                <a:solidFill>
                  <a:schemeClr val="dk1"/>
                </a:solidFill>
                <a:latin typeface="Courier New"/>
                <a:ea typeface="Courier New"/>
                <a:cs typeface="Courier New"/>
                <a:sym typeface="Courier New"/>
              </a:rPr>
              <a:t> commits=$(git log --format=%B $oldrev..$newrev)</a:t>
            </a:r>
            <a:endParaRPr sz="9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r>
              <a:rPr lang="en" sz="950">
                <a:solidFill>
                  <a:schemeClr val="dk1"/>
                </a:solidFill>
                <a:latin typeface="Courier New"/>
                <a:ea typeface="Courier New"/>
                <a:cs typeface="Courier New"/>
                <a:sym typeface="Courier New"/>
              </a:rPr>
              <a:t> # Check if the commit message contains the keyword "RELEASE"</a:t>
            </a:r>
            <a:endParaRPr sz="9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r>
              <a:rPr lang="en" sz="950">
                <a:solidFill>
                  <a:schemeClr val="dk1"/>
                </a:solidFill>
                <a:latin typeface="Courier New"/>
                <a:ea typeface="Courier New"/>
                <a:cs typeface="Courier New"/>
                <a:sym typeface="Courier New"/>
              </a:rPr>
              <a:t> if [[ "$commits" != *"RELEASE"* ]]; then</a:t>
            </a:r>
            <a:endParaRPr sz="9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r>
              <a:rPr lang="en" sz="950">
                <a:solidFill>
                  <a:schemeClr val="dk1"/>
                </a:solidFill>
                <a:latin typeface="Courier New"/>
                <a:ea typeface="Courier New"/>
                <a:cs typeface="Courier New"/>
                <a:sym typeface="Courier New"/>
              </a:rPr>
              <a:t> echo "Error: Commits must contain the keyword 'RELEASE'."</a:t>
            </a:r>
            <a:endParaRPr sz="9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r>
              <a:rPr lang="en" sz="950">
                <a:solidFill>
                  <a:schemeClr val="dk1"/>
                </a:solidFill>
                <a:latin typeface="Courier New"/>
                <a:ea typeface="Courier New"/>
                <a:cs typeface="Courier New"/>
                <a:sym typeface="Courier New"/>
              </a:rPr>
              <a:t> exit 1</a:t>
            </a:r>
            <a:endParaRPr sz="9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r>
              <a:rPr lang="en" sz="950">
                <a:solidFill>
                  <a:schemeClr val="dk1"/>
                </a:solidFill>
                <a:latin typeface="Courier New"/>
                <a:ea typeface="Courier New"/>
                <a:cs typeface="Courier New"/>
                <a:sym typeface="Courier New"/>
              </a:rPr>
              <a:t> fi</a:t>
            </a:r>
            <a:endParaRPr sz="9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r>
              <a:rPr lang="en" sz="950">
                <a:solidFill>
                  <a:schemeClr val="dk1"/>
                </a:solidFill>
                <a:latin typeface="Courier New"/>
                <a:ea typeface="Courier New"/>
                <a:cs typeface="Courier New"/>
                <a:sym typeface="Courier New"/>
              </a:rPr>
              <a:t>done</a:t>
            </a:r>
            <a:endParaRPr sz="9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endParaRPr sz="9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r>
              <a:rPr lang="en" sz="950">
                <a:solidFill>
                  <a:schemeClr val="dk1"/>
                </a:solidFill>
                <a:latin typeface="Courier New"/>
                <a:ea typeface="Courier New"/>
                <a:cs typeface="Courier New"/>
                <a:sym typeface="Courier New"/>
              </a:rPr>
              <a:t>exit 0</a:t>
            </a:r>
            <a:endParaRPr sz="950">
              <a:solidFill>
                <a:schemeClr val="dk1"/>
              </a:solidFill>
              <a:latin typeface="Courier New"/>
              <a:ea typeface="Courier New"/>
              <a:cs typeface="Courier New"/>
              <a:sym typeface="Courier New"/>
            </a:endParaRPr>
          </a:p>
          <a:p>
            <a:pPr marL="0" lvl="0" indent="0" algn="l" rtl="0">
              <a:lnSpc>
                <a:spcPct val="171429"/>
              </a:lnSpc>
              <a:spcBef>
                <a:spcPts val="1500"/>
              </a:spcBef>
              <a:spcAft>
                <a:spcPts val="0"/>
              </a:spcAft>
              <a:buClr>
                <a:schemeClr val="dk1"/>
              </a:buClr>
              <a:buSzPts val="1100"/>
              <a:buFont typeface="Arial"/>
              <a:buNone/>
            </a:pPr>
            <a:endParaRPr sz="950">
              <a:solidFill>
                <a:schemeClr val="dk1"/>
              </a:solidFill>
            </a:endParaRPr>
          </a:p>
          <a:p>
            <a:pPr marL="0" lvl="0" indent="0" algn="l" rtl="0">
              <a:lnSpc>
                <a:spcPct val="115000"/>
              </a:lnSpc>
              <a:spcBef>
                <a:spcPts val="1500"/>
              </a:spcBef>
              <a:spcAft>
                <a:spcPts val="0"/>
              </a:spcAft>
              <a:buClr>
                <a:schemeClr val="dk1"/>
              </a:buClr>
              <a:buSzPts val="1100"/>
              <a:buFont typeface="Arial"/>
              <a:buNone/>
            </a:pPr>
            <a:r>
              <a:rPr lang="en" sz="1200">
                <a:solidFill>
                  <a:schemeClr val="dk1"/>
                </a:solidFill>
              </a:rPr>
              <a:t>This example checks that each commit in the push contains the keyword "RELEASE" in its message. If not, the push is rejected with an error message.</a:t>
            </a:r>
            <a:endParaRPr sz="1200">
              <a:solidFill>
                <a:schemeClr val="dk1"/>
              </a:solidFill>
            </a:endParaRPr>
          </a:p>
          <a:p>
            <a:pPr marL="0" lvl="0" indent="0" algn="l" rtl="0">
              <a:lnSpc>
                <a:spcPct val="115000"/>
              </a:lnSpc>
              <a:spcBef>
                <a:spcPts val="1500"/>
              </a:spcBef>
              <a:spcAft>
                <a:spcPts val="0"/>
              </a:spcAft>
              <a:buSzPts val="1100"/>
              <a:buNone/>
            </a:pPr>
            <a:endParaRPr sz="1200">
              <a:solidFill>
                <a:schemeClr val="dk1"/>
              </a:solidFill>
            </a:endParaRPr>
          </a:p>
          <a:p>
            <a:pPr marL="457200" lvl="0" indent="0" algn="l" rtl="0">
              <a:lnSpc>
                <a:spcPct val="115000"/>
              </a:lnSpc>
              <a:spcBef>
                <a:spcPts val="1500"/>
              </a:spcBef>
              <a:spcAft>
                <a:spcPts val="0"/>
              </a:spcAft>
              <a:buSzPts val="1100"/>
              <a:buNone/>
            </a:pPr>
            <a:endParaRPr sz="1200">
              <a:solidFill>
                <a:schemeClr val="dk1"/>
              </a:solidFill>
            </a:endParaRPr>
          </a:p>
          <a:p>
            <a:pPr marL="914400" lvl="0" indent="0" algn="l" rtl="0">
              <a:lnSpc>
                <a:spcPct val="115000"/>
              </a:lnSpc>
              <a:spcBef>
                <a:spcPts val="1500"/>
              </a:spcBef>
              <a:spcAft>
                <a:spcPts val="0"/>
              </a:spcAft>
              <a:buSzPts val="1100"/>
              <a:buNone/>
            </a:pPr>
            <a:endParaRPr sz="1200">
              <a:solidFill>
                <a:schemeClr val="dk1"/>
              </a:solidFill>
            </a:endParaRPr>
          </a:p>
          <a:p>
            <a:pPr marL="0" lvl="0" indent="0" algn="l" rtl="0">
              <a:lnSpc>
                <a:spcPct val="115000"/>
              </a:lnSpc>
              <a:spcBef>
                <a:spcPts val="1500"/>
              </a:spcBef>
              <a:spcAft>
                <a:spcPts val="0"/>
              </a:spcAft>
              <a:buSzPts val="1100"/>
              <a:buNone/>
            </a:pPr>
            <a:endParaRPr sz="1200">
              <a:solidFill>
                <a:schemeClr val="dk1"/>
              </a:solidFill>
            </a:endParaRPr>
          </a:p>
          <a:p>
            <a:pPr marL="0" lvl="0" indent="0" algn="l" rtl="0">
              <a:lnSpc>
                <a:spcPct val="115000"/>
              </a:lnSpc>
              <a:spcBef>
                <a:spcPts val="1500"/>
              </a:spcBef>
              <a:spcAft>
                <a:spcPts val="0"/>
              </a:spcAft>
              <a:buSzPts val="1100"/>
              <a:buNone/>
            </a:pPr>
            <a:endParaRPr sz="1200">
              <a:solidFill>
                <a:schemeClr val="dk1"/>
              </a:solidFill>
            </a:endParaRPr>
          </a:p>
          <a:p>
            <a:pPr marL="1371600" lvl="0" indent="0" algn="l" rtl="0">
              <a:lnSpc>
                <a:spcPct val="115000"/>
              </a:lnSpc>
              <a:spcBef>
                <a:spcPts val="1500"/>
              </a:spcBef>
              <a:spcAft>
                <a:spcPts val="0"/>
              </a:spcAft>
              <a:buSzPts val="1100"/>
              <a:buNone/>
            </a:pPr>
            <a:endParaRPr sz="1200">
              <a:solidFill>
                <a:schemeClr val="dk1"/>
              </a:solidFill>
            </a:endParaRPr>
          </a:p>
          <a:p>
            <a:pPr marL="0" lvl="0" indent="0" algn="l" rtl="0">
              <a:lnSpc>
                <a:spcPct val="100000"/>
              </a:lnSpc>
              <a:spcBef>
                <a:spcPts val="1500"/>
              </a:spcBef>
              <a:spcAft>
                <a:spcPts val="0"/>
              </a:spcAft>
              <a:buSzPts val="1100"/>
              <a:buNone/>
            </a:pPr>
            <a:endParaRPr>
              <a:solidFill>
                <a:schemeClr val="dk1"/>
              </a:solidFill>
            </a:endParaRPr>
          </a:p>
          <a:p>
            <a:pPr marL="0" lvl="0" indent="0" algn="l" rtl="0">
              <a:lnSpc>
                <a:spcPct val="100000"/>
              </a:lnSpc>
              <a:spcBef>
                <a:spcPts val="0"/>
              </a:spcBef>
              <a:spcAft>
                <a:spcPts val="0"/>
              </a:spcAft>
              <a:buSzPts val="1100"/>
              <a:buNone/>
            </a:pPr>
            <a:endParaRPr>
              <a:solidFill>
                <a:schemeClr val="dk1"/>
              </a:solidFill>
            </a:endParaRPr>
          </a:p>
          <a:p>
            <a:pPr marL="0" lvl="0" indent="0" algn="l" rtl="0">
              <a:lnSpc>
                <a:spcPct val="100000"/>
              </a:lnSpc>
              <a:spcBef>
                <a:spcPts val="0"/>
              </a:spcBef>
              <a:spcAft>
                <a:spcPts val="0"/>
              </a:spcAft>
              <a:buSzPts val="1100"/>
              <a:buNone/>
            </a:pPr>
            <a:endParaRPr>
              <a:solidFill>
                <a:schemeClr val="dk1"/>
              </a:solidFill>
            </a:endParaRPr>
          </a:p>
          <a:p>
            <a:pPr marL="0" lvl="0" indent="0" algn="l" rtl="0">
              <a:lnSpc>
                <a:spcPct val="115000"/>
              </a:lnSpc>
              <a:spcBef>
                <a:spcPts val="1600"/>
              </a:spcBef>
              <a:spcAft>
                <a:spcPts val="0"/>
              </a:spcAft>
              <a:buSzPts val="1100"/>
              <a:buNone/>
            </a:pPr>
            <a:endParaRPr sz="1200" b="1">
              <a:solidFill>
                <a:schemeClr val="dk1"/>
              </a:solidFil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3"/>
        <p:cNvGrpSpPr/>
        <p:nvPr/>
      </p:nvGrpSpPr>
      <p:grpSpPr>
        <a:xfrm>
          <a:off x="0" y="0"/>
          <a:ext cx="0" cy="0"/>
          <a:chOff x="0" y="0"/>
          <a:chExt cx="0" cy="0"/>
        </a:xfrm>
      </p:grpSpPr>
      <p:sp>
        <p:nvSpPr>
          <p:cNvPr id="1254" name="Google Shape;1254;p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55" name="Google Shape;1255;p5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 sz="1200" b="1">
                <a:solidFill>
                  <a:schemeClr val="dk1"/>
                </a:solidFill>
              </a:rPr>
              <a:t>Notes to the Facilitator: </a:t>
            </a:r>
            <a:endParaRPr sz="1200" b="1">
              <a:solidFill>
                <a:schemeClr val="dk1"/>
              </a:solidFill>
            </a:endParaRPr>
          </a:p>
          <a:p>
            <a:pPr marL="0" lvl="0" indent="0" algn="l" rtl="0">
              <a:lnSpc>
                <a:spcPct val="115000"/>
              </a:lnSpc>
              <a:spcBef>
                <a:spcPts val="0"/>
              </a:spcBef>
              <a:spcAft>
                <a:spcPts val="0"/>
              </a:spcAft>
              <a:buSzPts val="1100"/>
              <a:buNone/>
            </a:pPr>
            <a:r>
              <a:rPr lang="en" sz="1200">
                <a:solidFill>
                  <a:srgbClr val="374151"/>
                </a:solidFill>
              </a:rPr>
              <a:t>Guide participants through the implementation of pre-receive hooks in Git, emphasizing their server-side role in enforcing policies or conditions before accepting incoming pushes, showcasing a practical example that ensures commit messages contain a specific keyword for enhanced commit validation and repository governance.</a:t>
            </a:r>
            <a:endParaRPr sz="1200">
              <a:solidFill>
                <a:schemeClr val="dk1"/>
              </a:solidFill>
            </a:endParaRPr>
          </a:p>
          <a:p>
            <a:pPr marL="0" lvl="0" indent="0" algn="l" rtl="0">
              <a:lnSpc>
                <a:spcPct val="115000"/>
              </a:lnSpc>
              <a:spcBef>
                <a:spcPts val="0"/>
              </a:spcBef>
              <a:spcAft>
                <a:spcPts val="0"/>
              </a:spcAft>
              <a:buSzPts val="1100"/>
              <a:buNone/>
            </a:pPr>
            <a:r>
              <a:rPr lang="en" sz="1200" b="1">
                <a:solidFill>
                  <a:schemeClr val="dk1"/>
                </a:solidFill>
              </a:rPr>
              <a:t>Notes to the Participants:</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A pre-receive hook in Git is a server-side hook that is invoked before Git processes any incoming push. It allows administrators to enforce certain policies or conditions before accepting changes into the repository. The pre-receive hook is typically used to validate commits, check for coding standards, or ensure that only authorized changes are accepted.</a:t>
            </a:r>
            <a:endParaRPr sz="1200">
              <a:solidFill>
                <a:schemeClr val="dk1"/>
              </a:solidFill>
            </a:endParaRPr>
          </a:p>
          <a:p>
            <a:pPr marL="0" lvl="0" indent="0" algn="l" rtl="0">
              <a:lnSpc>
                <a:spcPct val="115000"/>
              </a:lnSpc>
              <a:spcBef>
                <a:spcPts val="1500"/>
              </a:spcBef>
              <a:spcAft>
                <a:spcPts val="0"/>
              </a:spcAft>
              <a:buClr>
                <a:schemeClr val="dk1"/>
              </a:buClr>
              <a:buSzPts val="1100"/>
              <a:buFont typeface="Arial"/>
              <a:buNone/>
            </a:pPr>
            <a:r>
              <a:rPr lang="en" sz="1200">
                <a:solidFill>
                  <a:schemeClr val="dk1"/>
                </a:solidFill>
              </a:rPr>
              <a:t>Here is a basic example of a pre-receive hook in Bash that enforces a rule that commit messages must contain a specific keyword:</a:t>
            </a:r>
            <a:endParaRPr sz="1200">
              <a:solidFill>
                <a:schemeClr val="dk1"/>
              </a:solidFill>
            </a:endParaRPr>
          </a:p>
          <a:p>
            <a:pPr marL="457200" lvl="0" indent="-298450" algn="l" rtl="0">
              <a:lnSpc>
                <a:spcPct val="115000"/>
              </a:lnSpc>
              <a:spcBef>
                <a:spcPts val="1500"/>
              </a:spcBef>
              <a:spcAft>
                <a:spcPts val="0"/>
              </a:spcAft>
              <a:buClr>
                <a:schemeClr val="dk1"/>
              </a:buClr>
              <a:buSzPts val="1100"/>
              <a:buAutoNum type="arabicPeriod"/>
            </a:pPr>
            <a:r>
              <a:rPr lang="en" sz="1200">
                <a:solidFill>
                  <a:schemeClr val="dk1"/>
                </a:solidFill>
              </a:rPr>
              <a:t>Create a file named </a:t>
            </a:r>
            <a:r>
              <a:rPr lang="en" sz="1050">
                <a:solidFill>
                  <a:schemeClr val="dk1"/>
                </a:solidFill>
              </a:rPr>
              <a:t>pre-receive</a:t>
            </a:r>
            <a:r>
              <a:rPr lang="en" sz="1200">
                <a:solidFill>
                  <a:schemeClr val="dk1"/>
                </a:solidFill>
              </a:rPr>
              <a:t> in the </a:t>
            </a:r>
            <a:r>
              <a:rPr lang="en" sz="1050">
                <a:solidFill>
                  <a:schemeClr val="dk1"/>
                </a:solidFill>
              </a:rPr>
              <a:t>hooks</a:t>
            </a:r>
            <a:r>
              <a:rPr lang="en" sz="1200">
                <a:solidFill>
                  <a:schemeClr val="dk1"/>
                </a:solidFill>
              </a:rPr>
              <a:t> directory of your bare Git repository (usually located at </a:t>
            </a:r>
            <a:r>
              <a:rPr lang="en" sz="1050">
                <a:solidFill>
                  <a:schemeClr val="dk1"/>
                </a:solidFill>
              </a:rPr>
              <a:t>r</a:t>
            </a:r>
            <a:r>
              <a:rPr lang="en" sz="1050">
                <a:solidFill>
                  <a:schemeClr val="dk1"/>
                </a:solidFill>
                <a:latin typeface="Courier New"/>
                <a:ea typeface="Courier New"/>
                <a:cs typeface="Courier New"/>
                <a:sym typeface="Courier New"/>
              </a:rPr>
              <a:t>epository.git/hooks/pre-receive</a:t>
            </a:r>
            <a:r>
              <a:rPr lang="en" sz="1200">
                <a:solidFill>
                  <a:schemeClr val="dk1"/>
                </a:solidFill>
              </a:rPr>
              <a:t>).</a:t>
            </a:r>
            <a:endParaRPr sz="1200">
              <a:solidFill>
                <a:schemeClr val="dk1"/>
              </a:solidFill>
            </a:endParaRPr>
          </a:p>
          <a:p>
            <a:pPr marL="457200" lvl="0" indent="-304800" algn="l" rtl="0">
              <a:lnSpc>
                <a:spcPct val="115000"/>
              </a:lnSpc>
              <a:spcBef>
                <a:spcPts val="0"/>
              </a:spcBef>
              <a:spcAft>
                <a:spcPts val="0"/>
              </a:spcAft>
              <a:buClr>
                <a:schemeClr val="dk1"/>
              </a:buClr>
              <a:buSzPts val="1200"/>
              <a:buAutoNum type="arabicPeriod"/>
            </a:pPr>
            <a:r>
              <a:rPr lang="en" sz="1200">
                <a:solidFill>
                  <a:schemeClr val="dk1"/>
                </a:solidFill>
              </a:rPr>
              <a:t>Make the file executable: </a:t>
            </a:r>
            <a:r>
              <a:rPr lang="en" sz="950">
                <a:solidFill>
                  <a:schemeClr val="dk1"/>
                </a:solidFill>
                <a:latin typeface="Courier New"/>
                <a:ea typeface="Courier New"/>
                <a:cs typeface="Courier New"/>
                <a:sym typeface="Courier New"/>
              </a:rPr>
              <a:t>chmod +x path/to/repository.git/hooks/pre-receive</a:t>
            </a:r>
            <a:endParaRPr sz="950">
              <a:solidFill>
                <a:schemeClr val="dk1"/>
              </a:solidFill>
              <a:latin typeface="Courier New"/>
              <a:ea typeface="Courier New"/>
              <a:cs typeface="Courier New"/>
              <a:sym typeface="Courier New"/>
            </a:endParaRPr>
          </a:p>
          <a:p>
            <a:pPr marL="457200" lvl="0" indent="-298450" algn="l" rtl="0">
              <a:lnSpc>
                <a:spcPct val="115000"/>
              </a:lnSpc>
              <a:spcBef>
                <a:spcPts val="0"/>
              </a:spcBef>
              <a:spcAft>
                <a:spcPts val="0"/>
              </a:spcAft>
              <a:buClr>
                <a:schemeClr val="dk1"/>
              </a:buClr>
              <a:buSzPts val="1100"/>
              <a:buAutoNum type="arabicPeriod"/>
            </a:pPr>
            <a:r>
              <a:rPr lang="en" sz="1200">
                <a:solidFill>
                  <a:schemeClr val="dk1"/>
                </a:solidFill>
              </a:rPr>
              <a:t>Edit the </a:t>
            </a:r>
            <a:r>
              <a:rPr lang="en" sz="1050">
                <a:solidFill>
                  <a:schemeClr val="dk1"/>
                </a:solidFill>
              </a:rPr>
              <a:t>pre-receive</a:t>
            </a:r>
            <a:r>
              <a:rPr lang="en" sz="1200">
                <a:solidFill>
                  <a:schemeClr val="dk1"/>
                </a:solidFill>
              </a:rPr>
              <a:t> file with the following content:</a:t>
            </a:r>
            <a:endParaRPr sz="1200">
              <a:solidFill>
                <a:schemeClr val="dk1"/>
              </a:solidFill>
            </a:endParaRPr>
          </a:p>
          <a:p>
            <a:pPr marL="0" lvl="0" indent="0" algn="l" rtl="0">
              <a:lnSpc>
                <a:spcPct val="115000"/>
              </a:lnSpc>
              <a:spcBef>
                <a:spcPts val="1500"/>
              </a:spcBef>
              <a:spcAft>
                <a:spcPts val="0"/>
              </a:spcAft>
              <a:buSzPts val="1100"/>
              <a:buNone/>
            </a:pPr>
            <a:r>
              <a:rPr lang="en" sz="950">
                <a:solidFill>
                  <a:schemeClr val="dk1"/>
                </a:solidFill>
                <a:latin typeface="Courier New"/>
                <a:ea typeface="Courier New"/>
                <a:cs typeface="Courier New"/>
                <a:sym typeface="Courier New"/>
              </a:rPr>
              <a:t>#!/bin/bash</a:t>
            </a:r>
            <a:endParaRPr sz="9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endParaRPr sz="9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r>
              <a:rPr lang="en" sz="950">
                <a:solidFill>
                  <a:schemeClr val="dk1"/>
                </a:solidFill>
                <a:latin typeface="Courier New"/>
                <a:ea typeface="Courier New"/>
                <a:cs typeface="Courier New"/>
                <a:sym typeface="Courier New"/>
              </a:rPr>
              <a:t>zero_commit="0000000000000000000000000000000000000000"</a:t>
            </a:r>
            <a:endParaRPr sz="9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endParaRPr sz="9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r>
              <a:rPr lang="en" sz="950">
                <a:solidFill>
                  <a:schemeClr val="dk1"/>
                </a:solidFill>
                <a:latin typeface="Courier New"/>
                <a:ea typeface="Courier New"/>
                <a:cs typeface="Courier New"/>
                <a:sym typeface="Courier New"/>
              </a:rPr>
              <a:t>while read oldrev newrev refname; do</a:t>
            </a:r>
            <a:endParaRPr sz="9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r>
              <a:rPr lang="en" sz="950">
                <a:solidFill>
                  <a:schemeClr val="dk1"/>
                </a:solidFill>
                <a:latin typeface="Courier New"/>
                <a:ea typeface="Courier New"/>
                <a:cs typeface="Courier New"/>
                <a:sym typeface="Courier New"/>
              </a:rPr>
              <a:t> # Check if it's a new branch being created</a:t>
            </a:r>
            <a:endParaRPr sz="9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r>
              <a:rPr lang="en" sz="950">
                <a:solidFill>
                  <a:schemeClr val="dk1"/>
                </a:solidFill>
                <a:latin typeface="Courier New"/>
                <a:ea typeface="Courier New"/>
                <a:cs typeface="Courier New"/>
                <a:sym typeface="Courier New"/>
              </a:rPr>
              <a:t> if [ "$oldrev" = "$zero_commit" ]; then</a:t>
            </a:r>
            <a:endParaRPr sz="9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r>
              <a:rPr lang="en" sz="950">
                <a:solidFill>
                  <a:schemeClr val="dk1"/>
                </a:solidFill>
                <a:latin typeface="Courier New"/>
                <a:ea typeface="Courier New"/>
                <a:cs typeface="Courier New"/>
                <a:sym typeface="Courier New"/>
              </a:rPr>
              <a:t> # Allow creation of new branches</a:t>
            </a:r>
            <a:endParaRPr sz="9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r>
              <a:rPr lang="en" sz="950">
                <a:solidFill>
                  <a:schemeClr val="dk1"/>
                </a:solidFill>
                <a:latin typeface="Courier New"/>
                <a:ea typeface="Courier New"/>
                <a:cs typeface="Courier New"/>
                <a:sym typeface="Courier New"/>
              </a:rPr>
              <a:t> continue</a:t>
            </a:r>
            <a:endParaRPr sz="9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r>
              <a:rPr lang="en" sz="950">
                <a:solidFill>
                  <a:schemeClr val="dk1"/>
                </a:solidFill>
                <a:latin typeface="Courier New"/>
                <a:ea typeface="Courier New"/>
                <a:cs typeface="Courier New"/>
                <a:sym typeface="Courier New"/>
              </a:rPr>
              <a:t> fi</a:t>
            </a:r>
            <a:endParaRPr sz="9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endParaRPr sz="9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r>
              <a:rPr lang="en" sz="950">
                <a:solidFill>
                  <a:schemeClr val="dk1"/>
                </a:solidFill>
                <a:latin typeface="Courier New"/>
                <a:ea typeface="Courier New"/>
                <a:cs typeface="Courier New"/>
                <a:sym typeface="Courier New"/>
              </a:rPr>
              <a:t> # Extract commit messages for each new commit</a:t>
            </a:r>
            <a:endParaRPr sz="9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r>
              <a:rPr lang="en" sz="950">
                <a:solidFill>
                  <a:schemeClr val="dk1"/>
                </a:solidFill>
                <a:latin typeface="Courier New"/>
                <a:ea typeface="Courier New"/>
                <a:cs typeface="Courier New"/>
                <a:sym typeface="Courier New"/>
              </a:rPr>
              <a:t> commits=$(git log --format=%B $oldrev..$newrev)</a:t>
            </a:r>
            <a:endParaRPr sz="9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r>
              <a:rPr lang="en" sz="950">
                <a:solidFill>
                  <a:schemeClr val="dk1"/>
                </a:solidFill>
                <a:latin typeface="Courier New"/>
                <a:ea typeface="Courier New"/>
                <a:cs typeface="Courier New"/>
                <a:sym typeface="Courier New"/>
              </a:rPr>
              <a:t> # Check if the commit message contains the keyword "RELEASE"</a:t>
            </a:r>
            <a:endParaRPr sz="9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r>
              <a:rPr lang="en" sz="950">
                <a:solidFill>
                  <a:schemeClr val="dk1"/>
                </a:solidFill>
                <a:latin typeface="Courier New"/>
                <a:ea typeface="Courier New"/>
                <a:cs typeface="Courier New"/>
                <a:sym typeface="Courier New"/>
              </a:rPr>
              <a:t> if [[ "$commits" != *"RELEASE"* ]]; then</a:t>
            </a:r>
            <a:endParaRPr sz="9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r>
              <a:rPr lang="en" sz="950">
                <a:solidFill>
                  <a:schemeClr val="dk1"/>
                </a:solidFill>
                <a:latin typeface="Courier New"/>
                <a:ea typeface="Courier New"/>
                <a:cs typeface="Courier New"/>
                <a:sym typeface="Courier New"/>
              </a:rPr>
              <a:t> echo "Error: Commits must contain the keyword 'RELEASE'."</a:t>
            </a:r>
            <a:endParaRPr sz="9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r>
              <a:rPr lang="en" sz="950">
                <a:solidFill>
                  <a:schemeClr val="dk1"/>
                </a:solidFill>
                <a:latin typeface="Courier New"/>
                <a:ea typeface="Courier New"/>
                <a:cs typeface="Courier New"/>
                <a:sym typeface="Courier New"/>
              </a:rPr>
              <a:t> exit 1</a:t>
            </a:r>
            <a:endParaRPr sz="9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r>
              <a:rPr lang="en" sz="950">
                <a:solidFill>
                  <a:schemeClr val="dk1"/>
                </a:solidFill>
                <a:latin typeface="Courier New"/>
                <a:ea typeface="Courier New"/>
                <a:cs typeface="Courier New"/>
                <a:sym typeface="Courier New"/>
              </a:rPr>
              <a:t> fi</a:t>
            </a:r>
            <a:endParaRPr sz="9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r>
              <a:rPr lang="en" sz="950">
                <a:solidFill>
                  <a:schemeClr val="dk1"/>
                </a:solidFill>
                <a:latin typeface="Courier New"/>
                <a:ea typeface="Courier New"/>
                <a:cs typeface="Courier New"/>
                <a:sym typeface="Courier New"/>
              </a:rPr>
              <a:t>done</a:t>
            </a:r>
            <a:endParaRPr sz="9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endParaRPr sz="9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r>
              <a:rPr lang="en" sz="950">
                <a:solidFill>
                  <a:schemeClr val="dk1"/>
                </a:solidFill>
                <a:latin typeface="Courier New"/>
                <a:ea typeface="Courier New"/>
                <a:cs typeface="Courier New"/>
                <a:sym typeface="Courier New"/>
              </a:rPr>
              <a:t>exit 0</a:t>
            </a:r>
            <a:endParaRPr sz="950">
              <a:solidFill>
                <a:schemeClr val="dk1"/>
              </a:solidFill>
              <a:latin typeface="Courier New"/>
              <a:ea typeface="Courier New"/>
              <a:cs typeface="Courier New"/>
              <a:sym typeface="Courier New"/>
            </a:endParaRPr>
          </a:p>
          <a:p>
            <a:pPr marL="0" lvl="0" indent="0" algn="l" rtl="0">
              <a:lnSpc>
                <a:spcPct val="171429"/>
              </a:lnSpc>
              <a:spcBef>
                <a:spcPts val="1500"/>
              </a:spcBef>
              <a:spcAft>
                <a:spcPts val="0"/>
              </a:spcAft>
              <a:buClr>
                <a:schemeClr val="dk1"/>
              </a:buClr>
              <a:buSzPts val="1100"/>
              <a:buFont typeface="Arial"/>
              <a:buNone/>
            </a:pPr>
            <a:endParaRPr sz="950">
              <a:solidFill>
                <a:schemeClr val="dk1"/>
              </a:solidFill>
            </a:endParaRPr>
          </a:p>
          <a:p>
            <a:pPr marL="0" lvl="0" indent="0" algn="l" rtl="0">
              <a:lnSpc>
                <a:spcPct val="115000"/>
              </a:lnSpc>
              <a:spcBef>
                <a:spcPts val="1500"/>
              </a:spcBef>
              <a:spcAft>
                <a:spcPts val="1500"/>
              </a:spcAft>
              <a:buClr>
                <a:schemeClr val="dk1"/>
              </a:buClr>
              <a:buSzPts val="1100"/>
              <a:buFont typeface="Arial"/>
              <a:buNone/>
            </a:pPr>
            <a:r>
              <a:rPr lang="en" sz="1200">
                <a:solidFill>
                  <a:schemeClr val="dk1"/>
                </a:solidFill>
              </a:rPr>
              <a:t>This example checks that each commit in the push contains the keyword "RELEASE" in its message. If not, the push is rejected with an error message.</a:t>
            </a:r>
            <a:endParaRPr sz="1200" b="1">
              <a:solidFill>
                <a:schemeClr val="dk1"/>
              </a:solidFil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0"/>
        <p:cNvGrpSpPr/>
        <p:nvPr/>
      </p:nvGrpSpPr>
      <p:grpSpPr>
        <a:xfrm>
          <a:off x="0" y="0"/>
          <a:ext cx="0" cy="0"/>
          <a:chOff x="0" y="0"/>
          <a:chExt cx="0" cy="0"/>
        </a:xfrm>
      </p:grpSpPr>
      <p:sp>
        <p:nvSpPr>
          <p:cNvPr id="1261" name="Google Shape;1261;p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62" name="Google Shape;1262;p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 sz="1200" b="1">
                <a:solidFill>
                  <a:schemeClr val="dk1"/>
                </a:solidFill>
              </a:rPr>
              <a:t>Notes to the Facilitator: </a:t>
            </a:r>
            <a:endParaRPr sz="1200" b="1">
              <a:solidFill>
                <a:schemeClr val="dk1"/>
              </a:solidFill>
            </a:endParaRPr>
          </a:p>
          <a:p>
            <a:pPr marL="0" lvl="0" indent="0" algn="l" rtl="0">
              <a:lnSpc>
                <a:spcPct val="115000"/>
              </a:lnSpc>
              <a:spcBef>
                <a:spcPts val="0"/>
              </a:spcBef>
              <a:spcAft>
                <a:spcPts val="0"/>
              </a:spcAft>
              <a:buSzPts val="1100"/>
              <a:buNone/>
            </a:pPr>
            <a:r>
              <a:rPr lang="en" sz="1200">
                <a:solidFill>
                  <a:srgbClr val="374151"/>
                </a:solidFill>
              </a:rPr>
              <a:t>Guide participants in implementing effective deployment triggers in Git, utilizing post-receive hooks to automate deployment processes and streamline application updates to production servers, ensuring seamless integration and efficient deployment workflows.</a:t>
            </a:r>
            <a:endParaRPr sz="1200" b="1">
              <a:solidFill>
                <a:schemeClr val="dk1"/>
              </a:solidFill>
            </a:endParaRPr>
          </a:p>
          <a:p>
            <a:pPr marL="0" lvl="0" indent="0" algn="l" rtl="0">
              <a:lnSpc>
                <a:spcPct val="115000"/>
              </a:lnSpc>
              <a:spcBef>
                <a:spcPts val="0"/>
              </a:spcBef>
              <a:spcAft>
                <a:spcPts val="0"/>
              </a:spcAft>
              <a:buSzPts val="1100"/>
              <a:buNone/>
            </a:pPr>
            <a:endParaRPr sz="1200">
              <a:solidFill>
                <a:schemeClr val="dk1"/>
              </a:solidFill>
            </a:endParaRPr>
          </a:p>
          <a:p>
            <a:pPr marL="0" lvl="0" indent="0" algn="l" rtl="0">
              <a:lnSpc>
                <a:spcPct val="115000"/>
              </a:lnSpc>
              <a:spcBef>
                <a:spcPts val="0"/>
              </a:spcBef>
              <a:spcAft>
                <a:spcPts val="0"/>
              </a:spcAft>
              <a:buSzPts val="1100"/>
              <a:buNone/>
            </a:pPr>
            <a:r>
              <a:rPr lang="en" sz="1200" b="1">
                <a:solidFill>
                  <a:schemeClr val="dk1"/>
                </a:solidFill>
              </a:rPr>
              <a:t>Notes to the Participants:</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In a Git context, deployment triggers, often implemented through post-receive hooks, are mechanisms that automatically initiate deployment processes upon the successful reception of new commits. These triggers are commonly used to streamline the deployment of applications or updates to production servers.</a:t>
            </a:r>
            <a:endParaRPr sz="1200">
              <a:solidFill>
                <a:schemeClr val="dk1"/>
              </a:solidFill>
            </a:endParaRPr>
          </a:p>
          <a:p>
            <a:pPr marL="0" lvl="0" indent="0" algn="l" rtl="0">
              <a:lnSpc>
                <a:spcPct val="115000"/>
              </a:lnSpc>
              <a:spcBef>
                <a:spcPts val="1500"/>
              </a:spcBef>
              <a:spcAft>
                <a:spcPts val="0"/>
              </a:spcAft>
              <a:buClr>
                <a:schemeClr val="dk1"/>
              </a:buClr>
              <a:buSzPts val="1100"/>
              <a:buFont typeface="Arial"/>
              <a:buNone/>
            </a:pPr>
            <a:r>
              <a:rPr lang="en" sz="1200">
                <a:solidFill>
                  <a:schemeClr val="dk1"/>
                </a:solidFill>
              </a:rPr>
              <a:t>Here's an overview of the steps to set up a deployment trigger using a post-receive hook:</a:t>
            </a:r>
            <a:endParaRPr sz="1200">
              <a:solidFill>
                <a:schemeClr val="dk1"/>
              </a:solidFill>
            </a:endParaRPr>
          </a:p>
          <a:p>
            <a:pPr marL="457200" lvl="0" indent="-228600" algn="l" rtl="0">
              <a:lnSpc>
                <a:spcPct val="115000"/>
              </a:lnSpc>
              <a:spcBef>
                <a:spcPts val="1500"/>
              </a:spcBef>
              <a:spcAft>
                <a:spcPts val="0"/>
              </a:spcAft>
              <a:buClr>
                <a:schemeClr val="dk1"/>
              </a:buClr>
              <a:buSzPts val="1200"/>
              <a:buFont typeface="Arial"/>
              <a:buNone/>
            </a:pPr>
            <a:r>
              <a:rPr lang="en" sz="1200">
                <a:solidFill>
                  <a:schemeClr val="dk1"/>
                </a:solidFill>
              </a:rPr>
              <a:t>Create a Post-receive Hook:</a:t>
            </a:r>
            <a:endParaRPr sz="1200">
              <a:solidFill>
                <a:schemeClr val="dk1"/>
              </a:solidFill>
            </a:endParaRPr>
          </a:p>
          <a:p>
            <a:pPr marL="914400" lvl="1" indent="-304800" algn="l" rtl="0">
              <a:lnSpc>
                <a:spcPct val="115000"/>
              </a:lnSpc>
              <a:spcBef>
                <a:spcPts val="0"/>
              </a:spcBef>
              <a:spcAft>
                <a:spcPts val="0"/>
              </a:spcAft>
              <a:buClr>
                <a:schemeClr val="dk1"/>
              </a:buClr>
              <a:buSzPts val="1200"/>
              <a:buFont typeface="Roboto"/>
              <a:buChar char="●"/>
            </a:pPr>
            <a:r>
              <a:rPr lang="en" sz="1200">
                <a:solidFill>
                  <a:schemeClr val="dk1"/>
                </a:solidFill>
              </a:rPr>
              <a:t>Navigate to the </a:t>
            </a:r>
            <a:r>
              <a:rPr lang="en" sz="1050">
                <a:solidFill>
                  <a:schemeClr val="dk1"/>
                </a:solidFill>
              </a:rPr>
              <a:t>hooks</a:t>
            </a:r>
            <a:r>
              <a:rPr lang="en" sz="1200">
                <a:solidFill>
                  <a:schemeClr val="dk1"/>
                </a:solidFill>
              </a:rPr>
              <a:t> directory in your Git repository (e.g.,</a:t>
            </a:r>
            <a:r>
              <a:rPr lang="en" sz="1200">
                <a:solidFill>
                  <a:schemeClr val="dk1"/>
                </a:solidFill>
                <a:latin typeface="Courier New"/>
                <a:ea typeface="Courier New"/>
                <a:cs typeface="Courier New"/>
                <a:sym typeface="Courier New"/>
              </a:rPr>
              <a:t> </a:t>
            </a:r>
            <a:r>
              <a:rPr lang="en" sz="1050">
                <a:solidFill>
                  <a:schemeClr val="dk1"/>
                </a:solidFill>
                <a:latin typeface="Courier New"/>
                <a:ea typeface="Courier New"/>
                <a:cs typeface="Courier New"/>
                <a:sym typeface="Courier New"/>
              </a:rPr>
              <a:t>repository.git/hooks/</a:t>
            </a:r>
            <a:r>
              <a:rPr lang="en" sz="1200">
                <a:solidFill>
                  <a:schemeClr val="dk1"/>
                </a:solidFill>
              </a:rPr>
              <a:t>).</a:t>
            </a:r>
            <a:endParaRPr sz="1200">
              <a:solidFill>
                <a:schemeClr val="dk1"/>
              </a:solidFill>
            </a:endParaRPr>
          </a:p>
          <a:p>
            <a:pPr marL="914400" lvl="1" indent="-304800" algn="l" rtl="0">
              <a:lnSpc>
                <a:spcPct val="115000"/>
              </a:lnSpc>
              <a:spcBef>
                <a:spcPts val="0"/>
              </a:spcBef>
              <a:spcAft>
                <a:spcPts val="0"/>
              </a:spcAft>
              <a:buClr>
                <a:schemeClr val="dk1"/>
              </a:buClr>
              <a:buSzPts val="1200"/>
              <a:buFont typeface="Roboto"/>
              <a:buChar char="●"/>
            </a:pPr>
            <a:r>
              <a:rPr lang="en" sz="1200">
                <a:solidFill>
                  <a:schemeClr val="dk1"/>
                </a:solidFill>
              </a:rPr>
              <a:t>Create a file named </a:t>
            </a:r>
            <a:r>
              <a:rPr lang="en" sz="1050">
                <a:solidFill>
                  <a:schemeClr val="dk1"/>
                </a:solidFill>
              </a:rPr>
              <a:t>post-receive</a:t>
            </a:r>
            <a:r>
              <a:rPr lang="en" sz="1200">
                <a:solidFill>
                  <a:schemeClr val="dk1"/>
                </a:solidFill>
              </a:rPr>
              <a:t>.</a:t>
            </a:r>
            <a:endParaRPr sz="1200">
              <a:solidFill>
                <a:schemeClr val="dk1"/>
              </a:solidFill>
            </a:endParaRPr>
          </a:p>
          <a:p>
            <a:pPr marL="914400" lvl="1" indent="-304800" algn="l" rtl="0">
              <a:lnSpc>
                <a:spcPct val="115000"/>
              </a:lnSpc>
              <a:spcBef>
                <a:spcPts val="0"/>
              </a:spcBef>
              <a:spcAft>
                <a:spcPts val="0"/>
              </a:spcAft>
              <a:buClr>
                <a:schemeClr val="dk1"/>
              </a:buClr>
              <a:buSzPts val="1200"/>
              <a:buFont typeface="Roboto"/>
              <a:buChar char="●"/>
            </a:pPr>
            <a:r>
              <a:rPr lang="en" sz="1200">
                <a:solidFill>
                  <a:schemeClr val="dk1"/>
                </a:solidFill>
              </a:rPr>
              <a:t>Make the file executable: </a:t>
            </a:r>
            <a:r>
              <a:rPr lang="en" sz="1050">
                <a:solidFill>
                  <a:schemeClr val="dk1"/>
                </a:solidFill>
                <a:latin typeface="Courier New"/>
                <a:ea typeface="Courier New"/>
                <a:cs typeface="Courier New"/>
                <a:sym typeface="Courier New"/>
              </a:rPr>
              <a:t>chmod +x path/to/repository.git/hooks/post-receive</a:t>
            </a:r>
            <a:r>
              <a:rPr lang="en" sz="1200">
                <a:solidFill>
                  <a:schemeClr val="dk1"/>
                </a:solidFill>
              </a:rPr>
              <a:t>.</a:t>
            </a:r>
            <a:endParaRPr sz="1200">
              <a:solidFill>
                <a:schemeClr val="dk1"/>
              </a:solidFill>
            </a:endParaRPr>
          </a:p>
          <a:p>
            <a:pPr marL="0" lvl="0" indent="0" algn="l" rtl="0">
              <a:lnSpc>
                <a:spcPct val="115000"/>
              </a:lnSpc>
              <a:spcBef>
                <a:spcPts val="1500"/>
              </a:spcBef>
              <a:spcAft>
                <a:spcPts val="0"/>
              </a:spcAft>
              <a:buSzPts val="1100"/>
              <a:buNone/>
            </a:pPr>
            <a:endParaRPr sz="1200">
              <a:solidFill>
                <a:schemeClr val="dk1"/>
              </a:solidFill>
            </a:endParaRPr>
          </a:p>
          <a:p>
            <a:pPr marL="1371600" lvl="0" indent="0" algn="l" rtl="0">
              <a:lnSpc>
                <a:spcPct val="115000"/>
              </a:lnSpc>
              <a:spcBef>
                <a:spcPts val="1500"/>
              </a:spcBef>
              <a:spcAft>
                <a:spcPts val="0"/>
              </a:spcAft>
              <a:buSzPts val="1100"/>
              <a:buNone/>
            </a:pPr>
            <a:endParaRPr sz="1200">
              <a:solidFill>
                <a:schemeClr val="dk1"/>
              </a:solidFill>
            </a:endParaRPr>
          </a:p>
          <a:p>
            <a:pPr marL="0" lvl="0" indent="0" algn="l" rtl="0">
              <a:lnSpc>
                <a:spcPct val="100000"/>
              </a:lnSpc>
              <a:spcBef>
                <a:spcPts val="1500"/>
              </a:spcBef>
              <a:spcAft>
                <a:spcPts val="0"/>
              </a:spcAft>
              <a:buSzPts val="1100"/>
              <a:buNone/>
            </a:pPr>
            <a:endParaRPr>
              <a:solidFill>
                <a:schemeClr val="dk1"/>
              </a:solidFill>
            </a:endParaRPr>
          </a:p>
          <a:p>
            <a:pPr marL="0" lvl="0" indent="0" algn="l" rtl="0">
              <a:lnSpc>
                <a:spcPct val="100000"/>
              </a:lnSpc>
              <a:spcBef>
                <a:spcPts val="0"/>
              </a:spcBef>
              <a:spcAft>
                <a:spcPts val="0"/>
              </a:spcAft>
              <a:buSzPts val="1100"/>
              <a:buNone/>
            </a:pPr>
            <a:endParaRPr>
              <a:solidFill>
                <a:schemeClr val="dk1"/>
              </a:solidFill>
            </a:endParaRPr>
          </a:p>
          <a:p>
            <a:pPr marL="0" lvl="0" indent="0" algn="l" rtl="0">
              <a:lnSpc>
                <a:spcPct val="100000"/>
              </a:lnSpc>
              <a:spcBef>
                <a:spcPts val="0"/>
              </a:spcBef>
              <a:spcAft>
                <a:spcPts val="0"/>
              </a:spcAft>
              <a:buSzPts val="1100"/>
              <a:buNone/>
            </a:pPr>
            <a:endParaRPr>
              <a:solidFill>
                <a:schemeClr val="dk1"/>
              </a:solidFill>
            </a:endParaRPr>
          </a:p>
          <a:p>
            <a:pPr marL="0" lvl="0" indent="0" algn="l" rtl="0">
              <a:lnSpc>
                <a:spcPct val="115000"/>
              </a:lnSpc>
              <a:spcBef>
                <a:spcPts val="1600"/>
              </a:spcBef>
              <a:spcAft>
                <a:spcPts val="0"/>
              </a:spcAft>
              <a:buSzPts val="1100"/>
              <a:buNone/>
            </a:pPr>
            <a:endParaRPr sz="1200" b="1">
              <a:solidFill>
                <a:schemeClr val="dk1"/>
              </a:solidFil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8"/>
        <p:cNvGrpSpPr/>
        <p:nvPr/>
      </p:nvGrpSpPr>
      <p:grpSpPr>
        <a:xfrm>
          <a:off x="0" y="0"/>
          <a:ext cx="0" cy="0"/>
          <a:chOff x="0" y="0"/>
          <a:chExt cx="0" cy="0"/>
        </a:xfrm>
      </p:grpSpPr>
      <p:sp>
        <p:nvSpPr>
          <p:cNvPr id="1269" name="Google Shape;1269;p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70" name="Google Shape;1270;p5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 sz="1200" b="1">
                <a:solidFill>
                  <a:schemeClr val="dk1"/>
                </a:solidFill>
              </a:rPr>
              <a:t>Notes to the Facilitator: </a:t>
            </a:r>
            <a:endParaRPr sz="1200" b="1">
              <a:solidFill>
                <a:schemeClr val="dk1"/>
              </a:solidFill>
            </a:endParaRPr>
          </a:p>
          <a:p>
            <a:pPr marL="0" lvl="0" indent="0" algn="l" rtl="0">
              <a:lnSpc>
                <a:spcPct val="115000"/>
              </a:lnSpc>
              <a:spcBef>
                <a:spcPts val="0"/>
              </a:spcBef>
              <a:spcAft>
                <a:spcPts val="0"/>
              </a:spcAft>
              <a:buSzPts val="1100"/>
              <a:buNone/>
            </a:pPr>
            <a:r>
              <a:rPr lang="en" sz="1200">
                <a:solidFill>
                  <a:schemeClr val="dk1"/>
                </a:solidFill>
              </a:rPr>
              <a:t>Discuss the significance of deployment triggers and post-receive hooks in automating deployment processes</a:t>
            </a:r>
            <a:endParaRPr sz="1200" b="1">
              <a:solidFill>
                <a:schemeClr val="dk1"/>
              </a:solidFill>
            </a:endParaRPr>
          </a:p>
          <a:p>
            <a:pPr marL="0" lvl="0" indent="0" algn="l" rtl="0">
              <a:lnSpc>
                <a:spcPct val="115000"/>
              </a:lnSpc>
              <a:spcBef>
                <a:spcPts val="0"/>
              </a:spcBef>
              <a:spcAft>
                <a:spcPts val="0"/>
              </a:spcAft>
              <a:buSzPts val="1100"/>
              <a:buNone/>
            </a:pPr>
            <a:endParaRPr sz="1200">
              <a:solidFill>
                <a:schemeClr val="dk1"/>
              </a:solidFill>
            </a:endParaRPr>
          </a:p>
          <a:p>
            <a:pPr marL="0" lvl="0" indent="0" algn="l" rtl="0">
              <a:lnSpc>
                <a:spcPct val="115000"/>
              </a:lnSpc>
              <a:spcBef>
                <a:spcPts val="0"/>
              </a:spcBef>
              <a:spcAft>
                <a:spcPts val="0"/>
              </a:spcAft>
              <a:buSzPts val="1100"/>
              <a:buNone/>
            </a:pPr>
            <a:r>
              <a:rPr lang="en" sz="1200" b="1">
                <a:solidFill>
                  <a:schemeClr val="dk1"/>
                </a:solidFill>
              </a:rPr>
              <a:t>Notes to the Participants:</a:t>
            </a:r>
            <a:endParaRPr sz="1200">
              <a:solidFill>
                <a:schemeClr val="dk1"/>
              </a:solidFill>
            </a:endParaRPr>
          </a:p>
          <a:p>
            <a:pPr marL="457200" lvl="0" indent="-228600" algn="l" rtl="0">
              <a:lnSpc>
                <a:spcPct val="115000"/>
              </a:lnSpc>
              <a:spcBef>
                <a:spcPts val="1500"/>
              </a:spcBef>
              <a:spcAft>
                <a:spcPts val="0"/>
              </a:spcAft>
              <a:buClr>
                <a:schemeClr val="dk1"/>
              </a:buClr>
              <a:buSzPts val="1200"/>
              <a:buFont typeface="Arial"/>
              <a:buNone/>
            </a:pPr>
            <a:r>
              <a:rPr lang="en" sz="1200">
                <a:solidFill>
                  <a:schemeClr val="dk1"/>
                </a:solidFill>
              </a:rPr>
              <a:t>Define Deployment Script:</a:t>
            </a:r>
            <a:endParaRPr sz="1200">
              <a:solidFill>
                <a:schemeClr val="dk1"/>
              </a:solidFill>
            </a:endParaRPr>
          </a:p>
          <a:p>
            <a:pPr marL="914400" lvl="1" indent="-304800" algn="l" rtl="0">
              <a:lnSpc>
                <a:spcPct val="115000"/>
              </a:lnSpc>
              <a:spcBef>
                <a:spcPts val="0"/>
              </a:spcBef>
              <a:spcAft>
                <a:spcPts val="0"/>
              </a:spcAft>
              <a:buClr>
                <a:schemeClr val="dk1"/>
              </a:buClr>
              <a:buSzPts val="1200"/>
              <a:buFont typeface="Roboto"/>
              <a:buChar char="●"/>
            </a:pPr>
            <a:r>
              <a:rPr lang="en" sz="1200">
                <a:solidFill>
                  <a:schemeClr val="dk1"/>
                </a:solidFill>
              </a:rPr>
              <a:t>Edit the </a:t>
            </a:r>
            <a:r>
              <a:rPr lang="en" sz="1050">
                <a:solidFill>
                  <a:schemeClr val="dk1"/>
                </a:solidFill>
                <a:latin typeface="Courier New"/>
                <a:ea typeface="Courier New"/>
                <a:cs typeface="Courier New"/>
                <a:sym typeface="Courier New"/>
              </a:rPr>
              <a:t>post-receive</a:t>
            </a:r>
            <a:r>
              <a:rPr lang="en" sz="1200">
                <a:solidFill>
                  <a:schemeClr val="dk1"/>
                </a:solidFill>
              </a:rPr>
              <a:t> file and define the deployment script or command you want to execute upon receiving new commits.</a:t>
            </a:r>
            <a:endParaRPr sz="1200">
              <a:solidFill>
                <a:schemeClr val="dk1"/>
              </a:solidFill>
            </a:endParaRPr>
          </a:p>
          <a:p>
            <a:pPr marL="914400" lvl="1" indent="-304800" algn="l" rtl="0">
              <a:lnSpc>
                <a:spcPct val="115000"/>
              </a:lnSpc>
              <a:spcBef>
                <a:spcPts val="0"/>
              </a:spcBef>
              <a:spcAft>
                <a:spcPts val="0"/>
              </a:spcAft>
              <a:buClr>
                <a:schemeClr val="dk1"/>
              </a:buClr>
              <a:buSzPts val="1200"/>
              <a:buFont typeface="Arial"/>
              <a:buChar char="●"/>
            </a:pPr>
            <a:r>
              <a:rPr lang="en" sz="1200">
                <a:solidFill>
                  <a:schemeClr val="dk1"/>
                </a:solidFill>
              </a:rPr>
              <a:t>This script typically includes steps such as pulling the latest changes, building the application, restarting services, or any other actions necessary for deployment.</a:t>
            </a:r>
            <a:endParaRPr sz="1200">
              <a:solidFill>
                <a:schemeClr val="dk1"/>
              </a:solidFill>
            </a:endParaRPr>
          </a:p>
          <a:p>
            <a:pPr marL="457200" lvl="0" indent="-228600" algn="l" rtl="0">
              <a:lnSpc>
                <a:spcPct val="171429"/>
              </a:lnSpc>
              <a:spcBef>
                <a:spcPts val="0"/>
              </a:spcBef>
              <a:spcAft>
                <a:spcPts val="0"/>
              </a:spcAft>
              <a:buClr>
                <a:schemeClr val="dk1"/>
              </a:buClr>
              <a:buSzPts val="1200"/>
              <a:buFont typeface="Arial"/>
              <a:buNone/>
            </a:pPr>
            <a:r>
              <a:rPr lang="en" sz="1200">
                <a:solidFill>
                  <a:schemeClr val="dk1"/>
                </a:solidFill>
              </a:rPr>
              <a:t>Example post-receive script:</a:t>
            </a:r>
            <a:endParaRPr sz="1200">
              <a:solidFill>
                <a:schemeClr val="dk1"/>
              </a:solidFill>
            </a:endParaRPr>
          </a:p>
          <a:p>
            <a:pPr marL="0" lvl="0" indent="0" algn="l" rtl="0">
              <a:lnSpc>
                <a:spcPct val="115000"/>
              </a:lnSpc>
              <a:spcBef>
                <a:spcPts val="1500"/>
              </a:spcBef>
              <a:spcAft>
                <a:spcPts val="0"/>
              </a:spcAft>
              <a:buClr>
                <a:schemeClr val="dk1"/>
              </a:buClr>
              <a:buSzPts val="1100"/>
              <a:buFont typeface="Arial"/>
              <a:buNone/>
            </a:pPr>
            <a:r>
              <a:rPr lang="en" sz="1050">
                <a:solidFill>
                  <a:schemeClr val="dk1"/>
                </a:solidFill>
                <a:latin typeface="Courier New"/>
                <a:ea typeface="Courier New"/>
                <a:cs typeface="Courier New"/>
                <a:sym typeface="Courier New"/>
              </a:rPr>
              <a:t>#!/bin/bash</a:t>
            </a:r>
            <a:endParaRPr sz="10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Clr>
                <a:schemeClr val="dk1"/>
              </a:buClr>
              <a:buSzPts val="1100"/>
              <a:buFont typeface="Arial"/>
              <a:buNone/>
            </a:pPr>
            <a:endParaRPr sz="10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Clr>
                <a:schemeClr val="dk1"/>
              </a:buClr>
              <a:buSzPts val="1100"/>
              <a:buFont typeface="Arial"/>
              <a:buNone/>
            </a:pPr>
            <a:r>
              <a:rPr lang="en" sz="1050">
                <a:solidFill>
                  <a:schemeClr val="dk1"/>
                </a:solidFill>
                <a:latin typeface="Courier New"/>
                <a:ea typeface="Courier New"/>
                <a:cs typeface="Courier New"/>
                <a:sym typeface="Courier New"/>
              </a:rPr>
              <a:t># Define deployment script</a:t>
            </a:r>
            <a:endParaRPr sz="10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Clr>
                <a:schemeClr val="dk1"/>
              </a:buClr>
              <a:buSzPts val="1100"/>
              <a:buFont typeface="Arial"/>
              <a:buNone/>
            </a:pPr>
            <a:r>
              <a:rPr lang="en" sz="1050">
                <a:solidFill>
                  <a:schemeClr val="dk1"/>
                </a:solidFill>
                <a:latin typeface="Courier New"/>
                <a:ea typeface="Courier New"/>
                <a:cs typeface="Courier New"/>
                <a:sym typeface="Courier New"/>
              </a:rPr>
              <a:t>deploy_script="/path/to/deployment-script.sh"</a:t>
            </a:r>
            <a:endParaRPr sz="10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Clr>
                <a:schemeClr val="dk1"/>
              </a:buClr>
              <a:buSzPts val="1100"/>
              <a:buFont typeface="Arial"/>
              <a:buNone/>
            </a:pPr>
            <a:endParaRPr sz="10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Clr>
                <a:schemeClr val="dk1"/>
              </a:buClr>
              <a:buSzPts val="1100"/>
              <a:buFont typeface="Arial"/>
              <a:buNone/>
            </a:pPr>
            <a:r>
              <a:rPr lang="en" sz="1050">
                <a:solidFill>
                  <a:schemeClr val="dk1"/>
                </a:solidFill>
                <a:latin typeface="Courier New"/>
                <a:ea typeface="Courier New"/>
                <a:cs typeface="Courier New"/>
                <a:sym typeface="Courier New"/>
              </a:rPr>
              <a:t># Execute deployment script</a:t>
            </a:r>
            <a:endParaRPr sz="10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Clr>
                <a:schemeClr val="dk1"/>
              </a:buClr>
              <a:buSzPts val="1100"/>
              <a:buFont typeface="Arial"/>
              <a:buNone/>
            </a:pPr>
            <a:r>
              <a:rPr lang="en" sz="1050">
                <a:solidFill>
                  <a:schemeClr val="dk1"/>
                </a:solidFill>
                <a:latin typeface="Courier New"/>
                <a:ea typeface="Courier New"/>
                <a:cs typeface="Courier New"/>
                <a:sym typeface="Courier New"/>
              </a:rPr>
              <a:t>$deploy_script</a:t>
            </a:r>
            <a:endParaRPr sz="1050">
              <a:solidFill>
                <a:schemeClr val="dk1"/>
              </a:solidFill>
              <a:latin typeface="Courier New"/>
              <a:ea typeface="Courier New"/>
              <a:cs typeface="Courier New"/>
              <a:sym typeface="Courier New"/>
            </a:endParaRPr>
          </a:p>
          <a:p>
            <a:pPr marL="457200" lvl="0" indent="-228600" algn="l" rtl="0">
              <a:lnSpc>
                <a:spcPct val="115000"/>
              </a:lnSpc>
              <a:spcBef>
                <a:spcPts val="1500"/>
              </a:spcBef>
              <a:spcAft>
                <a:spcPts val="0"/>
              </a:spcAft>
              <a:buClr>
                <a:schemeClr val="dk1"/>
              </a:buClr>
              <a:buSzPts val="1200"/>
              <a:buFont typeface="Arial"/>
              <a:buNone/>
            </a:pPr>
            <a:endParaRPr sz="1200">
              <a:solidFill>
                <a:schemeClr val="dk1"/>
              </a:solidFill>
            </a:endParaRPr>
          </a:p>
          <a:p>
            <a:pPr marL="457200" lvl="0" indent="-228600" algn="l" rtl="0">
              <a:lnSpc>
                <a:spcPct val="115000"/>
              </a:lnSpc>
              <a:spcBef>
                <a:spcPts val="0"/>
              </a:spcBef>
              <a:spcAft>
                <a:spcPts val="0"/>
              </a:spcAft>
              <a:buClr>
                <a:schemeClr val="dk1"/>
              </a:buClr>
              <a:buSzPts val="1200"/>
              <a:buFont typeface="Arial"/>
              <a:buNone/>
            </a:pPr>
            <a:r>
              <a:rPr lang="en" sz="1200">
                <a:solidFill>
                  <a:schemeClr val="dk1"/>
                </a:solidFill>
              </a:rPr>
              <a:t>Set Up Deployment Script:</a:t>
            </a:r>
            <a:endParaRPr sz="1200">
              <a:solidFill>
                <a:schemeClr val="dk1"/>
              </a:solidFill>
            </a:endParaRPr>
          </a:p>
          <a:p>
            <a:pPr marL="914400" lvl="1" indent="-304800" algn="l" rtl="0">
              <a:lnSpc>
                <a:spcPct val="115000"/>
              </a:lnSpc>
              <a:spcBef>
                <a:spcPts val="0"/>
              </a:spcBef>
              <a:spcAft>
                <a:spcPts val="0"/>
              </a:spcAft>
              <a:buClr>
                <a:schemeClr val="dk1"/>
              </a:buClr>
              <a:buSzPts val="1200"/>
              <a:buFont typeface="Roboto"/>
              <a:buChar char="●"/>
            </a:pPr>
            <a:r>
              <a:rPr lang="en" sz="1200">
                <a:solidFill>
                  <a:schemeClr val="dk1"/>
                </a:solidFill>
              </a:rPr>
              <a:t>Create a separate deployment script (e.g.,</a:t>
            </a:r>
            <a:r>
              <a:rPr lang="en" sz="1200">
                <a:solidFill>
                  <a:schemeClr val="dk1"/>
                </a:solidFill>
                <a:latin typeface="Courier New"/>
                <a:ea typeface="Courier New"/>
                <a:cs typeface="Courier New"/>
                <a:sym typeface="Courier New"/>
              </a:rPr>
              <a:t> </a:t>
            </a:r>
            <a:r>
              <a:rPr lang="en" sz="1050">
                <a:solidFill>
                  <a:schemeClr val="dk1"/>
                </a:solidFill>
                <a:latin typeface="Courier New"/>
                <a:ea typeface="Courier New"/>
                <a:cs typeface="Courier New"/>
                <a:sym typeface="Courier New"/>
              </a:rPr>
              <a:t>deployment-script.sh</a:t>
            </a:r>
            <a:r>
              <a:rPr lang="en" sz="1200">
                <a:solidFill>
                  <a:schemeClr val="dk1"/>
                </a:solidFill>
              </a:rPr>
              <a:t>) that contains the detailed deployment steps.</a:t>
            </a:r>
            <a:endParaRPr sz="1200">
              <a:solidFill>
                <a:schemeClr val="dk1"/>
              </a:solidFill>
            </a:endParaRPr>
          </a:p>
          <a:p>
            <a:pPr marL="914400" lvl="1" indent="-304800" algn="l" rtl="0">
              <a:lnSpc>
                <a:spcPct val="115000"/>
              </a:lnSpc>
              <a:spcBef>
                <a:spcPts val="0"/>
              </a:spcBef>
              <a:spcAft>
                <a:spcPts val="0"/>
              </a:spcAft>
              <a:buClr>
                <a:schemeClr val="dk1"/>
              </a:buClr>
              <a:buSzPts val="1200"/>
              <a:buFont typeface="Roboto"/>
              <a:buChar char="●"/>
            </a:pPr>
            <a:r>
              <a:rPr lang="en" sz="1200">
                <a:solidFill>
                  <a:schemeClr val="dk1"/>
                </a:solidFill>
              </a:rPr>
              <a:t>Make the deployment script executable: </a:t>
            </a:r>
            <a:r>
              <a:rPr lang="en" sz="1050">
                <a:solidFill>
                  <a:schemeClr val="dk1"/>
                </a:solidFill>
                <a:latin typeface="Courier New"/>
                <a:ea typeface="Courier New"/>
                <a:cs typeface="Courier New"/>
                <a:sym typeface="Courier New"/>
              </a:rPr>
              <a:t>chmod +x /path/to/deployment-script.sh</a:t>
            </a:r>
            <a:r>
              <a:rPr lang="en" sz="1200">
                <a:solidFill>
                  <a:schemeClr val="dk1"/>
                </a:solidFill>
                <a:latin typeface="Courier New"/>
                <a:ea typeface="Courier New"/>
                <a:cs typeface="Courier New"/>
                <a:sym typeface="Courier New"/>
              </a:rPr>
              <a:t>.</a:t>
            </a:r>
            <a:endParaRPr sz="120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Clr>
                <a:schemeClr val="dk1"/>
              </a:buClr>
              <a:buSzPts val="1100"/>
              <a:buFont typeface="Arial"/>
              <a:buNone/>
            </a:pPr>
            <a:endParaRPr sz="1200">
              <a:solidFill>
                <a:schemeClr val="dk1"/>
              </a:solidFill>
            </a:endParaRPr>
          </a:p>
          <a:p>
            <a:pPr marL="0" lvl="0" indent="0" algn="l" rtl="0">
              <a:lnSpc>
                <a:spcPct val="115000"/>
              </a:lnSpc>
              <a:spcBef>
                <a:spcPts val="1500"/>
              </a:spcBef>
              <a:spcAft>
                <a:spcPts val="0"/>
              </a:spcAft>
              <a:buSzPts val="1100"/>
              <a:buNone/>
            </a:pPr>
            <a:endParaRPr sz="1200">
              <a:solidFill>
                <a:schemeClr val="dk1"/>
              </a:solidFill>
            </a:endParaRPr>
          </a:p>
          <a:p>
            <a:pPr marL="0" lvl="0" indent="0" algn="l" rtl="0">
              <a:lnSpc>
                <a:spcPct val="115000"/>
              </a:lnSpc>
              <a:spcBef>
                <a:spcPts val="1500"/>
              </a:spcBef>
              <a:spcAft>
                <a:spcPts val="0"/>
              </a:spcAft>
              <a:buSzPts val="1100"/>
              <a:buNone/>
            </a:pPr>
            <a:endParaRPr sz="1200">
              <a:solidFill>
                <a:schemeClr val="dk1"/>
              </a:solidFill>
            </a:endParaRPr>
          </a:p>
          <a:p>
            <a:pPr marL="457200" lvl="0" indent="0" algn="l" rtl="0">
              <a:lnSpc>
                <a:spcPct val="115000"/>
              </a:lnSpc>
              <a:spcBef>
                <a:spcPts val="1500"/>
              </a:spcBef>
              <a:spcAft>
                <a:spcPts val="0"/>
              </a:spcAft>
              <a:buSzPts val="1100"/>
              <a:buNone/>
            </a:pPr>
            <a:endParaRPr sz="1200">
              <a:solidFill>
                <a:schemeClr val="dk1"/>
              </a:solidFill>
            </a:endParaRPr>
          </a:p>
          <a:p>
            <a:pPr marL="914400" lvl="0" indent="0" algn="l" rtl="0">
              <a:lnSpc>
                <a:spcPct val="115000"/>
              </a:lnSpc>
              <a:spcBef>
                <a:spcPts val="1500"/>
              </a:spcBef>
              <a:spcAft>
                <a:spcPts val="0"/>
              </a:spcAft>
              <a:buSzPts val="1100"/>
              <a:buNone/>
            </a:pPr>
            <a:endParaRPr sz="1200">
              <a:solidFill>
                <a:schemeClr val="dk1"/>
              </a:solidFill>
            </a:endParaRPr>
          </a:p>
          <a:p>
            <a:pPr marL="0" lvl="0" indent="0" algn="l" rtl="0">
              <a:lnSpc>
                <a:spcPct val="115000"/>
              </a:lnSpc>
              <a:spcBef>
                <a:spcPts val="1500"/>
              </a:spcBef>
              <a:spcAft>
                <a:spcPts val="0"/>
              </a:spcAft>
              <a:buSzPts val="1100"/>
              <a:buNone/>
            </a:pPr>
            <a:endParaRPr sz="1200">
              <a:solidFill>
                <a:schemeClr val="dk1"/>
              </a:solidFill>
            </a:endParaRPr>
          </a:p>
          <a:p>
            <a:pPr marL="0" lvl="0" indent="0" algn="l" rtl="0">
              <a:lnSpc>
                <a:spcPct val="115000"/>
              </a:lnSpc>
              <a:spcBef>
                <a:spcPts val="1500"/>
              </a:spcBef>
              <a:spcAft>
                <a:spcPts val="0"/>
              </a:spcAft>
              <a:buSzPts val="1100"/>
              <a:buNone/>
            </a:pPr>
            <a:endParaRPr sz="1200">
              <a:solidFill>
                <a:schemeClr val="dk1"/>
              </a:solidFill>
            </a:endParaRPr>
          </a:p>
          <a:p>
            <a:pPr marL="1371600" lvl="0" indent="0" algn="l" rtl="0">
              <a:lnSpc>
                <a:spcPct val="115000"/>
              </a:lnSpc>
              <a:spcBef>
                <a:spcPts val="1500"/>
              </a:spcBef>
              <a:spcAft>
                <a:spcPts val="0"/>
              </a:spcAft>
              <a:buSzPts val="1100"/>
              <a:buNone/>
            </a:pPr>
            <a:endParaRPr sz="1200">
              <a:solidFill>
                <a:schemeClr val="dk1"/>
              </a:solidFill>
            </a:endParaRPr>
          </a:p>
          <a:p>
            <a:pPr marL="0" lvl="0" indent="0" algn="l" rtl="0">
              <a:lnSpc>
                <a:spcPct val="100000"/>
              </a:lnSpc>
              <a:spcBef>
                <a:spcPts val="1500"/>
              </a:spcBef>
              <a:spcAft>
                <a:spcPts val="0"/>
              </a:spcAft>
              <a:buSzPts val="1100"/>
              <a:buNone/>
            </a:pPr>
            <a:endParaRPr>
              <a:solidFill>
                <a:schemeClr val="dk1"/>
              </a:solidFill>
            </a:endParaRPr>
          </a:p>
          <a:p>
            <a:pPr marL="0" lvl="0" indent="0" algn="l" rtl="0">
              <a:lnSpc>
                <a:spcPct val="100000"/>
              </a:lnSpc>
              <a:spcBef>
                <a:spcPts val="0"/>
              </a:spcBef>
              <a:spcAft>
                <a:spcPts val="0"/>
              </a:spcAft>
              <a:buSzPts val="1100"/>
              <a:buNone/>
            </a:pPr>
            <a:endParaRPr>
              <a:solidFill>
                <a:schemeClr val="dk1"/>
              </a:solidFill>
            </a:endParaRPr>
          </a:p>
          <a:p>
            <a:pPr marL="0" lvl="0" indent="0" algn="l" rtl="0">
              <a:lnSpc>
                <a:spcPct val="100000"/>
              </a:lnSpc>
              <a:spcBef>
                <a:spcPts val="0"/>
              </a:spcBef>
              <a:spcAft>
                <a:spcPts val="0"/>
              </a:spcAft>
              <a:buSzPts val="1100"/>
              <a:buNone/>
            </a:pPr>
            <a:endParaRPr>
              <a:solidFill>
                <a:schemeClr val="dk1"/>
              </a:solidFill>
            </a:endParaRPr>
          </a:p>
          <a:p>
            <a:pPr marL="0" lvl="0" indent="0" algn="l" rtl="0">
              <a:lnSpc>
                <a:spcPct val="115000"/>
              </a:lnSpc>
              <a:spcBef>
                <a:spcPts val="1600"/>
              </a:spcBef>
              <a:spcAft>
                <a:spcPts val="0"/>
              </a:spcAft>
              <a:buSzPts val="1100"/>
              <a:buNone/>
            </a:pPr>
            <a:endParaRPr sz="1200" b="1">
              <a:solidFill>
                <a:schemeClr val="dk1"/>
              </a:solidFil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6"/>
        <p:cNvGrpSpPr/>
        <p:nvPr/>
      </p:nvGrpSpPr>
      <p:grpSpPr>
        <a:xfrm>
          <a:off x="0" y="0"/>
          <a:ext cx="0" cy="0"/>
          <a:chOff x="0" y="0"/>
          <a:chExt cx="0" cy="0"/>
        </a:xfrm>
      </p:grpSpPr>
      <p:sp>
        <p:nvSpPr>
          <p:cNvPr id="1277" name="Google Shape;1277;p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78" name="Google Shape;1278;p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 sz="1200" b="1">
                <a:solidFill>
                  <a:schemeClr val="dk1"/>
                </a:solidFill>
              </a:rPr>
              <a:t>Notes to the Facilitator: </a:t>
            </a:r>
            <a:endParaRPr sz="1200" b="1">
              <a:solidFill>
                <a:schemeClr val="dk1"/>
              </a:solidFill>
            </a:endParaRPr>
          </a:p>
          <a:p>
            <a:pPr marL="0" lvl="0" indent="0" algn="l" rtl="0">
              <a:lnSpc>
                <a:spcPct val="115000"/>
              </a:lnSpc>
              <a:spcBef>
                <a:spcPts val="0"/>
              </a:spcBef>
              <a:spcAft>
                <a:spcPts val="0"/>
              </a:spcAft>
              <a:buSzPts val="1100"/>
              <a:buNone/>
            </a:pPr>
            <a:r>
              <a:rPr lang="en" sz="1200">
                <a:solidFill>
                  <a:schemeClr val="dk1"/>
                </a:solidFill>
              </a:rPr>
              <a:t>Discuss the significance of deployment triggers and post-receive hooks in automating deployment processes</a:t>
            </a:r>
            <a:endParaRPr sz="1200" b="1">
              <a:solidFill>
                <a:schemeClr val="dk1"/>
              </a:solidFill>
            </a:endParaRPr>
          </a:p>
          <a:p>
            <a:pPr marL="0" lvl="0" indent="0" algn="l" rtl="0">
              <a:lnSpc>
                <a:spcPct val="115000"/>
              </a:lnSpc>
              <a:spcBef>
                <a:spcPts val="0"/>
              </a:spcBef>
              <a:spcAft>
                <a:spcPts val="0"/>
              </a:spcAft>
              <a:buSzPts val="1100"/>
              <a:buNone/>
            </a:pPr>
            <a:endParaRPr sz="1200">
              <a:solidFill>
                <a:schemeClr val="dk1"/>
              </a:solidFill>
            </a:endParaRPr>
          </a:p>
          <a:p>
            <a:pPr marL="0" lvl="0" indent="0" algn="l" rtl="0">
              <a:lnSpc>
                <a:spcPct val="115000"/>
              </a:lnSpc>
              <a:spcBef>
                <a:spcPts val="0"/>
              </a:spcBef>
              <a:spcAft>
                <a:spcPts val="0"/>
              </a:spcAft>
              <a:buSzPts val="1100"/>
              <a:buNone/>
            </a:pPr>
            <a:r>
              <a:rPr lang="en" sz="1200" b="1">
                <a:solidFill>
                  <a:schemeClr val="dk1"/>
                </a:solidFill>
              </a:rPr>
              <a:t>Notes to the Participants:</a:t>
            </a:r>
            <a:endParaRPr>
              <a:solidFill>
                <a:schemeClr val="dk1"/>
              </a:solidFill>
            </a:endParaRPr>
          </a:p>
          <a:p>
            <a:pPr marL="457200" lvl="0" indent="-228600" algn="l" rtl="0">
              <a:lnSpc>
                <a:spcPct val="115000"/>
              </a:lnSpc>
              <a:spcBef>
                <a:spcPts val="1500"/>
              </a:spcBef>
              <a:spcAft>
                <a:spcPts val="0"/>
              </a:spcAft>
              <a:buClr>
                <a:schemeClr val="dk1"/>
              </a:buClr>
              <a:buSzPts val="1200"/>
              <a:buFont typeface="Arial"/>
              <a:buNone/>
            </a:pPr>
            <a:r>
              <a:rPr lang="en" sz="1200">
                <a:solidFill>
                  <a:schemeClr val="dk1"/>
                </a:solidFill>
              </a:rPr>
              <a:t>Configure Deployment Environment:</a:t>
            </a:r>
            <a:endParaRPr sz="1200">
              <a:solidFill>
                <a:schemeClr val="dk1"/>
              </a:solidFill>
            </a:endParaRPr>
          </a:p>
          <a:p>
            <a:pPr marL="914400" lvl="1" indent="-304800" algn="l" rtl="0">
              <a:lnSpc>
                <a:spcPct val="115000"/>
              </a:lnSpc>
              <a:spcBef>
                <a:spcPts val="0"/>
              </a:spcBef>
              <a:spcAft>
                <a:spcPts val="0"/>
              </a:spcAft>
              <a:buClr>
                <a:schemeClr val="dk1"/>
              </a:buClr>
              <a:buSzPts val="1200"/>
              <a:buFont typeface="Arial"/>
              <a:buChar char="●"/>
            </a:pPr>
            <a:r>
              <a:rPr lang="en" sz="1200">
                <a:solidFill>
                  <a:schemeClr val="dk1"/>
                </a:solidFill>
              </a:rPr>
              <a:t>Ensure that the deployment environment (e.g., production server) is set up with the necessary configurations and permissions for the deployment script to run successfully.</a:t>
            </a:r>
            <a:endParaRPr sz="1200">
              <a:solidFill>
                <a:schemeClr val="dk1"/>
              </a:solidFill>
            </a:endParaRPr>
          </a:p>
          <a:p>
            <a:pPr marL="457200" lvl="0" indent="-228600" algn="l" rtl="0">
              <a:lnSpc>
                <a:spcPct val="115000"/>
              </a:lnSpc>
              <a:spcBef>
                <a:spcPts val="0"/>
              </a:spcBef>
              <a:spcAft>
                <a:spcPts val="0"/>
              </a:spcAft>
              <a:buClr>
                <a:schemeClr val="dk1"/>
              </a:buClr>
              <a:buSzPts val="1200"/>
              <a:buFont typeface="Arial"/>
              <a:buNone/>
            </a:pPr>
            <a:r>
              <a:rPr lang="en" sz="1200">
                <a:solidFill>
                  <a:schemeClr val="dk1"/>
                </a:solidFill>
              </a:rPr>
              <a:t>Testing and Integration:</a:t>
            </a:r>
            <a:endParaRPr sz="1200">
              <a:solidFill>
                <a:schemeClr val="dk1"/>
              </a:solidFill>
            </a:endParaRPr>
          </a:p>
          <a:p>
            <a:pPr marL="914400" lvl="1" indent="-304800" algn="l" rtl="0">
              <a:lnSpc>
                <a:spcPct val="115000"/>
              </a:lnSpc>
              <a:spcBef>
                <a:spcPts val="0"/>
              </a:spcBef>
              <a:spcAft>
                <a:spcPts val="0"/>
              </a:spcAft>
              <a:buClr>
                <a:schemeClr val="dk1"/>
              </a:buClr>
              <a:buSzPts val="1200"/>
              <a:buFont typeface="Arial"/>
              <a:buChar char="●"/>
            </a:pPr>
            <a:r>
              <a:rPr lang="en" sz="1200">
                <a:solidFill>
                  <a:schemeClr val="dk1"/>
                </a:solidFill>
              </a:rPr>
              <a:t>Test the deployment trigger by pushing new commits to the repository and observing the deployment process.</a:t>
            </a:r>
            <a:endParaRPr sz="1200">
              <a:solidFill>
                <a:schemeClr val="dk1"/>
              </a:solidFill>
            </a:endParaRPr>
          </a:p>
          <a:p>
            <a:pPr marL="914400" lvl="1" indent="-304800" algn="l" rtl="0">
              <a:lnSpc>
                <a:spcPct val="115000"/>
              </a:lnSpc>
              <a:spcBef>
                <a:spcPts val="0"/>
              </a:spcBef>
              <a:spcAft>
                <a:spcPts val="0"/>
              </a:spcAft>
              <a:buClr>
                <a:schemeClr val="dk1"/>
              </a:buClr>
              <a:buSzPts val="1200"/>
              <a:buFont typeface="Arial"/>
              <a:buChar char="●"/>
            </a:pPr>
            <a:r>
              <a:rPr lang="en" sz="1200">
                <a:solidFill>
                  <a:schemeClr val="dk1"/>
                </a:solidFill>
              </a:rPr>
              <a:t>Integrate the deployment trigger into your continuous integration (CI) or deployment pipeline for automated deployments.</a:t>
            </a:r>
            <a:endParaRPr sz="1200">
              <a:solidFill>
                <a:schemeClr val="dk1"/>
              </a:solidFill>
            </a:endParaRPr>
          </a:p>
          <a:p>
            <a:pPr marL="0" lvl="0" indent="0" algn="l" rtl="0">
              <a:lnSpc>
                <a:spcPct val="115000"/>
              </a:lnSpc>
              <a:spcBef>
                <a:spcPts val="1500"/>
              </a:spcBef>
              <a:spcAft>
                <a:spcPts val="0"/>
              </a:spcAft>
              <a:buClr>
                <a:schemeClr val="dk1"/>
              </a:buClr>
              <a:buSzPts val="1100"/>
              <a:buFont typeface="Arial"/>
              <a:buNone/>
            </a:pPr>
            <a:endParaRPr sz="1200">
              <a:solidFill>
                <a:schemeClr val="dk1"/>
              </a:solidFill>
            </a:endParaRPr>
          </a:p>
          <a:p>
            <a:pPr marL="0" lvl="0" indent="0" algn="l" rtl="0">
              <a:lnSpc>
                <a:spcPct val="115000"/>
              </a:lnSpc>
              <a:spcBef>
                <a:spcPts val="1500"/>
              </a:spcBef>
              <a:spcAft>
                <a:spcPts val="0"/>
              </a:spcAft>
              <a:buSzPts val="1100"/>
              <a:buNone/>
            </a:pPr>
            <a:endParaRPr sz="1200">
              <a:solidFill>
                <a:schemeClr val="dk1"/>
              </a:solidFill>
            </a:endParaRPr>
          </a:p>
          <a:p>
            <a:pPr marL="0" lvl="0" indent="0" algn="l" rtl="0">
              <a:lnSpc>
                <a:spcPct val="115000"/>
              </a:lnSpc>
              <a:spcBef>
                <a:spcPts val="1500"/>
              </a:spcBef>
              <a:spcAft>
                <a:spcPts val="0"/>
              </a:spcAft>
              <a:buSzPts val="1100"/>
              <a:buNone/>
            </a:pPr>
            <a:endParaRPr sz="1200">
              <a:solidFill>
                <a:schemeClr val="dk1"/>
              </a:solidFill>
            </a:endParaRPr>
          </a:p>
          <a:p>
            <a:pPr marL="457200" lvl="0" indent="0" algn="l" rtl="0">
              <a:lnSpc>
                <a:spcPct val="115000"/>
              </a:lnSpc>
              <a:spcBef>
                <a:spcPts val="1500"/>
              </a:spcBef>
              <a:spcAft>
                <a:spcPts val="0"/>
              </a:spcAft>
              <a:buSzPts val="1100"/>
              <a:buNone/>
            </a:pPr>
            <a:endParaRPr sz="1200">
              <a:solidFill>
                <a:schemeClr val="dk1"/>
              </a:solidFill>
            </a:endParaRPr>
          </a:p>
          <a:p>
            <a:pPr marL="914400" lvl="0" indent="0" algn="l" rtl="0">
              <a:lnSpc>
                <a:spcPct val="115000"/>
              </a:lnSpc>
              <a:spcBef>
                <a:spcPts val="1500"/>
              </a:spcBef>
              <a:spcAft>
                <a:spcPts val="0"/>
              </a:spcAft>
              <a:buSzPts val="1100"/>
              <a:buNone/>
            </a:pPr>
            <a:endParaRPr sz="1200">
              <a:solidFill>
                <a:schemeClr val="dk1"/>
              </a:solidFill>
            </a:endParaRPr>
          </a:p>
          <a:p>
            <a:pPr marL="0" lvl="0" indent="0" algn="l" rtl="0">
              <a:lnSpc>
                <a:spcPct val="115000"/>
              </a:lnSpc>
              <a:spcBef>
                <a:spcPts val="1500"/>
              </a:spcBef>
              <a:spcAft>
                <a:spcPts val="0"/>
              </a:spcAft>
              <a:buSzPts val="1100"/>
              <a:buNone/>
            </a:pPr>
            <a:endParaRPr sz="1200">
              <a:solidFill>
                <a:schemeClr val="dk1"/>
              </a:solidFill>
            </a:endParaRPr>
          </a:p>
          <a:p>
            <a:pPr marL="0" lvl="0" indent="0" algn="l" rtl="0">
              <a:lnSpc>
                <a:spcPct val="115000"/>
              </a:lnSpc>
              <a:spcBef>
                <a:spcPts val="1500"/>
              </a:spcBef>
              <a:spcAft>
                <a:spcPts val="0"/>
              </a:spcAft>
              <a:buSzPts val="1100"/>
              <a:buNone/>
            </a:pPr>
            <a:endParaRPr sz="1200">
              <a:solidFill>
                <a:schemeClr val="dk1"/>
              </a:solidFill>
            </a:endParaRPr>
          </a:p>
          <a:p>
            <a:pPr marL="1371600" lvl="0" indent="0" algn="l" rtl="0">
              <a:lnSpc>
                <a:spcPct val="115000"/>
              </a:lnSpc>
              <a:spcBef>
                <a:spcPts val="1500"/>
              </a:spcBef>
              <a:spcAft>
                <a:spcPts val="0"/>
              </a:spcAft>
              <a:buSzPts val="1100"/>
              <a:buNone/>
            </a:pPr>
            <a:endParaRPr sz="1200">
              <a:solidFill>
                <a:schemeClr val="dk1"/>
              </a:solidFill>
            </a:endParaRPr>
          </a:p>
          <a:p>
            <a:pPr marL="0" lvl="0" indent="0" algn="l" rtl="0">
              <a:lnSpc>
                <a:spcPct val="100000"/>
              </a:lnSpc>
              <a:spcBef>
                <a:spcPts val="1500"/>
              </a:spcBef>
              <a:spcAft>
                <a:spcPts val="0"/>
              </a:spcAft>
              <a:buSzPts val="1100"/>
              <a:buNone/>
            </a:pPr>
            <a:endParaRPr>
              <a:solidFill>
                <a:schemeClr val="dk1"/>
              </a:solidFill>
            </a:endParaRPr>
          </a:p>
          <a:p>
            <a:pPr marL="0" lvl="0" indent="0" algn="l" rtl="0">
              <a:lnSpc>
                <a:spcPct val="100000"/>
              </a:lnSpc>
              <a:spcBef>
                <a:spcPts val="0"/>
              </a:spcBef>
              <a:spcAft>
                <a:spcPts val="0"/>
              </a:spcAft>
              <a:buSzPts val="1100"/>
              <a:buNone/>
            </a:pPr>
            <a:endParaRPr>
              <a:solidFill>
                <a:schemeClr val="dk1"/>
              </a:solidFill>
            </a:endParaRPr>
          </a:p>
          <a:p>
            <a:pPr marL="0" lvl="0" indent="0" algn="l" rtl="0">
              <a:lnSpc>
                <a:spcPct val="100000"/>
              </a:lnSpc>
              <a:spcBef>
                <a:spcPts val="0"/>
              </a:spcBef>
              <a:spcAft>
                <a:spcPts val="0"/>
              </a:spcAft>
              <a:buSzPts val="1100"/>
              <a:buNone/>
            </a:pPr>
            <a:endParaRPr>
              <a:solidFill>
                <a:schemeClr val="dk1"/>
              </a:solidFill>
            </a:endParaRPr>
          </a:p>
          <a:p>
            <a:pPr marL="0" lvl="0" indent="0" algn="l" rtl="0">
              <a:lnSpc>
                <a:spcPct val="115000"/>
              </a:lnSpc>
              <a:spcBef>
                <a:spcPts val="1600"/>
              </a:spcBef>
              <a:spcAft>
                <a:spcPts val="0"/>
              </a:spcAft>
              <a:buSzPts val="1100"/>
              <a:buNone/>
            </a:pPr>
            <a:endParaRPr sz="1200" b="1">
              <a:solidFill>
                <a:schemeClr val="dk1"/>
              </a:solidFil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4"/>
        <p:cNvGrpSpPr/>
        <p:nvPr/>
      </p:nvGrpSpPr>
      <p:grpSpPr>
        <a:xfrm>
          <a:off x="0" y="0"/>
          <a:ext cx="0" cy="0"/>
          <a:chOff x="0" y="0"/>
          <a:chExt cx="0" cy="0"/>
        </a:xfrm>
      </p:grpSpPr>
      <p:sp>
        <p:nvSpPr>
          <p:cNvPr id="1285" name="Google Shape;1285;p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6" name="Google Shape;1286;p5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 sz="1200" b="1">
                <a:solidFill>
                  <a:schemeClr val="dk1"/>
                </a:solidFill>
              </a:rPr>
              <a:t>Notes to the Facilitator: </a:t>
            </a:r>
            <a:endParaRPr sz="1200" b="1">
              <a:solidFill>
                <a:schemeClr val="dk1"/>
              </a:solidFill>
            </a:endParaRPr>
          </a:p>
          <a:p>
            <a:pPr marL="0" lvl="0" indent="0" algn="l" rtl="0">
              <a:lnSpc>
                <a:spcPct val="115000"/>
              </a:lnSpc>
              <a:spcBef>
                <a:spcPts val="0"/>
              </a:spcBef>
              <a:spcAft>
                <a:spcPts val="0"/>
              </a:spcAft>
              <a:buSzPts val="1100"/>
              <a:buNone/>
            </a:pPr>
            <a:r>
              <a:rPr lang="en" sz="1200">
                <a:solidFill>
                  <a:srgbClr val="374151"/>
                </a:solidFill>
              </a:rPr>
              <a:t>Guide participants through the implementation of robust documentation checks in Git using pre-commit hooks, ensuring project documentation adheres to standards, remains accurate, and contributes to a high-quality codebase.</a:t>
            </a:r>
            <a:endParaRPr sz="1200" b="1">
              <a:solidFill>
                <a:schemeClr val="dk1"/>
              </a:solidFill>
            </a:endParaRPr>
          </a:p>
          <a:p>
            <a:pPr marL="0" lvl="0" indent="0" algn="l" rtl="0">
              <a:lnSpc>
                <a:spcPct val="115000"/>
              </a:lnSpc>
              <a:spcBef>
                <a:spcPts val="0"/>
              </a:spcBef>
              <a:spcAft>
                <a:spcPts val="0"/>
              </a:spcAft>
              <a:buSzPts val="1100"/>
              <a:buNone/>
            </a:pPr>
            <a:endParaRPr sz="1200">
              <a:solidFill>
                <a:schemeClr val="dk1"/>
              </a:solidFill>
            </a:endParaRPr>
          </a:p>
          <a:p>
            <a:pPr marL="0" lvl="0" indent="0" algn="l" rtl="0">
              <a:lnSpc>
                <a:spcPct val="115000"/>
              </a:lnSpc>
              <a:spcBef>
                <a:spcPts val="0"/>
              </a:spcBef>
              <a:spcAft>
                <a:spcPts val="0"/>
              </a:spcAft>
              <a:buSzPts val="1100"/>
              <a:buNone/>
            </a:pPr>
            <a:r>
              <a:rPr lang="en" sz="1200" b="1">
                <a:solidFill>
                  <a:schemeClr val="dk1"/>
                </a:solidFill>
              </a:rPr>
              <a:t>Notes to the Participants:</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Documentation checks, often implemented using pre-commit or pre-push hooks, are mechanisms to enforce documentation standards and quality in a Git repository. These checks help ensure that project documentation is accurate, up-to-date, and follows established guidelines.</a:t>
            </a:r>
            <a:endParaRPr sz="1200">
              <a:solidFill>
                <a:schemeClr val="dk1"/>
              </a:solidFill>
            </a:endParaRPr>
          </a:p>
          <a:p>
            <a:pPr marL="0" lvl="0" indent="0" algn="l" rtl="0">
              <a:lnSpc>
                <a:spcPct val="115000"/>
              </a:lnSpc>
              <a:spcBef>
                <a:spcPts val="1500"/>
              </a:spcBef>
              <a:spcAft>
                <a:spcPts val="0"/>
              </a:spcAft>
              <a:buClr>
                <a:schemeClr val="dk1"/>
              </a:buClr>
              <a:buSzPts val="1100"/>
              <a:buFont typeface="Arial"/>
              <a:buNone/>
            </a:pPr>
            <a:r>
              <a:rPr lang="en" sz="1200">
                <a:solidFill>
                  <a:schemeClr val="dk1"/>
                </a:solidFill>
              </a:rPr>
              <a:t>Here's an example of implementing documentation checks using a pre-commit hook:</a:t>
            </a:r>
            <a:endParaRPr sz="1200">
              <a:solidFill>
                <a:schemeClr val="dk1"/>
              </a:solidFill>
            </a:endParaRPr>
          </a:p>
          <a:p>
            <a:pPr marL="457200" lvl="0" indent="-228600" algn="l" rtl="0">
              <a:lnSpc>
                <a:spcPct val="115000"/>
              </a:lnSpc>
              <a:spcBef>
                <a:spcPts val="1500"/>
              </a:spcBef>
              <a:spcAft>
                <a:spcPts val="0"/>
              </a:spcAft>
              <a:buClr>
                <a:schemeClr val="dk1"/>
              </a:buClr>
              <a:buSzPts val="1200"/>
              <a:buFont typeface="Arial"/>
              <a:buNone/>
            </a:pPr>
            <a:r>
              <a:rPr lang="en" sz="1200">
                <a:solidFill>
                  <a:schemeClr val="dk1"/>
                </a:solidFill>
              </a:rPr>
              <a:t>Create a Pre-commit Hook:</a:t>
            </a:r>
            <a:endParaRPr sz="1200">
              <a:solidFill>
                <a:schemeClr val="dk1"/>
              </a:solidFill>
            </a:endParaRPr>
          </a:p>
          <a:p>
            <a:pPr marL="914400" lvl="1" indent="-304800" algn="l" rtl="0">
              <a:lnSpc>
                <a:spcPct val="115000"/>
              </a:lnSpc>
              <a:spcBef>
                <a:spcPts val="0"/>
              </a:spcBef>
              <a:spcAft>
                <a:spcPts val="0"/>
              </a:spcAft>
              <a:buClr>
                <a:schemeClr val="dk1"/>
              </a:buClr>
              <a:buSzPts val="1200"/>
              <a:buFont typeface="Roboto"/>
              <a:buChar char="●"/>
            </a:pPr>
            <a:r>
              <a:rPr lang="en" sz="1200">
                <a:solidFill>
                  <a:schemeClr val="dk1"/>
                </a:solidFill>
              </a:rPr>
              <a:t>Navigate to the </a:t>
            </a:r>
            <a:r>
              <a:rPr lang="en" sz="1050">
                <a:solidFill>
                  <a:schemeClr val="dk1"/>
                </a:solidFill>
                <a:latin typeface="Courier New"/>
                <a:ea typeface="Courier New"/>
                <a:cs typeface="Courier New"/>
                <a:sym typeface="Courier New"/>
              </a:rPr>
              <a:t>.git/hooks/</a:t>
            </a:r>
            <a:r>
              <a:rPr lang="en" sz="1200">
                <a:solidFill>
                  <a:schemeClr val="dk1"/>
                </a:solidFill>
              </a:rPr>
              <a:t> directory in your Git repository.</a:t>
            </a:r>
            <a:endParaRPr sz="1200">
              <a:solidFill>
                <a:schemeClr val="dk1"/>
              </a:solidFill>
            </a:endParaRPr>
          </a:p>
          <a:p>
            <a:pPr marL="914400" lvl="1" indent="-304800" algn="l" rtl="0">
              <a:lnSpc>
                <a:spcPct val="115000"/>
              </a:lnSpc>
              <a:spcBef>
                <a:spcPts val="0"/>
              </a:spcBef>
              <a:spcAft>
                <a:spcPts val="0"/>
              </a:spcAft>
              <a:buClr>
                <a:schemeClr val="dk1"/>
              </a:buClr>
              <a:buSzPts val="1200"/>
              <a:buFont typeface="Roboto"/>
              <a:buChar char="●"/>
            </a:pPr>
            <a:r>
              <a:rPr lang="en" sz="1200">
                <a:solidFill>
                  <a:schemeClr val="dk1"/>
                </a:solidFill>
              </a:rPr>
              <a:t>Create a file named </a:t>
            </a:r>
            <a:r>
              <a:rPr lang="en" sz="1050">
                <a:solidFill>
                  <a:schemeClr val="dk1"/>
                </a:solidFill>
              </a:rPr>
              <a:t>pre-commit</a:t>
            </a:r>
            <a:r>
              <a:rPr lang="en" sz="1200">
                <a:solidFill>
                  <a:schemeClr val="dk1"/>
                </a:solidFill>
              </a:rPr>
              <a:t>.</a:t>
            </a:r>
            <a:endParaRPr sz="1200">
              <a:solidFill>
                <a:schemeClr val="dk1"/>
              </a:solidFill>
            </a:endParaRPr>
          </a:p>
          <a:p>
            <a:pPr marL="914400" lvl="1" indent="-304800" algn="l" rtl="0">
              <a:lnSpc>
                <a:spcPct val="115000"/>
              </a:lnSpc>
              <a:spcBef>
                <a:spcPts val="0"/>
              </a:spcBef>
              <a:spcAft>
                <a:spcPts val="0"/>
              </a:spcAft>
              <a:buClr>
                <a:schemeClr val="dk1"/>
              </a:buClr>
              <a:buSzPts val="1200"/>
              <a:buFont typeface="Roboto"/>
              <a:buChar char="●"/>
            </a:pPr>
            <a:r>
              <a:rPr lang="en" sz="1200">
                <a:solidFill>
                  <a:schemeClr val="dk1"/>
                </a:solidFill>
              </a:rPr>
              <a:t>Make the file executable: </a:t>
            </a:r>
            <a:r>
              <a:rPr lang="en" sz="1050">
                <a:solidFill>
                  <a:schemeClr val="dk1"/>
                </a:solidFill>
                <a:latin typeface="Courier New"/>
                <a:ea typeface="Courier New"/>
                <a:cs typeface="Courier New"/>
                <a:sym typeface="Courier New"/>
              </a:rPr>
              <a:t>chmod +x .git/hooks/pre-commit</a:t>
            </a:r>
            <a:r>
              <a:rPr lang="en" sz="1200">
                <a:solidFill>
                  <a:schemeClr val="dk1"/>
                </a:solidFill>
                <a:latin typeface="Courier New"/>
                <a:ea typeface="Courier New"/>
                <a:cs typeface="Courier New"/>
                <a:sym typeface="Courier New"/>
              </a:rPr>
              <a:t>.</a:t>
            </a:r>
            <a:endParaRPr sz="1200">
              <a:solidFill>
                <a:schemeClr val="dk1"/>
              </a:solidFill>
              <a:latin typeface="Courier New"/>
              <a:ea typeface="Courier New"/>
              <a:cs typeface="Courier New"/>
              <a:sym typeface="Courier New"/>
            </a:endParaRPr>
          </a:p>
          <a:p>
            <a:pPr marL="0" lvl="0" indent="0" algn="l" rtl="0">
              <a:lnSpc>
                <a:spcPct val="100000"/>
              </a:lnSpc>
              <a:spcBef>
                <a:spcPts val="1500"/>
              </a:spcBef>
              <a:spcAft>
                <a:spcPts val="0"/>
              </a:spcAft>
              <a:buSzPts val="1100"/>
              <a:buNone/>
            </a:pPr>
            <a:endParaRPr>
              <a:solidFill>
                <a:schemeClr val="dk1"/>
              </a:solidFill>
            </a:endParaRPr>
          </a:p>
          <a:p>
            <a:pPr marL="0" lvl="0" indent="0" algn="l" rtl="0">
              <a:lnSpc>
                <a:spcPct val="115000"/>
              </a:lnSpc>
              <a:spcBef>
                <a:spcPts val="1600"/>
              </a:spcBef>
              <a:spcAft>
                <a:spcPts val="0"/>
              </a:spcAft>
              <a:buSzPts val="1100"/>
              <a:buNone/>
            </a:pPr>
            <a:endParaRPr sz="1200" b="1">
              <a:solidFill>
                <a:schemeClr val="dk1"/>
              </a:solidFil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1"/>
        <p:cNvGrpSpPr/>
        <p:nvPr/>
      </p:nvGrpSpPr>
      <p:grpSpPr>
        <a:xfrm>
          <a:off x="0" y="0"/>
          <a:ext cx="0" cy="0"/>
          <a:chOff x="0" y="0"/>
          <a:chExt cx="0" cy="0"/>
        </a:xfrm>
      </p:grpSpPr>
      <p:sp>
        <p:nvSpPr>
          <p:cNvPr id="1292" name="Google Shape;1292;p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93" name="Google Shape;1293;p5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r>
              <a:rPr lang="en" sz="1200" b="1">
                <a:solidFill>
                  <a:schemeClr val="dk1"/>
                </a:solidFill>
              </a:rPr>
              <a:t>Notes to the Facilitator: </a:t>
            </a:r>
            <a:endParaRPr sz="1200" b="1">
              <a:solidFill>
                <a:schemeClr val="dk1"/>
              </a:solidFill>
            </a:endParaRPr>
          </a:p>
          <a:p>
            <a:pPr marL="0" lvl="0" indent="0" algn="l" rtl="0">
              <a:lnSpc>
                <a:spcPct val="115000"/>
              </a:lnSpc>
              <a:spcBef>
                <a:spcPts val="0"/>
              </a:spcBef>
              <a:spcAft>
                <a:spcPts val="0"/>
              </a:spcAft>
              <a:buSzPts val="1100"/>
              <a:buNone/>
            </a:pPr>
            <a:r>
              <a:rPr lang="en" sz="1200">
                <a:solidFill>
                  <a:srgbClr val="374151"/>
                </a:solidFill>
              </a:rPr>
              <a:t>Guide participants through the implementation of robust documentation checks in Git using pre-commit hooks, ensuring project documentation adheres to standards, remains accurate, and contributes to a high-quality codebase.</a:t>
            </a:r>
            <a:endParaRPr sz="1200" b="1">
              <a:solidFill>
                <a:schemeClr val="dk1"/>
              </a:solidFill>
            </a:endParaRPr>
          </a:p>
          <a:p>
            <a:pPr marL="0" lvl="0" indent="0" algn="l" rtl="0">
              <a:lnSpc>
                <a:spcPct val="115000"/>
              </a:lnSpc>
              <a:spcBef>
                <a:spcPts val="0"/>
              </a:spcBef>
              <a:spcAft>
                <a:spcPts val="0"/>
              </a:spcAft>
              <a:buSzPts val="1100"/>
              <a:buNone/>
            </a:pPr>
            <a:endParaRPr sz="1200">
              <a:solidFill>
                <a:schemeClr val="dk1"/>
              </a:solidFill>
            </a:endParaRPr>
          </a:p>
          <a:p>
            <a:pPr marL="0" lvl="0" indent="0" algn="l" rtl="0">
              <a:lnSpc>
                <a:spcPct val="115000"/>
              </a:lnSpc>
              <a:spcBef>
                <a:spcPts val="0"/>
              </a:spcBef>
              <a:spcAft>
                <a:spcPts val="0"/>
              </a:spcAft>
              <a:buSzPts val="1100"/>
              <a:buNone/>
            </a:pPr>
            <a:r>
              <a:rPr lang="en" sz="1200" b="1">
                <a:solidFill>
                  <a:schemeClr val="dk1"/>
                </a:solidFill>
              </a:rPr>
              <a:t>Notes to the Participants:</a:t>
            </a:r>
            <a:endParaRPr sz="1200">
              <a:solidFill>
                <a:schemeClr val="dk1"/>
              </a:solidFill>
              <a:latin typeface="Courier New"/>
              <a:ea typeface="Courier New"/>
              <a:cs typeface="Courier New"/>
              <a:sym typeface="Courier New"/>
            </a:endParaRPr>
          </a:p>
          <a:p>
            <a:pPr marL="457200" lvl="0" indent="-228600" algn="l" rtl="0">
              <a:lnSpc>
                <a:spcPct val="115000"/>
              </a:lnSpc>
              <a:spcBef>
                <a:spcPts val="1500"/>
              </a:spcBef>
              <a:spcAft>
                <a:spcPts val="0"/>
              </a:spcAft>
              <a:buClr>
                <a:schemeClr val="dk1"/>
              </a:buClr>
              <a:buSzPts val="1200"/>
              <a:buFont typeface="Arial"/>
              <a:buNone/>
            </a:pPr>
            <a:r>
              <a:rPr lang="en" sz="1200">
                <a:solidFill>
                  <a:schemeClr val="dk1"/>
                </a:solidFill>
              </a:rPr>
              <a:t>Define Documentation Checks:</a:t>
            </a:r>
            <a:endParaRPr sz="1200">
              <a:solidFill>
                <a:schemeClr val="dk1"/>
              </a:solidFill>
            </a:endParaRPr>
          </a:p>
          <a:p>
            <a:pPr marL="914400" lvl="1" indent="-304800" algn="l" rtl="0">
              <a:lnSpc>
                <a:spcPct val="115000"/>
              </a:lnSpc>
              <a:spcBef>
                <a:spcPts val="0"/>
              </a:spcBef>
              <a:spcAft>
                <a:spcPts val="0"/>
              </a:spcAft>
              <a:buClr>
                <a:schemeClr val="dk1"/>
              </a:buClr>
              <a:buSzPts val="1200"/>
              <a:buFont typeface="Roboto"/>
              <a:buChar char="●"/>
            </a:pPr>
            <a:r>
              <a:rPr lang="en" sz="1200">
                <a:solidFill>
                  <a:schemeClr val="dk1"/>
                </a:solidFill>
              </a:rPr>
              <a:t>Edit the </a:t>
            </a:r>
            <a:r>
              <a:rPr lang="en" sz="1050">
                <a:solidFill>
                  <a:schemeClr val="dk1"/>
                </a:solidFill>
              </a:rPr>
              <a:t>pre-commit</a:t>
            </a:r>
            <a:r>
              <a:rPr lang="en" sz="1200">
                <a:solidFill>
                  <a:schemeClr val="dk1"/>
                </a:solidFill>
              </a:rPr>
              <a:t> file and define the documentation checks you want to perform before allowing a commit.</a:t>
            </a:r>
            <a:endParaRPr sz="1200">
              <a:solidFill>
                <a:schemeClr val="dk1"/>
              </a:solidFill>
            </a:endParaRPr>
          </a:p>
          <a:p>
            <a:pPr marL="914400" lvl="1" indent="-304800" algn="l" rtl="0">
              <a:lnSpc>
                <a:spcPct val="115000"/>
              </a:lnSpc>
              <a:spcBef>
                <a:spcPts val="0"/>
              </a:spcBef>
              <a:spcAft>
                <a:spcPts val="0"/>
              </a:spcAft>
              <a:buClr>
                <a:schemeClr val="dk1"/>
              </a:buClr>
              <a:buSzPts val="1200"/>
              <a:buFont typeface="Arial"/>
              <a:buChar char="●"/>
            </a:pPr>
            <a:r>
              <a:rPr lang="en" sz="1200">
                <a:solidFill>
                  <a:schemeClr val="dk1"/>
                </a:solidFill>
              </a:rPr>
              <a:t>Common checks include verifying the presence of specific documentation files, ensuring they are not empty, or running linters to validate documentation syntax.</a:t>
            </a:r>
            <a:endParaRPr sz="1200">
              <a:solidFill>
                <a:schemeClr val="dk1"/>
              </a:solidFill>
            </a:endParaRPr>
          </a:p>
          <a:p>
            <a:pPr marL="457200" lvl="0" indent="-228600" algn="l" rtl="0">
              <a:lnSpc>
                <a:spcPct val="171429"/>
              </a:lnSpc>
              <a:spcBef>
                <a:spcPts val="0"/>
              </a:spcBef>
              <a:spcAft>
                <a:spcPts val="0"/>
              </a:spcAft>
              <a:buClr>
                <a:schemeClr val="dk1"/>
              </a:buClr>
              <a:buSzPts val="1200"/>
              <a:buFont typeface="Arial"/>
              <a:buNone/>
            </a:pPr>
            <a:r>
              <a:rPr lang="en" sz="1200">
                <a:solidFill>
                  <a:schemeClr val="dk1"/>
                </a:solidFill>
              </a:rPr>
              <a:t>Example pre-commit script:</a:t>
            </a:r>
            <a:endParaRPr sz="1200">
              <a:solidFill>
                <a:schemeClr val="dk1"/>
              </a:solidFill>
            </a:endParaRPr>
          </a:p>
          <a:p>
            <a:pPr marL="0" lvl="0" indent="0" algn="l" rtl="0">
              <a:lnSpc>
                <a:spcPct val="115000"/>
              </a:lnSpc>
              <a:spcBef>
                <a:spcPts val="1500"/>
              </a:spcBef>
              <a:spcAft>
                <a:spcPts val="0"/>
              </a:spcAft>
              <a:buSzPts val="1100"/>
              <a:buNone/>
            </a:pPr>
            <a:r>
              <a:rPr lang="en" sz="1050">
                <a:solidFill>
                  <a:schemeClr val="dk1"/>
                </a:solidFill>
                <a:latin typeface="Courier New"/>
                <a:ea typeface="Courier New"/>
                <a:cs typeface="Courier New"/>
                <a:sym typeface="Courier New"/>
              </a:rPr>
              <a:t>#!/bin/bash</a:t>
            </a:r>
            <a:endParaRPr sz="10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endParaRPr sz="10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r>
              <a:rPr lang="en" sz="1050">
                <a:solidFill>
                  <a:schemeClr val="dk1"/>
                </a:solidFill>
                <a:latin typeface="Courier New"/>
                <a:ea typeface="Courier New"/>
                <a:cs typeface="Courier New"/>
                <a:sym typeface="Courier New"/>
              </a:rPr>
              <a:t># Check for the presence of documentation files</a:t>
            </a:r>
            <a:endParaRPr sz="10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r>
              <a:rPr lang="en" sz="1050">
                <a:solidFill>
                  <a:schemeClr val="dk1"/>
                </a:solidFill>
                <a:latin typeface="Courier New"/>
                <a:ea typeface="Courier New"/>
                <a:cs typeface="Courier New"/>
                <a:sym typeface="Courier New"/>
              </a:rPr>
              <a:t>if [ ! -f README.md ]; then</a:t>
            </a:r>
            <a:endParaRPr sz="10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r>
              <a:rPr lang="en" sz="1050">
                <a:solidFill>
                  <a:schemeClr val="dk1"/>
                </a:solidFill>
                <a:latin typeface="Courier New"/>
                <a:ea typeface="Courier New"/>
                <a:cs typeface="Courier New"/>
                <a:sym typeface="Courier New"/>
              </a:rPr>
              <a:t> echo "Error: README.md is missing. Please add project documentation."</a:t>
            </a:r>
            <a:endParaRPr sz="10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r>
              <a:rPr lang="en" sz="1050">
                <a:solidFill>
                  <a:schemeClr val="dk1"/>
                </a:solidFill>
                <a:latin typeface="Courier New"/>
                <a:ea typeface="Courier New"/>
                <a:cs typeface="Courier New"/>
                <a:sym typeface="Courier New"/>
              </a:rPr>
              <a:t> exit 1</a:t>
            </a:r>
            <a:endParaRPr sz="10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r>
              <a:rPr lang="en" sz="1050">
                <a:solidFill>
                  <a:schemeClr val="dk1"/>
                </a:solidFill>
                <a:latin typeface="Courier New"/>
                <a:ea typeface="Courier New"/>
                <a:cs typeface="Courier New"/>
                <a:sym typeface="Courier New"/>
              </a:rPr>
              <a:t>fi</a:t>
            </a:r>
            <a:endParaRPr sz="10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endParaRPr sz="10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r>
              <a:rPr lang="en" sz="1050">
                <a:solidFill>
                  <a:schemeClr val="dk1"/>
                </a:solidFill>
                <a:latin typeface="Courier New"/>
                <a:ea typeface="Courier New"/>
                <a:cs typeface="Courier New"/>
                <a:sym typeface="Courier New"/>
              </a:rPr>
              <a:t># Check for empty documentation files</a:t>
            </a:r>
            <a:endParaRPr sz="10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r>
              <a:rPr lang="en" sz="1050">
                <a:solidFill>
                  <a:schemeClr val="dk1"/>
                </a:solidFill>
                <a:latin typeface="Courier New"/>
                <a:ea typeface="Courier New"/>
                <a:cs typeface="Courier New"/>
                <a:sym typeface="Courier New"/>
              </a:rPr>
              <a:t>if [ -s CHANGELOG.md ]; then</a:t>
            </a:r>
            <a:endParaRPr sz="10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r>
              <a:rPr lang="en" sz="1050">
                <a:solidFill>
                  <a:schemeClr val="dk1"/>
                </a:solidFill>
                <a:latin typeface="Courier New"/>
                <a:ea typeface="Courier New"/>
                <a:cs typeface="Courier New"/>
                <a:sym typeface="Courier New"/>
              </a:rPr>
              <a:t> echo "Error: CHANGELOG.md is empty. Please add project changelog information."</a:t>
            </a:r>
            <a:endParaRPr sz="10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r>
              <a:rPr lang="en" sz="1050">
                <a:solidFill>
                  <a:schemeClr val="dk1"/>
                </a:solidFill>
                <a:latin typeface="Courier New"/>
                <a:ea typeface="Courier New"/>
                <a:cs typeface="Courier New"/>
                <a:sym typeface="Courier New"/>
              </a:rPr>
              <a:t> exit 1</a:t>
            </a:r>
            <a:endParaRPr sz="10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r>
              <a:rPr lang="en" sz="1050">
                <a:solidFill>
                  <a:schemeClr val="dk1"/>
                </a:solidFill>
                <a:latin typeface="Courier New"/>
                <a:ea typeface="Courier New"/>
                <a:cs typeface="Courier New"/>
                <a:sym typeface="Courier New"/>
              </a:rPr>
              <a:t>fi</a:t>
            </a:r>
            <a:endParaRPr sz="10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endParaRPr sz="10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r>
              <a:rPr lang="en" sz="1050">
                <a:solidFill>
                  <a:schemeClr val="dk1"/>
                </a:solidFill>
                <a:latin typeface="Courier New"/>
                <a:ea typeface="Courier New"/>
                <a:cs typeface="Courier New"/>
                <a:sym typeface="Courier New"/>
              </a:rPr>
              <a:t># Additional documentation checks...</a:t>
            </a:r>
            <a:endParaRPr sz="10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endParaRPr sz="10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r>
              <a:rPr lang="en" sz="1050">
                <a:solidFill>
                  <a:schemeClr val="dk1"/>
                </a:solidFill>
                <a:latin typeface="Courier New"/>
                <a:ea typeface="Courier New"/>
                <a:cs typeface="Courier New"/>
                <a:sym typeface="Courier New"/>
              </a:rPr>
              <a:t># If all checks pass, allow the commit</a:t>
            </a:r>
            <a:endParaRPr sz="1050">
              <a:solidFill>
                <a:schemeClr val="dk1"/>
              </a:solidFill>
              <a:latin typeface="Courier New"/>
              <a:ea typeface="Courier New"/>
              <a:cs typeface="Courier New"/>
              <a:sym typeface="Courier New"/>
            </a:endParaRPr>
          </a:p>
          <a:p>
            <a:pPr marL="0" lvl="0" indent="0" algn="l" rtl="0">
              <a:lnSpc>
                <a:spcPct val="115000"/>
              </a:lnSpc>
              <a:spcBef>
                <a:spcPts val="1500"/>
              </a:spcBef>
              <a:spcAft>
                <a:spcPts val="0"/>
              </a:spcAft>
              <a:buSzPts val="1100"/>
              <a:buNone/>
            </a:pPr>
            <a:r>
              <a:rPr lang="en" sz="1050">
                <a:solidFill>
                  <a:schemeClr val="dk1"/>
                </a:solidFill>
                <a:latin typeface="Courier New"/>
                <a:ea typeface="Courier New"/>
                <a:cs typeface="Courier New"/>
                <a:sym typeface="Courier New"/>
              </a:rPr>
              <a:t>exit 0</a:t>
            </a:r>
            <a:endParaRPr sz="1050">
              <a:solidFill>
                <a:schemeClr val="dk1"/>
              </a:solidFill>
              <a:latin typeface="Courier New"/>
              <a:ea typeface="Courier New"/>
              <a:cs typeface="Courier New"/>
              <a:sym typeface="Courier New"/>
            </a:endParaRPr>
          </a:p>
          <a:p>
            <a:pPr marL="457200" lvl="0" indent="-228600" algn="l" rtl="0">
              <a:lnSpc>
                <a:spcPct val="115000"/>
              </a:lnSpc>
              <a:spcBef>
                <a:spcPts val="1500"/>
              </a:spcBef>
              <a:spcAft>
                <a:spcPts val="0"/>
              </a:spcAft>
              <a:buClr>
                <a:schemeClr val="dk1"/>
              </a:buClr>
              <a:buSzPts val="1200"/>
              <a:buFont typeface="Arial"/>
              <a:buNone/>
            </a:pPr>
            <a:endParaRPr sz="1200">
              <a:solidFill>
                <a:schemeClr val="dk1"/>
              </a:solidFill>
            </a:endParaRPr>
          </a:p>
          <a:p>
            <a:pPr marL="457200" lvl="0" indent="-228600" algn="l" rtl="0">
              <a:lnSpc>
                <a:spcPct val="115000"/>
              </a:lnSpc>
              <a:spcBef>
                <a:spcPts val="0"/>
              </a:spcBef>
              <a:spcAft>
                <a:spcPts val="0"/>
              </a:spcAft>
              <a:buClr>
                <a:schemeClr val="dk1"/>
              </a:buClr>
              <a:buSzPts val="1200"/>
              <a:buFont typeface="Arial"/>
              <a:buNone/>
            </a:pPr>
            <a:r>
              <a:rPr lang="en" sz="1200">
                <a:solidFill>
                  <a:schemeClr val="dk1"/>
                </a:solidFill>
              </a:rPr>
              <a:t>Testing and Integration:</a:t>
            </a:r>
            <a:endParaRPr sz="1200">
              <a:solidFill>
                <a:schemeClr val="dk1"/>
              </a:solidFill>
            </a:endParaRPr>
          </a:p>
          <a:p>
            <a:pPr marL="914400" lvl="1" indent="-304800" algn="l" rtl="0">
              <a:lnSpc>
                <a:spcPct val="115000"/>
              </a:lnSpc>
              <a:spcBef>
                <a:spcPts val="0"/>
              </a:spcBef>
              <a:spcAft>
                <a:spcPts val="0"/>
              </a:spcAft>
              <a:buClr>
                <a:schemeClr val="dk1"/>
              </a:buClr>
              <a:buSzPts val="1200"/>
              <a:buFont typeface="Arial"/>
              <a:buChar char="●"/>
            </a:pPr>
            <a:r>
              <a:rPr lang="en" sz="1200">
                <a:solidFill>
                  <a:schemeClr val="dk1"/>
                </a:solidFill>
              </a:rPr>
              <a:t>Test the documentation checks by attempting to commit changes with missing or empty documentation files.</a:t>
            </a:r>
            <a:endParaRPr sz="1200">
              <a:solidFill>
                <a:schemeClr val="dk1"/>
              </a:solidFill>
            </a:endParaRPr>
          </a:p>
          <a:p>
            <a:pPr marL="914400" lvl="1" indent="-304800" algn="l" rtl="0">
              <a:lnSpc>
                <a:spcPct val="115000"/>
              </a:lnSpc>
              <a:spcBef>
                <a:spcPts val="0"/>
              </a:spcBef>
              <a:spcAft>
                <a:spcPts val="0"/>
              </a:spcAft>
              <a:buClr>
                <a:schemeClr val="dk1"/>
              </a:buClr>
              <a:buSzPts val="1200"/>
              <a:buFont typeface="Arial"/>
              <a:buChar char="●"/>
            </a:pPr>
            <a:r>
              <a:rPr lang="en" sz="1200">
                <a:solidFill>
                  <a:schemeClr val="dk1"/>
                </a:solidFill>
              </a:rPr>
              <a:t>Integrate the pre-commit hook into your workflow to enforce documentation standards for all contributors.</a:t>
            </a:r>
            <a:endParaRPr sz="1200">
              <a:solidFill>
                <a:schemeClr val="dk1"/>
              </a:solidFill>
            </a:endParaRPr>
          </a:p>
          <a:p>
            <a:pPr marL="0" lvl="0" indent="0" algn="l" rtl="0">
              <a:lnSpc>
                <a:spcPct val="115000"/>
              </a:lnSpc>
              <a:spcBef>
                <a:spcPts val="1500"/>
              </a:spcBef>
              <a:spcAft>
                <a:spcPts val="0"/>
              </a:spcAft>
              <a:buSzPts val="1100"/>
              <a:buNone/>
            </a:pPr>
            <a:endParaRPr sz="1200">
              <a:solidFill>
                <a:schemeClr val="dk1"/>
              </a:solidFill>
            </a:endParaRPr>
          </a:p>
          <a:p>
            <a:pPr marL="914400" lvl="0" indent="0" algn="l" rtl="0">
              <a:lnSpc>
                <a:spcPct val="115000"/>
              </a:lnSpc>
              <a:spcBef>
                <a:spcPts val="1500"/>
              </a:spcBef>
              <a:spcAft>
                <a:spcPts val="0"/>
              </a:spcAft>
              <a:buSzPts val="1100"/>
              <a:buNone/>
            </a:pPr>
            <a:endParaRPr sz="1200">
              <a:solidFill>
                <a:schemeClr val="dk1"/>
              </a:solidFill>
            </a:endParaRPr>
          </a:p>
          <a:p>
            <a:pPr marL="0" lvl="0" indent="0" algn="l" rtl="0">
              <a:lnSpc>
                <a:spcPct val="115000"/>
              </a:lnSpc>
              <a:spcBef>
                <a:spcPts val="1500"/>
              </a:spcBef>
              <a:spcAft>
                <a:spcPts val="0"/>
              </a:spcAft>
              <a:buClr>
                <a:schemeClr val="dk1"/>
              </a:buClr>
              <a:buSzPts val="1100"/>
              <a:buFont typeface="Arial"/>
              <a:buNone/>
            </a:pPr>
            <a:endParaRPr sz="1200">
              <a:solidFill>
                <a:schemeClr val="dk1"/>
              </a:solidFill>
            </a:endParaRPr>
          </a:p>
          <a:p>
            <a:pPr marL="0" lvl="0" indent="0" algn="l" rtl="0">
              <a:lnSpc>
                <a:spcPct val="115000"/>
              </a:lnSpc>
              <a:spcBef>
                <a:spcPts val="1500"/>
              </a:spcBef>
              <a:spcAft>
                <a:spcPts val="0"/>
              </a:spcAft>
              <a:buSzPts val="1100"/>
              <a:buNone/>
            </a:pPr>
            <a:endParaRPr sz="1200">
              <a:solidFill>
                <a:schemeClr val="dk1"/>
              </a:solidFill>
            </a:endParaRPr>
          </a:p>
          <a:p>
            <a:pPr marL="0" lvl="0" indent="0" algn="l" rtl="0">
              <a:lnSpc>
                <a:spcPct val="115000"/>
              </a:lnSpc>
              <a:spcBef>
                <a:spcPts val="1500"/>
              </a:spcBef>
              <a:spcAft>
                <a:spcPts val="0"/>
              </a:spcAft>
              <a:buSzPts val="1100"/>
              <a:buNone/>
            </a:pPr>
            <a:endParaRPr sz="1200">
              <a:solidFill>
                <a:schemeClr val="dk1"/>
              </a:solidFill>
            </a:endParaRPr>
          </a:p>
          <a:p>
            <a:pPr marL="457200" lvl="0" indent="0" algn="l" rtl="0">
              <a:lnSpc>
                <a:spcPct val="115000"/>
              </a:lnSpc>
              <a:spcBef>
                <a:spcPts val="1500"/>
              </a:spcBef>
              <a:spcAft>
                <a:spcPts val="0"/>
              </a:spcAft>
              <a:buSzPts val="1100"/>
              <a:buNone/>
            </a:pPr>
            <a:endParaRPr sz="1200">
              <a:solidFill>
                <a:schemeClr val="dk1"/>
              </a:solidFill>
            </a:endParaRPr>
          </a:p>
          <a:p>
            <a:pPr marL="914400" lvl="0" indent="0" algn="l" rtl="0">
              <a:lnSpc>
                <a:spcPct val="115000"/>
              </a:lnSpc>
              <a:spcBef>
                <a:spcPts val="1500"/>
              </a:spcBef>
              <a:spcAft>
                <a:spcPts val="0"/>
              </a:spcAft>
              <a:buSzPts val="1100"/>
              <a:buNone/>
            </a:pPr>
            <a:endParaRPr sz="1200">
              <a:solidFill>
                <a:schemeClr val="dk1"/>
              </a:solidFill>
            </a:endParaRPr>
          </a:p>
          <a:p>
            <a:pPr marL="0" lvl="0" indent="0" algn="l" rtl="0">
              <a:lnSpc>
                <a:spcPct val="115000"/>
              </a:lnSpc>
              <a:spcBef>
                <a:spcPts val="1500"/>
              </a:spcBef>
              <a:spcAft>
                <a:spcPts val="0"/>
              </a:spcAft>
              <a:buSzPts val="1100"/>
              <a:buNone/>
            </a:pPr>
            <a:endParaRPr sz="1200">
              <a:solidFill>
                <a:schemeClr val="dk1"/>
              </a:solidFill>
            </a:endParaRPr>
          </a:p>
          <a:p>
            <a:pPr marL="0" lvl="0" indent="0" algn="l" rtl="0">
              <a:lnSpc>
                <a:spcPct val="115000"/>
              </a:lnSpc>
              <a:spcBef>
                <a:spcPts val="1500"/>
              </a:spcBef>
              <a:spcAft>
                <a:spcPts val="0"/>
              </a:spcAft>
              <a:buSzPts val="1100"/>
              <a:buNone/>
            </a:pPr>
            <a:endParaRPr sz="1200">
              <a:solidFill>
                <a:schemeClr val="dk1"/>
              </a:solidFill>
            </a:endParaRPr>
          </a:p>
          <a:p>
            <a:pPr marL="1371600" lvl="0" indent="0" algn="l" rtl="0">
              <a:lnSpc>
                <a:spcPct val="115000"/>
              </a:lnSpc>
              <a:spcBef>
                <a:spcPts val="1500"/>
              </a:spcBef>
              <a:spcAft>
                <a:spcPts val="0"/>
              </a:spcAft>
              <a:buSzPts val="1100"/>
              <a:buNone/>
            </a:pPr>
            <a:endParaRPr sz="1200">
              <a:solidFill>
                <a:schemeClr val="dk1"/>
              </a:solidFill>
            </a:endParaRPr>
          </a:p>
          <a:p>
            <a:pPr marL="0" lvl="0" indent="0" algn="l" rtl="0">
              <a:lnSpc>
                <a:spcPct val="100000"/>
              </a:lnSpc>
              <a:spcBef>
                <a:spcPts val="1500"/>
              </a:spcBef>
              <a:spcAft>
                <a:spcPts val="0"/>
              </a:spcAft>
              <a:buSzPts val="1100"/>
              <a:buNone/>
            </a:pPr>
            <a:endParaRPr>
              <a:solidFill>
                <a:schemeClr val="dk1"/>
              </a:solidFill>
            </a:endParaRPr>
          </a:p>
          <a:p>
            <a:pPr marL="0" lvl="0" indent="0" algn="l" rtl="0">
              <a:lnSpc>
                <a:spcPct val="100000"/>
              </a:lnSpc>
              <a:spcBef>
                <a:spcPts val="0"/>
              </a:spcBef>
              <a:spcAft>
                <a:spcPts val="0"/>
              </a:spcAft>
              <a:buSzPts val="1100"/>
              <a:buNone/>
            </a:pPr>
            <a:endParaRPr>
              <a:solidFill>
                <a:schemeClr val="dk1"/>
              </a:solidFill>
            </a:endParaRPr>
          </a:p>
          <a:p>
            <a:pPr marL="0" lvl="0" indent="0" algn="l" rtl="0">
              <a:lnSpc>
                <a:spcPct val="100000"/>
              </a:lnSpc>
              <a:spcBef>
                <a:spcPts val="0"/>
              </a:spcBef>
              <a:spcAft>
                <a:spcPts val="0"/>
              </a:spcAft>
              <a:buSzPts val="1100"/>
              <a:buNone/>
            </a:pPr>
            <a:endParaRPr>
              <a:solidFill>
                <a:schemeClr val="dk1"/>
              </a:solidFill>
            </a:endParaRPr>
          </a:p>
          <a:p>
            <a:pPr marL="0" lvl="0" indent="0" algn="l" rtl="0">
              <a:lnSpc>
                <a:spcPct val="115000"/>
              </a:lnSpc>
              <a:spcBef>
                <a:spcPts val="1600"/>
              </a:spcBef>
              <a:spcAft>
                <a:spcPts val="0"/>
              </a:spcAft>
              <a:buSzPts val="1100"/>
              <a:buNone/>
            </a:pPr>
            <a:endParaRPr sz="1200" b="1">
              <a:solidFill>
                <a:schemeClr val="dk1"/>
              </a:solidFill>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9"/>
        <p:cNvGrpSpPr/>
        <p:nvPr/>
      </p:nvGrpSpPr>
      <p:grpSpPr>
        <a:xfrm>
          <a:off x="0" y="0"/>
          <a:ext cx="0" cy="0"/>
          <a:chOff x="0" y="0"/>
          <a:chExt cx="0" cy="0"/>
        </a:xfrm>
      </p:grpSpPr>
      <p:sp>
        <p:nvSpPr>
          <p:cNvPr id="1300" name="Google Shape;1300;p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01" name="Google Shape;1301;p5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Notes to the Facilitator:</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Ask the participants to attempt the question on the screen.</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Answer:</a:t>
            </a:r>
            <a:r>
              <a:rPr lang="en" sz="1200" b="1">
                <a:solidFill>
                  <a:schemeClr val="dk1"/>
                </a:solidFill>
                <a:latin typeface="Calibri"/>
                <a:ea typeface="Calibri"/>
                <a:cs typeface="Calibri"/>
                <a:sym typeface="Calibri"/>
              </a:rPr>
              <a:t> </a:t>
            </a:r>
            <a:r>
              <a:rPr lang="en" sz="1200">
                <a:solidFill>
                  <a:schemeClr val="dk1"/>
                </a:solidFill>
                <a:latin typeface="Calibri"/>
                <a:ea typeface="Calibri"/>
                <a:cs typeface="Calibri"/>
                <a:sym typeface="Calibri"/>
              </a:rPr>
              <a:t>B</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Notes to the Participants:</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Attempt the question on the screen. You will get one attempt.</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5"/>
        <p:cNvGrpSpPr/>
        <p:nvPr/>
      </p:nvGrpSpPr>
      <p:grpSpPr>
        <a:xfrm>
          <a:off x="0" y="0"/>
          <a:ext cx="0" cy="0"/>
          <a:chOff x="0" y="0"/>
          <a:chExt cx="0" cy="0"/>
        </a:xfrm>
      </p:grpSpPr>
      <p:sp>
        <p:nvSpPr>
          <p:cNvPr id="1306" name="Google Shape;1306;p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07" name="Google Shape;1307;p5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Notes to the Facilitator:</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Ask the participants to attempt the question on the screen.</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Answer:</a:t>
            </a:r>
            <a:r>
              <a:rPr lang="en" sz="1200" b="1">
                <a:solidFill>
                  <a:schemeClr val="dk1"/>
                </a:solidFill>
                <a:latin typeface="Calibri"/>
                <a:ea typeface="Calibri"/>
                <a:cs typeface="Calibri"/>
                <a:sym typeface="Calibri"/>
              </a:rPr>
              <a:t> </a:t>
            </a:r>
            <a:r>
              <a:rPr lang="en" sz="1200">
                <a:solidFill>
                  <a:schemeClr val="dk1"/>
                </a:solidFill>
                <a:latin typeface="Calibri"/>
                <a:ea typeface="Calibri"/>
                <a:cs typeface="Calibri"/>
                <a:sym typeface="Calibri"/>
              </a:rPr>
              <a:t>B</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Notes to the Participants:</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Attempt the question on the screen. You will get one attempt.</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1"/>
        <p:cNvGrpSpPr/>
        <p:nvPr/>
      </p:nvGrpSpPr>
      <p:grpSpPr>
        <a:xfrm>
          <a:off x="0" y="0"/>
          <a:ext cx="0" cy="0"/>
          <a:chOff x="0" y="0"/>
          <a:chExt cx="0" cy="0"/>
        </a:xfrm>
      </p:grpSpPr>
      <p:sp>
        <p:nvSpPr>
          <p:cNvPr id="1312" name="Google Shape;1312;p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13" name="Google Shape;1313;p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Notes to the Facilitator:</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Ask the participants to attempt the question on the screen.</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Answer:</a:t>
            </a:r>
            <a:r>
              <a:rPr lang="en" sz="1200" b="1">
                <a:solidFill>
                  <a:schemeClr val="dk1"/>
                </a:solidFill>
                <a:latin typeface="Calibri"/>
                <a:ea typeface="Calibri"/>
                <a:cs typeface="Calibri"/>
                <a:sym typeface="Calibri"/>
              </a:rPr>
              <a:t> </a:t>
            </a:r>
            <a:r>
              <a:rPr lang="en" sz="1200">
                <a:solidFill>
                  <a:schemeClr val="dk1"/>
                </a:solidFill>
                <a:latin typeface="Calibri"/>
                <a:ea typeface="Calibri"/>
                <a:cs typeface="Calibri"/>
                <a:sym typeface="Calibri"/>
              </a:rPr>
              <a:t>C</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Notes to the Participants:</a:t>
            </a:r>
            <a:endParaRPr sz="1200" b="1">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Attempt the question on the screen. You will get one attempt.</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7"/>
        <p:cNvGrpSpPr/>
        <p:nvPr/>
      </p:nvGrpSpPr>
      <p:grpSpPr>
        <a:xfrm>
          <a:off x="0" y="0"/>
          <a:ext cx="0" cy="0"/>
          <a:chOff x="0" y="0"/>
          <a:chExt cx="0" cy="0"/>
        </a:xfrm>
      </p:grpSpPr>
      <p:sp>
        <p:nvSpPr>
          <p:cNvPr id="1318" name="Google Shape;1318;p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19" name="Google Shape;1319;p6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b="1"/>
              <a:t>Notes to the Facilitator:</a:t>
            </a:r>
            <a:endParaRPr b="1"/>
          </a:p>
          <a:p>
            <a:pPr marL="457200" lvl="0" indent="-228600" algn="l" rtl="0">
              <a:lnSpc>
                <a:spcPct val="100000"/>
              </a:lnSpc>
              <a:spcBef>
                <a:spcPts val="0"/>
              </a:spcBef>
              <a:spcAft>
                <a:spcPts val="0"/>
              </a:spcAft>
              <a:buClr>
                <a:schemeClr val="dk1"/>
              </a:buClr>
              <a:buSzPts val="1100"/>
              <a:buFont typeface="Arial"/>
              <a:buNone/>
            </a:pPr>
            <a:r>
              <a:rPr lang="en"/>
              <a:t>Share the module summary with the participants.</a:t>
            </a:r>
            <a:endParaRPr/>
          </a:p>
          <a:p>
            <a:pPr marL="457200" lvl="0" indent="-228600" algn="l" rtl="0">
              <a:lnSpc>
                <a:spcPct val="100000"/>
              </a:lnSpc>
              <a:spcBef>
                <a:spcPts val="0"/>
              </a:spcBef>
              <a:spcAft>
                <a:spcPts val="0"/>
              </a:spcAft>
              <a:buSzPts val="1100"/>
              <a:buNone/>
            </a:pPr>
            <a:r>
              <a:rPr lang="en"/>
              <a:t>Ask the participants if they have any questions. They can ask their queries by raising their hands.</a:t>
            </a:r>
            <a:endParaRPr/>
          </a:p>
          <a:p>
            <a:pPr marL="457200" lvl="0" indent="-22860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 b="1">
                <a:solidFill>
                  <a:schemeClr val="dk1"/>
                </a:solidFill>
              </a:rPr>
              <a:t>Notes to the Participants:</a:t>
            </a:r>
            <a:endParaRPr b="1">
              <a:solidFill>
                <a:schemeClr val="dk1"/>
              </a:solidFill>
            </a:endParaRPr>
          </a:p>
          <a:p>
            <a:pPr marL="0" lvl="0" indent="0" algn="l" rtl="0">
              <a:lnSpc>
                <a:spcPct val="115000"/>
              </a:lnSpc>
              <a:spcBef>
                <a:spcPts val="0"/>
              </a:spcBef>
              <a:spcAft>
                <a:spcPts val="0"/>
              </a:spcAft>
              <a:buSzPts val="1100"/>
              <a:buNone/>
            </a:pPr>
            <a:r>
              <a:rPr lang="en" sz="1200">
                <a:solidFill>
                  <a:srgbClr val="374151"/>
                </a:solidFill>
              </a:rPr>
              <a:t>Congratulations on completing this module! Throughout, you've acquired foundational Git commands, delved into cloning, tracking branches, and synchronizing changes with remote repositories. Additionally, you've mastered advanced techniques like rebasing and commit squashing, along with implementing pre and post-commit hooks for tailored workflows. Well done!</a:t>
            </a:r>
            <a:endParaRPr sz="1200">
              <a:solidFill>
                <a:srgbClr val="374151"/>
              </a:solidFill>
            </a:endParaRPr>
          </a:p>
          <a:p>
            <a:pPr marL="457200" lvl="0" indent="0" algn="l" rtl="0">
              <a:lnSpc>
                <a:spcPct val="115000"/>
              </a:lnSpc>
              <a:spcBef>
                <a:spcPts val="0"/>
              </a:spcBef>
              <a:spcAft>
                <a:spcPts val="0"/>
              </a:spcAft>
              <a:buSzPts val="1100"/>
              <a:buNone/>
            </a:pPr>
            <a:endParaRPr sz="1200">
              <a:solidFill>
                <a:srgbClr val="374151"/>
              </a:solidFill>
            </a:endParaRPr>
          </a:p>
          <a:p>
            <a:pPr marL="914400" lvl="0" indent="0" algn="l" rtl="0">
              <a:lnSpc>
                <a:spcPct val="115000"/>
              </a:lnSpc>
              <a:spcBef>
                <a:spcPts val="0"/>
              </a:spcBef>
              <a:spcAft>
                <a:spcPts val="0"/>
              </a:spcAft>
              <a:buSzPts val="1100"/>
              <a:buNone/>
            </a:pPr>
            <a:endParaRPr sz="1200">
              <a:solidFill>
                <a:srgbClr val="374151"/>
              </a:solidFill>
            </a:endParaRPr>
          </a:p>
          <a:p>
            <a:pPr marL="914400" lvl="0" indent="0" algn="l" rtl="0">
              <a:lnSpc>
                <a:spcPct val="115000"/>
              </a:lnSpc>
              <a:spcBef>
                <a:spcPts val="0"/>
              </a:spcBef>
              <a:spcAft>
                <a:spcPts val="0"/>
              </a:spcAft>
              <a:buSzPts val="1100"/>
              <a:buNone/>
            </a:pPr>
            <a:endParaRPr sz="1200">
              <a:solidFill>
                <a:schemeClr val="dk1"/>
              </a:solidFill>
            </a:endParaRPr>
          </a:p>
          <a:p>
            <a:pPr marL="457200" lvl="0" indent="0" algn="l" rtl="0">
              <a:lnSpc>
                <a:spcPct val="115000"/>
              </a:lnSpc>
              <a:spcBef>
                <a:spcPts val="0"/>
              </a:spcBef>
              <a:spcAft>
                <a:spcPts val="0"/>
              </a:spcAft>
              <a:buClr>
                <a:schemeClr val="dk1"/>
              </a:buClr>
              <a:buSzPts val="1100"/>
              <a:buFont typeface="Arial"/>
              <a:buNone/>
            </a:pPr>
            <a:endParaRPr sz="1200">
              <a:solidFill>
                <a:schemeClr val="dk1"/>
              </a:solidFill>
            </a:endParaRPr>
          </a:p>
          <a:p>
            <a:pPr marL="457200" lvl="0" indent="0" algn="l" rtl="0">
              <a:lnSpc>
                <a:spcPct val="115000"/>
              </a:lnSpc>
              <a:spcBef>
                <a:spcPts val="0"/>
              </a:spcBef>
              <a:spcAft>
                <a:spcPts val="0"/>
              </a:spcAft>
              <a:buSzPts val="1100"/>
              <a:buNone/>
            </a:pPr>
            <a:endParaRPr sz="1200">
              <a:solidFill>
                <a:schemeClr val="dk1"/>
              </a:solidFill>
            </a:endParaRPr>
          </a:p>
          <a:p>
            <a:pPr marL="0" lvl="0" indent="0" algn="l" rtl="0">
              <a:lnSpc>
                <a:spcPct val="100000"/>
              </a:lnSpc>
              <a:spcBef>
                <a:spcPts val="0"/>
              </a:spcBef>
              <a:spcAft>
                <a:spcPts val="0"/>
              </a:spcAft>
              <a:buSzPts val="1100"/>
              <a:buNone/>
            </a:pPr>
            <a:endParaRPr b="1">
              <a:solidFill>
                <a:schemeClr val="dk1"/>
              </a:solidFill>
            </a:endParaRPr>
          </a:p>
          <a:p>
            <a:pPr marL="0" lvl="0" indent="0" algn="l" rtl="0">
              <a:lnSpc>
                <a:spcPct val="100000"/>
              </a:lnSpc>
              <a:spcBef>
                <a:spcPts val="0"/>
              </a:spcBef>
              <a:spcAft>
                <a:spcPts val="0"/>
              </a:spcAft>
              <a:buClr>
                <a:schemeClr val="dk1"/>
              </a:buClr>
              <a:buSzPts val="1100"/>
              <a:buFont typeface="Arial"/>
              <a:buNone/>
            </a:pPr>
            <a:endParaRPr b="1">
              <a:solidFill>
                <a:schemeClr val="dk1"/>
              </a:solidFill>
            </a:endParaRPr>
          </a:p>
          <a:p>
            <a:pPr marL="457200" lvl="0" indent="-228600" algn="l" rtl="0">
              <a:lnSpc>
                <a:spcPct val="100000"/>
              </a:lnSpc>
              <a:spcBef>
                <a:spcPts val="0"/>
              </a:spcBef>
              <a:spcAft>
                <a:spcPts val="0"/>
              </a:spcAft>
              <a:buClr>
                <a:schemeClr val="dk1"/>
              </a:buClr>
              <a:buSzPts val="1100"/>
              <a:buFont typeface="Arial"/>
              <a:buNone/>
            </a:pPr>
            <a:endParaRPr/>
          </a:p>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3"/>
        <p:cNvGrpSpPr/>
        <p:nvPr/>
      </p:nvGrpSpPr>
      <p:grpSpPr>
        <a:xfrm>
          <a:off x="0" y="0"/>
          <a:ext cx="0" cy="0"/>
          <a:chOff x="0" y="0"/>
          <a:chExt cx="0" cy="0"/>
        </a:xfrm>
      </p:grpSpPr>
      <p:sp>
        <p:nvSpPr>
          <p:cNvPr id="1324" name="Google Shape;1324;p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25" name="Google Shape;1325;p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overPage">
  <p:cSld name="CoverPage">
    <p:spTree>
      <p:nvGrpSpPr>
        <p:cNvPr id="1" name="Shape 11"/>
        <p:cNvGrpSpPr/>
        <p:nvPr/>
      </p:nvGrpSpPr>
      <p:grpSpPr>
        <a:xfrm>
          <a:off x="0" y="0"/>
          <a:ext cx="0" cy="0"/>
          <a:chOff x="0" y="0"/>
          <a:chExt cx="0" cy="0"/>
        </a:xfrm>
      </p:grpSpPr>
      <p:pic>
        <p:nvPicPr>
          <p:cNvPr id="12" name="Google Shape;12;p63"/>
          <p:cNvPicPr preferRelativeResize="0"/>
          <p:nvPr/>
        </p:nvPicPr>
        <p:blipFill rotWithShape="1">
          <a:blip r:embed="rId2">
            <a:alphaModFix/>
          </a:blip>
          <a:srcRect/>
          <a:stretch/>
        </p:blipFill>
        <p:spPr>
          <a:xfrm flipH="1">
            <a:off x="-3134" y="1286"/>
            <a:ext cx="12191112" cy="6851405"/>
          </a:xfrm>
          <a:prstGeom prst="rect">
            <a:avLst/>
          </a:prstGeom>
          <a:noFill/>
          <a:ln>
            <a:noFill/>
          </a:ln>
        </p:spPr>
      </p:pic>
      <p:sp>
        <p:nvSpPr>
          <p:cNvPr id="13" name="Google Shape;13;p63"/>
          <p:cNvSpPr/>
          <p:nvPr/>
        </p:nvSpPr>
        <p:spPr>
          <a:xfrm>
            <a:off x="0" y="1286"/>
            <a:ext cx="12187978" cy="3217119"/>
          </a:xfrm>
          <a:prstGeom prst="rect">
            <a:avLst/>
          </a:prstGeom>
          <a:solidFill>
            <a:srgbClr val="FFFFFF">
              <a:alpha val="29019"/>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14" name="Google Shape;14;p63"/>
          <p:cNvPicPr preferRelativeResize="0"/>
          <p:nvPr/>
        </p:nvPicPr>
        <p:blipFill rotWithShape="1">
          <a:blip r:embed="rId3">
            <a:alphaModFix/>
          </a:blip>
          <a:srcRect l="16785" t="2226" r="50449" b="83699"/>
          <a:stretch/>
        </p:blipFill>
        <p:spPr>
          <a:xfrm>
            <a:off x="320948" y="207543"/>
            <a:ext cx="3992881" cy="963777"/>
          </a:xfrm>
          <a:prstGeom prst="rect">
            <a:avLst/>
          </a:prstGeom>
          <a:noFill/>
          <a:ln>
            <a:noFill/>
          </a:ln>
        </p:spPr>
      </p:pic>
      <p:sp>
        <p:nvSpPr>
          <p:cNvPr id="15" name="Google Shape;15;p63"/>
          <p:cNvSpPr/>
          <p:nvPr/>
        </p:nvSpPr>
        <p:spPr>
          <a:xfrm>
            <a:off x="5835191" y="2955576"/>
            <a:ext cx="5519318" cy="284693"/>
          </a:xfrm>
          <a:prstGeom prst="rect">
            <a:avLst/>
          </a:prstGeom>
          <a:noFill/>
          <a:ln>
            <a:noFill/>
          </a:ln>
        </p:spPr>
        <p:txBody>
          <a:bodyPr spcFirstLastPara="1" wrap="square" lIns="91425" tIns="45700" rIns="91425" bIns="45700" anchor="t" anchorCtr="0">
            <a:spAutoFit/>
          </a:bodyPr>
          <a:lstStyle/>
          <a:p>
            <a:pPr marL="0" marR="0" lvl="0" indent="0" algn="r" rtl="0">
              <a:lnSpc>
                <a:spcPct val="166666"/>
              </a:lnSpc>
              <a:spcBef>
                <a:spcPts val="0"/>
              </a:spcBef>
              <a:spcAft>
                <a:spcPts val="0"/>
              </a:spcAft>
              <a:buNone/>
            </a:pPr>
            <a:r>
              <a:rPr lang="en" sz="900" b="0" i="0" u="none" strike="noStrike" cap="none">
                <a:solidFill>
                  <a:srgbClr val="595959"/>
                </a:solidFill>
                <a:latin typeface="Arial"/>
                <a:ea typeface="Arial"/>
                <a:cs typeface="Arial"/>
                <a:sym typeface="Arial"/>
              </a:rPr>
              <a:t>Copyright © 2023. All rights reserved. release 2.0.0</a:t>
            </a:r>
            <a:endParaRPr/>
          </a:p>
        </p:txBody>
      </p:sp>
      <p:sp>
        <p:nvSpPr>
          <p:cNvPr id="16" name="Google Shape;16;p63"/>
          <p:cNvSpPr txBox="1">
            <a:spLocks noGrp="1"/>
          </p:cNvSpPr>
          <p:nvPr>
            <p:ph type="body" idx="1"/>
          </p:nvPr>
        </p:nvSpPr>
        <p:spPr>
          <a:xfrm>
            <a:off x="4888295" y="719340"/>
            <a:ext cx="6474378" cy="1398560"/>
          </a:xfrm>
          <a:prstGeom prst="rect">
            <a:avLst/>
          </a:prstGeom>
          <a:noFill/>
          <a:ln>
            <a:noFill/>
          </a:ln>
        </p:spPr>
        <p:txBody>
          <a:bodyPr spcFirstLastPara="1" wrap="square" lIns="91425" tIns="45700" rIns="91425" bIns="45700" anchor="ctr" anchorCtr="0">
            <a:noAutofit/>
          </a:bodyPr>
          <a:lstStyle>
            <a:lvl1pPr marL="457200" marR="0" lvl="0" indent="-228600" algn="r" rtl="0">
              <a:lnSpc>
                <a:spcPct val="125000"/>
              </a:lnSpc>
              <a:spcBef>
                <a:spcPts val="0"/>
              </a:spcBef>
              <a:spcAft>
                <a:spcPts val="0"/>
              </a:spcAft>
              <a:buClr>
                <a:srgbClr val="000000"/>
              </a:buClr>
              <a:buSzPts val="3600"/>
              <a:buFont typeface="Arial"/>
              <a:buNone/>
              <a:defRPr sz="36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7" name="Google Shape;17;p63"/>
          <p:cNvSpPr txBox="1"/>
          <p:nvPr/>
        </p:nvSpPr>
        <p:spPr>
          <a:xfrm>
            <a:off x="10021944" y="380786"/>
            <a:ext cx="1619968"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600" b="0" i="0" u="none" strike="noStrike" cap="none">
                <a:solidFill>
                  <a:srgbClr val="7F7F7F"/>
                </a:solidFill>
                <a:latin typeface="Arial"/>
                <a:ea typeface="Arial"/>
                <a:cs typeface="Arial"/>
                <a:sym typeface="Arial"/>
              </a:rPr>
              <a:t>Semester </a:t>
            </a:r>
            <a:r>
              <a:rPr lang="en" sz="1600" b="1" i="0" u="none" strike="noStrike" cap="none">
                <a:solidFill>
                  <a:srgbClr val="000000"/>
                </a:solidFill>
                <a:latin typeface="Arial"/>
                <a:ea typeface="Arial"/>
                <a:cs typeface="Arial"/>
                <a:sym typeface="Arial"/>
              </a:rPr>
              <a:t>01</a:t>
            </a:r>
            <a:endParaRPr/>
          </a:p>
        </p:txBody>
      </p:sp>
      <p:sp>
        <p:nvSpPr>
          <p:cNvPr id="18" name="Google Shape;18;p63"/>
          <p:cNvSpPr txBox="1">
            <a:spLocks noGrp="1"/>
          </p:cNvSpPr>
          <p:nvPr>
            <p:ph type="body" idx="2"/>
          </p:nvPr>
        </p:nvSpPr>
        <p:spPr>
          <a:xfrm>
            <a:off x="4884251" y="2240441"/>
            <a:ext cx="6486586" cy="704061"/>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9" name="Google Shape;19;p63"/>
          <p:cNvSpPr txBox="1">
            <a:spLocks noGrp="1"/>
          </p:cNvSpPr>
          <p:nvPr>
            <p:ph type="body" idx="3"/>
          </p:nvPr>
        </p:nvSpPr>
        <p:spPr>
          <a:xfrm>
            <a:off x="4880131" y="704162"/>
            <a:ext cx="6474378" cy="430887"/>
          </a:xfrm>
          <a:prstGeom prst="rect">
            <a:avLst/>
          </a:prstGeom>
          <a:noFill/>
          <a:ln>
            <a:noFill/>
          </a:ln>
        </p:spPr>
        <p:txBody>
          <a:bodyPr spcFirstLastPara="1" wrap="square" lIns="91425" tIns="45700" rIns="91425" bIns="45700" anchor="ctr" anchorCtr="0">
            <a:spAutoFit/>
          </a:bodyPr>
          <a:lstStyle>
            <a:lvl1pPr marL="457200" marR="0" lvl="0" indent="-228600" algn="r" rtl="0">
              <a:lnSpc>
                <a:spcPct val="100000"/>
              </a:lnSpc>
              <a:spcBef>
                <a:spcPts val="0"/>
              </a:spcBef>
              <a:spcAft>
                <a:spcPts val="0"/>
              </a:spcAft>
              <a:buClr>
                <a:srgbClr val="7F7F7F"/>
              </a:buClr>
              <a:buSzPts val="2200"/>
              <a:buFont typeface="Arial"/>
              <a:buNone/>
              <a:defRPr sz="2200" b="1" i="0" u="none" strike="noStrike" cap="none">
                <a:solidFill>
                  <a:srgbClr val="7F7F7F"/>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0" name="Google Shape;20;p63"/>
          <p:cNvSpPr/>
          <p:nvPr/>
        </p:nvSpPr>
        <p:spPr>
          <a:xfrm>
            <a:off x="11429926" y="380786"/>
            <a:ext cx="103852" cy="1306959"/>
          </a:xfrm>
          <a:prstGeom prst="rect">
            <a:avLst/>
          </a:pr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E60141"/>
              </a:solidFill>
              <a:latin typeface="Calibri"/>
              <a:ea typeface="Calibri"/>
              <a:cs typeface="Calibri"/>
              <a:sym typeface="Calibri"/>
            </a:endParaRPr>
          </a:p>
        </p:txBody>
      </p:sp>
      <p:sp>
        <p:nvSpPr>
          <p:cNvPr id="21" name="Google Shape;21;p63"/>
          <p:cNvSpPr txBox="1"/>
          <p:nvPr/>
        </p:nvSpPr>
        <p:spPr>
          <a:xfrm>
            <a:off x="10116901" y="1983451"/>
            <a:ext cx="1313180"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600" b="0" i="0" u="none" strike="noStrike" cap="none">
                <a:solidFill>
                  <a:srgbClr val="000000"/>
                </a:solidFill>
                <a:latin typeface="Arial"/>
                <a:ea typeface="Arial"/>
                <a:cs typeface="Arial"/>
                <a:sym typeface="Arial"/>
              </a:rPr>
              <a:t>Module # </a:t>
            </a:r>
            <a:r>
              <a:rPr lang="en" sz="1600" b="1" i="0" u="none" strike="noStrike" cap="none">
                <a:solidFill>
                  <a:srgbClr val="000000"/>
                </a:solidFill>
                <a:latin typeface="Arial"/>
                <a:ea typeface="Arial"/>
                <a:cs typeface="Arial"/>
                <a:sym typeface="Arial"/>
              </a:rPr>
              <a:t>04</a:t>
            </a:r>
            <a:endParaRPr sz="1600" b="1" i="0" u="none" strike="noStrike" cap="none">
              <a:solidFill>
                <a:srgbClr val="000000"/>
              </a:solidFill>
              <a:latin typeface="Arial"/>
              <a:ea typeface="Arial"/>
              <a:cs typeface="Arial"/>
              <a:sym typeface="Arial"/>
            </a:endParaRPr>
          </a:p>
        </p:txBody>
      </p:sp>
      <p:sp>
        <p:nvSpPr>
          <p:cNvPr id="22" name="Google Shape;22;p63"/>
          <p:cNvSpPr/>
          <p:nvPr/>
        </p:nvSpPr>
        <p:spPr>
          <a:xfrm>
            <a:off x="11429926" y="1648617"/>
            <a:ext cx="103852" cy="1306959"/>
          </a:xfrm>
          <a:prstGeom prst="rect">
            <a:avLst/>
          </a:prstGeom>
          <a:solidFill>
            <a:srgbClr val="64748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E60141"/>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RunningMan-Infographic">
  <p:cSld name="RunningMan-Infographic">
    <p:spTree>
      <p:nvGrpSpPr>
        <p:cNvPr id="1" name="Shape 23"/>
        <p:cNvGrpSpPr/>
        <p:nvPr/>
      </p:nvGrpSpPr>
      <p:grpSpPr>
        <a:xfrm>
          <a:off x="0" y="0"/>
          <a:ext cx="0" cy="0"/>
          <a:chOff x="0" y="0"/>
          <a:chExt cx="0" cy="0"/>
        </a:xfrm>
      </p:grpSpPr>
      <p:sp>
        <p:nvSpPr>
          <p:cNvPr id="24" name="Google Shape;24;p67"/>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5" name="Google Shape;25;p67"/>
          <p:cNvSpPr txBox="1">
            <a:spLocks noGrp="1"/>
          </p:cNvSpPr>
          <p:nvPr>
            <p:ph type="body" idx="1"/>
          </p:nvPr>
        </p:nvSpPr>
        <p:spPr>
          <a:xfrm>
            <a:off x="6213746" y="1967241"/>
            <a:ext cx="5285919" cy="3749409"/>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6" name="Google Shape;26;p67"/>
          <p:cNvSpPr txBox="1">
            <a:spLocks noGrp="1"/>
          </p:cNvSpPr>
          <p:nvPr>
            <p:ph type="sldNum" idx="12"/>
          </p:nvPr>
        </p:nvSpPr>
        <p:spPr>
          <a:xfrm>
            <a:off x="11561884" y="6356350"/>
            <a:ext cx="386861"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n"/>
              <a:t>‹#›</a:t>
            </a:fld>
            <a:endParaRPr/>
          </a:p>
        </p:txBody>
      </p:sp>
      <p:grpSp>
        <p:nvGrpSpPr>
          <p:cNvPr id="27" name="Google Shape;27;p67"/>
          <p:cNvGrpSpPr/>
          <p:nvPr/>
        </p:nvGrpSpPr>
        <p:grpSpPr>
          <a:xfrm flipH="1">
            <a:off x="0" y="1967241"/>
            <a:ext cx="6132405" cy="3823634"/>
            <a:chOff x="6625864" y="1832110"/>
            <a:chExt cx="6820169" cy="4367731"/>
          </a:xfrm>
        </p:grpSpPr>
        <p:sp>
          <p:nvSpPr>
            <p:cNvPr id="28" name="Google Shape;28;p67"/>
            <p:cNvSpPr/>
            <p:nvPr/>
          </p:nvSpPr>
          <p:spPr>
            <a:xfrm>
              <a:off x="8676704" y="2559253"/>
              <a:ext cx="4769328" cy="727141"/>
            </a:xfrm>
            <a:custGeom>
              <a:avLst/>
              <a:gdLst/>
              <a:ahLst/>
              <a:cxnLst/>
              <a:rect l="l" t="t" r="r" b="b"/>
              <a:pathLst>
                <a:path w="120000" h="120000" extrusionOk="0">
                  <a:moveTo>
                    <a:pt x="3056" y="0"/>
                  </a:moveTo>
                  <a:lnTo>
                    <a:pt x="30729" y="0"/>
                  </a:lnTo>
                  <a:lnTo>
                    <a:pt x="31059" y="1124"/>
                  </a:lnTo>
                  <a:cubicBezTo>
                    <a:pt x="31475" y="2886"/>
                    <a:pt x="31840" y="4840"/>
                    <a:pt x="32174" y="7124"/>
                  </a:cubicBezTo>
                  <a:cubicBezTo>
                    <a:pt x="33513" y="15906"/>
                    <a:pt x="35923" y="41198"/>
                    <a:pt x="36994" y="41901"/>
                  </a:cubicBezTo>
                  <a:cubicBezTo>
                    <a:pt x="38119" y="42252"/>
                    <a:pt x="38868" y="47170"/>
                    <a:pt x="39939" y="49629"/>
                  </a:cubicBezTo>
                  <a:cubicBezTo>
                    <a:pt x="41064" y="52088"/>
                    <a:pt x="41921" y="61221"/>
                    <a:pt x="43420" y="50683"/>
                  </a:cubicBezTo>
                  <a:cubicBezTo>
                    <a:pt x="44973" y="40144"/>
                    <a:pt x="44223" y="18365"/>
                    <a:pt x="44009" y="7475"/>
                  </a:cubicBezTo>
                  <a:cubicBezTo>
                    <a:pt x="43942" y="4753"/>
                    <a:pt x="43818" y="2491"/>
                    <a:pt x="43628" y="565"/>
                  </a:cubicBezTo>
                  <a:lnTo>
                    <a:pt x="43539" y="0"/>
                  </a:lnTo>
                  <a:lnTo>
                    <a:pt x="120000" y="0"/>
                  </a:lnTo>
                  <a:lnTo>
                    <a:pt x="120000" y="119999"/>
                  </a:lnTo>
                  <a:lnTo>
                    <a:pt x="7713" y="119999"/>
                  </a:lnTo>
                  <a:lnTo>
                    <a:pt x="7648" y="118480"/>
                  </a:lnTo>
                  <a:cubicBezTo>
                    <a:pt x="6577" y="86514"/>
                    <a:pt x="848" y="23985"/>
                    <a:pt x="312" y="15203"/>
                  </a:cubicBezTo>
                  <a:cubicBezTo>
                    <a:pt x="-276" y="6421"/>
                    <a:pt x="44" y="3259"/>
                    <a:pt x="633" y="3259"/>
                  </a:cubicBezTo>
                  <a:cubicBezTo>
                    <a:pt x="834" y="3259"/>
                    <a:pt x="1652" y="2370"/>
                    <a:pt x="2738" y="573"/>
                  </a:cubicBezTo>
                  <a:lnTo>
                    <a:pt x="3056" y="0"/>
                  </a:lnTo>
                  <a:close/>
                </a:path>
              </a:pathLst>
            </a:custGeom>
            <a:solidFill>
              <a:srgbClr val="2C96D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9" name="Google Shape;29;p67"/>
            <p:cNvSpPr/>
            <p:nvPr/>
          </p:nvSpPr>
          <p:spPr>
            <a:xfrm>
              <a:off x="7565934" y="1832111"/>
              <a:ext cx="5880099" cy="727143"/>
            </a:xfrm>
            <a:custGeom>
              <a:avLst/>
              <a:gdLst/>
              <a:ahLst/>
              <a:cxnLst/>
              <a:rect l="l" t="t" r="r" b="b"/>
              <a:pathLst>
                <a:path w="120000" h="120000" extrusionOk="0">
                  <a:moveTo>
                    <a:pt x="34007" y="85837"/>
                  </a:moveTo>
                  <a:cubicBezTo>
                    <a:pt x="34641" y="85606"/>
                    <a:pt x="35365" y="85672"/>
                    <a:pt x="36603" y="89888"/>
                  </a:cubicBezTo>
                  <a:cubicBezTo>
                    <a:pt x="38297" y="95859"/>
                    <a:pt x="40295" y="99372"/>
                    <a:pt x="43249" y="106749"/>
                  </a:cubicBezTo>
                  <a:cubicBezTo>
                    <a:pt x="44726" y="110438"/>
                    <a:pt x="45833" y="113248"/>
                    <a:pt x="46707" y="116278"/>
                  </a:cubicBezTo>
                  <a:lnTo>
                    <a:pt x="47593" y="120000"/>
                  </a:lnTo>
                  <a:lnTo>
                    <a:pt x="25147" y="120000"/>
                  </a:lnTo>
                  <a:lnTo>
                    <a:pt x="25832" y="118473"/>
                  </a:lnTo>
                  <a:cubicBezTo>
                    <a:pt x="27156" y="115268"/>
                    <a:pt x="28698" y="110438"/>
                    <a:pt x="29784" y="103939"/>
                  </a:cubicBezTo>
                  <a:cubicBezTo>
                    <a:pt x="31956" y="90941"/>
                    <a:pt x="32564" y="86024"/>
                    <a:pt x="33389" y="86024"/>
                  </a:cubicBezTo>
                  <a:cubicBezTo>
                    <a:pt x="33595" y="86024"/>
                    <a:pt x="33796" y="85914"/>
                    <a:pt x="34007" y="85837"/>
                  </a:cubicBezTo>
                  <a:close/>
                  <a:moveTo>
                    <a:pt x="0" y="0"/>
                  </a:moveTo>
                  <a:lnTo>
                    <a:pt x="120000" y="0"/>
                  </a:lnTo>
                  <a:lnTo>
                    <a:pt x="120000" y="120000"/>
                  </a:lnTo>
                  <a:lnTo>
                    <a:pt x="57982" y="120000"/>
                  </a:lnTo>
                  <a:lnTo>
                    <a:pt x="57425" y="115663"/>
                  </a:lnTo>
                  <a:cubicBezTo>
                    <a:pt x="56887" y="112897"/>
                    <a:pt x="56105" y="110965"/>
                    <a:pt x="55019" y="108857"/>
                  </a:cubicBezTo>
                  <a:cubicBezTo>
                    <a:pt x="52804" y="104642"/>
                    <a:pt x="52457" y="108857"/>
                    <a:pt x="49416" y="94103"/>
                  </a:cubicBezTo>
                  <a:cubicBezTo>
                    <a:pt x="46376" y="79700"/>
                    <a:pt x="39296" y="52652"/>
                    <a:pt x="38341" y="47734"/>
                  </a:cubicBezTo>
                  <a:cubicBezTo>
                    <a:pt x="37385" y="43167"/>
                    <a:pt x="34605" y="37898"/>
                    <a:pt x="31261" y="44221"/>
                  </a:cubicBezTo>
                  <a:cubicBezTo>
                    <a:pt x="27916" y="50544"/>
                    <a:pt x="24268" y="61785"/>
                    <a:pt x="23616" y="61785"/>
                  </a:cubicBezTo>
                  <a:cubicBezTo>
                    <a:pt x="22965" y="61785"/>
                    <a:pt x="21532" y="64947"/>
                    <a:pt x="21532" y="69162"/>
                  </a:cubicBezTo>
                  <a:cubicBezTo>
                    <a:pt x="21532" y="69162"/>
                    <a:pt x="17622" y="65649"/>
                    <a:pt x="15842" y="75485"/>
                  </a:cubicBezTo>
                  <a:cubicBezTo>
                    <a:pt x="14017" y="85321"/>
                    <a:pt x="13887" y="90941"/>
                    <a:pt x="12758" y="94806"/>
                  </a:cubicBezTo>
                  <a:cubicBezTo>
                    <a:pt x="11585" y="98318"/>
                    <a:pt x="10890" y="98318"/>
                    <a:pt x="10282" y="97265"/>
                  </a:cubicBezTo>
                  <a:cubicBezTo>
                    <a:pt x="10282" y="97265"/>
                    <a:pt x="6938" y="87077"/>
                    <a:pt x="7589" y="71270"/>
                  </a:cubicBezTo>
                  <a:cubicBezTo>
                    <a:pt x="8241" y="55813"/>
                    <a:pt x="8371" y="30872"/>
                    <a:pt x="5157" y="10849"/>
                  </a:cubicBezTo>
                  <a:cubicBezTo>
                    <a:pt x="3951" y="3472"/>
                    <a:pt x="2551" y="245"/>
                    <a:pt x="1186" y="0"/>
                  </a:cubicBezTo>
                  <a:lnTo>
                    <a:pt x="0" y="623"/>
                  </a:lnTo>
                  <a:close/>
                </a:path>
              </a:pathLst>
            </a:custGeom>
            <a:solidFill>
              <a:srgbClr val="1E406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0" name="Google Shape;30;p67"/>
            <p:cNvSpPr/>
            <p:nvPr/>
          </p:nvSpPr>
          <p:spPr>
            <a:xfrm>
              <a:off x="9898038" y="2559253"/>
              <a:ext cx="542487" cy="337204"/>
            </a:xfrm>
            <a:custGeom>
              <a:avLst/>
              <a:gdLst/>
              <a:ahLst/>
              <a:cxnLst/>
              <a:rect l="l" t="t" r="r" b="b"/>
              <a:pathLst>
                <a:path w="120000" h="120000" extrusionOk="0">
                  <a:moveTo>
                    <a:pt x="0" y="0"/>
                  </a:moveTo>
                  <a:lnTo>
                    <a:pt x="112616" y="0"/>
                  </a:lnTo>
                  <a:lnTo>
                    <a:pt x="113404" y="1218"/>
                  </a:lnTo>
                  <a:cubicBezTo>
                    <a:pt x="115074" y="5372"/>
                    <a:pt x="116163" y="10249"/>
                    <a:pt x="116751" y="16119"/>
                  </a:cubicBezTo>
                  <a:cubicBezTo>
                    <a:pt x="118634" y="39602"/>
                    <a:pt x="125225" y="86567"/>
                    <a:pt x="111572" y="109292"/>
                  </a:cubicBezTo>
                  <a:cubicBezTo>
                    <a:pt x="98390" y="132017"/>
                    <a:pt x="90857" y="112322"/>
                    <a:pt x="80971" y="107020"/>
                  </a:cubicBezTo>
                  <a:cubicBezTo>
                    <a:pt x="71555" y="101717"/>
                    <a:pt x="64964" y="91112"/>
                    <a:pt x="55077" y="90355"/>
                  </a:cubicBezTo>
                  <a:cubicBezTo>
                    <a:pt x="45661" y="88840"/>
                    <a:pt x="24476" y="34299"/>
                    <a:pt x="12706" y="15362"/>
                  </a:cubicBezTo>
                  <a:cubicBezTo>
                    <a:pt x="9763" y="10438"/>
                    <a:pt x="6556" y="6225"/>
                    <a:pt x="2900" y="2425"/>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1" name="Google Shape;31;p67"/>
            <p:cNvSpPr/>
            <p:nvPr/>
          </p:nvSpPr>
          <p:spPr>
            <a:xfrm>
              <a:off x="9308468" y="4013537"/>
              <a:ext cx="4137563" cy="727141"/>
            </a:xfrm>
            <a:custGeom>
              <a:avLst/>
              <a:gdLst/>
              <a:ahLst/>
              <a:cxnLst/>
              <a:rect l="l" t="t" r="r" b="b"/>
              <a:pathLst>
                <a:path w="120000" h="120000" extrusionOk="0">
                  <a:moveTo>
                    <a:pt x="2944" y="0"/>
                  </a:moveTo>
                  <a:lnTo>
                    <a:pt x="120000" y="0"/>
                  </a:lnTo>
                  <a:lnTo>
                    <a:pt x="120000" y="119999"/>
                  </a:lnTo>
                  <a:lnTo>
                    <a:pt x="8271" y="119999"/>
                  </a:lnTo>
                  <a:lnTo>
                    <a:pt x="8003" y="116458"/>
                  </a:lnTo>
                  <a:cubicBezTo>
                    <a:pt x="6446" y="97506"/>
                    <a:pt x="3101" y="64573"/>
                    <a:pt x="0" y="47448"/>
                  </a:cubicBezTo>
                  <a:cubicBezTo>
                    <a:pt x="0" y="47448"/>
                    <a:pt x="3308" y="30773"/>
                    <a:pt x="3018" y="2600"/>
                  </a:cubicBezTo>
                  <a:lnTo>
                    <a:pt x="2944" y="0"/>
                  </a:lnTo>
                  <a:close/>
                </a:path>
              </a:pathLst>
            </a:custGeom>
            <a:gradFill>
              <a:gsLst>
                <a:gs pos="0">
                  <a:schemeClr val="accent4"/>
                </a:gs>
                <a:gs pos="41000">
                  <a:srgbClr val="8296B0"/>
                </a:gs>
                <a:gs pos="83000">
                  <a:srgbClr val="ACB8CA"/>
                </a:gs>
                <a:gs pos="100000">
                  <a:srgbClr val="D5DBE5"/>
                </a:gs>
              </a:gsLst>
              <a:lin ang="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2" name="Google Shape;32;p67"/>
            <p:cNvSpPr/>
            <p:nvPr/>
          </p:nvSpPr>
          <p:spPr>
            <a:xfrm>
              <a:off x="8983260" y="3286396"/>
              <a:ext cx="4462773" cy="727141"/>
            </a:xfrm>
            <a:custGeom>
              <a:avLst/>
              <a:gdLst/>
              <a:ahLst/>
              <a:cxnLst/>
              <a:rect l="l" t="t" r="r" b="b"/>
              <a:pathLst>
                <a:path w="120000" h="120000" extrusionOk="0">
                  <a:moveTo>
                    <a:pt x="0" y="0"/>
                  </a:moveTo>
                  <a:lnTo>
                    <a:pt x="120000" y="0"/>
                  </a:lnTo>
                  <a:lnTo>
                    <a:pt x="120000" y="120000"/>
                  </a:lnTo>
                  <a:lnTo>
                    <a:pt x="11474" y="120000"/>
                  </a:lnTo>
                  <a:lnTo>
                    <a:pt x="11205" y="109837"/>
                  </a:lnTo>
                  <a:cubicBezTo>
                    <a:pt x="9717" y="73655"/>
                    <a:pt x="7485" y="62414"/>
                    <a:pt x="5539" y="55037"/>
                  </a:cubicBezTo>
                  <a:cubicBezTo>
                    <a:pt x="3837" y="48582"/>
                    <a:pt x="1740" y="34328"/>
                    <a:pt x="437" y="9685"/>
                  </a:cubicBezTo>
                  <a:lnTo>
                    <a:pt x="0" y="0"/>
                  </a:lnTo>
                  <a:close/>
                </a:path>
              </a:pathLst>
            </a:custGeom>
            <a:solidFill>
              <a:srgbClr val="AFEA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3" name="Google Shape;33;p67"/>
            <p:cNvSpPr/>
            <p:nvPr/>
          </p:nvSpPr>
          <p:spPr>
            <a:xfrm>
              <a:off x="10167877" y="5467819"/>
              <a:ext cx="3278156" cy="727141"/>
            </a:xfrm>
            <a:custGeom>
              <a:avLst/>
              <a:gdLst/>
              <a:ahLst/>
              <a:cxnLst/>
              <a:rect l="l" t="t" r="r" b="b"/>
              <a:pathLst>
                <a:path w="120000" h="120000" extrusionOk="0">
                  <a:moveTo>
                    <a:pt x="0" y="0"/>
                  </a:moveTo>
                  <a:lnTo>
                    <a:pt x="120000" y="0"/>
                  </a:lnTo>
                  <a:lnTo>
                    <a:pt x="120000" y="119999"/>
                  </a:lnTo>
                  <a:lnTo>
                    <a:pt x="0" y="119999"/>
                  </a:lnTo>
                  <a:lnTo>
                    <a:pt x="0" y="0"/>
                  </a:lnTo>
                  <a:close/>
                </a:path>
              </a:pathLst>
            </a:custGeom>
            <a:solidFill>
              <a:srgbClr val="71DA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4" name="Google Shape;34;p67"/>
            <p:cNvSpPr/>
            <p:nvPr/>
          </p:nvSpPr>
          <p:spPr>
            <a:xfrm>
              <a:off x="9593681" y="4740680"/>
              <a:ext cx="3852352" cy="727138"/>
            </a:xfrm>
            <a:custGeom>
              <a:avLst/>
              <a:gdLst/>
              <a:ahLst/>
              <a:cxnLst/>
              <a:rect l="l" t="t" r="r" b="b"/>
              <a:pathLst>
                <a:path w="120000" h="120000" extrusionOk="0">
                  <a:moveTo>
                    <a:pt x="0" y="0"/>
                  </a:moveTo>
                  <a:lnTo>
                    <a:pt x="120000" y="0"/>
                  </a:lnTo>
                  <a:lnTo>
                    <a:pt x="120000" y="120000"/>
                  </a:lnTo>
                  <a:lnTo>
                    <a:pt x="17886" y="120000"/>
                  </a:lnTo>
                  <a:lnTo>
                    <a:pt x="17886" y="110928"/>
                  </a:lnTo>
                  <a:lnTo>
                    <a:pt x="17510" y="108667"/>
                  </a:lnTo>
                  <a:cubicBezTo>
                    <a:pt x="16026" y="99577"/>
                    <a:pt x="14286" y="88160"/>
                    <a:pt x="13258" y="78851"/>
                  </a:cubicBezTo>
                  <a:cubicBezTo>
                    <a:pt x="11203" y="60233"/>
                    <a:pt x="6960" y="33184"/>
                    <a:pt x="1524" y="20187"/>
                  </a:cubicBezTo>
                  <a:cubicBezTo>
                    <a:pt x="1524" y="20187"/>
                    <a:pt x="861" y="18079"/>
                    <a:pt x="662" y="9648"/>
                  </a:cubicBezTo>
                  <a:cubicBezTo>
                    <a:pt x="637" y="8594"/>
                    <a:pt x="539" y="6876"/>
                    <a:pt x="377" y="4632"/>
                  </a:cubicBezTo>
                  <a:lnTo>
                    <a:pt x="0" y="0"/>
                  </a:lnTo>
                  <a:close/>
                </a:path>
              </a:pathLst>
            </a:custGeom>
            <a:solidFill>
              <a:srgbClr val="008BB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5" name="Google Shape;35;p67"/>
            <p:cNvSpPr/>
            <p:nvPr/>
          </p:nvSpPr>
          <p:spPr>
            <a:xfrm>
              <a:off x="10167877" y="6194962"/>
              <a:ext cx="3278156" cy="4879"/>
            </a:xfrm>
            <a:custGeom>
              <a:avLst/>
              <a:gdLst/>
              <a:ahLst/>
              <a:cxnLst/>
              <a:rect l="l" t="t" r="r" b="b"/>
              <a:pathLst>
                <a:path w="120000" h="120000" extrusionOk="0">
                  <a:moveTo>
                    <a:pt x="0" y="0"/>
                  </a:moveTo>
                  <a:lnTo>
                    <a:pt x="120000" y="0"/>
                  </a:lnTo>
                  <a:lnTo>
                    <a:pt x="120000" y="122"/>
                  </a:lnTo>
                  <a:lnTo>
                    <a:pt x="120000" y="120000"/>
                  </a:lnTo>
                  <a:lnTo>
                    <a:pt x="3889" y="120000"/>
                  </a:lnTo>
                  <a:lnTo>
                    <a:pt x="3889" y="106718"/>
                  </a:lnTo>
                  <a:lnTo>
                    <a:pt x="0" y="106718"/>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6" name="Google Shape;36;p67"/>
            <p:cNvSpPr/>
            <p:nvPr/>
          </p:nvSpPr>
          <p:spPr>
            <a:xfrm>
              <a:off x="8125821" y="5963555"/>
              <a:ext cx="524061" cy="176511"/>
            </a:xfrm>
            <a:custGeom>
              <a:avLst/>
              <a:gdLst/>
              <a:ahLst/>
              <a:cxnLst/>
              <a:rect l="l" t="t" r="r" b="b"/>
              <a:pathLst>
                <a:path w="120000" h="120000" extrusionOk="0">
                  <a:moveTo>
                    <a:pt x="17967" y="0"/>
                  </a:moveTo>
                  <a:lnTo>
                    <a:pt x="120000" y="0"/>
                  </a:lnTo>
                  <a:lnTo>
                    <a:pt x="114365" y="10088"/>
                  </a:lnTo>
                  <a:cubicBezTo>
                    <a:pt x="63194" y="104150"/>
                    <a:pt x="4712" y="149011"/>
                    <a:pt x="814" y="99809"/>
                  </a:cubicBezTo>
                  <a:cubicBezTo>
                    <a:pt x="-1744" y="62908"/>
                    <a:pt x="1727" y="34960"/>
                    <a:pt x="11231" y="12303"/>
                  </a:cubicBezTo>
                  <a:lnTo>
                    <a:pt x="17967"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7" name="Google Shape;37;p67"/>
            <p:cNvSpPr/>
            <p:nvPr/>
          </p:nvSpPr>
          <p:spPr>
            <a:xfrm>
              <a:off x="10076514" y="5963553"/>
              <a:ext cx="197611" cy="231412"/>
            </a:xfrm>
            <a:custGeom>
              <a:avLst/>
              <a:gdLst/>
              <a:ahLst/>
              <a:cxnLst/>
              <a:rect l="l" t="t" r="r" b="b"/>
              <a:pathLst>
                <a:path w="120000" h="120000" extrusionOk="0">
                  <a:moveTo>
                    <a:pt x="44039" y="0"/>
                  </a:moveTo>
                  <a:lnTo>
                    <a:pt x="119999" y="0"/>
                  </a:lnTo>
                  <a:lnTo>
                    <a:pt x="119999" y="88431"/>
                  </a:lnTo>
                  <a:lnTo>
                    <a:pt x="99120" y="103121"/>
                  </a:lnTo>
                  <a:cubicBezTo>
                    <a:pt x="57682" y="127594"/>
                    <a:pt x="19878" y="123041"/>
                    <a:pt x="5339" y="104829"/>
                  </a:cubicBezTo>
                  <a:cubicBezTo>
                    <a:pt x="-14046" y="79441"/>
                    <a:pt x="24725" y="66196"/>
                    <a:pt x="36357" y="47431"/>
                  </a:cubicBezTo>
                  <a:cubicBezTo>
                    <a:pt x="38942" y="42464"/>
                    <a:pt x="40881" y="33219"/>
                    <a:pt x="42335" y="21733"/>
                  </a:cubicBezTo>
                  <a:lnTo>
                    <a:pt x="44039" y="0"/>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8" name="Google Shape;38;p67"/>
            <p:cNvSpPr/>
            <p:nvPr/>
          </p:nvSpPr>
          <p:spPr>
            <a:xfrm>
              <a:off x="6625864" y="2559251"/>
              <a:ext cx="3814660" cy="727143"/>
            </a:xfrm>
            <a:custGeom>
              <a:avLst/>
              <a:gdLst/>
              <a:ahLst/>
              <a:cxnLst/>
              <a:rect l="l" t="t" r="r" b="b"/>
              <a:pathLst>
                <a:path w="120000" h="120000" extrusionOk="0">
                  <a:moveTo>
                    <a:pt x="6569" y="21185"/>
                  </a:moveTo>
                  <a:cubicBezTo>
                    <a:pt x="7692" y="20791"/>
                    <a:pt x="8322" y="33777"/>
                    <a:pt x="9669" y="40847"/>
                  </a:cubicBezTo>
                  <a:cubicBezTo>
                    <a:pt x="11209" y="48926"/>
                    <a:pt x="10875" y="73165"/>
                    <a:pt x="10808" y="77732"/>
                  </a:cubicBezTo>
                  <a:cubicBezTo>
                    <a:pt x="10749" y="81420"/>
                    <a:pt x="14279" y="109583"/>
                    <a:pt x="15700" y="118449"/>
                  </a:cubicBezTo>
                  <a:lnTo>
                    <a:pt x="15989" y="120000"/>
                  </a:lnTo>
                  <a:lnTo>
                    <a:pt x="8525" y="120000"/>
                  </a:lnTo>
                  <a:lnTo>
                    <a:pt x="8524" y="119990"/>
                  </a:lnTo>
                  <a:cubicBezTo>
                    <a:pt x="7669" y="112091"/>
                    <a:pt x="6975" y="105571"/>
                    <a:pt x="6590" y="101970"/>
                  </a:cubicBezTo>
                  <a:cubicBezTo>
                    <a:pt x="4983" y="87216"/>
                    <a:pt x="4648" y="89675"/>
                    <a:pt x="1970" y="77732"/>
                  </a:cubicBezTo>
                  <a:cubicBezTo>
                    <a:pt x="-640" y="65437"/>
                    <a:pt x="95" y="60519"/>
                    <a:pt x="95" y="57006"/>
                  </a:cubicBezTo>
                  <a:cubicBezTo>
                    <a:pt x="95" y="53493"/>
                    <a:pt x="1367" y="45062"/>
                    <a:pt x="1836" y="42603"/>
                  </a:cubicBezTo>
                  <a:cubicBezTo>
                    <a:pt x="2372" y="40144"/>
                    <a:pt x="3778" y="34524"/>
                    <a:pt x="4112" y="31714"/>
                  </a:cubicBezTo>
                  <a:cubicBezTo>
                    <a:pt x="4447" y="28903"/>
                    <a:pt x="4983" y="26093"/>
                    <a:pt x="5384" y="25039"/>
                  </a:cubicBezTo>
                  <a:cubicBezTo>
                    <a:pt x="5786" y="23985"/>
                    <a:pt x="6054" y="22229"/>
                    <a:pt x="6054" y="22229"/>
                  </a:cubicBezTo>
                  <a:cubicBezTo>
                    <a:pt x="6238" y="21570"/>
                    <a:pt x="6409" y="21241"/>
                    <a:pt x="6569" y="21185"/>
                  </a:cubicBezTo>
                  <a:close/>
                  <a:moveTo>
                    <a:pt x="102934" y="0"/>
                  </a:moveTo>
                  <a:lnTo>
                    <a:pt x="118950" y="0"/>
                  </a:lnTo>
                  <a:lnTo>
                    <a:pt x="119062" y="565"/>
                  </a:lnTo>
                  <a:cubicBezTo>
                    <a:pt x="119299" y="2491"/>
                    <a:pt x="119454" y="4753"/>
                    <a:pt x="119538" y="7475"/>
                  </a:cubicBezTo>
                  <a:cubicBezTo>
                    <a:pt x="119805" y="18365"/>
                    <a:pt x="120743" y="40144"/>
                    <a:pt x="118801" y="50683"/>
                  </a:cubicBezTo>
                  <a:cubicBezTo>
                    <a:pt x="116926" y="61221"/>
                    <a:pt x="115855" y="52088"/>
                    <a:pt x="114449" y="49629"/>
                  </a:cubicBezTo>
                  <a:cubicBezTo>
                    <a:pt x="113110" y="47170"/>
                    <a:pt x="112173" y="42252"/>
                    <a:pt x="110767" y="41901"/>
                  </a:cubicBezTo>
                  <a:cubicBezTo>
                    <a:pt x="109428" y="41198"/>
                    <a:pt x="106415" y="15906"/>
                    <a:pt x="104741" y="7124"/>
                  </a:cubicBezTo>
                  <a:cubicBezTo>
                    <a:pt x="104323" y="4840"/>
                    <a:pt x="103867" y="2886"/>
                    <a:pt x="103347" y="1124"/>
                  </a:cubicBezTo>
                  <a:close/>
                  <a:moveTo>
                    <a:pt x="24322" y="0"/>
                  </a:moveTo>
                  <a:lnTo>
                    <a:pt x="68335" y="0"/>
                  </a:lnTo>
                  <a:lnTo>
                    <a:pt x="67938" y="573"/>
                  </a:lnTo>
                  <a:cubicBezTo>
                    <a:pt x="66581" y="2370"/>
                    <a:pt x="65558" y="3259"/>
                    <a:pt x="65306" y="3259"/>
                  </a:cubicBezTo>
                  <a:cubicBezTo>
                    <a:pt x="64570" y="3259"/>
                    <a:pt x="64168" y="6421"/>
                    <a:pt x="64905" y="15203"/>
                  </a:cubicBezTo>
                  <a:cubicBezTo>
                    <a:pt x="65574" y="23985"/>
                    <a:pt x="72738" y="86514"/>
                    <a:pt x="74077" y="118480"/>
                  </a:cubicBezTo>
                  <a:lnTo>
                    <a:pt x="74157" y="119999"/>
                  </a:lnTo>
                  <a:lnTo>
                    <a:pt x="39407" y="119999"/>
                  </a:lnTo>
                  <a:lnTo>
                    <a:pt x="39209" y="119120"/>
                  </a:lnTo>
                  <a:cubicBezTo>
                    <a:pt x="37298" y="110598"/>
                    <a:pt x="35848" y="104078"/>
                    <a:pt x="35848" y="104078"/>
                  </a:cubicBezTo>
                  <a:cubicBezTo>
                    <a:pt x="35848" y="104078"/>
                    <a:pt x="35848" y="104078"/>
                    <a:pt x="35379" y="106537"/>
                  </a:cubicBezTo>
                  <a:cubicBezTo>
                    <a:pt x="35362" y="107064"/>
                    <a:pt x="34718" y="111477"/>
                    <a:pt x="33721" y="117992"/>
                  </a:cubicBezTo>
                  <a:lnTo>
                    <a:pt x="33409" y="119999"/>
                  </a:lnTo>
                  <a:lnTo>
                    <a:pt x="21293" y="119999"/>
                  </a:lnTo>
                  <a:lnTo>
                    <a:pt x="21604" y="117492"/>
                  </a:lnTo>
                  <a:cubicBezTo>
                    <a:pt x="22909" y="107744"/>
                    <a:pt x="23763" y="106097"/>
                    <a:pt x="25068" y="99511"/>
                  </a:cubicBezTo>
                  <a:cubicBezTo>
                    <a:pt x="26809" y="90378"/>
                    <a:pt x="27613" y="90729"/>
                    <a:pt x="28416" y="69652"/>
                  </a:cubicBezTo>
                  <a:cubicBezTo>
                    <a:pt x="28525" y="67017"/>
                    <a:pt x="28697" y="64388"/>
                    <a:pt x="28916" y="61804"/>
                  </a:cubicBezTo>
                  <a:lnTo>
                    <a:pt x="29572" y="55412"/>
                  </a:lnTo>
                  <a:lnTo>
                    <a:pt x="29693" y="54229"/>
                  </a:lnTo>
                  <a:cubicBezTo>
                    <a:pt x="31454" y="39508"/>
                    <a:pt x="34241" y="27849"/>
                    <a:pt x="34241" y="27849"/>
                  </a:cubicBezTo>
                  <a:cubicBezTo>
                    <a:pt x="34241" y="27849"/>
                    <a:pt x="33236" y="18716"/>
                    <a:pt x="31897" y="13447"/>
                  </a:cubicBezTo>
                  <a:cubicBezTo>
                    <a:pt x="31228" y="10812"/>
                    <a:pt x="30592" y="11076"/>
                    <a:pt x="29914" y="12086"/>
                  </a:cubicBezTo>
                  <a:lnTo>
                    <a:pt x="29572" y="12670"/>
                  </a:lnTo>
                  <a:lnTo>
                    <a:pt x="29572" y="12670"/>
                  </a:lnTo>
                  <a:lnTo>
                    <a:pt x="28856" y="13892"/>
                  </a:lnTo>
                  <a:cubicBezTo>
                    <a:pt x="28487" y="14501"/>
                    <a:pt x="28098" y="15028"/>
                    <a:pt x="27680" y="15203"/>
                  </a:cubicBezTo>
                  <a:cubicBezTo>
                    <a:pt x="25939" y="15906"/>
                    <a:pt x="25537" y="10285"/>
                    <a:pt x="25336" y="7124"/>
                  </a:cubicBezTo>
                  <a:cubicBezTo>
                    <a:pt x="25135" y="3962"/>
                    <a:pt x="24734" y="2206"/>
                    <a:pt x="24332" y="98"/>
                  </a:cubicBezTo>
                  <a:close/>
                </a:path>
              </a:pathLst>
            </a:custGeom>
            <a:solidFill>
              <a:srgbClr val="30669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9" name="Google Shape;39;p67"/>
            <p:cNvSpPr/>
            <p:nvPr/>
          </p:nvSpPr>
          <p:spPr>
            <a:xfrm>
              <a:off x="7297396" y="1832110"/>
              <a:ext cx="3109750" cy="727141"/>
            </a:xfrm>
            <a:custGeom>
              <a:avLst/>
              <a:gdLst/>
              <a:ahLst/>
              <a:cxnLst/>
              <a:rect l="l" t="t" r="r" b="b"/>
              <a:pathLst>
                <a:path w="120000" h="120000" extrusionOk="0">
                  <a:moveTo>
                    <a:pt x="12605" y="0"/>
                  </a:moveTo>
                  <a:cubicBezTo>
                    <a:pt x="15186" y="245"/>
                    <a:pt x="17834" y="3472"/>
                    <a:pt x="20113" y="10849"/>
                  </a:cubicBezTo>
                  <a:cubicBezTo>
                    <a:pt x="26191" y="30872"/>
                    <a:pt x="25945" y="55813"/>
                    <a:pt x="24713" y="71270"/>
                  </a:cubicBezTo>
                  <a:cubicBezTo>
                    <a:pt x="23481" y="87077"/>
                    <a:pt x="29805" y="97265"/>
                    <a:pt x="29805" y="97265"/>
                  </a:cubicBezTo>
                  <a:cubicBezTo>
                    <a:pt x="30954" y="98318"/>
                    <a:pt x="32269" y="98318"/>
                    <a:pt x="34486" y="94806"/>
                  </a:cubicBezTo>
                  <a:cubicBezTo>
                    <a:pt x="36621" y="90941"/>
                    <a:pt x="36868" y="85321"/>
                    <a:pt x="40317" y="75485"/>
                  </a:cubicBezTo>
                  <a:cubicBezTo>
                    <a:pt x="43684" y="65649"/>
                    <a:pt x="51076" y="69162"/>
                    <a:pt x="51076" y="69162"/>
                  </a:cubicBezTo>
                  <a:cubicBezTo>
                    <a:pt x="51076" y="64946"/>
                    <a:pt x="53786" y="61785"/>
                    <a:pt x="55018" y="61785"/>
                  </a:cubicBezTo>
                  <a:cubicBezTo>
                    <a:pt x="56250" y="61785"/>
                    <a:pt x="63149" y="50544"/>
                    <a:pt x="69473" y="44221"/>
                  </a:cubicBezTo>
                  <a:cubicBezTo>
                    <a:pt x="75797" y="37898"/>
                    <a:pt x="81053" y="43167"/>
                    <a:pt x="82860" y="47734"/>
                  </a:cubicBezTo>
                  <a:cubicBezTo>
                    <a:pt x="84666" y="52652"/>
                    <a:pt x="98053" y="79700"/>
                    <a:pt x="103802" y="94103"/>
                  </a:cubicBezTo>
                  <a:cubicBezTo>
                    <a:pt x="109551" y="108857"/>
                    <a:pt x="110208" y="104642"/>
                    <a:pt x="114397" y="108857"/>
                  </a:cubicBezTo>
                  <a:cubicBezTo>
                    <a:pt x="116450" y="110965"/>
                    <a:pt x="117928" y="112897"/>
                    <a:pt x="118945" y="115663"/>
                  </a:cubicBezTo>
                  <a:lnTo>
                    <a:pt x="120000" y="119999"/>
                  </a:lnTo>
                  <a:lnTo>
                    <a:pt x="100354" y="119999"/>
                  </a:lnTo>
                  <a:lnTo>
                    <a:pt x="98680" y="116278"/>
                  </a:lnTo>
                  <a:cubicBezTo>
                    <a:pt x="97027" y="113248"/>
                    <a:pt x="94933" y="110438"/>
                    <a:pt x="92140" y="106749"/>
                  </a:cubicBezTo>
                  <a:cubicBezTo>
                    <a:pt x="86555" y="99372"/>
                    <a:pt x="82777" y="95859"/>
                    <a:pt x="79574" y="89888"/>
                  </a:cubicBezTo>
                  <a:cubicBezTo>
                    <a:pt x="76454" y="84267"/>
                    <a:pt x="75057" y="86024"/>
                    <a:pt x="73497" y="86024"/>
                  </a:cubicBezTo>
                  <a:cubicBezTo>
                    <a:pt x="71937" y="86024"/>
                    <a:pt x="70787" y="90941"/>
                    <a:pt x="66680" y="103939"/>
                  </a:cubicBezTo>
                  <a:cubicBezTo>
                    <a:pt x="64627" y="110438"/>
                    <a:pt x="61712" y="115268"/>
                    <a:pt x="59207" y="118473"/>
                  </a:cubicBezTo>
                  <a:lnTo>
                    <a:pt x="57912" y="119999"/>
                  </a:lnTo>
                  <a:lnTo>
                    <a:pt x="3922" y="119999"/>
                  </a:lnTo>
                  <a:lnTo>
                    <a:pt x="3730" y="118485"/>
                  </a:lnTo>
                  <a:cubicBezTo>
                    <a:pt x="3657" y="116871"/>
                    <a:pt x="3873" y="115356"/>
                    <a:pt x="3441" y="114829"/>
                  </a:cubicBezTo>
                  <a:cubicBezTo>
                    <a:pt x="2867" y="113775"/>
                    <a:pt x="2456" y="107101"/>
                    <a:pt x="2456" y="104993"/>
                  </a:cubicBezTo>
                  <a:cubicBezTo>
                    <a:pt x="2456" y="102885"/>
                    <a:pt x="2456" y="103237"/>
                    <a:pt x="1142" y="101831"/>
                  </a:cubicBezTo>
                  <a:cubicBezTo>
                    <a:pt x="-253" y="100426"/>
                    <a:pt x="1799" y="80754"/>
                    <a:pt x="1717" y="78296"/>
                  </a:cubicBezTo>
                  <a:cubicBezTo>
                    <a:pt x="1635" y="75836"/>
                    <a:pt x="649" y="77593"/>
                    <a:pt x="156" y="71270"/>
                  </a:cubicBezTo>
                  <a:cubicBezTo>
                    <a:pt x="-335" y="64947"/>
                    <a:pt x="321" y="30170"/>
                    <a:pt x="2292" y="18226"/>
                  </a:cubicBezTo>
                  <a:cubicBezTo>
                    <a:pt x="3811" y="9620"/>
                    <a:pt x="6747" y="2857"/>
                    <a:pt x="10063" y="706"/>
                  </a:cubicBezTo>
                  <a:lnTo>
                    <a:pt x="10362" y="623"/>
                  </a:lnTo>
                  <a:lnTo>
                    <a:pt x="10362" y="622"/>
                  </a:lnTo>
                  <a:lnTo>
                    <a:pt x="12605" y="0"/>
                  </a:lnTo>
                  <a:close/>
                </a:path>
              </a:pathLst>
            </a:custGeom>
            <a:solidFill>
              <a:srgbClr val="30669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0" name="Google Shape;40;p67"/>
            <p:cNvSpPr/>
            <p:nvPr/>
          </p:nvSpPr>
          <p:spPr>
            <a:xfrm>
              <a:off x="7777039" y="4013537"/>
              <a:ext cx="1816641" cy="727141"/>
            </a:xfrm>
            <a:custGeom>
              <a:avLst/>
              <a:gdLst/>
              <a:ahLst/>
              <a:cxnLst/>
              <a:rect l="l" t="t" r="r" b="b"/>
              <a:pathLst>
                <a:path w="120000" h="120000" extrusionOk="0">
                  <a:moveTo>
                    <a:pt x="35488" y="0"/>
                  </a:moveTo>
                  <a:lnTo>
                    <a:pt x="107866" y="0"/>
                  </a:lnTo>
                  <a:lnTo>
                    <a:pt x="108035" y="2600"/>
                  </a:lnTo>
                  <a:cubicBezTo>
                    <a:pt x="108694" y="30773"/>
                    <a:pt x="101160" y="47448"/>
                    <a:pt x="101160" y="47448"/>
                  </a:cubicBezTo>
                  <a:cubicBezTo>
                    <a:pt x="108224" y="64572"/>
                    <a:pt x="115842" y="97505"/>
                    <a:pt x="119388" y="116458"/>
                  </a:cubicBezTo>
                  <a:lnTo>
                    <a:pt x="120000" y="119999"/>
                  </a:lnTo>
                  <a:lnTo>
                    <a:pt x="84908" y="119999"/>
                  </a:lnTo>
                  <a:lnTo>
                    <a:pt x="81530" y="112567"/>
                  </a:lnTo>
                  <a:cubicBezTo>
                    <a:pt x="74377" y="96803"/>
                    <a:pt x="68121" y="82927"/>
                    <a:pt x="68121" y="82927"/>
                  </a:cubicBezTo>
                  <a:cubicBezTo>
                    <a:pt x="63904" y="88196"/>
                    <a:pt x="29178" y="90655"/>
                    <a:pt x="29178" y="90655"/>
                  </a:cubicBezTo>
                  <a:cubicBezTo>
                    <a:pt x="31111" y="94080"/>
                    <a:pt x="32728" y="98647"/>
                    <a:pt x="34094" y="103823"/>
                  </a:cubicBezTo>
                  <a:lnTo>
                    <a:pt x="37377" y="119999"/>
                  </a:lnTo>
                  <a:lnTo>
                    <a:pt x="7167" y="119999"/>
                  </a:lnTo>
                  <a:lnTo>
                    <a:pt x="2466" y="99086"/>
                  </a:lnTo>
                  <a:cubicBezTo>
                    <a:pt x="-4140" y="65714"/>
                    <a:pt x="4153" y="42881"/>
                    <a:pt x="8371" y="38665"/>
                  </a:cubicBezTo>
                  <a:cubicBezTo>
                    <a:pt x="12448" y="34450"/>
                    <a:pt x="20462" y="13022"/>
                    <a:pt x="28335" y="6347"/>
                  </a:cubicBezTo>
                  <a:cubicBezTo>
                    <a:pt x="30303" y="4679"/>
                    <a:pt x="32693" y="2549"/>
                    <a:pt x="35171" y="293"/>
                  </a:cubicBezTo>
                  <a:lnTo>
                    <a:pt x="35488" y="0"/>
                  </a:lnTo>
                  <a:close/>
                </a:path>
              </a:pathLst>
            </a:custGeom>
            <a:solidFill>
              <a:srgbClr val="30669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1" name="Google Shape;41;p67"/>
            <p:cNvSpPr/>
            <p:nvPr/>
          </p:nvSpPr>
          <p:spPr>
            <a:xfrm>
              <a:off x="6896878" y="3286394"/>
              <a:ext cx="2513113" cy="727144"/>
            </a:xfrm>
            <a:custGeom>
              <a:avLst/>
              <a:gdLst/>
              <a:ahLst/>
              <a:cxnLst/>
              <a:rect l="l" t="t" r="r" b="b"/>
              <a:pathLst>
                <a:path w="120000" h="120000" extrusionOk="0">
                  <a:moveTo>
                    <a:pt x="46875" y="0"/>
                  </a:moveTo>
                  <a:lnTo>
                    <a:pt x="99623" y="0"/>
                  </a:lnTo>
                  <a:lnTo>
                    <a:pt x="100400" y="9685"/>
                  </a:lnTo>
                  <a:cubicBezTo>
                    <a:pt x="102714" y="34328"/>
                    <a:pt x="106437" y="48582"/>
                    <a:pt x="109461" y="55037"/>
                  </a:cubicBezTo>
                  <a:cubicBezTo>
                    <a:pt x="112916" y="62414"/>
                    <a:pt x="116879" y="73655"/>
                    <a:pt x="119522" y="109837"/>
                  </a:cubicBezTo>
                  <a:lnTo>
                    <a:pt x="120000" y="119999"/>
                  </a:lnTo>
                  <a:lnTo>
                    <a:pt x="67680" y="119999"/>
                  </a:lnTo>
                  <a:lnTo>
                    <a:pt x="72774" y="113482"/>
                  </a:lnTo>
                  <a:cubicBezTo>
                    <a:pt x="76127" y="109134"/>
                    <a:pt x="78770" y="105622"/>
                    <a:pt x="78770" y="105622"/>
                  </a:cubicBezTo>
                  <a:cubicBezTo>
                    <a:pt x="78770" y="105622"/>
                    <a:pt x="62916" y="44498"/>
                    <a:pt x="59969" y="37473"/>
                  </a:cubicBezTo>
                  <a:cubicBezTo>
                    <a:pt x="58546" y="33960"/>
                    <a:pt x="53922" y="20611"/>
                    <a:pt x="49654" y="8141"/>
                  </a:cubicBezTo>
                  <a:close/>
                  <a:moveTo>
                    <a:pt x="0" y="0"/>
                  </a:moveTo>
                  <a:lnTo>
                    <a:pt x="11329" y="0"/>
                  </a:lnTo>
                  <a:lnTo>
                    <a:pt x="11594" y="939"/>
                  </a:lnTo>
                  <a:cubicBezTo>
                    <a:pt x="12814" y="3750"/>
                    <a:pt x="17590" y="10424"/>
                    <a:pt x="17590" y="10424"/>
                  </a:cubicBezTo>
                  <a:cubicBezTo>
                    <a:pt x="18022" y="7658"/>
                    <a:pt x="18422" y="5237"/>
                    <a:pt x="18797" y="3102"/>
                  </a:cubicBezTo>
                  <a:lnTo>
                    <a:pt x="19380" y="0"/>
                  </a:lnTo>
                  <a:lnTo>
                    <a:pt x="37772" y="0"/>
                  </a:lnTo>
                  <a:lnTo>
                    <a:pt x="35625" y="9118"/>
                  </a:lnTo>
                  <a:cubicBezTo>
                    <a:pt x="34653" y="13204"/>
                    <a:pt x="33600" y="17592"/>
                    <a:pt x="32517" y="22060"/>
                  </a:cubicBezTo>
                  <a:lnTo>
                    <a:pt x="31947" y="24390"/>
                  </a:lnTo>
                  <a:lnTo>
                    <a:pt x="29232" y="35480"/>
                  </a:lnTo>
                  <a:cubicBezTo>
                    <a:pt x="25963" y="48692"/>
                    <a:pt x="22900" y="60613"/>
                    <a:pt x="21452" y="65224"/>
                  </a:cubicBezTo>
                  <a:cubicBezTo>
                    <a:pt x="17692" y="77168"/>
                    <a:pt x="14846" y="75411"/>
                    <a:pt x="12103" y="66629"/>
                  </a:cubicBezTo>
                  <a:cubicBezTo>
                    <a:pt x="10324" y="60921"/>
                    <a:pt x="5806" y="34904"/>
                    <a:pt x="2098" y="12678"/>
                  </a:cubicBezTo>
                  <a:close/>
                </a:path>
              </a:pathLst>
            </a:custGeom>
            <a:solidFill>
              <a:srgbClr val="30669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2" name="Google Shape;42;p67"/>
            <p:cNvSpPr/>
            <p:nvPr/>
          </p:nvSpPr>
          <p:spPr>
            <a:xfrm>
              <a:off x="8125822" y="5467823"/>
              <a:ext cx="2385160" cy="727143"/>
            </a:xfrm>
            <a:custGeom>
              <a:avLst/>
              <a:gdLst/>
              <a:ahLst/>
              <a:cxnLst/>
              <a:rect l="l" t="t" r="r" b="b"/>
              <a:pathLst>
                <a:path w="120000" h="120000" extrusionOk="0">
                  <a:moveTo>
                    <a:pt x="91906" y="0"/>
                  </a:moveTo>
                  <a:lnTo>
                    <a:pt x="105217" y="0"/>
                  </a:lnTo>
                  <a:lnTo>
                    <a:pt x="105217" y="0"/>
                  </a:lnTo>
                  <a:cubicBezTo>
                    <a:pt x="106012" y="2827"/>
                    <a:pt x="106507" y="4517"/>
                    <a:pt x="106507" y="4517"/>
                  </a:cubicBezTo>
                  <a:cubicBezTo>
                    <a:pt x="106507" y="4517"/>
                    <a:pt x="106507" y="4517"/>
                    <a:pt x="107150" y="4517"/>
                  </a:cubicBezTo>
                  <a:cubicBezTo>
                    <a:pt x="107792" y="4517"/>
                    <a:pt x="108435" y="11894"/>
                    <a:pt x="109934" y="12597"/>
                  </a:cubicBezTo>
                  <a:cubicBezTo>
                    <a:pt x="111540" y="12948"/>
                    <a:pt x="113681" y="12597"/>
                    <a:pt x="118286" y="20676"/>
                  </a:cubicBezTo>
                  <a:cubicBezTo>
                    <a:pt x="122783" y="29107"/>
                    <a:pt x="117322" y="49481"/>
                    <a:pt x="114538" y="60371"/>
                  </a:cubicBezTo>
                  <a:cubicBezTo>
                    <a:pt x="111861" y="71261"/>
                    <a:pt x="114431" y="84259"/>
                    <a:pt x="109827" y="103579"/>
                  </a:cubicBezTo>
                  <a:cubicBezTo>
                    <a:pt x="105222" y="122900"/>
                    <a:pt x="100189" y="122900"/>
                    <a:pt x="98583" y="115171"/>
                  </a:cubicBezTo>
                  <a:cubicBezTo>
                    <a:pt x="96977" y="107092"/>
                    <a:pt x="100189" y="102877"/>
                    <a:pt x="101153" y="96905"/>
                  </a:cubicBezTo>
                  <a:cubicBezTo>
                    <a:pt x="102010" y="90582"/>
                    <a:pt x="102010" y="62479"/>
                    <a:pt x="102010" y="54048"/>
                  </a:cubicBezTo>
                  <a:cubicBezTo>
                    <a:pt x="102010" y="45969"/>
                    <a:pt x="99975" y="40699"/>
                    <a:pt x="99975" y="36484"/>
                  </a:cubicBezTo>
                  <a:cubicBezTo>
                    <a:pt x="99975" y="32269"/>
                    <a:pt x="98262" y="17164"/>
                    <a:pt x="95050" y="8381"/>
                  </a:cubicBezTo>
                  <a:cubicBezTo>
                    <a:pt x="94662" y="7284"/>
                    <a:pt x="94193" y="6005"/>
                    <a:pt x="93656" y="4575"/>
                  </a:cubicBezTo>
                  <a:close/>
                  <a:moveTo>
                    <a:pt x="16536" y="0"/>
                  </a:moveTo>
                  <a:lnTo>
                    <a:pt x="28710" y="0"/>
                  </a:lnTo>
                  <a:lnTo>
                    <a:pt x="28822" y="829"/>
                  </a:lnTo>
                  <a:cubicBezTo>
                    <a:pt x="29411" y="5922"/>
                    <a:pt x="29946" y="11016"/>
                    <a:pt x="30803" y="12597"/>
                  </a:cubicBezTo>
                  <a:cubicBezTo>
                    <a:pt x="32623" y="15758"/>
                    <a:pt x="33480" y="26648"/>
                    <a:pt x="37549" y="41753"/>
                  </a:cubicBezTo>
                  <a:cubicBezTo>
                    <a:pt x="41511" y="56858"/>
                    <a:pt x="36371" y="61425"/>
                    <a:pt x="25128" y="84258"/>
                  </a:cubicBezTo>
                  <a:cubicBezTo>
                    <a:pt x="13884" y="107092"/>
                    <a:pt x="1035" y="117982"/>
                    <a:pt x="178" y="106038"/>
                  </a:cubicBezTo>
                  <a:cubicBezTo>
                    <a:pt x="-570" y="94094"/>
                    <a:pt x="1035" y="86015"/>
                    <a:pt x="4997" y="79692"/>
                  </a:cubicBezTo>
                  <a:cubicBezTo>
                    <a:pt x="8959" y="73369"/>
                    <a:pt x="15919" y="30161"/>
                    <a:pt x="15919" y="30161"/>
                  </a:cubicBezTo>
                  <a:cubicBezTo>
                    <a:pt x="15919" y="30161"/>
                    <a:pt x="17204" y="23486"/>
                    <a:pt x="16561" y="16110"/>
                  </a:cubicBezTo>
                  <a:cubicBezTo>
                    <a:pt x="16240" y="12421"/>
                    <a:pt x="16267" y="7767"/>
                    <a:pt x="16374" y="4034"/>
                  </a:cubicBezTo>
                  <a:close/>
                </a:path>
              </a:pathLst>
            </a:custGeom>
            <a:solidFill>
              <a:srgbClr val="30669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3" name="Google Shape;43;p67"/>
            <p:cNvSpPr/>
            <p:nvPr/>
          </p:nvSpPr>
          <p:spPr>
            <a:xfrm>
              <a:off x="7885553" y="4740680"/>
              <a:ext cx="2331607" cy="727143"/>
            </a:xfrm>
            <a:custGeom>
              <a:avLst/>
              <a:gdLst/>
              <a:ahLst/>
              <a:cxnLst/>
              <a:rect l="l" t="t" r="r" b="b"/>
              <a:pathLst>
                <a:path w="120000" h="120000" extrusionOk="0">
                  <a:moveTo>
                    <a:pt x="60570" y="0"/>
                  </a:moveTo>
                  <a:lnTo>
                    <a:pt x="87911" y="0"/>
                  </a:lnTo>
                  <a:lnTo>
                    <a:pt x="88535" y="4632"/>
                  </a:lnTo>
                  <a:cubicBezTo>
                    <a:pt x="88802" y="6876"/>
                    <a:pt x="88965" y="8594"/>
                    <a:pt x="89006" y="9648"/>
                  </a:cubicBezTo>
                  <a:cubicBezTo>
                    <a:pt x="89334" y="18078"/>
                    <a:pt x="90430" y="20186"/>
                    <a:pt x="90430" y="20186"/>
                  </a:cubicBezTo>
                  <a:cubicBezTo>
                    <a:pt x="99412" y="33184"/>
                    <a:pt x="106422" y="60232"/>
                    <a:pt x="109818" y="78850"/>
                  </a:cubicBezTo>
                  <a:cubicBezTo>
                    <a:pt x="111940" y="90487"/>
                    <a:pt x="115902" y="105416"/>
                    <a:pt x="118575" y="114977"/>
                  </a:cubicBezTo>
                  <a:lnTo>
                    <a:pt x="120000" y="119999"/>
                  </a:lnTo>
                  <a:lnTo>
                    <a:pt x="106383" y="119999"/>
                  </a:lnTo>
                  <a:lnTo>
                    <a:pt x="106330" y="119863"/>
                  </a:lnTo>
                  <a:cubicBezTo>
                    <a:pt x="102273" y="109653"/>
                    <a:pt x="96153" y="95097"/>
                    <a:pt x="90649" y="82715"/>
                  </a:cubicBezTo>
                  <a:cubicBezTo>
                    <a:pt x="83310" y="65853"/>
                    <a:pt x="86267" y="72527"/>
                    <a:pt x="81995" y="68663"/>
                  </a:cubicBezTo>
                  <a:cubicBezTo>
                    <a:pt x="77833" y="64448"/>
                    <a:pt x="76080" y="45478"/>
                    <a:pt x="74875" y="41263"/>
                  </a:cubicBezTo>
                  <a:cubicBezTo>
                    <a:pt x="73780" y="37399"/>
                    <a:pt x="72575" y="33535"/>
                    <a:pt x="72575" y="33535"/>
                  </a:cubicBezTo>
                  <a:cubicBezTo>
                    <a:pt x="70480" y="27870"/>
                    <a:pt x="66429" y="16525"/>
                    <a:pt x="62183" y="4556"/>
                  </a:cubicBezTo>
                  <a:close/>
                  <a:moveTo>
                    <a:pt x="0" y="0"/>
                  </a:moveTo>
                  <a:lnTo>
                    <a:pt x="23537" y="0"/>
                  </a:lnTo>
                  <a:lnTo>
                    <a:pt x="23639" y="646"/>
                  </a:lnTo>
                  <a:cubicBezTo>
                    <a:pt x="25090" y="12370"/>
                    <a:pt x="25967" y="24402"/>
                    <a:pt x="26679" y="32481"/>
                  </a:cubicBezTo>
                  <a:cubicBezTo>
                    <a:pt x="28212" y="48640"/>
                    <a:pt x="38837" y="109763"/>
                    <a:pt x="38837" y="109763"/>
                  </a:cubicBezTo>
                  <a:cubicBezTo>
                    <a:pt x="38837" y="109763"/>
                    <a:pt x="38837" y="109763"/>
                    <a:pt x="39495" y="109061"/>
                  </a:cubicBezTo>
                  <a:cubicBezTo>
                    <a:pt x="40042" y="109851"/>
                    <a:pt x="40480" y="111520"/>
                    <a:pt x="40857" y="113627"/>
                  </a:cubicBezTo>
                  <a:lnTo>
                    <a:pt x="41735" y="120000"/>
                  </a:lnTo>
                  <a:lnTo>
                    <a:pt x="29282" y="120000"/>
                  </a:lnTo>
                  <a:lnTo>
                    <a:pt x="29308" y="119363"/>
                  </a:lnTo>
                  <a:cubicBezTo>
                    <a:pt x="29369" y="118194"/>
                    <a:pt x="29417" y="117492"/>
                    <a:pt x="29417" y="117492"/>
                  </a:cubicBezTo>
                  <a:cubicBezTo>
                    <a:pt x="29417" y="117492"/>
                    <a:pt x="19887" y="77797"/>
                    <a:pt x="13753" y="56368"/>
                  </a:cubicBezTo>
                  <a:cubicBezTo>
                    <a:pt x="9071" y="40561"/>
                    <a:pt x="4573" y="23765"/>
                    <a:pt x="398" y="2276"/>
                  </a:cubicBezTo>
                  <a:close/>
                </a:path>
              </a:pathLst>
            </a:custGeom>
            <a:solidFill>
              <a:srgbClr val="30669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d-of-Module">
  <p:cSld name="End-of-Module">
    <p:spTree>
      <p:nvGrpSpPr>
        <p:cNvPr id="1" name="Shape 44"/>
        <p:cNvGrpSpPr/>
        <p:nvPr/>
      </p:nvGrpSpPr>
      <p:grpSpPr>
        <a:xfrm>
          <a:off x="0" y="0"/>
          <a:ext cx="0" cy="0"/>
          <a:chOff x="0" y="0"/>
          <a:chExt cx="0" cy="0"/>
        </a:xfrm>
      </p:grpSpPr>
      <p:pic>
        <p:nvPicPr>
          <p:cNvPr id="45" name="Google Shape;45;p68"/>
          <p:cNvPicPr preferRelativeResize="0"/>
          <p:nvPr/>
        </p:nvPicPr>
        <p:blipFill rotWithShape="1">
          <a:blip r:embed="rId2">
            <a:alphaModFix/>
          </a:blip>
          <a:srcRect/>
          <a:stretch/>
        </p:blipFill>
        <p:spPr>
          <a:xfrm flipH="1">
            <a:off x="-3134" y="1286"/>
            <a:ext cx="12191112" cy="6851405"/>
          </a:xfrm>
          <a:prstGeom prst="rect">
            <a:avLst/>
          </a:prstGeom>
          <a:noFill/>
          <a:ln>
            <a:noFill/>
          </a:ln>
        </p:spPr>
      </p:pic>
      <p:sp>
        <p:nvSpPr>
          <p:cNvPr id="46" name="Google Shape;46;p68"/>
          <p:cNvSpPr/>
          <p:nvPr/>
        </p:nvSpPr>
        <p:spPr>
          <a:xfrm>
            <a:off x="-3134" y="0"/>
            <a:ext cx="12195134" cy="2938637"/>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47" name="Google Shape;47;p68"/>
          <p:cNvPicPr preferRelativeResize="0"/>
          <p:nvPr/>
        </p:nvPicPr>
        <p:blipFill rotWithShape="1">
          <a:blip r:embed="rId3">
            <a:alphaModFix/>
          </a:blip>
          <a:srcRect l="16785" t="2226" r="50449" b="83699"/>
          <a:stretch/>
        </p:blipFill>
        <p:spPr>
          <a:xfrm>
            <a:off x="320948" y="207543"/>
            <a:ext cx="3992881" cy="963777"/>
          </a:xfrm>
          <a:prstGeom prst="rect">
            <a:avLst/>
          </a:prstGeom>
          <a:noFill/>
          <a:ln>
            <a:noFill/>
          </a:ln>
        </p:spPr>
      </p:pic>
      <p:sp>
        <p:nvSpPr>
          <p:cNvPr id="48" name="Google Shape;48;p68"/>
          <p:cNvSpPr/>
          <p:nvPr/>
        </p:nvSpPr>
        <p:spPr>
          <a:xfrm>
            <a:off x="0" y="1447588"/>
            <a:ext cx="12192000" cy="1491049"/>
          </a:xfrm>
          <a:prstGeom prst="rect">
            <a:avLst/>
          </a:prstGeom>
          <a:solidFill>
            <a:srgbClr val="F2F2F2">
              <a:alpha val="44313"/>
            </a:srgbClr>
          </a:solid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9" name="Google Shape;49;p68"/>
          <p:cNvSpPr/>
          <p:nvPr/>
        </p:nvSpPr>
        <p:spPr>
          <a:xfrm>
            <a:off x="12075283" y="1449583"/>
            <a:ext cx="116718" cy="1489054"/>
          </a:xfrm>
          <a:prstGeom prst="rect">
            <a:avLst/>
          </a:pr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E60141"/>
              </a:solidFill>
              <a:latin typeface="Calibri"/>
              <a:ea typeface="Calibri"/>
              <a:cs typeface="Calibri"/>
              <a:sym typeface="Calibri"/>
            </a:endParaRPr>
          </a:p>
        </p:txBody>
      </p:sp>
      <p:sp>
        <p:nvSpPr>
          <p:cNvPr id="50" name="Google Shape;50;p68"/>
          <p:cNvSpPr txBox="1"/>
          <p:nvPr/>
        </p:nvSpPr>
        <p:spPr>
          <a:xfrm>
            <a:off x="571924" y="1713956"/>
            <a:ext cx="11192183" cy="707886"/>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None/>
            </a:pPr>
            <a:r>
              <a:rPr lang="en" sz="3200" b="0" i="0" u="none" strike="noStrike" cap="none">
                <a:solidFill>
                  <a:schemeClr val="dk1"/>
                </a:solidFill>
                <a:latin typeface="Arial"/>
                <a:ea typeface="Arial"/>
                <a:cs typeface="Arial"/>
                <a:sym typeface="Arial"/>
              </a:rPr>
              <a:t>End of Module</a:t>
            </a:r>
            <a:endParaRPr/>
          </a:p>
        </p:txBody>
      </p:sp>
      <p:sp>
        <p:nvSpPr>
          <p:cNvPr id="51" name="Google Shape;51;p68"/>
          <p:cNvSpPr txBox="1">
            <a:spLocks noGrp="1"/>
          </p:cNvSpPr>
          <p:nvPr>
            <p:ph type="body" idx="1"/>
          </p:nvPr>
        </p:nvSpPr>
        <p:spPr>
          <a:xfrm>
            <a:off x="571925" y="2422525"/>
            <a:ext cx="11192181" cy="40005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efinition">
  <p:cSld name="Definition">
    <p:spTree>
      <p:nvGrpSpPr>
        <p:cNvPr id="1" name="Shape 52"/>
        <p:cNvGrpSpPr/>
        <p:nvPr/>
      </p:nvGrpSpPr>
      <p:grpSpPr>
        <a:xfrm>
          <a:off x="0" y="0"/>
          <a:ext cx="0" cy="0"/>
          <a:chOff x="0" y="0"/>
          <a:chExt cx="0" cy="0"/>
        </a:xfrm>
      </p:grpSpPr>
      <p:sp>
        <p:nvSpPr>
          <p:cNvPr id="53" name="Google Shape;53;p69"/>
          <p:cNvSpPr>
            <a:spLocks noGrp="1"/>
          </p:cNvSpPr>
          <p:nvPr>
            <p:ph type="pic" idx="2"/>
          </p:nvPr>
        </p:nvSpPr>
        <p:spPr>
          <a:xfrm>
            <a:off x="0" y="1450975"/>
            <a:ext cx="12192000" cy="2822575"/>
          </a:xfrm>
          <a:prstGeom prst="rect">
            <a:avLst/>
          </a:prstGeom>
          <a:noFill/>
          <a:ln>
            <a:noFill/>
          </a:ln>
        </p:spPr>
      </p:sp>
      <p:sp>
        <p:nvSpPr>
          <p:cNvPr id="54" name="Google Shape;54;p69"/>
          <p:cNvSpPr txBox="1">
            <a:spLocks noGrp="1"/>
          </p:cNvSpPr>
          <p:nvPr>
            <p:ph type="body" idx="1"/>
          </p:nvPr>
        </p:nvSpPr>
        <p:spPr>
          <a:xfrm>
            <a:off x="2207738" y="4565682"/>
            <a:ext cx="7375007" cy="874953"/>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800"/>
              <a:buFont typeface="Arial"/>
              <a:buNone/>
              <a:defRPr sz="1800" b="0" i="1"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800"/>
              <a:buFont typeface="Arial"/>
              <a:buNone/>
              <a:defRPr sz="1800" b="0" i="1"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5" name="Google Shape;55;p69"/>
          <p:cNvSpPr txBox="1">
            <a:spLocks noGrp="1"/>
          </p:cNvSpPr>
          <p:nvPr>
            <p:ph type="body" idx="3"/>
          </p:nvPr>
        </p:nvSpPr>
        <p:spPr>
          <a:xfrm>
            <a:off x="207963" y="6206597"/>
            <a:ext cx="11622793" cy="36512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900"/>
              <a:buFont typeface="Arial"/>
              <a:buNone/>
              <a:defRPr sz="900" b="0" i="1"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6" name="Google Shape;56;p69"/>
          <p:cNvSpPr txBox="1">
            <a:spLocks noGrp="1"/>
          </p:cNvSpPr>
          <p:nvPr>
            <p:ph type="body" idx="4"/>
          </p:nvPr>
        </p:nvSpPr>
        <p:spPr>
          <a:xfrm>
            <a:off x="8522430" y="3132903"/>
            <a:ext cx="3308326" cy="457200"/>
          </a:xfrm>
          <a:prstGeom prst="rect">
            <a:avLst/>
          </a:prstGeom>
          <a:solidFill>
            <a:srgbClr val="7F7F7F">
              <a:alpha val="57647"/>
            </a:srgbClr>
          </a:solid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lt1"/>
              </a:buClr>
              <a:buSzPts val="1800"/>
              <a:buFont typeface="Arial"/>
              <a:buNone/>
              <a:defRPr sz="1800" b="1" i="0" u="none" strike="noStrike" cap="none">
                <a:solidFill>
                  <a:schemeClr val="lt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7" name="Google Shape;57;p69"/>
          <p:cNvSpPr txBox="1">
            <a:spLocks noGrp="1"/>
          </p:cNvSpPr>
          <p:nvPr>
            <p:ph type="body" idx="5"/>
          </p:nvPr>
        </p:nvSpPr>
        <p:spPr>
          <a:xfrm>
            <a:off x="8522429" y="3590102"/>
            <a:ext cx="3308327" cy="544575"/>
          </a:xfrm>
          <a:prstGeom prst="rect">
            <a:avLst/>
          </a:prstGeom>
          <a:solidFill>
            <a:srgbClr val="7F7F7F">
              <a:alpha val="57647"/>
            </a:srgbClr>
          </a:solid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lt1"/>
              </a:buClr>
              <a:buSzPts val="1100"/>
              <a:buFont typeface="Arial"/>
              <a:buNone/>
              <a:defRPr sz="1100" b="0" i="0" u="none" strike="noStrike" cap="none">
                <a:solidFill>
                  <a:schemeClr val="lt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8" name="Google Shape;58;p69"/>
          <p:cNvSpPr txBox="1">
            <a:spLocks noGrp="1"/>
          </p:cNvSpPr>
          <p:nvPr>
            <p:ph type="sldNum" idx="12"/>
          </p:nvPr>
        </p:nvSpPr>
        <p:spPr>
          <a:xfrm>
            <a:off x="11561884" y="6356350"/>
            <a:ext cx="386861"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n"/>
              <a:t>‹#›</a:t>
            </a:fld>
            <a:endParaRPr/>
          </a:p>
        </p:txBody>
      </p:sp>
      <p:sp>
        <p:nvSpPr>
          <p:cNvPr id="59" name="Google Shape;59;p69"/>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rGraph-Infographic">
  <p:cSld name="BarGraph-Infographic">
    <p:spTree>
      <p:nvGrpSpPr>
        <p:cNvPr id="1" name="Shape 60"/>
        <p:cNvGrpSpPr/>
        <p:nvPr/>
      </p:nvGrpSpPr>
      <p:grpSpPr>
        <a:xfrm>
          <a:off x="0" y="0"/>
          <a:ext cx="0" cy="0"/>
          <a:chOff x="0" y="0"/>
          <a:chExt cx="0" cy="0"/>
        </a:xfrm>
      </p:grpSpPr>
      <p:sp>
        <p:nvSpPr>
          <p:cNvPr id="61" name="Google Shape;61;p70"/>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2" name="Google Shape;62;p70"/>
          <p:cNvSpPr/>
          <p:nvPr/>
        </p:nvSpPr>
        <p:spPr>
          <a:xfrm>
            <a:off x="2941313" y="1605063"/>
            <a:ext cx="508000" cy="3149600"/>
          </a:xfrm>
          <a:prstGeom prst="roundRect">
            <a:avLst>
              <a:gd name="adj" fmla="val 50000"/>
            </a:avLst>
          </a:prstGeom>
          <a:gradFill>
            <a:gsLst>
              <a:gs pos="0">
                <a:srgbClr val="5E697B"/>
              </a:gs>
              <a:gs pos="50000">
                <a:srgbClr val="42536A"/>
              </a:gs>
              <a:gs pos="100000">
                <a:srgbClr val="38495F"/>
              </a:gs>
            </a:gsLst>
            <a:lin ang="5400000" scaled="0"/>
          </a:gradFill>
          <a:ln>
            <a:noFill/>
          </a:ln>
          <a:effectLst>
            <a:outerShdw blurRad="57150" dist="19050" dir="5400000" algn="ctr" rotWithShape="0">
              <a:srgbClr val="000000">
                <a:alpha val="6235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grpSp>
        <p:nvGrpSpPr>
          <p:cNvPr id="63" name="Google Shape;63;p70"/>
          <p:cNvGrpSpPr/>
          <p:nvPr/>
        </p:nvGrpSpPr>
        <p:grpSpPr>
          <a:xfrm>
            <a:off x="638049" y="4989635"/>
            <a:ext cx="4348480" cy="128151"/>
            <a:chOff x="4800600" y="3954464"/>
            <a:chExt cx="3261360" cy="96113"/>
          </a:xfrm>
        </p:grpSpPr>
        <p:cxnSp>
          <p:nvCxnSpPr>
            <p:cNvPr id="64" name="Google Shape;64;p70"/>
            <p:cNvCxnSpPr/>
            <p:nvPr/>
          </p:nvCxnSpPr>
          <p:spPr>
            <a:xfrm>
              <a:off x="4800600" y="4004857"/>
              <a:ext cx="3261360" cy="1587"/>
            </a:xfrm>
            <a:prstGeom prst="straightConnector1">
              <a:avLst/>
            </a:prstGeom>
            <a:noFill/>
            <a:ln w="12700" cap="flat" cmpd="sng">
              <a:solidFill>
                <a:srgbClr val="CCCCCA"/>
              </a:solidFill>
              <a:prstDash val="dot"/>
              <a:miter lim="8000"/>
              <a:headEnd type="oval" w="med" len="med"/>
              <a:tailEnd type="oval" w="med" len="med"/>
            </a:ln>
          </p:spPr>
        </p:cxnSp>
        <p:sp>
          <p:nvSpPr>
            <p:cNvPr id="65" name="Google Shape;65;p70"/>
            <p:cNvSpPr/>
            <p:nvPr/>
          </p:nvSpPr>
          <p:spPr>
            <a:xfrm>
              <a:off x="4943044" y="3954464"/>
              <a:ext cx="96113" cy="96113"/>
            </a:xfrm>
            <a:prstGeom prst="ellipse">
              <a:avLst/>
            </a:prstGeom>
            <a:gradFill>
              <a:gsLst>
                <a:gs pos="0">
                  <a:srgbClr val="4AC990"/>
                </a:gs>
                <a:gs pos="50000">
                  <a:srgbClr val="12C884"/>
                </a:gs>
                <a:gs pos="100000">
                  <a:srgbClr val="08B876"/>
                </a:gs>
              </a:gsLst>
              <a:lin ang="5400000" scaled="0"/>
            </a:gradFill>
            <a:ln>
              <a:noFill/>
            </a:ln>
            <a:effectLst>
              <a:outerShdw blurRad="57150" dist="19050" dir="5400000" algn="ctr" rotWithShape="0">
                <a:srgbClr val="000000">
                  <a:alpha val="6235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656D78"/>
                </a:solidFill>
                <a:latin typeface="Arial"/>
                <a:ea typeface="Arial"/>
                <a:cs typeface="Arial"/>
                <a:sym typeface="Arial"/>
              </a:endParaRPr>
            </a:p>
          </p:txBody>
        </p:sp>
        <p:sp>
          <p:nvSpPr>
            <p:cNvPr id="66" name="Google Shape;66;p70"/>
            <p:cNvSpPr/>
            <p:nvPr/>
          </p:nvSpPr>
          <p:spPr>
            <a:xfrm>
              <a:off x="5519116" y="3954464"/>
              <a:ext cx="96113" cy="96113"/>
            </a:xfrm>
            <a:prstGeom prst="ellipse">
              <a:avLst/>
            </a:prstGeom>
            <a:gradFill>
              <a:gsLst>
                <a:gs pos="0">
                  <a:srgbClr val="A1E6C7"/>
                </a:gs>
                <a:gs pos="50000">
                  <a:srgbClr val="92E4BF"/>
                </a:gs>
                <a:gs pos="100000">
                  <a:srgbClr val="7CCFA9"/>
                </a:gs>
              </a:gsLst>
              <a:lin ang="5400000" scaled="0"/>
            </a:gradFill>
            <a:ln>
              <a:noFill/>
            </a:ln>
            <a:effectLst>
              <a:outerShdw blurRad="57150" dist="19050" dir="5400000" algn="ctr" rotWithShape="0">
                <a:srgbClr val="000000">
                  <a:alpha val="6235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656D78"/>
                </a:solidFill>
                <a:latin typeface="Arial"/>
                <a:ea typeface="Arial"/>
                <a:cs typeface="Arial"/>
                <a:sym typeface="Arial"/>
              </a:endParaRPr>
            </a:p>
          </p:txBody>
        </p:sp>
        <p:sp>
          <p:nvSpPr>
            <p:cNvPr id="67" name="Google Shape;67;p70"/>
            <p:cNvSpPr/>
            <p:nvPr/>
          </p:nvSpPr>
          <p:spPr>
            <a:xfrm>
              <a:off x="6095187" y="3954464"/>
              <a:ext cx="96113" cy="96113"/>
            </a:xfrm>
            <a:prstGeom prst="ellipse">
              <a:avLst/>
            </a:prstGeom>
            <a:gradFill>
              <a:gsLst>
                <a:gs pos="0">
                  <a:srgbClr val="6A798A"/>
                </a:gs>
                <a:gs pos="50000">
                  <a:srgbClr val="54677D"/>
                </a:gs>
                <a:gs pos="100000">
                  <a:srgbClr val="485A6F"/>
                </a:gs>
              </a:gsLst>
              <a:lin ang="5400000" scaled="0"/>
            </a:gradFill>
            <a:ln>
              <a:noFill/>
            </a:ln>
            <a:effectLst>
              <a:outerShdw blurRad="57150" dist="19050" dir="5400000" algn="ctr" rotWithShape="0">
                <a:srgbClr val="000000">
                  <a:alpha val="6235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656D78"/>
                </a:solidFill>
                <a:latin typeface="Arial"/>
                <a:ea typeface="Arial"/>
                <a:cs typeface="Arial"/>
                <a:sym typeface="Arial"/>
              </a:endParaRPr>
            </a:p>
          </p:txBody>
        </p:sp>
        <p:sp>
          <p:nvSpPr>
            <p:cNvPr id="68" name="Google Shape;68;p70"/>
            <p:cNvSpPr/>
            <p:nvPr/>
          </p:nvSpPr>
          <p:spPr>
            <a:xfrm>
              <a:off x="6671260" y="3954464"/>
              <a:ext cx="96113" cy="96113"/>
            </a:xfrm>
            <a:prstGeom prst="ellipse">
              <a:avLst/>
            </a:prstGeom>
            <a:gradFill>
              <a:gsLst>
                <a:gs pos="0">
                  <a:srgbClr val="5E697B"/>
                </a:gs>
                <a:gs pos="50000">
                  <a:srgbClr val="42536A"/>
                </a:gs>
                <a:gs pos="100000">
                  <a:srgbClr val="38495F"/>
                </a:gs>
              </a:gsLst>
              <a:lin ang="5400000" scaled="0"/>
            </a:gradFill>
            <a:ln>
              <a:noFill/>
            </a:ln>
            <a:effectLst>
              <a:outerShdw blurRad="57150" dist="19050" dir="5400000" algn="ctr" rotWithShape="0">
                <a:srgbClr val="000000">
                  <a:alpha val="6235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656D78"/>
                </a:solidFill>
                <a:latin typeface="Arial"/>
                <a:ea typeface="Arial"/>
                <a:cs typeface="Arial"/>
                <a:sym typeface="Arial"/>
              </a:endParaRPr>
            </a:p>
          </p:txBody>
        </p:sp>
        <p:sp>
          <p:nvSpPr>
            <p:cNvPr id="69" name="Google Shape;69;p70"/>
            <p:cNvSpPr/>
            <p:nvPr/>
          </p:nvSpPr>
          <p:spPr>
            <a:xfrm>
              <a:off x="7247332" y="3954464"/>
              <a:ext cx="96113" cy="96113"/>
            </a:xfrm>
            <a:prstGeom prst="ellipse">
              <a:avLst/>
            </a:prstGeom>
            <a:gradFill>
              <a:gsLst>
                <a:gs pos="0">
                  <a:srgbClr val="4AC990"/>
                </a:gs>
                <a:gs pos="50000">
                  <a:srgbClr val="12C884"/>
                </a:gs>
                <a:gs pos="100000">
                  <a:srgbClr val="08B876"/>
                </a:gs>
              </a:gsLst>
              <a:lin ang="5400000" scaled="0"/>
            </a:gradFill>
            <a:ln>
              <a:noFill/>
            </a:ln>
            <a:effectLst>
              <a:outerShdw blurRad="57150" dist="19050" dir="5400000" algn="ctr" rotWithShape="0">
                <a:srgbClr val="000000">
                  <a:alpha val="6235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656D78"/>
                </a:solidFill>
                <a:latin typeface="Arial"/>
                <a:ea typeface="Arial"/>
                <a:cs typeface="Arial"/>
                <a:sym typeface="Arial"/>
              </a:endParaRPr>
            </a:p>
          </p:txBody>
        </p:sp>
        <p:sp>
          <p:nvSpPr>
            <p:cNvPr id="70" name="Google Shape;70;p70"/>
            <p:cNvSpPr/>
            <p:nvPr/>
          </p:nvSpPr>
          <p:spPr>
            <a:xfrm>
              <a:off x="7823403" y="3954464"/>
              <a:ext cx="96113" cy="96113"/>
            </a:xfrm>
            <a:prstGeom prst="ellipse">
              <a:avLst/>
            </a:prstGeom>
            <a:gradFill>
              <a:gsLst>
                <a:gs pos="0">
                  <a:srgbClr val="A1E6C7"/>
                </a:gs>
                <a:gs pos="50000">
                  <a:srgbClr val="92E4BF"/>
                </a:gs>
                <a:gs pos="100000">
                  <a:srgbClr val="7CCFA9"/>
                </a:gs>
              </a:gsLst>
              <a:lin ang="5400000" scaled="0"/>
            </a:gradFill>
            <a:ln>
              <a:noFill/>
            </a:ln>
            <a:effectLst>
              <a:outerShdw blurRad="57150" dist="19050" dir="5400000" algn="ctr" rotWithShape="0">
                <a:srgbClr val="000000">
                  <a:alpha val="6235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rgbClr val="656D78"/>
                </a:solidFill>
                <a:latin typeface="Arial"/>
                <a:ea typeface="Arial"/>
                <a:cs typeface="Arial"/>
                <a:sym typeface="Arial"/>
              </a:endParaRPr>
            </a:p>
          </p:txBody>
        </p:sp>
      </p:grpSp>
      <p:sp>
        <p:nvSpPr>
          <p:cNvPr id="71" name="Google Shape;71;p70"/>
          <p:cNvSpPr/>
          <p:nvPr/>
        </p:nvSpPr>
        <p:spPr>
          <a:xfrm>
            <a:off x="638050" y="3685578"/>
            <a:ext cx="508000" cy="1069084"/>
          </a:xfrm>
          <a:prstGeom prst="roundRect">
            <a:avLst>
              <a:gd name="adj" fmla="val 50000"/>
            </a:avLst>
          </a:prstGeom>
          <a:gradFill>
            <a:gsLst>
              <a:gs pos="0">
                <a:srgbClr val="4AC990"/>
              </a:gs>
              <a:gs pos="50000">
                <a:srgbClr val="12C884"/>
              </a:gs>
              <a:gs pos="100000">
                <a:srgbClr val="08B876"/>
              </a:gs>
            </a:gsLst>
            <a:lin ang="5400000" scaled="0"/>
          </a:gradFill>
          <a:ln>
            <a:noFill/>
          </a:ln>
          <a:effectLst>
            <a:outerShdw blurRad="57150" dist="19050" dir="5400000" algn="ctr" rotWithShape="0">
              <a:srgbClr val="000000">
                <a:alpha val="6235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72" name="Google Shape;72;p70"/>
          <p:cNvSpPr/>
          <p:nvPr/>
        </p:nvSpPr>
        <p:spPr>
          <a:xfrm>
            <a:off x="1406149" y="2824264"/>
            <a:ext cx="508000" cy="1930399"/>
          </a:xfrm>
          <a:prstGeom prst="roundRect">
            <a:avLst>
              <a:gd name="adj" fmla="val 50000"/>
            </a:avLst>
          </a:prstGeom>
          <a:gradFill>
            <a:gsLst>
              <a:gs pos="0">
                <a:srgbClr val="A1E6C7"/>
              </a:gs>
              <a:gs pos="50000">
                <a:srgbClr val="92E4BF"/>
              </a:gs>
              <a:gs pos="100000">
                <a:srgbClr val="7CCFA9"/>
              </a:gs>
            </a:gsLst>
            <a:lin ang="5400000" scaled="0"/>
          </a:gradFill>
          <a:ln>
            <a:noFill/>
          </a:ln>
          <a:effectLst>
            <a:outerShdw blurRad="57150" dist="19050" dir="5400000" algn="ctr" rotWithShape="0">
              <a:srgbClr val="000000">
                <a:alpha val="6235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73" name="Google Shape;73;p70"/>
          <p:cNvSpPr/>
          <p:nvPr/>
        </p:nvSpPr>
        <p:spPr>
          <a:xfrm>
            <a:off x="2174244" y="2417864"/>
            <a:ext cx="508000" cy="2336800"/>
          </a:xfrm>
          <a:prstGeom prst="roundRect">
            <a:avLst>
              <a:gd name="adj" fmla="val 50000"/>
            </a:avLst>
          </a:prstGeom>
          <a:gradFill>
            <a:gsLst>
              <a:gs pos="0">
                <a:srgbClr val="6A798A"/>
              </a:gs>
              <a:gs pos="50000">
                <a:srgbClr val="54677D"/>
              </a:gs>
              <a:gs pos="100000">
                <a:srgbClr val="485A6F"/>
              </a:gs>
            </a:gsLst>
            <a:lin ang="5400000" scaled="0"/>
          </a:gradFill>
          <a:ln>
            <a:noFill/>
          </a:ln>
          <a:effectLst>
            <a:outerShdw blurRad="57150" dist="19050" dir="5400000" algn="ctr" rotWithShape="0">
              <a:srgbClr val="000000">
                <a:alpha val="6235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74" name="Google Shape;74;p70"/>
          <p:cNvSpPr/>
          <p:nvPr/>
        </p:nvSpPr>
        <p:spPr>
          <a:xfrm>
            <a:off x="3710437" y="3266700"/>
            <a:ext cx="508000" cy="1487964"/>
          </a:xfrm>
          <a:prstGeom prst="roundRect">
            <a:avLst>
              <a:gd name="adj" fmla="val 50000"/>
            </a:avLst>
          </a:prstGeom>
          <a:gradFill>
            <a:gsLst>
              <a:gs pos="0">
                <a:srgbClr val="4AC990"/>
              </a:gs>
              <a:gs pos="50000">
                <a:srgbClr val="12C884"/>
              </a:gs>
              <a:gs pos="100000">
                <a:srgbClr val="08B876"/>
              </a:gs>
            </a:gsLst>
            <a:lin ang="5400000" scaled="0"/>
          </a:gradFill>
          <a:ln>
            <a:noFill/>
          </a:ln>
          <a:effectLst>
            <a:outerShdw blurRad="57150" dist="19050" dir="5400000" algn="ctr" rotWithShape="0">
              <a:srgbClr val="000000">
                <a:alpha val="6235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75" name="Google Shape;75;p70"/>
          <p:cNvSpPr/>
          <p:nvPr/>
        </p:nvSpPr>
        <p:spPr>
          <a:xfrm>
            <a:off x="4478532" y="2824264"/>
            <a:ext cx="508000" cy="1930399"/>
          </a:xfrm>
          <a:prstGeom prst="roundRect">
            <a:avLst>
              <a:gd name="adj" fmla="val 50000"/>
            </a:avLst>
          </a:prstGeom>
          <a:gradFill>
            <a:gsLst>
              <a:gs pos="0">
                <a:srgbClr val="A1E6C7"/>
              </a:gs>
              <a:gs pos="50000">
                <a:srgbClr val="92E4BF"/>
              </a:gs>
              <a:gs pos="100000">
                <a:srgbClr val="7CCFA9"/>
              </a:gs>
            </a:gsLst>
            <a:lin ang="5400000" scaled="0"/>
          </a:gradFill>
          <a:ln>
            <a:noFill/>
          </a:ln>
          <a:effectLst>
            <a:outerShdw blurRad="57150" dist="19050" dir="5400000" algn="ctr" rotWithShape="0">
              <a:srgbClr val="000000">
                <a:alpha val="6235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grpSp>
        <p:nvGrpSpPr>
          <p:cNvPr id="76" name="Google Shape;76;p70"/>
          <p:cNvGrpSpPr/>
          <p:nvPr/>
        </p:nvGrpSpPr>
        <p:grpSpPr>
          <a:xfrm>
            <a:off x="8797949" y="3162820"/>
            <a:ext cx="616688" cy="616688"/>
            <a:chOff x="8998834" y="3241078"/>
            <a:chExt cx="616688" cy="616688"/>
          </a:xfrm>
        </p:grpSpPr>
        <p:sp>
          <p:nvSpPr>
            <p:cNvPr id="77" name="Google Shape;77;p70"/>
            <p:cNvSpPr/>
            <p:nvPr/>
          </p:nvSpPr>
          <p:spPr>
            <a:xfrm>
              <a:off x="8998834" y="3241078"/>
              <a:ext cx="616688" cy="616688"/>
            </a:xfrm>
            <a:prstGeom prst="roundRect">
              <a:avLst>
                <a:gd name="adj" fmla="val 50000"/>
              </a:avLst>
            </a:prstGeom>
            <a:gradFill>
              <a:gsLst>
                <a:gs pos="0">
                  <a:srgbClr val="4AC990"/>
                </a:gs>
                <a:gs pos="50000">
                  <a:srgbClr val="12C884"/>
                </a:gs>
                <a:gs pos="100000">
                  <a:srgbClr val="08B876"/>
                </a:gs>
              </a:gsLst>
              <a:lin ang="5400000" scaled="0"/>
            </a:gradFill>
            <a:ln>
              <a:noFill/>
            </a:ln>
            <a:effectLst>
              <a:outerShdw blurRad="57150" dist="19050" dir="5400000" algn="ctr" rotWithShape="0">
                <a:srgbClr val="000000">
                  <a:alpha val="6235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8" name="Google Shape;78;p70"/>
            <p:cNvSpPr/>
            <p:nvPr/>
          </p:nvSpPr>
          <p:spPr>
            <a:xfrm>
              <a:off x="9167514" y="3404228"/>
              <a:ext cx="279327" cy="279327"/>
            </a:xfrm>
            <a:custGeom>
              <a:avLst/>
              <a:gdLst/>
              <a:ahLst/>
              <a:cxnLst/>
              <a:rect l="l" t="t" r="r" b="b"/>
              <a:pathLst>
                <a:path w="120000" h="120000" extrusionOk="0">
                  <a:moveTo>
                    <a:pt x="109088" y="0"/>
                  </a:moveTo>
                  <a:lnTo>
                    <a:pt x="32727" y="0"/>
                  </a:lnTo>
                  <a:cubicBezTo>
                    <a:pt x="26700" y="0"/>
                    <a:pt x="21816" y="4883"/>
                    <a:pt x="21816" y="10911"/>
                  </a:cubicBezTo>
                  <a:lnTo>
                    <a:pt x="21816" y="13638"/>
                  </a:lnTo>
                  <a:cubicBezTo>
                    <a:pt x="21816" y="15144"/>
                    <a:pt x="23038" y="16361"/>
                    <a:pt x="24544" y="16361"/>
                  </a:cubicBezTo>
                  <a:cubicBezTo>
                    <a:pt x="26055" y="16361"/>
                    <a:pt x="27272" y="15144"/>
                    <a:pt x="27272" y="13638"/>
                  </a:cubicBezTo>
                  <a:lnTo>
                    <a:pt x="27272" y="10911"/>
                  </a:lnTo>
                  <a:cubicBezTo>
                    <a:pt x="27272" y="7900"/>
                    <a:pt x="29716" y="5455"/>
                    <a:pt x="32727" y="5455"/>
                  </a:cubicBezTo>
                  <a:lnTo>
                    <a:pt x="109088" y="5455"/>
                  </a:lnTo>
                  <a:cubicBezTo>
                    <a:pt x="112100" y="5455"/>
                    <a:pt x="114544" y="7900"/>
                    <a:pt x="114544" y="10911"/>
                  </a:cubicBezTo>
                  <a:lnTo>
                    <a:pt x="114544" y="87272"/>
                  </a:lnTo>
                  <a:cubicBezTo>
                    <a:pt x="114544" y="90288"/>
                    <a:pt x="112100" y="92727"/>
                    <a:pt x="109088" y="92727"/>
                  </a:cubicBezTo>
                  <a:lnTo>
                    <a:pt x="106361" y="92727"/>
                  </a:lnTo>
                  <a:cubicBezTo>
                    <a:pt x="104855" y="92727"/>
                    <a:pt x="103638" y="93950"/>
                    <a:pt x="103638" y="95455"/>
                  </a:cubicBezTo>
                  <a:cubicBezTo>
                    <a:pt x="103638" y="96961"/>
                    <a:pt x="104855" y="98183"/>
                    <a:pt x="106361" y="98183"/>
                  </a:cubicBezTo>
                  <a:lnTo>
                    <a:pt x="109088" y="98183"/>
                  </a:lnTo>
                  <a:cubicBezTo>
                    <a:pt x="115116" y="98183"/>
                    <a:pt x="120000" y="93300"/>
                    <a:pt x="120000" y="87272"/>
                  </a:cubicBezTo>
                  <a:lnTo>
                    <a:pt x="120000" y="10911"/>
                  </a:lnTo>
                  <a:cubicBezTo>
                    <a:pt x="120000" y="4883"/>
                    <a:pt x="115116" y="0"/>
                    <a:pt x="109088" y="0"/>
                  </a:cubicBezTo>
                  <a:moveTo>
                    <a:pt x="24188" y="98183"/>
                  </a:moveTo>
                  <a:lnTo>
                    <a:pt x="40938" y="73050"/>
                  </a:lnTo>
                  <a:lnTo>
                    <a:pt x="49305" y="85594"/>
                  </a:lnTo>
                  <a:cubicBezTo>
                    <a:pt x="49716" y="86577"/>
                    <a:pt x="50683" y="87272"/>
                    <a:pt x="51816" y="87272"/>
                  </a:cubicBezTo>
                  <a:cubicBezTo>
                    <a:pt x="52572" y="87272"/>
                    <a:pt x="53255" y="86972"/>
                    <a:pt x="53744" y="86472"/>
                  </a:cubicBezTo>
                  <a:lnTo>
                    <a:pt x="62211" y="78011"/>
                  </a:lnTo>
                  <a:lnTo>
                    <a:pt x="74311" y="98183"/>
                  </a:lnTo>
                  <a:cubicBezTo>
                    <a:pt x="74311" y="98183"/>
                    <a:pt x="24188" y="98183"/>
                    <a:pt x="24188" y="98183"/>
                  </a:cubicBezTo>
                  <a:close/>
                  <a:moveTo>
                    <a:pt x="81622" y="99900"/>
                  </a:moveTo>
                  <a:lnTo>
                    <a:pt x="81611" y="99872"/>
                  </a:lnTo>
                  <a:cubicBezTo>
                    <a:pt x="81583" y="99816"/>
                    <a:pt x="81538" y="99772"/>
                    <a:pt x="81516" y="99716"/>
                  </a:cubicBezTo>
                  <a:lnTo>
                    <a:pt x="65261" y="72627"/>
                  </a:lnTo>
                  <a:lnTo>
                    <a:pt x="65250" y="72627"/>
                  </a:lnTo>
                  <a:cubicBezTo>
                    <a:pt x="64850" y="71622"/>
                    <a:pt x="63877" y="70911"/>
                    <a:pt x="62727" y="70911"/>
                  </a:cubicBezTo>
                  <a:cubicBezTo>
                    <a:pt x="61972" y="70911"/>
                    <a:pt x="61294" y="71216"/>
                    <a:pt x="60800" y="71711"/>
                  </a:cubicBezTo>
                  <a:lnTo>
                    <a:pt x="52205" y="80300"/>
                  </a:lnTo>
                  <a:lnTo>
                    <a:pt x="43422" y="67133"/>
                  </a:lnTo>
                  <a:cubicBezTo>
                    <a:pt x="43011" y="66150"/>
                    <a:pt x="42044" y="65455"/>
                    <a:pt x="40911" y="65455"/>
                  </a:cubicBezTo>
                  <a:cubicBezTo>
                    <a:pt x="39961" y="65455"/>
                    <a:pt x="39172" y="65966"/>
                    <a:pt x="38683" y="66700"/>
                  </a:cubicBezTo>
                  <a:lnTo>
                    <a:pt x="38638" y="66666"/>
                  </a:lnTo>
                  <a:lnTo>
                    <a:pt x="16822" y="99394"/>
                  </a:lnTo>
                  <a:lnTo>
                    <a:pt x="16866" y="99427"/>
                  </a:lnTo>
                  <a:cubicBezTo>
                    <a:pt x="16572" y="99855"/>
                    <a:pt x="16361" y="100350"/>
                    <a:pt x="16361" y="100911"/>
                  </a:cubicBezTo>
                  <a:cubicBezTo>
                    <a:pt x="16361" y="102416"/>
                    <a:pt x="17583" y="103638"/>
                    <a:pt x="19088" y="103638"/>
                  </a:cubicBezTo>
                  <a:lnTo>
                    <a:pt x="79088" y="103638"/>
                  </a:lnTo>
                  <a:cubicBezTo>
                    <a:pt x="80600" y="103638"/>
                    <a:pt x="81816" y="102416"/>
                    <a:pt x="81816" y="100911"/>
                  </a:cubicBezTo>
                  <a:cubicBezTo>
                    <a:pt x="81816" y="100550"/>
                    <a:pt x="81738" y="100216"/>
                    <a:pt x="81616" y="99905"/>
                  </a:cubicBezTo>
                  <a:cubicBezTo>
                    <a:pt x="81616" y="99905"/>
                    <a:pt x="81622" y="99900"/>
                    <a:pt x="81622" y="99900"/>
                  </a:cubicBezTo>
                  <a:close/>
                  <a:moveTo>
                    <a:pt x="27272" y="43638"/>
                  </a:moveTo>
                  <a:cubicBezTo>
                    <a:pt x="30283" y="43638"/>
                    <a:pt x="32727" y="46083"/>
                    <a:pt x="32727" y="49088"/>
                  </a:cubicBezTo>
                  <a:cubicBezTo>
                    <a:pt x="32727" y="52105"/>
                    <a:pt x="30283" y="54544"/>
                    <a:pt x="27272" y="54544"/>
                  </a:cubicBezTo>
                  <a:cubicBezTo>
                    <a:pt x="24261" y="54544"/>
                    <a:pt x="21816" y="52105"/>
                    <a:pt x="21816" y="49088"/>
                  </a:cubicBezTo>
                  <a:cubicBezTo>
                    <a:pt x="21816" y="46083"/>
                    <a:pt x="24261" y="43638"/>
                    <a:pt x="27272" y="43638"/>
                  </a:cubicBezTo>
                  <a:moveTo>
                    <a:pt x="27272" y="60000"/>
                  </a:moveTo>
                  <a:cubicBezTo>
                    <a:pt x="33300" y="60000"/>
                    <a:pt x="38183" y="55116"/>
                    <a:pt x="38183" y="49088"/>
                  </a:cubicBezTo>
                  <a:cubicBezTo>
                    <a:pt x="38183" y="43066"/>
                    <a:pt x="33300" y="38183"/>
                    <a:pt x="27272" y="38183"/>
                  </a:cubicBezTo>
                  <a:cubicBezTo>
                    <a:pt x="21250" y="38183"/>
                    <a:pt x="16361" y="43066"/>
                    <a:pt x="16361" y="49088"/>
                  </a:cubicBezTo>
                  <a:cubicBezTo>
                    <a:pt x="16361" y="55116"/>
                    <a:pt x="21250" y="60000"/>
                    <a:pt x="27272" y="60000"/>
                  </a:cubicBezTo>
                  <a:moveTo>
                    <a:pt x="92727" y="109088"/>
                  </a:moveTo>
                  <a:cubicBezTo>
                    <a:pt x="92727" y="112105"/>
                    <a:pt x="90283" y="114550"/>
                    <a:pt x="87272" y="114550"/>
                  </a:cubicBezTo>
                  <a:lnTo>
                    <a:pt x="10911" y="114550"/>
                  </a:lnTo>
                  <a:cubicBezTo>
                    <a:pt x="7900" y="114550"/>
                    <a:pt x="5455" y="112105"/>
                    <a:pt x="5455" y="109088"/>
                  </a:cubicBezTo>
                  <a:lnTo>
                    <a:pt x="5455" y="32727"/>
                  </a:lnTo>
                  <a:cubicBezTo>
                    <a:pt x="5455" y="29716"/>
                    <a:pt x="7900" y="27272"/>
                    <a:pt x="10911" y="27272"/>
                  </a:cubicBezTo>
                  <a:lnTo>
                    <a:pt x="87272" y="27272"/>
                  </a:lnTo>
                  <a:cubicBezTo>
                    <a:pt x="90283" y="27272"/>
                    <a:pt x="92727" y="29716"/>
                    <a:pt x="92727" y="32727"/>
                  </a:cubicBezTo>
                  <a:cubicBezTo>
                    <a:pt x="92727" y="32727"/>
                    <a:pt x="92727" y="109088"/>
                    <a:pt x="92727" y="109088"/>
                  </a:cubicBezTo>
                  <a:close/>
                  <a:moveTo>
                    <a:pt x="87272" y="21816"/>
                  </a:moveTo>
                  <a:lnTo>
                    <a:pt x="10911" y="21816"/>
                  </a:lnTo>
                  <a:cubicBezTo>
                    <a:pt x="4883" y="21816"/>
                    <a:pt x="0" y="26700"/>
                    <a:pt x="0" y="32727"/>
                  </a:cubicBezTo>
                  <a:lnTo>
                    <a:pt x="0" y="109088"/>
                  </a:lnTo>
                  <a:cubicBezTo>
                    <a:pt x="0" y="115116"/>
                    <a:pt x="4883" y="120000"/>
                    <a:pt x="10911" y="120000"/>
                  </a:cubicBezTo>
                  <a:lnTo>
                    <a:pt x="87272" y="120000"/>
                  </a:lnTo>
                  <a:cubicBezTo>
                    <a:pt x="93300" y="120000"/>
                    <a:pt x="98183" y="115116"/>
                    <a:pt x="98183" y="109088"/>
                  </a:cubicBezTo>
                  <a:lnTo>
                    <a:pt x="98183" y="32727"/>
                  </a:lnTo>
                  <a:cubicBezTo>
                    <a:pt x="98183" y="26700"/>
                    <a:pt x="93300" y="21816"/>
                    <a:pt x="87272" y="21816"/>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Arial"/>
                <a:ea typeface="Arial"/>
                <a:cs typeface="Arial"/>
                <a:sym typeface="Arial"/>
              </a:endParaRPr>
            </a:p>
          </p:txBody>
        </p:sp>
      </p:grpSp>
      <p:grpSp>
        <p:nvGrpSpPr>
          <p:cNvPr id="79" name="Google Shape;79;p70"/>
          <p:cNvGrpSpPr/>
          <p:nvPr/>
        </p:nvGrpSpPr>
        <p:grpSpPr>
          <a:xfrm>
            <a:off x="8754275" y="1601639"/>
            <a:ext cx="616688" cy="616688"/>
            <a:chOff x="8998834" y="2145924"/>
            <a:chExt cx="616688" cy="616688"/>
          </a:xfrm>
        </p:grpSpPr>
        <p:sp>
          <p:nvSpPr>
            <p:cNvPr id="80" name="Google Shape;80;p70"/>
            <p:cNvSpPr/>
            <p:nvPr/>
          </p:nvSpPr>
          <p:spPr>
            <a:xfrm>
              <a:off x="8998834" y="2145924"/>
              <a:ext cx="616688" cy="616688"/>
            </a:xfrm>
            <a:prstGeom prst="roundRect">
              <a:avLst>
                <a:gd name="adj" fmla="val 50000"/>
              </a:avLst>
            </a:prstGeom>
            <a:gradFill>
              <a:gsLst>
                <a:gs pos="0">
                  <a:srgbClr val="5E697B"/>
                </a:gs>
                <a:gs pos="50000">
                  <a:srgbClr val="42536A"/>
                </a:gs>
                <a:gs pos="100000">
                  <a:srgbClr val="38495F"/>
                </a:gs>
              </a:gsLst>
              <a:lin ang="5400000" scaled="0"/>
            </a:gradFill>
            <a:ln>
              <a:noFill/>
            </a:ln>
            <a:effectLst>
              <a:outerShdw blurRad="57150" dist="19050" dir="5400000" algn="ctr" rotWithShape="0">
                <a:srgbClr val="000000">
                  <a:alpha val="6235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1" name="Google Shape;81;p70"/>
            <p:cNvSpPr/>
            <p:nvPr/>
          </p:nvSpPr>
          <p:spPr>
            <a:xfrm>
              <a:off x="9167514" y="2308301"/>
              <a:ext cx="279327" cy="272980"/>
            </a:xfrm>
            <a:custGeom>
              <a:avLst/>
              <a:gdLst/>
              <a:ahLst/>
              <a:cxnLst/>
              <a:rect l="l" t="t" r="r" b="b"/>
              <a:pathLst>
                <a:path w="120000" h="120000" extrusionOk="0">
                  <a:moveTo>
                    <a:pt x="41833" y="23623"/>
                  </a:moveTo>
                  <a:lnTo>
                    <a:pt x="37111" y="20832"/>
                  </a:lnTo>
                  <a:lnTo>
                    <a:pt x="34383" y="25667"/>
                  </a:lnTo>
                  <a:lnTo>
                    <a:pt x="39111" y="28459"/>
                  </a:lnTo>
                  <a:cubicBezTo>
                    <a:pt x="39111" y="28459"/>
                    <a:pt x="41833" y="23623"/>
                    <a:pt x="41833" y="23623"/>
                  </a:cubicBezTo>
                  <a:close/>
                  <a:moveTo>
                    <a:pt x="47288" y="13953"/>
                  </a:moveTo>
                  <a:lnTo>
                    <a:pt x="42566" y="11167"/>
                  </a:lnTo>
                  <a:lnTo>
                    <a:pt x="39838" y="16002"/>
                  </a:lnTo>
                  <a:lnTo>
                    <a:pt x="44561" y="18794"/>
                  </a:lnTo>
                  <a:cubicBezTo>
                    <a:pt x="44561" y="18794"/>
                    <a:pt x="47288" y="13953"/>
                    <a:pt x="47288" y="13953"/>
                  </a:cubicBezTo>
                  <a:close/>
                  <a:moveTo>
                    <a:pt x="114544" y="47439"/>
                  </a:moveTo>
                  <a:lnTo>
                    <a:pt x="5455" y="47439"/>
                  </a:lnTo>
                  <a:lnTo>
                    <a:pt x="5455" y="36277"/>
                  </a:lnTo>
                  <a:lnTo>
                    <a:pt x="114544" y="36277"/>
                  </a:lnTo>
                  <a:cubicBezTo>
                    <a:pt x="114544" y="36277"/>
                    <a:pt x="114544" y="47439"/>
                    <a:pt x="114544" y="47439"/>
                  </a:cubicBezTo>
                  <a:close/>
                  <a:moveTo>
                    <a:pt x="103638" y="114416"/>
                  </a:moveTo>
                  <a:lnTo>
                    <a:pt x="16361" y="114416"/>
                  </a:lnTo>
                  <a:lnTo>
                    <a:pt x="16361" y="53023"/>
                  </a:lnTo>
                  <a:lnTo>
                    <a:pt x="103638" y="53023"/>
                  </a:lnTo>
                  <a:cubicBezTo>
                    <a:pt x="103638" y="53023"/>
                    <a:pt x="103638" y="114416"/>
                    <a:pt x="103638" y="114416"/>
                  </a:cubicBezTo>
                  <a:close/>
                  <a:moveTo>
                    <a:pt x="37838" y="8375"/>
                  </a:moveTo>
                  <a:cubicBezTo>
                    <a:pt x="39350" y="5707"/>
                    <a:pt x="42683" y="4790"/>
                    <a:pt x="45294" y="6332"/>
                  </a:cubicBezTo>
                  <a:lnTo>
                    <a:pt x="54744" y="11916"/>
                  </a:lnTo>
                  <a:lnTo>
                    <a:pt x="44144" y="30699"/>
                  </a:lnTo>
                  <a:lnTo>
                    <a:pt x="31994" y="30699"/>
                  </a:lnTo>
                  <a:lnTo>
                    <a:pt x="31655" y="30502"/>
                  </a:lnTo>
                  <a:lnTo>
                    <a:pt x="31544" y="30699"/>
                  </a:lnTo>
                  <a:lnTo>
                    <a:pt x="25250" y="30699"/>
                  </a:lnTo>
                  <a:cubicBezTo>
                    <a:pt x="25250" y="30699"/>
                    <a:pt x="37838" y="8375"/>
                    <a:pt x="37838" y="8375"/>
                  </a:cubicBezTo>
                  <a:close/>
                  <a:moveTo>
                    <a:pt x="86538" y="30699"/>
                  </a:moveTo>
                  <a:lnTo>
                    <a:pt x="50438" y="30699"/>
                  </a:lnTo>
                  <a:lnTo>
                    <a:pt x="59466" y="14702"/>
                  </a:lnTo>
                  <a:cubicBezTo>
                    <a:pt x="59466" y="14702"/>
                    <a:pt x="86538" y="30699"/>
                    <a:pt x="86538" y="30699"/>
                  </a:cubicBezTo>
                  <a:close/>
                  <a:moveTo>
                    <a:pt x="88500" y="15529"/>
                  </a:moveTo>
                  <a:cubicBezTo>
                    <a:pt x="91411" y="14730"/>
                    <a:pt x="94394" y="16497"/>
                    <a:pt x="95177" y="19475"/>
                  </a:cubicBezTo>
                  <a:lnTo>
                    <a:pt x="98116" y="30699"/>
                  </a:lnTo>
                  <a:lnTo>
                    <a:pt x="97444" y="30699"/>
                  </a:lnTo>
                  <a:lnTo>
                    <a:pt x="90438" y="26556"/>
                  </a:lnTo>
                  <a:lnTo>
                    <a:pt x="91322" y="26308"/>
                  </a:lnTo>
                  <a:lnTo>
                    <a:pt x="89911" y="20916"/>
                  </a:lnTo>
                  <a:lnTo>
                    <a:pt x="84644" y="22363"/>
                  </a:lnTo>
                  <a:lnTo>
                    <a:pt x="84883" y="23275"/>
                  </a:lnTo>
                  <a:lnTo>
                    <a:pt x="78200" y="19329"/>
                  </a:lnTo>
                  <a:lnTo>
                    <a:pt x="77961" y="18417"/>
                  </a:lnTo>
                  <a:cubicBezTo>
                    <a:pt x="77961" y="18417"/>
                    <a:pt x="88500" y="15529"/>
                    <a:pt x="88500" y="15529"/>
                  </a:cubicBezTo>
                  <a:close/>
                  <a:moveTo>
                    <a:pt x="114544" y="30699"/>
                  </a:moveTo>
                  <a:lnTo>
                    <a:pt x="103766" y="30699"/>
                  </a:lnTo>
                  <a:lnTo>
                    <a:pt x="100450" y="18028"/>
                  </a:lnTo>
                  <a:cubicBezTo>
                    <a:pt x="98888" y="12073"/>
                    <a:pt x="92911" y="8544"/>
                    <a:pt x="87088" y="10137"/>
                  </a:cubicBezTo>
                  <a:lnTo>
                    <a:pt x="70394" y="14719"/>
                  </a:lnTo>
                  <a:lnTo>
                    <a:pt x="48022" y="1497"/>
                  </a:lnTo>
                  <a:cubicBezTo>
                    <a:pt x="42800" y="-1581"/>
                    <a:pt x="36133" y="247"/>
                    <a:pt x="33116" y="5583"/>
                  </a:cubicBezTo>
                  <a:lnTo>
                    <a:pt x="18944" y="30699"/>
                  </a:lnTo>
                  <a:lnTo>
                    <a:pt x="5455" y="30699"/>
                  </a:lnTo>
                  <a:cubicBezTo>
                    <a:pt x="2444" y="30699"/>
                    <a:pt x="0" y="33198"/>
                    <a:pt x="0" y="36277"/>
                  </a:cubicBezTo>
                  <a:lnTo>
                    <a:pt x="0" y="47439"/>
                  </a:lnTo>
                  <a:cubicBezTo>
                    <a:pt x="0" y="50529"/>
                    <a:pt x="2444" y="53023"/>
                    <a:pt x="5455" y="53023"/>
                  </a:cubicBezTo>
                  <a:lnTo>
                    <a:pt x="10911" y="53023"/>
                  </a:lnTo>
                  <a:lnTo>
                    <a:pt x="10911" y="114416"/>
                  </a:lnTo>
                  <a:cubicBezTo>
                    <a:pt x="10911" y="117500"/>
                    <a:pt x="13350" y="120000"/>
                    <a:pt x="16361" y="120000"/>
                  </a:cubicBezTo>
                  <a:lnTo>
                    <a:pt x="103638" y="120000"/>
                  </a:lnTo>
                  <a:cubicBezTo>
                    <a:pt x="106650" y="120000"/>
                    <a:pt x="109088" y="117500"/>
                    <a:pt x="109088" y="114416"/>
                  </a:cubicBezTo>
                  <a:lnTo>
                    <a:pt x="109088" y="53023"/>
                  </a:lnTo>
                  <a:lnTo>
                    <a:pt x="114544" y="53023"/>
                  </a:lnTo>
                  <a:cubicBezTo>
                    <a:pt x="117555" y="53023"/>
                    <a:pt x="120000" y="50529"/>
                    <a:pt x="120000" y="47439"/>
                  </a:cubicBezTo>
                  <a:lnTo>
                    <a:pt x="120000" y="36277"/>
                  </a:lnTo>
                  <a:cubicBezTo>
                    <a:pt x="120000" y="33198"/>
                    <a:pt x="117555" y="30699"/>
                    <a:pt x="114544" y="30699"/>
                  </a:cubicBezTo>
                  <a:moveTo>
                    <a:pt x="43638" y="69768"/>
                  </a:moveTo>
                  <a:lnTo>
                    <a:pt x="76361" y="69768"/>
                  </a:lnTo>
                  <a:lnTo>
                    <a:pt x="76361" y="75346"/>
                  </a:lnTo>
                  <a:lnTo>
                    <a:pt x="43638" y="75346"/>
                  </a:lnTo>
                  <a:cubicBezTo>
                    <a:pt x="43638" y="75346"/>
                    <a:pt x="43638" y="69768"/>
                    <a:pt x="43638" y="69768"/>
                  </a:cubicBezTo>
                  <a:close/>
                  <a:moveTo>
                    <a:pt x="43638" y="80930"/>
                  </a:moveTo>
                  <a:lnTo>
                    <a:pt x="76361" y="80930"/>
                  </a:lnTo>
                  <a:cubicBezTo>
                    <a:pt x="79377" y="80930"/>
                    <a:pt x="81816" y="78431"/>
                    <a:pt x="81816" y="75346"/>
                  </a:cubicBezTo>
                  <a:lnTo>
                    <a:pt x="81816" y="69768"/>
                  </a:lnTo>
                  <a:cubicBezTo>
                    <a:pt x="81816" y="66684"/>
                    <a:pt x="79377" y="64184"/>
                    <a:pt x="76361" y="64184"/>
                  </a:cubicBezTo>
                  <a:lnTo>
                    <a:pt x="43638" y="64184"/>
                  </a:lnTo>
                  <a:cubicBezTo>
                    <a:pt x="40622" y="64184"/>
                    <a:pt x="38183" y="66684"/>
                    <a:pt x="38183" y="69768"/>
                  </a:cubicBezTo>
                  <a:lnTo>
                    <a:pt x="38183" y="75346"/>
                  </a:lnTo>
                  <a:cubicBezTo>
                    <a:pt x="38183" y="78431"/>
                    <a:pt x="40622" y="80930"/>
                    <a:pt x="43638" y="80930"/>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Arial"/>
                <a:ea typeface="Arial"/>
                <a:cs typeface="Arial"/>
                <a:sym typeface="Arial"/>
              </a:endParaRPr>
            </a:p>
          </p:txBody>
        </p:sp>
      </p:grpSp>
      <p:grpSp>
        <p:nvGrpSpPr>
          <p:cNvPr id="82" name="Google Shape;82;p70"/>
          <p:cNvGrpSpPr/>
          <p:nvPr/>
        </p:nvGrpSpPr>
        <p:grpSpPr>
          <a:xfrm>
            <a:off x="5852665" y="3159323"/>
            <a:ext cx="616688" cy="616688"/>
            <a:chOff x="5866603" y="3248975"/>
            <a:chExt cx="616688" cy="616688"/>
          </a:xfrm>
        </p:grpSpPr>
        <p:sp>
          <p:nvSpPr>
            <p:cNvPr id="83" name="Google Shape;83;p70"/>
            <p:cNvSpPr/>
            <p:nvPr/>
          </p:nvSpPr>
          <p:spPr>
            <a:xfrm>
              <a:off x="5866603" y="3248975"/>
              <a:ext cx="616688" cy="616688"/>
            </a:xfrm>
            <a:prstGeom prst="roundRect">
              <a:avLst>
                <a:gd name="adj" fmla="val 50000"/>
              </a:avLst>
            </a:prstGeom>
            <a:gradFill>
              <a:gsLst>
                <a:gs pos="0">
                  <a:srgbClr val="A1E6C7"/>
                </a:gs>
                <a:gs pos="50000">
                  <a:srgbClr val="92E4BF"/>
                </a:gs>
                <a:gs pos="100000">
                  <a:srgbClr val="7CCFA9"/>
                </a:gs>
              </a:gsLst>
              <a:lin ang="5400000" scaled="0"/>
            </a:gradFill>
            <a:ln>
              <a:noFill/>
            </a:ln>
            <a:effectLst>
              <a:outerShdw blurRad="57150" dist="19050" dir="5400000" algn="ctr" rotWithShape="0">
                <a:srgbClr val="000000">
                  <a:alpha val="6235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4" name="Google Shape;84;p70"/>
            <p:cNvSpPr/>
            <p:nvPr/>
          </p:nvSpPr>
          <p:spPr>
            <a:xfrm>
              <a:off x="6035283" y="3417655"/>
              <a:ext cx="279327" cy="279327"/>
            </a:xfrm>
            <a:custGeom>
              <a:avLst/>
              <a:gdLst/>
              <a:ahLst/>
              <a:cxnLst/>
              <a:rect l="l" t="t" r="r" b="b"/>
              <a:pathLst>
                <a:path w="120000" h="120000" extrusionOk="0">
                  <a:moveTo>
                    <a:pt x="114544" y="109088"/>
                  </a:moveTo>
                  <a:cubicBezTo>
                    <a:pt x="114544" y="112100"/>
                    <a:pt x="112100" y="114550"/>
                    <a:pt x="109088" y="114550"/>
                  </a:cubicBezTo>
                  <a:lnTo>
                    <a:pt x="10911" y="114550"/>
                  </a:lnTo>
                  <a:cubicBezTo>
                    <a:pt x="7900" y="114550"/>
                    <a:pt x="5455" y="112100"/>
                    <a:pt x="5455" y="109088"/>
                  </a:cubicBezTo>
                  <a:lnTo>
                    <a:pt x="5455" y="10911"/>
                  </a:lnTo>
                  <a:cubicBezTo>
                    <a:pt x="5455" y="7900"/>
                    <a:pt x="7900" y="5455"/>
                    <a:pt x="10911" y="5455"/>
                  </a:cubicBezTo>
                  <a:lnTo>
                    <a:pt x="109088" y="5455"/>
                  </a:lnTo>
                  <a:cubicBezTo>
                    <a:pt x="112100" y="5455"/>
                    <a:pt x="114544" y="7900"/>
                    <a:pt x="114544" y="10911"/>
                  </a:cubicBezTo>
                  <a:cubicBezTo>
                    <a:pt x="114544" y="10911"/>
                    <a:pt x="114544" y="109088"/>
                    <a:pt x="114544" y="109088"/>
                  </a:cubicBezTo>
                  <a:close/>
                  <a:moveTo>
                    <a:pt x="109088" y="0"/>
                  </a:moveTo>
                  <a:lnTo>
                    <a:pt x="10911" y="0"/>
                  </a:lnTo>
                  <a:cubicBezTo>
                    <a:pt x="4883" y="0"/>
                    <a:pt x="0" y="4883"/>
                    <a:pt x="0" y="10911"/>
                  </a:cubicBezTo>
                  <a:lnTo>
                    <a:pt x="0" y="109088"/>
                  </a:lnTo>
                  <a:cubicBezTo>
                    <a:pt x="0" y="115116"/>
                    <a:pt x="4883" y="120000"/>
                    <a:pt x="10911" y="120000"/>
                  </a:cubicBezTo>
                  <a:lnTo>
                    <a:pt x="109088" y="120000"/>
                  </a:lnTo>
                  <a:cubicBezTo>
                    <a:pt x="115116" y="120000"/>
                    <a:pt x="120000" y="115116"/>
                    <a:pt x="120000" y="109088"/>
                  </a:cubicBezTo>
                  <a:lnTo>
                    <a:pt x="120000" y="10911"/>
                  </a:lnTo>
                  <a:cubicBezTo>
                    <a:pt x="120000" y="4883"/>
                    <a:pt x="115116" y="0"/>
                    <a:pt x="109088" y="0"/>
                  </a:cubicBezTo>
                  <a:moveTo>
                    <a:pt x="43638" y="35455"/>
                  </a:moveTo>
                  <a:cubicBezTo>
                    <a:pt x="40627" y="35455"/>
                    <a:pt x="38183" y="33016"/>
                    <a:pt x="38183" y="30000"/>
                  </a:cubicBezTo>
                  <a:cubicBezTo>
                    <a:pt x="38183" y="26988"/>
                    <a:pt x="40627" y="24544"/>
                    <a:pt x="43638" y="24544"/>
                  </a:cubicBezTo>
                  <a:cubicBezTo>
                    <a:pt x="46644" y="24544"/>
                    <a:pt x="49088" y="26988"/>
                    <a:pt x="49088" y="30000"/>
                  </a:cubicBezTo>
                  <a:cubicBezTo>
                    <a:pt x="49088" y="33016"/>
                    <a:pt x="46644" y="35455"/>
                    <a:pt x="43638" y="35455"/>
                  </a:cubicBezTo>
                  <a:moveTo>
                    <a:pt x="100911" y="27272"/>
                  </a:moveTo>
                  <a:lnTo>
                    <a:pt x="54161" y="27272"/>
                  </a:lnTo>
                  <a:cubicBezTo>
                    <a:pt x="52944" y="22577"/>
                    <a:pt x="48711" y="19088"/>
                    <a:pt x="43638" y="19088"/>
                  </a:cubicBezTo>
                  <a:cubicBezTo>
                    <a:pt x="38561" y="19088"/>
                    <a:pt x="34333" y="22577"/>
                    <a:pt x="33111" y="27272"/>
                  </a:cubicBezTo>
                  <a:lnTo>
                    <a:pt x="19088" y="27272"/>
                  </a:lnTo>
                  <a:cubicBezTo>
                    <a:pt x="17583" y="27272"/>
                    <a:pt x="16361" y="28494"/>
                    <a:pt x="16361" y="30000"/>
                  </a:cubicBezTo>
                  <a:cubicBezTo>
                    <a:pt x="16361" y="31511"/>
                    <a:pt x="17583" y="32727"/>
                    <a:pt x="19088" y="32727"/>
                  </a:cubicBezTo>
                  <a:lnTo>
                    <a:pt x="33111" y="32727"/>
                  </a:lnTo>
                  <a:cubicBezTo>
                    <a:pt x="34333" y="37427"/>
                    <a:pt x="38561" y="40911"/>
                    <a:pt x="43638" y="40911"/>
                  </a:cubicBezTo>
                  <a:cubicBezTo>
                    <a:pt x="48711" y="40911"/>
                    <a:pt x="52944" y="37427"/>
                    <a:pt x="54161" y="32727"/>
                  </a:cubicBezTo>
                  <a:lnTo>
                    <a:pt x="100911" y="32727"/>
                  </a:lnTo>
                  <a:cubicBezTo>
                    <a:pt x="102416" y="32727"/>
                    <a:pt x="103638" y="31511"/>
                    <a:pt x="103638" y="30000"/>
                  </a:cubicBezTo>
                  <a:cubicBezTo>
                    <a:pt x="103638" y="28494"/>
                    <a:pt x="102416" y="27272"/>
                    <a:pt x="100911" y="27272"/>
                  </a:cubicBezTo>
                  <a:moveTo>
                    <a:pt x="81816" y="65455"/>
                  </a:moveTo>
                  <a:cubicBezTo>
                    <a:pt x="78811" y="65455"/>
                    <a:pt x="76361" y="63011"/>
                    <a:pt x="76361" y="60000"/>
                  </a:cubicBezTo>
                  <a:cubicBezTo>
                    <a:pt x="76361" y="56988"/>
                    <a:pt x="78811" y="54544"/>
                    <a:pt x="81816" y="54544"/>
                  </a:cubicBezTo>
                  <a:cubicBezTo>
                    <a:pt x="84827" y="54544"/>
                    <a:pt x="87272" y="56988"/>
                    <a:pt x="87272" y="60000"/>
                  </a:cubicBezTo>
                  <a:cubicBezTo>
                    <a:pt x="87272" y="63011"/>
                    <a:pt x="84827" y="65455"/>
                    <a:pt x="81816" y="65455"/>
                  </a:cubicBezTo>
                  <a:moveTo>
                    <a:pt x="100911" y="57277"/>
                  </a:moveTo>
                  <a:lnTo>
                    <a:pt x="92338" y="57277"/>
                  </a:lnTo>
                  <a:cubicBezTo>
                    <a:pt x="91122" y="52577"/>
                    <a:pt x="86894" y="49088"/>
                    <a:pt x="81816" y="49088"/>
                  </a:cubicBezTo>
                  <a:cubicBezTo>
                    <a:pt x="76744" y="49088"/>
                    <a:pt x="72511" y="52577"/>
                    <a:pt x="71294" y="57277"/>
                  </a:cubicBezTo>
                  <a:lnTo>
                    <a:pt x="19088" y="57277"/>
                  </a:lnTo>
                  <a:cubicBezTo>
                    <a:pt x="17583" y="57277"/>
                    <a:pt x="16361" y="58494"/>
                    <a:pt x="16361" y="60000"/>
                  </a:cubicBezTo>
                  <a:cubicBezTo>
                    <a:pt x="16361" y="61511"/>
                    <a:pt x="17583" y="62727"/>
                    <a:pt x="19088" y="62727"/>
                  </a:cubicBezTo>
                  <a:lnTo>
                    <a:pt x="71294" y="62727"/>
                  </a:lnTo>
                  <a:cubicBezTo>
                    <a:pt x="72511" y="67427"/>
                    <a:pt x="76744" y="70911"/>
                    <a:pt x="81816" y="70911"/>
                  </a:cubicBezTo>
                  <a:cubicBezTo>
                    <a:pt x="86894" y="70911"/>
                    <a:pt x="91122" y="67427"/>
                    <a:pt x="92338" y="62727"/>
                  </a:cubicBezTo>
                  <a:lnTo>
                    <a:pt x="100911" y="62727"/>
                  </a:lnTo>
                  <a:cubicBezTo>
                    <a:pt x="102416" y="62727"/>
                    <a:pt x="103638" y="61511"/>
                    <a:pt x="103638" y="60000"/>
                  </a:cubicBezTo>
                  <a:cubicBezTo>
                    <a:pt x="103638" y="58494"/>
                    <a:pt x="102416" y="57277"/>
                    <a:pt x="100911" y="57277"/>
                  </a:cubicBezTo>
                  <a:moveTo>
                    <a:pt x="54544" y="95455"/>
                  </a:moveTo>
                  <a:cubicBezTo>
                    <a:pt x="51533" y="95455"/>
                    <a:pt x="49088" y="93016"/>
                    <a:pt x="49088" y="90000"/>
                  </a:cubicBezTo>
                  <a:cubicBezTo>
                    <a:pt x="49088" y="86988"/>
                    <a:pt x="51533" y="84544"/>
                    <a:pt x="54544" y="84544"/>
                  </a:cubicBezTo>
                  <a:cubicBezTo>
                    <a:pt x="57555" y="84544"/>
                    <a:pt x="60000" y="86988"/>
                    <a:pt x="60000" y="90000"/>
                  </a:cubicBezTo>
                  <a:cubicBezTo>
                    <a:pt x="60000" y="93016"/>
                    <a:pt x="57555" y="95455"/>
                    <a:pt x="54544" y="95455"/>
                  </a:cubicBezTo>
                  <a:moveTo>
                    <a:pt x="100911" y="87272"/>
                  </a:moveTo>
                  <a:lnTo>
                    <a:pt x="65066" y="87272"/>
                  </a:lnTo>
                  <a:cubicBezTo>
                    <a:pt x="63850" y="82572"/>
                    <a:pt x="59622" y="79094"/>
                    <a:pt x="54544" y="79094"/>
                  </a:cubicBezTo>
                  <a:cubicBezTo>
                    <a:pt x="49466" y="79094"/>
                    <a:pt x="45238" y="82572"/>
                    <a:pt x="44022" y="87272"/>
                  </a:cubicBezTo>
                  <a:lnTo>
                    <a:pt x="19088" y="87272"/>
                  </a:lnTo>
                  <a:cubicBezTo>
                    <a:pt x="17583" y="87272"/>
                    <a:pt x="16361" y="88494"/>
                    <a:pt x="16361" y="90000"/>
                  </a:cubicBezTo>
                  <a:cubicBezTo>
                    <a:pt x="16361" y="91511"/>
                    <a:pt x="17583" y="92727"/>
                    <a:pt x="19088" y="92727"/>
                  </a:cubicBezTo>
                  <a:lnTo>
                    <a:pt x="44022" y="92727"/>
                  </a:lnTo>
                  <a:cubicBezTo>
                    <a:pt x="45238" y="97427"/>
                    <a:pt x="49466" y="100911"/>
                    <a:pt x="54544" y="100911"/>
                  </a:cubicBezTo>
                  <a:cubicBezTo>
                    <a:pt x="59622" y="100911"/>
                    <a:pt x="63850" y="97427"/>
                    <a:pt x="65066" y="92727"/>
                  </a:cubicBezTo>
                  <a:lnTo>
                    <a:pt x="100911" y="92727"/>
                  </a:lnTo>
                  <a:cubicBezTo>
                    <a:pt x="102416" y="92727"/>
                    <a:pt x="103638" y="91511"/>
                    <a:pt x="103638" y="90000"/>
                  </a:cubicBezTo>
                  <a:cubicBezTo>
                    <a:pt x="103638" y="88494"/>
                    <a:pt x="102416" y="87272"/>
                    <a:pt x="100911" y="87272"/>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Arial"/>
                <a:ea typeface="Arial"/>
                <a:cs typeface="Arial"/>
                <a:sym typeface="Arial"/>
              </a:endParaRPr>
            </a:p>
          </p:txBody>
        </p:sp>
      </p:grpSp>
      <p:grpSp>
        <p:nvGrpSpPr>
          <p:cNvPr id="85" name="Google Shape;85;p70"/>
          <p:cNvGrpSpPr/>
          <p:nvPr/>
        </p:nvGrpSpPr>
        <p:grpSpPr>
          <a:xfrm>
            <a:off x="8806369" y="4754662"/>
            <a:ext cx="616688" cy="616688"/>
            <a:chOff x="8998834" y="4446928"/>
            <a:chExt cx="616688" cy="616688"/>
          </a:xfrm>
        </p:grpSpPr>
        <p:sp>
          <p:nvSpPr>
            <p:cNvPr id="86" name="Google Shape;86;p70"/>
            <p:cNvSpPr/>
            <p:nvPr/>
          </p:nvSpPr>
          <p:spPr>
            <a:xfrm>
              <a:off x="8998834" y="4446928"/>
              <a:ext cx="616688" cy="616688"/>
            </a:xfrm>
            <a:prstGeom prst="roundRect">
              <a:avLst>
                <a:gd name="adj" fmla="val 50000"/>
              </a:avLst>
            </a:prstGeom>
            <a:gradFill>
              <a:gsLst>
                <a:gs pos="0">
                  <a:srgbClr val="A1E6C7"/>
                </a:gs>
                <a:gs pos="50000">
                  <a:srgbClr val="92E4BF"/>
                </a:gs>
                <a:gs pos="100000">
                  <a:srgbClr val="7CCFA9"/>
                </a:gs>
              </a:gsLst>
              <a:lin ang="5400000" scaled="0"/>
            </a:gradFill>
            <a:ln>
              <a:noFill/>
            </a:ln>
            <a:effectLst>
              <a:outerShdw blurRad="57150" dist="19050" dir="5400000" algn="ctr" rotWithShape="0">
                <a:srgbClr val="000000">
                  <a:alpha val="6235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7" name="Google Shape;87;p70"/>
            <p:cNvSpPr/>
            <p:nvPr/>
          </p:nvSpPr>
          <p:spPr>
            <a:xfrm>
              <a:off x="9167514" y="4640392"/>
              <a:ext cx="279327" cy="253935"/>
            </a:xfrm>
            <a:custGeom>
              <a:avLst/>
              <a:gdLst/>
              <a:ahLst/>
              <a:cxnLst/>
              <a:rect l="l" t="t" r="r" b="b"/>
              <a:pathLst>
                <a:path w="120000" h="120000" extrusionOk="0">
                  <a:moveTo>
                    <a:pt x="92727" y="114000"/>
                  </a:moveTo>
                  <a:lnTo>
                    <a:pt x="81816" y="114000"/>
                  </a:lnTo>
                  <a:lnTo>
                    <a:pt x="81816" y="102000"/>
                  </a:lnTo>
                  <a:cubicBezTo>
                    <a:pt x="83327" y="102000"/>
                    <a:pt x="84544" y="100661"/>
                    <a:pt x="84544" y="99000"/>
                  </a:cubicBezTo>
                  <a:cubicBezTo>
                    <a:pt x="84544" y="97344"/>
                    <a:pt x="83327" y="96000"/>
                    <a:pt x="81816" y="96000"/>
                  </a:cubicBezTo>
                  <a:lnTo>
                    <a:pt x="81816" y="42000"/>
                  </a:lnTo>
                  <a:lnTo>
                    <a:pt x="92727" y="42000"/>
                  </a:lnTo>
                  <a:cubicBezTo>
                    <a:pt x="92727" y="42000"/>
                    <a:pt x="92727" y="114000"/>
                    <a:pt x="92727" y="114000"/>
                  </a:cubicBezTo>
                  <a:close/>
                  <a:moveTo>
                    <a:pt x="76361" y="96000"/>
                  </a:moveTo>
                  <a:cubicBezTo>
                    <a:pt x="74855" y="96000"/>
                    <a:pt x="73638" y="97344"/>
                    <a:pt x="73638" y="99000"/>
                  </a:cubicBezTo>
                  <a:cubicBezTo>
                    <a:pt x="73638" y="100661"/>
                    <a:pt x="74855" y="102000"/>
                    <a:pt x="76361" y="102000"/>
                  </a:cubicBezTo>
                  <a:lnTo>
                    <a:pt x="76361" y="114000"/>
                  </a:lnTo>
                  <a:lnTo>
                    <a:pt x="21816" y="114000"/>
                  </a:lnTo>
                  <a:lnTo>
                    <a:pt x="21816" y="102000"/>
                  </a:lnTo>
                  <a:cubicBezTo>
                    <a:pt x="23327" y="102000"/>
                    <a:pt x="24544" y="100661"/>
                    <a:pt x="24544" y="99000"/>
                  </a:cubicBezTo>
                  <a:cubicBezTo>
                    <a:pt x="24544" y="97344"/>
                    <a:pt x="23327" y="96000"/>
                    <a:pt x="21816" y="96000"/>
                  </a:cubicBezTo>
                  <a:lnTo>
                    <a:pt x="21816" y="42000"/>
                  </a:lnTo>
                  <a:lnTo>
                    <a:pt x="76361" y="42000"/>
                  </a:lnTo>
                  <a:cubicBezTo>
                    <a:pt x="76361" y="42000"/>
                    <a:pt x="76361" y="96000"/>
                    <a:pt x="76361" y="96000"/>
                  </a:cubicBezTo>
                  <a:close/>
                  <a:moveTo>
                    <a:pt x="16361" y="96000"/>
                  </a:moveTo>
                  <a:cubicBezTo>
                    <a:pt x="14855" y="96000"/>
                    <a:pt x="13638" y="97344"/>
                    <a:pt x="13638" y="99000"/>
                  </a:cubicBezTo>
                  <a:cubicBezTo>
                    <a:pt x="13638" y="100661"/>
                    <a:pt x="14855" y="102000"/>
                    <a:pt x="16361" y="102000"/>
                  </a:cubicBezTo>
                  <a:lnTo>
                    <a:pt x="16361" y="114000"/>
                  </a:lnTo>
                  <a:lnTo>
                    <a:pt x="5455" y="114000"/>
                  </a:lnTo>
                  <a:lnTo>
                    <a:pt x="5455" y="42000"/>
                  </a:lnTo>
                  <a:lnTo>
                    <a:pt x="16361" y="42000"/>
                  </a:lnTo>
                  <a:cubicBezTo>
                    <a:pt x="16361" y="42000"/>
                    <a:pt x="16361" y="96000"/>
                    <a:pt x="16361" y="96000"/>
                  </a:cubicBezTo>
                  <a:close/>
                  <a:moveTo>
                    <a:pt x="43638" y="30000"/>
                  </a:moveTo>
                  <a:lnTo>
                    <a:pt x="54544" y="30000"/>
                  </a:lnTo>
                  <a:cubicBezTo>
                    <a:pt x="57555" y="30000"/>
                    <a:pt x="60000" y="32688"/>
                    <a:pt x="60000" y="36005"/>
                  </a:cubicBezTo>
                  <a:lnTo>
                    <a:pt x="38183" y="36005"/>
                  </a:lnTo>
                  <a:cubicBezTo>
                    <a:pt x="38183" y="32688"/>
                    <a:pt x="40627" y="30000"/>
                    <a:pt x="43638" y="30000"/>
                  </a:cubicBezTo>
                  <a:moveTo>
                    <a:pt x="92727" y="36005"/>
                  </a:moveTo>
                  <a:lnTo>
                    <a:pt x="65455" y="36005"/>
                  </a:lnTo>
                  <a:cubicBezTo>
                    <a:pt x="65455" y="29372"/>
                    <a:pt x="60572" y="24005"/>
                    <a:pt x="54544" y="24005"/>
                  </a:cubicBezTo>
                  <a:lnTo>
                    <a:pt x="43638" y="24005"/>
                  </a:lnTo>
                  <a:cubicBezTo>
                    <a:pt x="37611" y="24005"/>
                    <a:pt x="32727" y="29372"/>
                    <a:pt x="32727" y="36005"/>
                  </a:cubicBezTo>
                  <a:lnTo>
                    <a:pt x="5455" y="36005"/>
                  </a:lnTo>
                  <a:cubicBezTo>
                    <a:pt x="2444" y="36005"/>
                    <a:pt x="0" y="38688"/>
                    <a:pt x="0" y="42000"/>
                  </a:cubicBezTo>
                  <a:lnTo>
                    <a:pt x="0" y="114000"/>
                  </a:lnTo>
                  <a:cubicBezTo>
                    <a:pt x="0" y="117311"/>
                    <a:pt x="2444" y="120000"/>
                    <a:pt x="5455" y="120000"/>
                  </a:cubicBezTo>
                  <a:lnTo>
                    <a:pt x="92727" y="120000"/>
                  </a:lnTo>
                  <a:cubicBezTo>
                    <a:pt x="95738" y="120000"/>
                    <a:pt x="98183" y="117311"/>
                    <a:pt x="98183" y="114000"/>
                  </a:cubicBezTo>
                  <a:lnTo>
                    <a:pt x="98183" y="42000"/>
                  </a:lnTo>
                  <a:cubicBezTo>
                    <a:pt x="98183" y="38688"/>
                    <a:pt x="95738" y="36005"/>
                    <a:pt x="92727" y="36005"/>
                  </a:cubicBezTo>
                  <a:moveTo>
                    <a:pt x="60000" y="12005"/>
                  </a:moveTo>
                  <a:cubicBezTo>
                    <a:pt x="60000" y="8688"/>
                    <a:pt x="62444" y="6000"/>
                    <a:pt x="65455" y="6000"/>
                  </a:cubicBezTo>
                  <a:lnTo>
                    <a:pt x="76361" y="6000"/>
                  </a:lnTo>
                  <a:cubicBezTo>
                    <a:pt x="79372" y="6000"/>
                    <a:pt x="81816" y="8688"/>
                    <a:pt x="81816" y="12005"/>
                  </a:cubicBezTo>
                  <a:cubicBezTo>
                    <a:pt x="81816" y="12005"/>
                    <a:pt x="60000" y="12005"/>
                    <a:pt x="60000" y="12005"/>
                  </a:cubicBezTo>
                  <a:close/>
                  <a:moveTo>
                    <a:pt x="114544" y="12005"/>
                  </a:moveTo>
                  <a:lnTo>
                    <a:pt x="87272" y="12005"/>
                  </a:lnTo>
                  <a:cubicBezTo>
                    <a:pt x="87272" y="5372"/>
                    <a:pt x="82388" y="0"/>
                    <a:pt x="76361" y="0"/>
                  </a:cubicBezTo>
                  <a:lnTo>
                    <a:pt x="65455" y="0"/>
                  </a:lnTo>
                  <a:cubicBezTo>
                    <a:pt x="59427" y="0"/>
                    <a:pt x="54544" y="5372"/>
                    <a:pt x="54544" y="12005"/>
                  </a:cubicBezTo>
                  <a:lnTo>
                    <a:pt x="27272" y="12005"/>
                  </a:lnTo>
                  <a:cubicBezTo>
                    <a:pt x="24261" y="12005"/>
                    <a:pt x="21816" y="14688"/>
                    <a:pt x="21816" y="18000"/>
                  </a:cubicBezTo>
                  <a:lnTo>
                    <a:pt x="21816" y="27000"/>
                  </a:lnTo>
                  <a:cubicBezTo>
                    <a:pt x="21816" y="28661"/>
                    <a:pt x="23038" y="30000"/>
                    <a:pt x="24544" y="30000"/>
                  </a:cubicBezTo>
                  <a:cubicBezTo>
                    <a:pt x="26055" y="30000"/>
                    <a:pt x="27272" y="28661"/>
                    <a:pt x="27272" y="27000"/>
                  </a:cubicBezTo>
                  <a:lnTo>
                    <a:pt x="27272" y="18000"/>
                  </a:lnTo>
                  <a:lnTo>
                    <a:pt x="114544" y="18000"/>
                  </a:lnTo>
                  <a:lnTo>
                    <a:pt x="114544" y="90005"/>
                  </a:lnTo>
                  <a:lnTo>
                    <a:pt x="106361" y="90005"/>
                  </a:lnTo>
                  <a:cubicBezTo>
                    <a:pt x="104855" y="90005"/>
                    <a:pt x="103638" y="91344"/>
                    <a:pt x="103638" y="93000"/>
                  </a:cubicBezTo>
                  <a:cubicBezTo>
                    <a:pt x="103638" y="94661"/>
                    <a:pt x="104855" y="96000"/>
                    <a:pt x="106361" y="96000"/>
                  </a:cubicBezTo>
                  <a:lnTo>
                    <a:pt x="114544" y="96000"/>
                  </a:lnTo>
                  <a:cubicBezTo>
                    <a:pt x="117555" y="96000"/>
                    <a:pt x="120000" y="93311"/>
                    <a:pt x="120000" y="90005"/>
                  </a:cubicBezTo>
                  <a:lnTo>
                    <a:pt x="120000" y="18000"/>
                  </a:lnTo>
                  <a:cubicBezTo>
                    <a:pt x="120000" y="14688"/>
                    <a:pt x="117555" y="12005"/>
                    <a:pt x="114544" y="12005"/>
                  </a:cubicBezTo>
                  <a:moveTo>
                    <a:pt x="30000" y="66005"/>
                  </a:moveTo>
                  <a:lnTo>
                    <a:pt x="35455" y="66005"/>
                  </a:lnTo>
                  <a:cubicBezTo>
                    <a:pt x="36961" y="66005"/>
                    <a:pt x="38183" y="64661"/>
                    <a:pt x="38183" y="63005"/>
                  </a:cubicBezTo>
                  <a:cubicBezTo>
                    <a:pt x="38183" y="61344"/>
                    <a:pt x="36961" y="60000"/>
                    <a:pt x="35455" y="60000"/>
                  </a:cubicBezTo>
                  <a:lnTo>
                    <a:pt x="30000" y="60000"/>
                  </a:lnTo>
                  <a:cubicBezTo>
                    <a:pt x="28494" y="60000"/>
                    <a:pt x="27272" y="61344"/>
                    <a:pt x="27272" y="63005"/>
                  </a:cubicBezTo>
                  <a:cubicBezTo>
                    <a:pt x="27272" y="64661"/>
                    <a:pt x="28494" y="66005"/>
                    <a:pt x="30000" y="66005"/>
                  </a:cubicBezTo>
                  <a:moveTo>
                    <a:pt x="30000" y="54000"/>
                  </a:moveTo>
                  <a:lnTo>
                    <a:pt x="46361" y="54000"/>
                  </a:lnTo>
                  <a:cubicBezTo>
                    <a:pt x="47872" y="54000"/>
                    <a:pt x="49088" y="52661"/>
                    <a:pt x="49088" y="51005"/>
                  </a:cubicBezTo>
                  <a:cubicBezTo>
                    <a:pt x="49088" y="49344"/>
                    <a:pt x="47872" y="48000"/>
                    <a:pt x="46361" y="48000"/>
                  </a:cubicBezTo>
                  <a:lnTo>
                    <a:pt x="30000" y="48000"/>
                  </a:lnTo>
                  <a:cubicBezTo>
                    <a:pt x="28494" y="48000"/>
                    <a:pt x="27272" y="49344"/>
                    <a:pt x="27272" y="51005"/>
                  </a:cubicBezTo>
                  <a:cubicBezTo>
                    <a:pt x="27272" y="52661"/>
                    <a:pt x="28494" y="54000"/>
                    <a:pt x="30000" y="54000"/>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Arial"/>
                <a:ea typeface="Arial"/>
                <a:cs typeface="Arial"/>
                <a:sym typeface="Arial"/>
              </a:endParaRPr>
            </a:p>
          </p:txBody>
        </p:sp>
      </p:grpSp>
      <p:grpSp>
        <p:nvGrpSpPr>
          <p:cNvPr id="88" name="Google Shape;88;p70"/>
          <p:cNvGrpSpPr/>
          <p:nvPr/>
        </p:nvGrpSpPr>
        <p:grpSpPr>
          <a:xfrm>
            <a:off x="5866603" y="1538356"/>
            <a:ext cx="616688" cy="616688"/>
            <a:chOff x="5866603" y="2153819"/>
            <a:chExt cx="616688" cy="616688"/>
          </a:xfrm>
        </p:grpSpPr>
        <p:sp>
          <p:nvSpPr>
            <p:cNvPr id="89" name="Google Shape;89;p70"/>
            <p:cNvSpPr/>
            <p:nvPr/>
          </p:nvSpPr>
          <p:spPr>
            <a:xfrm>
              <a:off x="5866603" y="2153819"/>
              <a:ext cx="616688" cy="616688"/>
            </a:xfrm>
            <a:prstGeom prst="roundRect">
              <a:avLst>
                <a:gd name="adj" fmla="val 50000"/>
              </a:avLst>
            </a:prstGeom>
            <a:gradFill>
              <a:gsLst>
                <a:gs pos="0">
                  <a:srgbClr val="4AC990"/>
                </a:gs>
                <a:gs pos="50000">
                  <a:srgbClr val="12C884"/>
                </a:gs>
                <a:gs pos="100000">
                  <a:srgbClr val="08B876"/>
                </a:gs>
              </a:gsLst>
              <a:lin ang="5400000" scaled="0"/>
            </a:gradFill>
            <a:ln>
              <a:noFill/>
            </a:ln>
            <a:effectLst>
              <a:outerShdw blurRad="57150" dist="19050" dir="5400000" algn="ctr" rotWithShape="0">
                <a:srgbClr val="000000">
                  <a:alpha val="6235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0" name="Google Shape;90;p70"/>
            <p:cNvSpPr/>
            <p:nvPr/>
          </p:nvSpPr>
          <p:spPr>
            <a:xfrm>
              <a:off x="6035283" y="2327251"/>
              <a:ext cx="279327" cy="254031"/>
            </a:xfrm>
            <a:custGeom>
              <a:avLst/>
              <a:gdLst/>
              <a:ahLst/>
              <a:cxnLst/>
              <a:rect l="l" t="t" r="r" b="b"/>
              <a:pathLst>
                <a:path w="120000" h="120000" extrusionOk="0">
                  <a:moveTo>
                    <a:pt x="114544" y="42031"/>
                  </a:moveTo>
                  <a:lnTo>
                    <a:pt x="75444" y="42031"/>
                  </a:lnTo>
                  <a:cubicBezTo>
                    <a:pt x="73088" y="38609"/>
                    <a:pt x="70655" y="34591"/>
                    <a:pt x="68438" y="30039"/>
                  </a:cubicBezTo>
                  <a:lnTo>
                    <a:pt x="114544" y="30039"/>
                  </a:lnTo>
                  <a:cubicBezTo>
                    <a:pt x="114544" y="30039"/>
                    <a:pt x="114544" y="42031"/>
                    <a:pt x="114544" y="42031"/>
                  </a:cubicBezTo>
                  <a:close/>
                  <a:moveTo>
                    <a:pt x="109088" y="78019"/>
                  </a:moveTo>
                  <a:lnTo>
                    <a:pt x="62727" y="78019"/>
                  </a:lnTo>
                  <a:lnTo>
                    <a:pt x="62727" y="48030"/>
                  </a:lnTo>
                  <a:lnTo>
                    <a:pt x="72722" y="48030"/>
                  </a:lnTo>
                  <a:cubicBezTo>
                    <a:pt x="77900" y="55119"/>
                    <a:pt x="82305" y="59233"/>
                    <a:pt x="82677" y="59574"/>
                  </a:cubicBezTo>
                  <a:cubicBezTo>
                    <a:pt x="83383" y="60215"/>
                    <a:pt x="84300" y="60408"/>
                    <a:pt x="85127" y="60164"/>
                  </a:cubicBezTo>
                  <a:cubicBezTo>
                    <a:pt x="85655" y="60011"/>
                    <a:pt x="86138" y="59682"/>
                    <a:pt x="86516" y="59188"/>
                  </a:cubicBezTo>
                  <a:cubicBezTo>
                    <a:pt x="87477" y="57917"/>
                    <a:pt x="87322" y="56021"/>
                    <a:pt x="86166" y="54960"/>
                  </a:cubicBezTo>
                  <a:cubicBezTo>
                    <a:pt x="86100" y="54903"/>
                    <a:pt x="83461" y="52429"/>
                    <a:pt x="79905" y="48030"/>
                  </a:cubicBezTo>
                  <a:lnTo>
                    <a:pt x="109088" y="48030"/>
                  </a:lnTo>
                  <a:cubicBezTo>
                    <a:pt x="109088" y="48030"/>
                    <a:pt x="109088" y="78019"/>
                    <a:pt x="109088" y="78019"/>
                  </a:cubicBezTo>
                  <a:close/>
                  <a:moveTo>
                    <a:pt x="109088" y="114001"/>
                  </a:moveTo>
                  <a:lnTo>
                    <a:pt x="62727" y="114001"/>
                  </a:lnTo>
                  <a:lnTo>
                    <a:pt x="62727" y="84012"/>
                  </a:lnTo>
                  <a:lnTo>
                    <a:pt x="109088" y="84012"/>
                  </a:lnTo>
                  <a:cubicBezTo>
                    <a:pt x="109088" y="84012"/>
                    <a:pt x="109088" y="114001"/>
                    <a:pt x="109088" y="114001"/>
                  </a:cubicBezTo>
                  <a:close/>
                  <a:moveTo>
                    <a:pt x="62727" y="30993"/>
                  </a:moveTo>
                  <a:cubicBezTo>
                    <a:pt x="64588" y="35062"/>
                    <a:pt x="66616" y="38751"/>
                    <a:pt x="68666" y="42031"/>
                  </a:cubicBezTo>
                  <a:lnTo>
                    <a:pt x="62727" y="42031"/>
                  </a:lnTo>
                  <a:cubicBezTo>
                    <a:pt x="62727" y="42031"/>
                    <a:pt x="62727" y="30993"/>
                    <a:pt x="62727" y="30993"/>
                  </a:cubicBezTo>
                  <a:close/>
                  <a:moveTo>
                    <a:pt x="71505" y="8405"/>
                  </a:moveTo>
                  <a:cubicBezTo>
                    <a:pt x="78027" y="4262"/>
                    <a:pt x="85755" y="5556"/>
                    <a:pt x="88772" y="11293"/>
                  </a:cubicBezTo>
                  <a:cubicBezTo>
                    <a:pt x="90794" y="15141"/>
                    <a:pt x="90127" y="19994"/>
                    <a:pt x="87527" y="24040"/>
                  </a:cubicBezTo>
                  <a:lnTo>
                    <a:pt x="65805" y="24040"/>
                  </a:lnTo>
                  <a:cubicBezTo>
                    <a:pt x="65222" y="22559"/>
                    <a:pt x="64672" y="21044"/>
                    <a:pt x="64166" y="19477"/>
                  </a:cubicBezTo>
                  <a:cubicBezTo>
                    <a:pt x="64738" y="15272"/>
                    <a:pt x="67333" y="11049"/>
                    <a:pt x="71505" y="8405"/>
                  </a:cubicBezTo>
                  <a:moveTo>
                    <a:pt x="57272" y="42031"/>
                  </a:moveTo>
                  <a:lnTo>
                    <a:pt x="51244" y="42031"/>
                  </a:lnTo>
                  <a:cubicBezTo>
                    <a:pt x="53333" y="38700"/>
                    <a:pt x="55388" y="34948"/>
                    <a:pt x="57272" y="30811"/>
                  </a:cubicBezTo>
                  <a:cubicBezTo>
                    <a:pt x="57272" y="30811"/>
                    <a:pt x="57272" y="42031"/>
                    <a:pt x="57272" y="42031"/>
                  </a:cubicBezTo>
                  <a:close/>
                  <a:moveTo>
                    <a:pt x="57272" y="78019"/>
                  </a:moveTo>
                  <a:lnTo>
                    <a:pt x="10911" y="78019"/>
                  </a:lnTo>
                  <a:lnTo>
                    <a:pt x="10911" y="48030"/>
                  </a:lnTo>
                  <a:lnTo>
                    <a:pt x="40011" y="48030"/>
                  </a:lnTo>
                  <a:cubicBezTo>
                    <a:pt x="36461" y="52429"/>
                    <a:pt x="33816" y="54903"/>
                    <a:pt x="33750" y="54960"/>
                  </a:cubicBezTo>
                  <a:cubicBezTo>
                    <a:pt x="32594" y="56021"/>
                    <a:pt x="32438" y="57917"/>
                    <a:pt x="33400" y="59188"/>
                  </a:cubicBezTo>
                  <a:cubicBezTo>
                    <a:pt x="33777" y="59682"/>
                    <a:pt x="34261" y="60011"/>
                    <a:pt x="34783" y="60164"/>
                  </a:cubicBezTo>
                  <a:cubicBezTo>
                    <a:pt x="35616" y="60408"/>
                    <a:pt x="36527" y="60215"/>
                    <a:pt x="37238" y="59574"/>
                  </a:cubicBezTo>
                  <a:cubicBezTo>
                    <a:pt x="37611" y="59233"/>
                    <a:pt x="42016" y="55119"/>
                    <a:pt x="47194" y="48030"/>
                  </a:cubicBezTo>
                  <a:lnTo>
                    <a:pt x="57272" y="48030"/>
                  </a:lnTo>
                  <a:cubicBezTo>
                    <a:pt x="57272" y="48030"/>
                    <a:pt x="57272" y="78019"/>
                    <a:pt x="57272" y="78019"/>
                  </a:cubicBezTo>
                  <a:close/>
                  <a:moveTo>
                    <a:pt x="57272" y="114001"/>
                  </a:moveTo>
                  <a:lnTo>
                    <a:pt x="10911" y="114001"/>
                  </a:lnTo>
                  <a:lnTo>
                    <a:pt x="10911" y="84012"/>
                  </a:lnTo>
                  <a:lnTo>
                    <a:pt x="57272" y="84012"/>
                  </a:lnTo>
                  <a:cubicBezTo>
                    <a:pt x="57272" y="84012"/>
                    <a:pt x="57272" y="114001"/>
                    <a:pt x="57272" y="114001"/>
                  </a:cubicBezTo>
                  <a:close/>
                  <a:moveTo>
                    <a:pt x="5455" y="42031"/>
                  </a:moveTo>
                  <a:lnTo>
                    <a:pt x="5455" y="30039"/>
                  </a:lnTo>
                  <a:lnTo>
                    <a:pt x="51477" y="30039"/>
                  </a:lnTo>
                  <a:cubicBezTo>
                    <a:pt x="49261" y="34591"/>
                    <a:pt x="46827" y="38609"/>
                    <a:pt x="44472" y="42031"/>
                  </a:cubicBezTo>
                  <a:cubicBezTo>
                    <a:pt x="44472" y="42031"/>
                    <a:pt x="5455" y="42031"/>
                    <a:pt x="5455" y="42031"/>
                  </a:cubicBezTo>
                  <a:close/>
                  <a:moveTo>
                    <a:pt x="31144" y="11293"/>
                  </a:moveTo>
                  <a:cubicBezTo>
                    <a:pt x="34155" y="5561"/>
                    <a:pt x="41888" y="4262"/>
                    <a:pt x="48411" y="8405"/>
                  </a:cubicBezTo>
                  <a:cubicBezTo>
                    <a:pt x="52583" y="11055"/>
                    <a:pt x="55172" y="15278"/>
                    <a:pt x="55750" y="19483"/>
                  </a:cubicBezTo>
                  <a:cubicBezTo>
                    <a:pt x="55244" y="21044"/>
                    <a:pt x="54694" y="22559"/>
                    <a:pt x="54111" y="24040"/>
                  </a:cubicBezTo>
                  <a:lnTo>
                    <a:pt x="32388" y="24040"/>
                  </a:lnTo>
                  <a:cubicBezTo>
                    <a:pt x="29788" y="19994"/>
                    <a:pt x="29122" y="15141"/>
                    <a:pt x="31144" y="11293"/>
                  </a:cubicBezTo>
                  <a:moveTo>
                    <a:pt x="114544" y="24040"/>
                  </a:moveTo>
                  <a:lnTo>
                    <a:pt x="93744" y="24040"/>
                  </a:lnTo>
                  <a:cubicBezTo>
                    <a:pt x="95883" y="18870"/>
                    <a:pt x="96022" y="13110"/>
                    <a:pt x="93494" y="8291"/>
                  </a:cubicBezTo>
                  <a:cubicBezTo>
                    <a:pt x="88972" y="-306"/>
                    <a:pt x="77911" y="-2587"/>
                    <a:pt x="68777" y="3206"/>
                  </a:cubicBezTo>
                  <a:cubicBezTo>
                    <a:pt x="65261" y="5442"/>
                    <a:pt x="62650" y="8575"/>
                    <a:pt x="60916" y="12043"/>
                  </a:cubicBezTo>
                  <a:cubicBezTo>
                    <a:pt x="60827" y="12003"/>
                    <a:pt x="60761" y="11935"/>
                    <a:pt x="60666" y="11906"/>
                  </a:cubicBezTo>
                  <a:cubicBezTo>
                    <a:pt x="60605" y="11889"/>
                    <a:pt x="60550" y="11901"/>
                    <a:pt x="60488" y="11889"/>
                  </a:cubicBezTo>
                  <a:cubicBezTo>
                    <a:pt x="60338" y="11855"/>
                    <a:pt x="60188" y="11855"/>
                    <a:pt x="60033" y="11850"/>
                  </a:cubicBezTo>
                  <a:cubicBezTo>
                    <a:pt x="59900" y="11855"/>
                    <a:pt x="59772" y="11855"/>
                    <a:pt x="59638" y="11878"/>
                  </a:cubicBezTo>
                  <a:cubicBezTo>
                    <a:pt x="59511" y="11895"/>
                    <a:pt x="59383" y="11861"/>
                    <a:pt x="59250" y="11906"/>
                  </a:cubicBezTo>
                  <a:cubicBezTo>
                    <a:pt x="59155" y="11935"/>
                    <a:pt x="59088" y="12003"/>
                    <a:pt x="59000" y="12043"/>
                  </a:cubicBezTo>
                  <a:cubicBezTo>
                    <a:pt x="57261" y="8575"/>
                    <a:pt x="54650" y="5442"/>
                    <a:pt x="51138" y="3212"/>
                  </a:cubicBezTo>
                  <a:cubicBezTo>
                    <a:pt x="42005" y="-2587"/>
                    <a:pt x="30938" y="-306"/>
                    <a:pt x="26416" y="8291"/>
                  </a:cubicBezTo>
                  <a:cubicBezTo>
                    <a:pt x="23894" y="13110"/>
                    <a:pt x="24027" y="18870"/>
                    <a:pt x="26172" y="24040"/>
                  </a:cubicBezTo>
                  <a:lnTo>
                    <a:pt x="5455" y="24040"/>
                  </a:lnTo>
                  <a:cubicBezTo>
                    <a:pt x="2444" y="24040"/>
                    <a:pt x="0" y="26725"/>
                    <a:pt x="0" y="30039"/>
                  </a:cubicBezTo>
                  <a:lnTo>
                    <a:pt x="0" y="42031"/>
                  </a:lnTo>
                  <a:cubicBezTo>
                    <a:pt x="0" y="45346"/>
                    <a:pt x="2444" y="48030"/>
                    <a:pt x="5455" y="48030"/>
                  </a:cubicBezTo>
                  <a:lnTo>
                    <a:pt x="5455" y="114001"/>
                  </a:lnTo>
                  <a:cubicBezTo>
                    <a:pt x="5455" y="117315"/>
                    <a:pt x="7900" y="120000"/>
                    <a:pt x="10911" y="120000"/>
                  </a:cubicBezTo>
                  <a:lnTo>
                    <a:pt x="109088" y="120000"/>
                  </a:lnTo>
                  <a:cubicBezTo>
                    <a:pt x="112100" y="120000"/>
                    <a:pt x="114544" y="117315"/>
                    <a:pt x="114544" y="114001"/>
                  </a:cubicBezTo>
                  <a:lnTo>
                    <a:pt x="114544" y="48030"/>
                  </a:lnTo>
                  <a:cubicBezTo>
                    <a:pt x="117555" y="48030"/>
                    <a:pt x="120000" y="45346"/>
                    <a:pt x="120000" y="42031"/>
                  </a:cubicBezTo>
                  <a:lnTo>
                    <a:pt x="120000" y="30039"/>
                  </a:lnTo>
                  <a:cubicBezTo>
                    <a:pt x="120000" y="26725"/>
                    <a:pt x="117555" y="24040"/>
                    <a:pt x="114544" y="24040"/>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Arial"/>
                <a:ea typeface="Arial"/>
                <a:cs typeface="Arial"/>
                <a:sym typeface="Arial"/>
              </a:endParaRPr>
            </a:p>
          </p:txBody>
        </p:sp>
      </p:grpSp>
      <p:grpSp>
        <p:nvGrpSpPr>
          <p:cNvPr id="91" name="Google Shape;91;p70"/>
          <p:cNvGrpSpPr/>
          <p:nvPr/>
        </p:nvGrpSpPr>
        <p:grpSpPr>
          <a:xfrm>
            <a:off x="5884007" y="4735486"/>
            <a:ext cx="616688" cy="616688"/>
            <a:chOff x="5866603" y="4454825"/>
            <a:chExt cx="616688" cy="616688"/>
          </a:xfrm>
        </p:grpSpPr>
        <p:sp>
          <p:nvSpPr>
            <p:cNvPr id="92" name="Google Shape;92;p70"/>
            <p:cNvSpPr/>
            <p:nvPr/>
          </p:nvSpPr>
          <p:spPr>
            <a:xfrm>
              <a:off x="5866603" y="4454825"/>
              <a:ext cx="616688" cy="616688"/>
            </a:xfrm>
            <a:prstGeom prst="roundRect">
              <a:avLst>
                <a:gd name="adj" fmla="val 50000"/>
              </a:avLst>
            </a:prstGeom>
            <a:gradFill>
              <a:gsLst>
                <a:gs pos="0">
                  <a:srgbClr val="6A798A"/>
                </a:gs>
                <a:gs pos="50000">
                  <a:srgbClr val="54677D"/>
                </a:gs>
                <a:gs pos="100000">
                  <a:srgbClr val="485A6F"/>
                </a:gs>
              </a:gsLst>
              <a:lin ang="5400000" scaled="0"/>
            </a:gradFill>
            <a:ln>
              <a:noFill/>
            </a:ln>
            <a:effectLst>
              <a:outerShdw blurRad="57150" dist="19050" dir="5400000" algn="ctr" rotWithShape="0">
                <a:srgbClr val="000000">
                  <a:alpha val="6235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3" name="Google Shape;93;p70"/>
            <p:cNvSpPr/>
            <p:nvPr/>
          </p:nvSpPr>
          <p:spPr>
            <a:xfrm>
              <a:off x="6035283" y="4615000"/>
              <a:ext cx="279327" cy="279327"/>
            </a:xfrm>
            <a:custGeom>
              <a:avLst/>
              <a:gdLst/>
              <a:ahLst/>
              <a:cxnLst/>
              <a:rect l="l" t="t" r="r" b="b"/>
              <a:pathLst>
                <a:path w="120000" h="120000" extrusionOk="0">
                  <a:moveTo>
                    <a:pt x="53216" y="94688"/>
                  </a:moveTo>
                  <a:cubicBezTo>
                    <a:pt x="52377" y="95411"/>
                    <a:pt x="51400" y="95966"/>
                    <a:pt x="50277" y="96355"/>
                  </a:cubicBezTo>
                  <a:cubicBezTo>
                    <a:pt x="49161" y="96750"/>
                    <a:pt x="47977" y="96944"/>
                    <a:pt x="46738" y="96944"/>
                  </a:cubicBezTo>
                  <a:cubicBezTo>
                    <a:pt x="43816" y="96944"/>
                    <a:pt x="41600" y="96044"/>
                    <a:pt x="40077" y="94255"/>
                  </a:cubicBezTo>
                  <a:cubicBezTo>
                    <a:pt x="38561" y="92466"/>
                    <a:pt x="37761" y="90144"/>
                    <a:pt x="37677" y="87305"/>
                  </a:cubicBezTo>
                  <a:lnTo>
                    <a:pt x="32577" y="87305"/>
                  </a:lnTo>
                  <a:cubicBezTo>
                    <a:pt x="32538" y="89566"/>
                    <a:pt x="32850" y="91588"/>
                    <a:pt x="33511" y="93361"/>
                  </a:cubicBezTo>
                  <a:cubicBezTo>
                    <a:pt x="34172" y="95127"/>
                    <a:pt x="35116" y="96627"/>
                    <a:pt x="36361" y="97838"/>
                  </a:cubicBezTo>
                  <a:cubicBezTo>
                    <a:pt x="37594" y="99055"/>
                    <a:pt x="39100" y="99972"/>
                    <a:pt x="40861" y="100588"/>
                  </a:cubicBezTo>
                  <a:cubicBezTo>
                    <a:pt x="42616" y="101211"/>
                    <a:pt x="44577" y="101516"/>
                    <a:pt x="46738" y="101516"/>
                  </a:cubicBezTo>
                  <a:cubicBezTo>
                    <a:pt x="48738" y="101516"/>
                    <a:pt x="50627" y="101238"/>
                    <a:pt x="52411" y="100683"/>
                  </a:cubicBezTo>
                  <a:cubicBezTo>
                    <a:pt x="54188" y="100127"/>
                    <a:pt x="55738" y="99294"/>
                    <a:pt x="57061" y="98177"/>
                  </a:cubicBezTo>
                  <a:cubicBezTo>
                    <a:pt x="58383" y="97066"/>
                    <a:pt x="59427" y="95677"/>
                    <a:pt x="60205" y="94011"/>
                  </a:cubicBezTo>
                  <a:cubicBezTo>
                    <a:pt x="60988" y="92338"/>
                    <a:pt x="61377" y="90416"/>
                    <a:pt x="61377" y="88227"/>
                  </a:cubicBezTo>
                  <a:cubicBezTo>
                    <a:pt x="61377" y="85594"/>
                    <a:pt x="60750" y="83305"/>
                    <a:pt x="59488" y="81366"/>
                  </a:cubicBezTo>
                  <a:cubicBezTo>
                    <a:pt x="58227" y="79433"/>
                    <a:pt x="56300" y="78177"/>
                    <a:pt x="53700" y="77600"/>
                  </a:cubicBezTo>
                  <a:lnTo>
                    <a:pt x="53700" y="77477"/>
                  </a:lnTo>
                  <a:cubicBezTo>
                    <a:pt x="55377" y="76694"/>
                    <a:pt x="56777" y="75538"/>
                    <a:pt x="57900" y="74016"/>
                  </a:cubicBezTo>
                  <a:cubicBezTo>
                    <a:pt x="59022" y="72488"/>
                    <a:pt x="59577" y="70744"/>
                    <a:pt x="59577" y="68761"/>
                  </a:cubicBezTo>
                  <a:cubicBezTo>
                    <a:pt x="59577" y="66744"/>
                    <a:pt x="59250" y="64988"/>
                    <a:pt x="58588" y="63511"/>
                  </a:cubicBezTo>
                  <a:cubicBezTo>
                    <a:pt x="57927" y="62027"/>
                    <a:pt x="57016" y="60811"/>
                    <a:pt x="55861" y="59866"/>
                  </a:cubicBezTo>
                  <a:cubicBezTo>
                    <a:pt x="54700" y="58916"/>
                    <a:pt x="53327" y="58205"/>
                    <a:pt x="51750" y="57733"/>
                  </a:cubicBezTo>
                  <a:cubicBezTo>
                    <a:pt x="50166" y="57255"/>
                    <a:pt x="48455" y="57022"/>
                    <a:pt x="46616" y="57022"/>
                  </a:cubicBezTo>
                  <a:cubicBezTo>
                    <a:pt x="44500" y="57022"/>
                    <a:pt x="42627" y="57366"/>
                    <a:pt x="41011" y="58072"/>
                  </a:cubicBezTo>
                  <a:cubicBezTo>
                    <a:pt x="39388" y="58772"/>
                    <a:pt x="38038" y="59738"/>
                    <a:pt x="36961" y="60977"/>
                  </a:cubicBezTo>
                  <a:cubicBezTo>
                    <a:pt x="35883" y="62211"/>
                    <a:pt x="35050" y="63700"/>
                    <a:pt x="34466" y="65427"/>
                  </a:cubicBezTo>
                  <a:cubicBezTo>
                    <a:pt x="33888" y="67155"/>
                    <a:pt x="33555" y="69072"/>
                    <a:pt x="33477" y="71172"/>
                  </a:cubicBezTo>
                  <a:lnTo>
                    <a:pt x="38577" y="71172"/>
                  </a:lnTo>
                  <a:cubicBezTo>
                    <a:pt x="38577" y="69894"/>
                    <a:pt x="38733" y="68683"/>
                    <a:pt x="39061" y="67527"/>
                  </a:cubicBezTo>
                  <a:cubicBezTo>
                    <a:pt x="39377" y="66372"/>
                    <a:pt x="39872" y="65366"/>
                    <a:pt x="40533" y="64500"/>
                  </a:cubicBezTo>
                  <a:cubicBezTo>
                    <a:pt x="41188" y="63633"/>
                    <a:pt x="42027" y="62944"/>
                    <a:pt x="43050" y="62427"/>
                  </a:cubicBezTo>
                  <a:cubicBezTo>
                    <a:pt x="44066" y="61911"/>
                    <a:pt x="45261" y="61655"/>
                    <a:pt x="46616" y="61655"/>
                  </a:cubicBezTo>
                  <a:cubicBezTo>
                    <a:pt x="48777" y="61655"/>
                    <a:pt x="50577" y="62244"/>
                    <a:pt x="52022" y="63416"/>
                  </a:cubicBezTo>
                  <a:cubicBezTo>
                    <a:pt x="53461" y="64594"/>
                    <a:pt x="54177" y="66350"/>
                    <a:pt x="54177" y="68700"/>
                  </a:cubicBezTo>
                  <a:cubicBezTo>
                    <a:pt x="54177" y="69855"/>
                    <a:pt x="53961" y="70883"/>
                    <a:pt x="53522" y="71788"/>
                  </a:cubicBezTo>
                  <a:cubicBezTo>
                    <a:pt x="53077" y="72700"/>
                    <a:pt x="52488" y="73450"/>
                    <a:pt x="51750" y="74050"/>
                  </a:cubicBezTo>
                  <a:cubicBezTo>
                    <a:pt x="51011" y="74644"/>
                    <a:pt x="50150" y="75094"/>
                    <a:pt x="49172" y="75411"/>
                  </a:cubicBezTo>
                  <a:cubicBezTo>
                    <a:pt x="48188" y="75716"/>
                    <a:pt x="47155" y="75872"/>
                    <a:pt x="46077" y="75872"/>
                  </a:cubicBezTo>
                  <a:lnTo>
                    <a:pt x="44400" y="75872"/>
                  </a:lnTo>
                  <a:cubicBezTo>
                    <a:pt x="44238" y="75872"/>
                    <a:pt x="44055" y="75850"/>
                    <a:pt x="43861" y="75805"/>
                  </a:cubicBezTo>
                  <a:lnTo>
                    <a:pt x="43861" y="80261"/>
                  </a:lnTo>
                  <a:cubicBezTo>
                    <a:pt x="44816" y="80133"/>
                    <a:pt x="45838" y="80072"/>
                    <a:pt x="46916" y="80072"/>
                  </a:cubicBezTo>
                  <a:cubicBezTo>
                    <a:pt x="48200" y="80072"/>
                    <a:pt x="49388" y="80244"/>
                    <a:pt x="50488" y="80594"/>
                  </a:cubicBezTo>
                  <a:cubicBezTo>
                    <a:pt x="51588" y="80950"/>
                    <a:pt x="52538" y="81483"/>
                    <a:pt x="53338" y="82205"/>
                  </a:cubicBezTo>
                  <a:cubicBezTo>
                    <a:pt x="54138" y="82927"/>
                    <a:pt x="54777" y="83811"/>
                    <a:pt x="55261" y="84861"/>
                  </a:cubicBezTo>
                  <a:cubicBezTo>
                    <a:pt x="55738" y="85911"/>
                    <a:pt x="55977" y="87122"/>
                    <a:pt x="55977" y="88477"/>
                  </a:cubicBezTo>
                  <a:cubicBezTo>
                    <a:pt x="55977" y="89794"/>
                    <a:pt x="55727" y="90983"/>
                    <a:pt x="55227" y="92027"/>
                  </a:cubicBezTo>
                  <a:cubicBezTo>
                    <a:pt x="54727" y="93077"/>
                    <a:pt x="54061" y="93966"/>
                    <a:pt x="53216" y="94688"/>
                  </a:cubicBezTo>
                  <a:moveTo>
                    <a:pt x="79205" y="100838"/>
                  </a:moveTo>
                  <a:lnTo>
                    <a:pt x="84305" y="100838"/>
                  </a:lnTo>
                  <a:lnTo>
                    <a:pt x="84305" y="57022"/>
                  </a:lnTo>
                  <a:lnTo>
                    <a:pt x="80405" y="57022"/>
                  </a:lnTo>
                  <a:cubicBezTo>
                    <a:pt x="80122" y="58672"/>
                    <a:pt x="79605" y="60027"/>
                    <a:pt x="78844" y="61100"/>
                  </a:cubicBezTo>
                  <a:cubicBezTo>
                    <a:pt x="78083" y="62172"/>
                    <a:pt x="77155" y="63016"/>
                    <a:pt x="76055" y="63633"/>
                  </a:cubicBezTo>
                  <a:cubicBezTo>
                    <a:pt x="74955" y="64250"/>
                    <a:pt x="73727" y="64672"/>
                    <a:pt x="72366" y="64900"/>
                  </a:cubicBezTo>
                  <a:cubicBezTo>
                    <a:pt x="71005" y="65127"/>
                    <a:pt x="69605" y="65238"/>
                    <a:pt x="68166" y="65238"/>
                  </a:cubicBezTo>
                  <a:lnTo>
                    <a:pt x="68166" y="69438"/>
                  </a:lnTo>
                  <a:lnTo>
                    <a:pt x="79205" y="69438"/>
                  </a:lnTo>
                  <a:cubicBezTo>
                    <a:pt x="79205" y="69438"/>
                    <a:pt x="79205" y="100838"/>
                    <a:pt x="79205" y="100838"/>
                  </a:cubicBezTo>
                  <a:close/>
                  <a:moveTo>
                    <a:pt x="114544" y="38183"/>
                  </a:moveTo>
                  <a:lnTo>
                    <a:pt x="5455" y="38183"/>
                  </a:lnTo>
                  <a:lnTo>
                    <a:pt x="5455" y="21822"/>
                  </a:lnTo>
                  <a:cubicBezTo>
                    <a:pt x="5455" y="18805"/>
                    <a:pt x="7894" y="16361"/>
                    <a:pt x="10911" y="16361"/>
                  </a:cubicBezTo>
                  <a:lnTo>
                    <a:pt x="21816" y="16361"/>
                  </a:lnTo>
                  <a:lnTo>
                    <a:pt x="21816" y="24544"/>
                  </a:lnTo>
                  <a:cubicBezTo>
                    <a:pt x="21816" y="26055"/>
                    <a:pt x="23038" y="27272"/>
                    <a:pt x="24544" y="27272"/>
                  </a:cubicBezTo>
                  <a:cubicBezTo>
                    <a:pt x="26055" y="27272"/>
                    <a:pt x="27272" y="26055"/>
                    <a:pt x="27272" y="24544"/>
                  </a:cubicBezTo>
                  <a:lnTo>
                    <a:pt x="27272" y="16361"/>
                  </a:lnTo>
                  <a:lnTo>
                    <a:pt x="92727" y="16361"/>
                  </a:lnTo>
                  <a:lnTo>
                    <a:pt x="92727" y="24544"/>
                  </a:lnTo>
                  <a:cubicBezTo>
                    <a:pt x="92727" y="26055"/>
                    <a:pt x="93944" y="27272"/>
                    <a:pt x="95455" y="27272"/>
                  </a:cubicBezTo>
                  <a:cubicBezTo>
                    <a:pt x="96961" y="27272"/>
                    <a:pt x="98183" y="26055"/>
                    <a:pt x="98183" y="24544"/>
                  </a:cubicBezTo>
                  <a:lnTo>
                    <a:pt x="98183" y="16361"/>
                  </a:lnTo>
                  <a:lnTo>
                    <a:pt x="109088" y="16361"/>
                  </a:lnTo>
                  <a:cubicBezTo>
                    <a:pt x="112105" y="16361"/>
                    <a:pt x="114544" y="18805"/>
                    <a:pt x="114544" y="21822"/>
                  </a:cubicBezTo>
                  <a:cubicBezTo>
                    <a:pt x="114544" y="21822"/>
                    <a:pt x="114544" y="38183"/>
                    <a:pt x="114544" y="38183"/>
                  </a:cubicBezTo>
                  <a:close/>
                  <a:moveTo>
                    <a:pt x="114544" y="109088"/>
                  </a:moveTo>
                  <a:cubicBezTo>
                    <a:pt x="114544" y="112105"/>
                    <a:pt x="112105" y="114544"/>
                    <a:pt x="109088" y="114544"/>
                  </a:cubicBezTo>
                  <a:lnTo>
                    <a:pt x="10911" y="114544"/>
                  </a:lnTo>
                  <a:cubicBezTo>
                    <a:pt x="7894" y="114544"/>
                    <a:pt x="5455" y="112105"/>
                    <a:pt x="5455" y="109088"/>
                  </a:cubicBezTo>
                  <a:lnTo>
                    <a:pt x="5455" y="43638"/>
                  </a:lnTo>
                  <a:lnTo>
                    <a:pt x="114544" y="43638"/>
                  </a:lnTo>
                  <a:cubicBezTo>
                    <a:pt x="114544" y="43638"/>
                    <a:pt x="114544" y="109088"/>
                    <a:pt x="114544" y="109088"/>
                  </a:cubicBezTo>
                  <a:close/>
                  <a:moveTo>
                    <a:pt x="109088" y="10911"/>
                  </a:moveTo>
                  <a:lnTo>
                    <a:pt x="98183" y="10911"/>
                  </a:lnTo>
                  <a:lnTo>
                    <a:pt x="98183" y="2727"/>
                  </a:lnTo>
                  <a:cubicBezTo>
                    <a:pt x="98183" y="1222"/>
                    <a:pt x="96961" y="0"/>
                    <a:pt x="95455" y="0"/>
                  </a:cubicBezTo>
                  <a:cubicBezTo>
                    <a:pt x="93944" y="0"/>
                    <a:pt x="92727" y="1222"/>
                    <a:pt x="92727" y="2727"/>
                  </a:cubicBezTo>
                  <a:lnTo>
                    <a:pt x="92727" y="10911"/>
                  </a:lnTo>
                  <a:lnTo>
                    <a:pt x="27272" y="10911"/>
                  </a:lnTo>
                  <a:lnTo>
                    <a:pt x="27272" y="2727"/>
                  </a:lnTo>
                  <a:cubicBezTo>
                    <a:pt x="27272" y="1222"/>
                    <a:pt x="26055" y="0"/>
                    <a:pt x="24544" y="0"/>
                  </a:cubicBezTo>
                  <a:cubicBezTo>
                    <a:pt x="23038" y="0"/>
                    <a:pt x="21816" y="1222"/>
                    <a:pt x="21816" y="2727"/>
                  </a:cubicBezTo>
                  <a:lnTo>
                    <a:pt x="21816" y="10911"/>
                  </a:lnTo>
                  <a:lnTo>
                    <a:pt x="10911" y="10911"/>
                  </a:lnTo>
                  <a:cubicBezTo>
                    <a:pt x="4883" y="10911"/>
                    <a:pt x="0" y="15794"/>
                    <a:pt x="0" y="21822"/>
                  </a:cubicBezTo>
                  <a:lnTo>
                    <a:pt x="0" y="109088"/>
                  </a:lnTo>
                  <a:cubicBezTo>
                    <a:pt x="0" y="115116"/>
                    <a:pt x="4883" y="120000"/>
                    <a:pt x="10911" y="120000"/>
                  </a:cubicBezTo>
                  <a:lnTo>
                    <a:pt x="109088" y="120000"/>
                  </a:lnTo>
                  <a:cubicBezTo>
                    <a:pt x="115116" y="120000"/>
                    <a:pt x="120000" y="115116"/>
                    <a:pt x="120000" y="109088"/>
                  </a:cubicBezTo>
                  <a:lnTo>
                    <a:pt x="120000" y="21822"/>
                  </a:lnTo>
                  <a:cubicBezTo>
                    <a:pt x="120000" y="15794"/>
                    <a:pt x="115116" y="10911"/>
                    <a:pt x="109088" y="10911"/>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Arial"/>
                <a:ea typeface="Arial"/>
                <a:cs typeface="Arial"/>
                <a:sym typeface="Arial"/>
              </a:endParaRPr>
            </a:p>
          </p:txBody>
        </p:sp>
      </p:grpSp>
      <p:sp>
        <p:nvSpPr>
          <p:cNvPr id="94" name="Google Shape;94;p70"/>
          <p:cNvSpPr txBox="1">
            <a:spLocks noGrp="1"/>
          </p:cNvSpPr>
          <p:nvPr>
            <p:ph type="body" idx="1"/>
          </p:nvPr>
        </p:nvSpPr>
        <p:spPr>
          <a:xfrm>
            <a:off x="329371" y="5238565"/>
            <a:ext cx="832172" cy="48794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100"/>
              <a:buFont typeface="Arial"/>
              <a:buNone/>
              <a:defRPr sz="11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95" name="Google Shape;95;p70"/>
          <p:cNvSpPr txBox="1">
            <a:spLocks noGrp="1"/>
          </p:cNvSpPr>
          <p:nvPr>
            <p:ph type="body" idx="2"/>
          </p:nvPr>
        </p:nvSpPr>
        <p:spPr>
          <a:xfrm>
            <a:off x="1164931" y="5238565"/>
            <a:ext cx="832172" cy="48794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100"/>
              <a:buFont typeface="Arial"/>
              <a:buNone/>
              <a:defRPr sz="11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96" name="Google Shape;96;p70"/>
          <p:cNvSpPr txBox="1">
            <a:spLocks noGrp="1"/>
          </p:cNvSpPr>
          <p:nvPr>
            <p:ph type="body" idx="3"/>
          </p:nvPr>
        </p:nvSpPr>
        <p:spPr>
          <a:xfrm>
            <a:off x="2004882" y="5238565"/>
            <a:ext cx="832172" cy="48794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100"/>
              <a:buFont typeface="Arial"/>
              <a:buNone/>
              <a:defRPr sz="11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97" name="Google Shape;97;p70"/>
          <p:cNvSpPr txBox="1">
            <a:spLocks noGrp="1"/>
          </p:cNvSpPr>
          <p:nvPr>
            <p:ph type="body" idx="4"/>
          </p:nvPr>
        </p:nvSpPr>
        <p:spPr>
          <a:xfrm>
            <a:off x="2840956" y="5238565"/>
            <a:ext cx="832172" cy="48794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100"/>
              <a:buFont typeface="Arial"/>
              <a:buNone/>
              <a:defRPr sz="11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98" name="Google Shape;98;p70"/>
          <p:cNvSpPr txBox="1">
            <a:spLocks noGrp="1"/>
          </p:cNvSpPr>
          <p:nvPr>
            <p:ph type="body" idx="5"/>
          </p:nvPr>
        </p:nvSpPr>
        <p:spPr>
          <a:xfrm>
            <a:off x="3673128" y="5238565"/>
            <a:ext cx="832172" cy="48794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100"/>
              <a:buFont typeface="Arial"/>
              <a:buNone/>
              <a:defRPr sz="11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99" name="Google Shape;99;p70"/>
          <p:cNvSpPr txBox="1">
            <a:spLocks noGrp="1"/>
          </p:cNvSpPr>
          <p:nvPr>
            <p:ph type="body" idx="6"/>
          </p:nvPr>
        </p:nvSpPr>
        <p:spPr>
          <a:xfrm>
            <a:off x="4505300" y="5238565"/>
            <a:ext cx="832172" cy="48794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100"/>
              <a:buFont typeface="Arial"/>
              <a:buNone/>
              <a:defRPr sz="11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00" name="Google Shape;100;p70"/>
          <p:cNvSpPr txBox="1">
            <a:spLocks noGrp="1"/>
          </p:cNvSpPr>
          <p:nvPr>
            <p:ph type="body" idx="7"/>
          </p:nvPr>
        </p:nvSpPr>
        <p:spPr>
          <a:xfrm>
            <a:off x="6585035" y="2080353"/>
            <a:ext cx="2013842" cy="87386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01" name="Google Shape;101;p70"/>
          <p:cNvSpPr txBox="1">
            <a:spLocks noGrp="1"/>
          </p:cNvSpPr>
          <p:nvPr>
            <p:ph type="body" idx="8"/>
          </p:nvPr>
        </p:nvSpPr>
        <p:spPr>
          <a:xfrm>
            <a:off x="6595091" y="1621018"/>
            <a:ext cx="2013842" cy="36276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02" name="Google Shape;102;p70"/>
          <p:cNvSpPr txBox="1">
            <a:spLocks noGrp="1"/>
          </p:cNvSpPr>
          <p:nvPr>
            <p:ph type="body" idx="9"/>
          </p:nvPr>
        </p:nvSpPr>
        <p:spPr>
          <a:xfrm>
            <a:off x="6585035" y="3661586"/>
            <a:ext cx="2013842" cy="87386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03" name="Google Shape;103;p70"/>
          <p:cNvSpPr txBox="1">
            <a:spLocks noGrp="1"/>
          </p:cNvSpPr>
          <p:nvPr>
            <p:ph type="body" idx="13"/>
          </p:nvPr>
        </p:nvSpPr>
        <p:spPr>
          <a:xfrm>
            <a:off x="6595091" y="3202251"/>
            <a:ext cx="2013842" cy="36276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04" name="Google Shape;104;p70"/>
          <p:cNvSpPr txBox="1">
            <a:spLocks noGrp="1"/>
          </p:cNvSpPr>
          <p:nvPr>
            <p:ph type="body" idx="14"/>
          </p:nvPr>
        </p:nvSpPr>
        <p:spPr>
          <a:xfrm>
            <a:off x="6585035" y="5214355"/>
            <a:ext cx="2013842" cy="87386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05" name="Google Shape;105;p70"/>
          <p:cNvSpPr txBox="1">
            <a:spLocks noGrp="1"/>
          </p:cNvSpPr>
          <p:nvPr>
            <p:ph type="body" idx="15"/>
          </p:nvPr>
        </p:nvSpPr>
        <p:spPr>
          <a:xfrm>
            <a:off x="6595091" y="4755020"/>
            <a:ext cx="2003786" cy="36276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06" name="Google Shape;106;p70"/>
          <p:cNvSpPr txBox="1">
            <a:spLocks noGrp="1"/>
          </p:cNvSpPr>
          <p:nvPr>
            <p:ph type="body" idx="16"/>
          </p:nvPr>
        </p:nvSpPr>
        <p:spPr>
          <a:xfrm>
            <a:off x="9506250" y="2080353"/>
            <a:ext cx="2013842" cy="87386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07" name="Google Shape;107;p70"/>
          <p:cNvSpPr txBox="1">
            <a:spLocks noGrp="1"/>
          </p:cNvSpPr>
          <p:nvPr>
            <p:ph type="body" idx="17"/>
          </p:nvPr>
        </p:nvSpPr>
        <p:spPr>
          <a:xfrm>
            <a:off x="9516306" y="1621018"/>
            <a:ext cx="2013842" cy="36276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08" name="Google Shape;108;p70"/>
          <p:cNvSpPr txBox="1">
            <a:spLocks noGrp="1"/>
          </p:cNvSpPr>
          <p:nvPr>
            <p:ph type="body" idx="18"/>
          </p:nvPr>
        </p:nvSpPr>
        <p:spPr>
          <a:xfrm>
            <a:off x="9506250" y="3661586"/>
            <a:ext cx="2013842" cy="87386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09" name="Google Shape;109;p70"/>
          <p:cNvSpPr txBox="1">
            <a:spLocks noGrp="1"/>
          </p:cNvSpPr>
          <p:nvPr>
            <p:ph type="body" idx="19"/>
          </p:nvPr>
        </p:nvSpPr>
        <p:spPr>
          <a:xfrm>
            <a:off x="9516306" y="3202251"/>
            <a:ext cx="2013842" cy="36276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10" name="Google Shape;110;p70"/>
          <p:cNvSpPr txBox="1">
            <a:spLocks noGrp="1"/>
          </p:cNvSpPr>
          <p:nvPr>
            <p:ph type="body" idx="20"/>
          </p:nvPr>
        </p:nvSpPr>
        <p:spPr>
          <a:xfrm>
            <a:off x="9506250" y="5214355"/>
            <a:ext cx="2013842" cy="87386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11" name="Google Shape;111;p70"/>
          <p:cNvSpPr txBox="1">
            <a:spLocks noGrp="1"/>
          </p:cNvSpPr>
          <p:nvPr>
            <p:ph type="body" idx="21"/>
          </p:nvPr>
        </p:nvSpPr>
        <p:spPr>
          <a:xfrm>
            <a:off x="9516306" y="4755020"/>
            <a:ext cx="2003786" cy="36276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RunningMan-Infographic">
  <p:cSld name="1_RunningMan-Infographic">
    <p:spTree>
      <p:nvGrpSpPr>
        <p:cNvPr id="1" name="Shape 112"/>
        <p:cNvGrpSpPr/>
        <p:nvPr/>
      </p:nvGrpSpPr>
      <p:grpSpPr>
        <a:xfrm>
          <a:off x="0" y="0"/>
          <a:ext cx="0" cy="0"/>
          <a:chOff x="0" y="0"/>
          <a:chExt cx="0" cy="0"/>
        </a:xfrm>
      </p:grpSpPr>
      <p:sp>
        <p:nvSpPr>
          <p:cNvPr id="113" name="Google Shape;113;p71"/>
          <p:cNvSpPr/>
          <p:nvPr/>
        </p:nvSpPr>
        <p:spPr>
          <a:xfrm>
            <a:off x="-1" y="1684288"/>
            <a:ext cx="12191999" cy="4085572"/>
          </a:xfrm>
          <a:prstGeom prst="rect">
            <a:avLst/>
          </a:prstGeom>
          <a:solidFill>
            <a:srgbClr val="A1D0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14" name="Google Shape;114;p71"/>
          <p:cNvPicPr preferRelativeResize="0"/>
          <p:nvPr/>
        </p:nvPicPr>
        <p:blipFill rotWithShape="1">
          <a:blip r:embed="rId2">
            <a:alphaModFix/>
          </a:blip>
          <a:srcRect/>
          <a:stretch/>
        </p:blipFill>
        <p:spPr>
          <a:xfrm>
            <a:off x="519508" y="1921829"/>
            <a:ext cx="3232360" cy="3589147"/>
          </a:xfrm>
          <a:prstGeom prst="rect">
            <a:avLst/>
          </a:prstGeom>
          <a:noFill/>
          <a:ln>
            <a:noFill/>
          </a:ln>
        </p:spPr>
      </p:pic>
      <p:sp>
        <p:nvSpPr>
          <p:cNvPr id="115" name="Google Shape;115;p71"/>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6" name="Google Shape;116;p71"/>
          <p:cNvSpPr txBox="1">
            <a:spLocks noGrp="1"/>
          </p:cNvSpPr>
          <p:nvPr>
            <p:ph type="sldNum" idx="12"/>
          </p:nvPr>
        </p:nvSpPr>
        <p:spPr>
          <a:xfrm>
            <a:off x="11561884" y="6356350"/>
            <a:ext cx="386861"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n"/>
              <a:t>‹#›</a:t>
            </a:fld>
            <a:endParaRPr/>
          </a:p>
        </p:txBody>
      </p:sp>
      <p:sp>
        <p:nvSpPr>
          <p:cNvPr id="117" name="Google Shape;117;p71"/>
          <p:cNvSpPr/>
          <p:nvPr/>
        </p:nvSpPr>
        <p:spPr>
          <a:xfrm>
            <a:off x="-18854" y="5769859"/>
            <a:ext cx="12210853" cy="218688"/>
          </a:xfrm>
          <a:prstGeom prst="rect">
            <a:avLst/>
          </a:prstGeom>
          <a:solidFill>
            <a:srgbClr val="647486">
              <a:alpha val="6392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118" name="Google Shape;118;p71"/>
          <p:cNvPicPr preferRelativeResize="0"/>
          <p:nvPr/>
        </p:nvPicPr>
        <p:blipFill rotWithShape="1">
          <a:blip r:embed="rId3">
            <a:alphaModFix/>
          </a:blip>
          <a:srcRect/>
          <a:stretch/>
        </p:blipFill>
        <p:spPr>
          <a:xfrm>
            <a:off x="770591" y="1921828"/>
            <a:ext cx="771525" cy="1457325"/>
          </a:xfrm>
          <a:prstGeom prst="rect">
            <a:avLst/>
          </a:prstGeom>
          <a:noFill/>
          <a:ln>
            <a:noFill/>
          </a:ln>
        </p:spPr>
      </p:pic>
      <p:sp>
        <p:nvSpPr>
          <p:cNvPr id="119" name="Google Shape;119;p71"/>
          <p:cNvSpPr txBox="1">
            <a:spLocks noGrp="1"/>
          </p:cNvSpPr>
          <p:nvPr>
            <p:ph type="body" idx="1"/>
          </p:nvPr>
        </p:nvSpPr>
        <p:spPr>
          <a:xfrm>
            <a:off x="4809152" y="1852369"/>
            <a:ext cx="6690513" cy="3749409"/>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Analysis-Infographic">
  <p:cSld name="Analysis-Infographic">
    <p:spTree>
      <p:nvGrpSpPr>
        <p:cNvPr id="1" name="Shape 120"/>
        <p:cNvGrpSpPr/>
        <p:nvPr/>
      </p:nvGrpSpPr>
      <p:grpSpPr>
        <a:xfrm>
          <a:off x="0" y="0"/>
          <a:ext cx="0" cy="0"/>
          <a:chOff x="0" y="0"/>
          <a:chExt cx="0" cy="0"/>
        </a:xfrm>
      </p:grpSpPr>
      <p:sp>
        <p:nvSpPr>
          <p:cNvPr id="121" name="Google Shape;121;p72"/>
          <p:cNvSpPr txBox="1">
            <a:spLocks noGrp="1"/>
          </p:cNvSpPr>
          <p:nvPr>
            <p:ph type="title"/>
          </p:nvPr>
        </p:nvSpPr>
        <p:spPr>
          <a:xfrm>
            <a:off x="208635" y="633245"/>
            <a:ext cx="9753747" cy="492172"/>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2" name="Google Shape;122;p72"/>
          <p:cNvSpPr txBox="1">
            <a:spLocks noGrp="1"/>
          </p:cNvSpPr>
          <p:nvPr>
            <p:ph type="body" idx="1"/>
          </p:nvPr>
        </p:nvSpPr>
        <p:spPr>
          <a:xfrm>
            <a:off x="207963" y="273050"/>
            <a:ext cx="9753747" cy="298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EC07D"/>
              </a:buClr>
              <a:buSzPts val="1600"/>
              <a:buFont typeface="Arial"/>
              <a:buNone/>
              <a:defRPr sz="1600" b="0" i="0" u="none" strike="noStrike" cap="none">
                <a:solidFill>
                  <a:srgbClr val="0EC07D"/>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23" name="Google Shape;123;p72"/>
          <p:cNvSpPr txBox="1">
            <a:spLocks noGrp="1"/>
          </p:cNvSpPr>
          <p:nvPr>
            <p:ph type="sldNum" idx="12"/>
          </p:nvPr>
        </p:nvSpPr>
        <p:spPr>
          <a:xfrm>
            <a:off x="11561884" y="6356350"/>
            <a:ext cx="386861"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n"/>
              <a:t>‹#›</a:t>
            </a:fld>
            <a:endParaRPr/>
          </a:p>
        </p:txBody>
      </p:sp>
      <p:sp>
        <p:nvSpPr>
          <p:cNvPr id="124" name="Google Shape;124;p72"/>
          <p:cNvSpPr/>
          <p:nvPr/>
        </p:nvSpPr>
        <p:spPr>
          <a:xfrm>
            <a:off x="1230923" y="4198846"/>
            <a:ext cx="9753747" cy="63304"/>
          </a:xfrm>
          <a:prstGeom prst="rect">
            <a:avLst/>
          </a:prstGeom>
          <a:solidFill>
            <a:srgbClr val="14906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5" name="Google Shape;125;p72"/>
          <p:cNvSpPr/>
          <p:nvPr/>
        </p:nvSpPr>
        <p:spPr>
          <a:xfrm>
            <a:off x="1509462" y="4105578"/>
            <a:ext cx="764423" cy="93271"/>
          </a:xfrm>
          <a:custGeom>
            <a:avLst/>
            <a:gdLst/>
            <a:ahLst/>
            <a:cxnLst/>
            <a:rect l="l" t="t" r="r" b="b"/>
            <a:pathLst>
              <a:path w="120000" h="120000" extrusionOk="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26" name="Google Shape;126;p72"/>
          <p:cNvSpPr/>
          <p:nvPr/>
        </p:nvSpPr>
        <p:spPr>
          <a:xfrm>
            <a:off x="2273884" y="3969057"/>
            <a:ext cx="764423" cy="229790"/>
          </a:xfrm>
          <a:custGeom>
            <a:avLst/>
            <a:gdLst/>
            <a:ahLst/>
            <a:cxnLst/>
            <a:rect l="l" t="t" r="r" b="b"/>
            <a:pathLst>
              <a:path w="120000" h="120000" extrusionOk="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27" name="Google Shape;127;p72"/>
          <p:cNvSpPr/>
          <p:nvPr/>
        </p:nvSpPr>
        <p:spPr>
          <a:xfrm>
            <a:off x="3038308" y="3872691"/>
            <a:ext cx="764423" cy="326156"/>
          </a:xfrm>
          <a:custGeom>
            <a:avLst/>
            <a:gdLst/>
            <a:ahLst/>
            <a:cxnLst/>
            <a:rect l="l" t="t" r="r" b="b"/>
            <a:pathLst>
              <a:path w="120000" h="120000" extrusionOk="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28" name="Google Shape;128;p72"/>
          <p:cNvSpPr/>
          <p:nvPr/>
        </p:nvSpPr>
        <p:spPr>
          <a:xfrm>
            <a:off x="3802730" y="3704050"/>
            <a:ext cx="764423" cy="494798"/>
          </a:xfrm>
          <a:custGeom>
            <a:avLst/>
            <a:gdLst/>
            <a:ahLst/>
            <a:cxnLst/>
            <a:rect l="l" t="t" r="r" b="b"/>
            <a:pathLst>
              <a:path w="120000" h="120000" extrusionOk="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29" name="Google Shape;129;p72"/>
          <p:cNvSpPr/>
          <p:nvPr/>
        </p:nvSpPr>
        <p:spPr>
          <a:xfrm>
            <a:off x="4567153" y="3559498"/>
            <a:ext cx="764423" cy="639348"/>
          </a:xfrm>
          <a:custGeom>
            <a:avLst/>
            <a:gdLst/>
            <a:ahLst/>
            <a:cxnLst/>
            <a:rect l="l" t="t" r="r" b="b"/>
            <a:pathLst>
              <a:path w="120000" h="120000" extrusionOk="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30" name="Google Shape;130;p72"/>
          <p:cNvSpPr/>
          <p:nvPr/>
        </p:nvSpPr>
        <p:spPr>
          <a:xfrm>
            <a:off x="5331576" y="3398887"/>
            <a:ext cx="764423" cy="799960"/>
          </a:xfrm>
          <a:custGeom>
            <a:avLst/>
            <a:gdLst/>
            <a:ahLst/>
            <a:cxnLst/>
            <a:rect l="l" t="t" r="r" b="b"/>
            <a:pathLst>
              <a:path w="120000" h="120000" extrusionOk="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31" name="Google Shape;131;p72"/>
          <p:cNvSpPr/>
          <p:nvPr/>
        </p:nvSpPr>
        <p:spPr>
          <a:xfrm>
            <a:off x="6096000" y="3286460"/>
            <a:ext cx="764423" cy="912387"/>
          </a:xfrm>
          <a:custGeom>
            <a:avLst/>
            <a:gdLst/>
            <a:ahLst/>
            <a:cxnLst/>
            <a:rect l="l" t="t" r="r" b="b"/>
            <a:pathLst>
              <a:path w="120000" h="120000" extrusionOk="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32" name="Google Shape;132;p72"/>
          <p:cNvSpPr/>
          <p:nvPr/>
        </p:nvSpPr>
        <p:spPr>
          <a:xfrm>
            <a:off x="6860422" y="3029481"/>
            <a:ext cx="764423" cy="1169366"/>
          </a:xfrm>
          <a:custGeom>
            <a:avLst/>
            <a:gdLst/>
            <a:ahLst/>
            <a:cxnLst/>
            <a:rect l="l" t="t" r="r" b="b"/>
            <a:pathLst>
              <a:path w="120000" h="120000" extrusionOk="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33" name="Google Shape;133;p72"/>
          <p:cNvSpPr/>
          <p:nvPr/>
        </p:nvSpPr>
        <p:spPr>
          <a:xfrm>
            <a:off x="7624846" y="2774866"/>
            <a:ext cx="764423" cy="1423981"/>
          </a:xfrm>
          <a:custGeom>
            <a:avLst/>
            <a:gdLst/>
            <a:ahLst/>
            <a:cxnLst/>
            <a:rect l="l" t="t" r="r" b="b"/>
            <a:pathLst>
              <a:path w="120000" h="120000" extrusionOk="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34" name="Google Shape;134;p72"/>
          <p:cNvSpPr/>
          <p:nvPr/>
        </p:nvSpPr>
        <p:spPr>
          <a:xfrm>
            <a:off x="8389268" y="2435218"/>
            <a:ext cx="764423" cy="1763628"/>
          </a:xfrm>
          <a:custGeom>
            <a:avLst/>
            <a:gdLst/>
            <a:ahLst/>
            <a:cxnLst/>
            <a:rect l="l" t="t" r="r" b="b"/>
            <a:pathLst>
              <a:path w="120000" h="120000" extrusionOk="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35" name="Google Shape;135;p72"/>
          <p:cNvSpPr/>
          <p:nvPr/>
        </p:nvSpPr>
        <p:spPr>
          <a:xfrm>
            <a:off x="9153692" y="2081874"/>
            <a:ext cx="764423" cy="2116974"/>
          </a:xfrm>
          <a:custGeom>
            <a:avLst/>
            <a:gdLst/>
            <a:ahLst/>
            <a:cxnLst/>
            <a:rect l="l" t="t" r="r" b="b"/>
            <a:pathLst>
              <a:path w="120000" h="120000" extrusionOk="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36" name="Google Shape;136;p72"/>
          <p:cNvSpPr/>
          <p:nvPr/>
        </p:nvSpPr>
        <p:spPr>
          <a:xfrm>
            <a:off x="9918114" y="1744589"/>
            <a:ext cx="764423" cy="2454258"/>
          </a:xfrm>
          <a:custGeom>
            <a:avLst/>
            <a:gdLst/>
            <a:ahLst/>
            <a:cxnLst/>
            <a:rect l="l" t="t" r="r" b="b"/>
            <a:pathLst>
              <a:path w="120000" h="120000" extrusionOk="0">
                <a:moveTo>
                  <a:pt x="120000" y="120000"/>
                </a:moveTo>
                <a:cubicBezTo>
                  <a:pt x="0" y="120000"/>
                  <a:pt x="0" y="120000"/>
                  <a:pt x="0" y="120000"/>
                </a:cubicBezTo>
                <a:cubicBezTo>
                  <a:pt x="740" y="120000"/>
                  <a:pt x="18148" y="119778"/>
                  <a:pt x="25925" y="101922"/>
                </a:cubicBezTo>
                <a:cubicBezTo>
                  <a:pt x="33703" y="83733"/>
                  <a:pt x="41296" y="0"/>
                  <a:pt x="60000" y="0"/>
                </a:cubicBezTo>
                <a:cubicBezTo>
                  <a:pt x="78703" y="0"/>
                  <a:pt x="86296" y="83733"/>
                  <a:pt x="94074" y="101922"/>
                </a:cubicBezTo>
                <a:cubicBezTo>
                  <a:pt x="101851" y="119778"/>
                  <a:pt x="119259" y="120000"/>
                  <a:pt x="120000" y="120000"/>
                </a:cubicBezTo>
                <a:close/>
              </a:path>
            </a:pathLst>
          </a:custGeom>
          <a:solidFill>
            <a:schemeClr val="accent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nvGrpSpPr>
          <p:cNvPr id="137" name="Google Shape;137;p72"/>
          <p:cNvGrpSpPr/>
          <p:nvPr/>
        </p:nvGrpSpPr>
        <p:grpSpPr>
          <a:xfrm>
            <a:off x="1567506" y="3258830"/>
            <a:ext cx="648327" cy="648329"/>
            <a:chOff x="1379092" y="2228211"/>
            <a:chExt cx="916410" cy="916410"/>
          </a:xfrm>
        </p:grpSpPr>
        <p:sp>
          <p:nvSpPr>
            <p:cNvPr id="138" name="Google Shape;138;p72"/>
            <p:cNvSpPr/>
            <p:nvPr/>
          </p:nvSpPr>
          <p:spPr>
            <a:xfrm rot="8100000">
              <a:off x="1513297" y="2362416"/>
              <a:ext cx="648000" cy="648000"/>
            </a:xfrm>
            <a:prstGeom prst="teardrop">
              <a:avLst>
                <a:gd name="adj" fmla="val 10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Open Sans"/>
                <a:ea typeface="Open Sans"/>
                <a:cs typeface="Open Sans"/>
                <a:sym typeface="Open Sans"/>
              </a:endParaRPr>
            </a:p>
          </p:txBody>
        </p:sp>
        <p:sp>
          <p:nvSpPr>
            <p:cNvPr id="139" name="Google Shape;139;p72"/>
            <p:cNvSpPr txBox="1"/>
            <p:nvPr/>
          </p:nvSpPr>
          <p:spPr>
            <a:xfrm>
              <a:off x="1561770" y="2460333"/>
              <a:ext cx="551052" cy="43504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350"/>
                <a:buFont typeface="Arial"/>
                <a:buNone/>
              </a:pPr>
              <a:r>
                <a:rPr lang="en" sz="1400" b="1" i="0" u="none" strike="noStrike" cap="none">
                  <a:solidFill>
                    <a:schemeClr val="lt1"/>
                  </a:solidFill>
                  <a:latin typeface="Arial"/>
                  <a:ea typeface="Arial"/>
                  <a:cs typeface="Arial"/>
                  <a:sym typeface="Arial"/>
                </a:rPr>
                <a:t>1K</a:t>
              </a:r>
              <a:endParaRPr/>
            </a:p>
          </p:txBody>
        </p:sp>
      </p:grpSp>
      <p:grpSp>
        <p:nvGrpSpPr>
          <p:cNvPr id="140" name="Google Shape;140;p72"/>
          <p:cNvGrpSpPr/>
          <p:nvPr/>
        </p:nvGrpSpPr>
        <p:grpSpPr>
          <a:xfrm>
            <a:off x="9976161" y="877117"/>
            <a:ext cx="648329" cy="648329"/>
            <a:chOff x="9976161" y="877117"/>
            <a:chExt cx="648329" cy="648329"/>
          </a:xfrm>
        </p:grpSpPr>
        <p:sp>
          <p:nvSpPr>
            <p:cNvPr id="141" name="Google Shape;141;p72"/>
            <p:cNvSpPr/>
            <p:nvPr/>
          </p:nvSpPr>
          <p:spPr>
            <a:xfrm rot="8100000">
              <a:off x="10071107" y="972062"/>
              <a:ext cx="458437" cy="458438"/>
            </a:xfrm>
            <a:prstGeom prst="teardrop">
              <a:avLst>
                <a:gd name="adj" fmla="val 100000"/>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sp>
          <p:nvSpPr>
            <p:cNvPr id="142" name="Google Shape;142;p72"/>
            <p:cNvSpPr txBox="1"/>
            <p:nvPr/>
          </p:nvSpPr>
          <p:spPr>
            <a:xfrm>
              <a:off x="10097385" y="1041336"/>
              <a:ext cx="405880" cy="30777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350"/>
                <a:buFont typeface="Arial"/>
                <a:buNone/>
              </a:pPr>
              <a:r>
                <a:rPr lang="en" sz="1400" b="1" i="0" u="none" strike="noStrike" cap="none">
                  <a:solidFill>
                    <a:schemeClr val="lt1"/>
                  </a:solidFill>
                  <a:latin typeface="Open Sans"/>
                  <a:ea typeface="Open Sans"/>
                  <a:cs typeface="Open Sans"/>
                  <a:sym typeface="Open Sans"/>
                </a:rPr>
                <a:t>8K</a:t>
              </a:r>
              <a:endParaRPr/>
            </a:p>
          </p:txBody>
        </p:sp>
      </p:grpSp>
      <p:sp>
        <p:nvSpPr>
          <p:cNvPr id="143" name="Google Shape;143;p72"/>
          <p:cNvSpPr/>
          <p:nvPr/>
        </p:nvSpPr>
        <p:spPr>
          <a:xfrm>
            <a:off x="1259775" y="1796284"/>
            <a:ext cx="179999" cy="179999"/>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44" name="Google Shape;144;p72"/>
          <p:cNvSpPr/>
          <p:nvPr/>
        </p:nvSpPr>
        <p:spPr>
          <a:xfrm>
            <a:off x="1230923" y="4819893"/>
            <a:ext cx="164675" cy="164675"/>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656D78"/>
              </a:solidFill>
              <a:latin typeface="Calibri"/>
              <a:ea typeface="Calibri"/>
              <a:cs typeface="Calibri"/>
              <a:sym typeface="Calibri"/>
            </a:endParaRPr>
          </a:p>
        </p:txBody>
      </p:sp>
      <p:sp>
        <p:nvSpPr>
          <p:cNvPr id="145" name="Google Shape;145;p72"/>
          <p:cNvSpPr/>
          <p:nvPr/>
        </p:nvSpPr>
        <p:spPr>
          <a:xfrm>
            <a:off x="7965129" y="4808043"/>
            <a:ext cx="164675" cy="164675"/>
          </a:xfrm>
          <a:prstGeom prst="ellipse">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656D78"/>
              </a:solidFill>
              <a:latin typeface="Calibri"/>
              <a:ea typeface="Calibri"/>
              <a:cs typeface="Calibri"/>
              <a:sym typeface="Calibri"/>
            </a:endParaRPr>
          </a:p>
        </p:txBody>
      </p:sp>
      <p:sp>
        <p:nvSpPr>
          <p:cNvPr id="146" name="Google Shape;146;p72"/>
          <p:cNvSpPr/>
          <p:nvPr/>
        </p:nvSpPr>
        <p:spPr>
          <a:xfrm>
            <a:off x="4561947" y="4808564"/>
            <a:ext cx="164675" cy="164675"/>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656D78"/>
              </a:solidFill>
              <a:latin typeface="Calibri"/>
              <a:ea typeface="Calibri"/>
              <a:cs typeface="Calibri"/>
              <a:sym typeface="Calibri"/>
            </a:endParaRPr>
          </a:p>
        </p:txBody>
      </p:sp>
      <p:sp>
        <p:nvSpPr>
          <p:cNvPr id="147" name="Google Shape;147;p72"/>
          <p:cNvSpPr txBox="1">
            <a:spLocks noGrp="1"/>
          </p:cNvSpPr>
          <p:nvPr>
            <p:ph type="body" idx="2"/>
          </p:nvPr>
        </p:nvSpPr>
        <p:spPr>
          <a:xfrm>
            <a:off x="1567503" y="1704654"/>
            <a:ext cx="7145673" cy="104754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48" name="Google Shape;148;p72"/>
          <p:cNvSpPr txBox="1">
            <a:spLocks noGrp="1"/>
          </p:cNvSpPr>
          <p:nvPr>
            <p:ph type="body" idx="3"/>
          </p:nvPr>
        </p:nvSpPr>
        <p:spPr>
          <a:xfrm>
            <a:off x="1429718" y="5190572"/>
            <a:ext cx="2984020" cy="71385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49" name="Google Shape;149;p72"/>
          <p:cNvSpPr txBox="1">
            <a:spLocks noGrp="1"/>
          </p:cNvSpPr>
          <p:nvPr>
            <p:ph type="body" idx="4"/>
          </p:nvPr>
        </p:nvSpPr>
        <p:spPr>
          <a:xfrm>
            <a:off x="1439774" y="4783988"/>
            <a:ext cx="2984023" cy="36276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50" name="Google Shape;150;p72"/>
          <p:cNvSpPr txBox="1">
            <a:spLocks noGrp="1"/>
          </p:cNvSpPr>
          <p:nvPr>
            <p:ph type="body" idx="5"/>
          </p:nvPr>
        </p:nvSpPr>
        <p:spPr>
          <a:xfrm>
            <a:off x="4854716" y="5190572"/>
            <a:ext cx="2984020" cy="71385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51" name="Google Shape;151;p72"/>
          <p:cNvSpPr txBox="1">
            <a:spLocks noGrp="1"/>
          </p:cNvSpPr>
          <p:nvPr>
            <p:ph type="body" idx="6"/>
          </p:nvPr>
        </p:nvSpPr>
        <p:spPr>
          <a:xfrm>
            <a:off x="4864772" y="4783988"/>
            <a:ext cx="2984023" cy="36276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52" name="Google Shape;152;p72"/>
          <p:cNvSpPr txBox="1">
            <a:spLocks noGrp="1"/>
          </p:cNvSpPr>
          <p:nvPr>
            <p:ph type="body" idx="7"/>
          </p:nvPr>
        </p:nvSpPr>
        <p:spPr>
          <a:xfrm>
            <a:off x="8236082" y="5190572"/>
            <a:ext cx="2984020" cy="71385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53" name="Google Shape;153;p72"/>
          <p:cNvSpPr txBox="1">
            <a:spLocks noGrp="1"/>
          </p:cNvSpPr>
          <p:nvPr>
            <p:ph type="body" idx="8"/>
          </p:nvPr>
        </p:nvSpPr>
        <p:spPr>
          <a:xfrm>
            <a:off x="8246138" y="4783988"/>
            <a:ext cx="2984023" cy="36276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Hexa-Infographic">
  <p:cSld name="Hexa-Infographic">
    <p:spTree>
      <p:nvGrpSpPr>
        <p:cNvPr id="1" name="Shape 154"/>
        <p:cNvGrpSpPr/>
        <p:nvPr/>
      </p:nvGrpSpPr>
      <p:grpSpPr>
        <a:xfrm>
          <a:off x="0" y="0"/>
          <a:ext cx="0" cy="0"/>
          <a:chOff x="0" y="0"/>
          <a:chExt cx="0" cy="0"/>
        </a:xfrm>
      </p:grpSpPr>
      <p:sp>
        <p:nvSpPr>
          <p:cNvPr id="155" name="Google Shape;155;p73"/>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56" name="Google Shape;156;p73"/>
          <p:cNvSpPr txBox="1">
            <a:spLocks noGrp="1"/>
          </p:cNvSpPr>
          <p:nvPr>
            <p:ph type="body" idx="1"/>
          </p:nvPr>
        </p:nvSpPr>
        <p:spPr>
          <a:xfrm>
            <a:off x="207963" y="273050"/>
            <a:ext cx="11291702" cy="298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EC07D"/>
              </a:buClr>
              <a:buSzPts val="1600"/>
              <a:buFont typeface="Arial"/>
              <a:buNone/>
              <a:defRPr sz="1600" b="0" i="0" u="none" strike="noStrike" cap="none">
                <a:solidFill>
                  <a:srgbClr val="0EC07D"/>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grpSp>
        <p:nvGrpSpPr>
          <p:cNvPr id="157" name="Google Shape;157;p73"/>
          <p:cNvGrpSpPr/>
          <p:nvPr/>
        </p:nvGrpSpPr>
        <p:grpSpPr>
          <a:xfrm>
            <a:off x="616489" y="1781438"/>
            <a:ext cx="4118606" cy="3898703"/>
            <a:chOff x="4036696" y="1781438"/>
            <a:chExt cx="4118606" cy="3898703"/>
          </a:xfrm>
        </p:grpSpPr>
        <p:grpSp>
          <p:nvGrpSpPr>
            <p:cNvPr id="158" name="Google Shape;158;p73"/>
            <p:cNvGrpSpPr/>
            <p:nvPr/>
          </p:nvGrpSpPr>
          <p:grpSpPr>
            <a:xfrm>
              <a:off x="4036696" y="2918588"/>
              <a:ext cx="1791108" cy="1022485"/>
              <a:chOff x="4036696" y="2918588"/>
              <a:chExt cx="1791108" cy="1022485"/>
            </a:xfrm>
          </p:grpSpPr>
          <p:sp>
            <p:nvSpPr>
              <p:cNvPr id="159" name="Google Shape;159;p73"/>
              <p:cNvSpPr/>
              <p:nvPr/>
            </p:nvSpPr>
            <p:spPr>
              <a:xfrm>
                <a:off x="4036696" y="2918588"/>
                <a:ext cx="1791108" cy="1022485"/>
              </a:xfrm>
              <a:custGeom>
                <a:avLst/>
                <a:gdLst/>
                <a:ahLst/>
                <a:cxnLst/>
                <a:rect l="l" t="t" r="r" b="b"/>
                <a:pathLst>
                  <a:path w="120000" h="120000" extrusionOk="0">
                    <a:moveTo>
                      <a:pt x="89605" y="33766"/>
                    </a:moveTo>
                    <a:cubicBezTo>
                      <a:pt x="90575" y="30811"/>
                      <a:pt x="92968" y="28388"/>
                      <a:pt x="94921" y="28388"/>
                    </a:cubicBezTo>
                    <a:lnTo>
                      <a:pt x="107605" y="28388"/>
                    </a:lnTo>
                    <a:cubicBezTo>
                      <a:pt x="109552" y="28388"/>
                      <a:pt x="111945" y="30811"/>
                      <a:pt x="112921" y="33766"/>
                    </a:cubicBezTo>
                    <a:lnTo>
                      <a:pt x="119263" y="53011"/>
                    </a:lnTo>
                    <a:cubicBezTo>
                      <a:pt x="120239" y="55972"/>
                      <a:pt x="120239" y="60811"/>
                      <a:pt x="119263" y="63766"/>
                    </a:cubicBezTo>
                    <a:lnTo>
                      <a:pt x="112921" y="83011"/>
                    </a:lnTo>
                    <a:cubicBezTo>
                      <a:pt x="111945" y="85966"/>
                      <a:pt x="109552" y="88388"/>
                      <a:pt x="107605" y="88388"/>
                    </a:cubicBezTo>
                    <a:lnTo>
                      <a:pt x="94921" y="88388"/>
                    </a:lnTo>
                    <a:cubicBezTo>
                      <a:pt x="92968" y="88388"/>
                      <a:pt x="90575" y="85966"/>
                      <a:pt x="89605" y="83011"/>
                    </a:cubicBezTo>
                    <a:lnTo>
                      <a:pt x="86063" y="72277"/>
                    </a:lnTo>
                    <a:cubicBezTo>
                      <a:pt x="85087" y="69316"/>
                      <a:pt x="82694" y="66900"/>
                      <a:pt x="80747" y="66900"/>
                    </a:cubicBezTo>
                    <a:lnTo>
                      <a:pt x="79325" y="66900"/>
                    </a:lnTo>
                    <a:cubicBezTo>
                      <a:pt x="77378" y="66900"/>
                      <a:pt x="74985" y="69316"/>
                      <a:pt x="74009" y="72277"/>
                    </a:cubicBezTo>
                    <a:lnTo>
                      <a:pt x="60052" y="114622"/>
                    </a:lnTo>
                    <a:cubicBezTo>
                      <a:pt x="59076" y="117577"/>
                      <a:pt x="56683" y="120000"/>
                      <a:pt x="54737" y="120000"/>
                    </a:cubicBezTo>
                    <a:lnTo>
                      <a:pt x="22278" y="120000"/>
                    </a:lnTo>
                    <a:cubicBezTo>
                      <a:pt x="20326" y="120000"/>
                      <a:pt x="17933" y="117577"/>
                      <a:pt x="16957" y="114622"/>
                    </a:cubicBezTo>
                    <a:lnTo>
                      <a:pt x="730" y="65377"/>
                    </a:lnTo>
                    <a:cubicBezTo>
                      <a:pt x="-245" y="62416"/>
                      <a:pt x="-245" y="57577"/>
                      <a:pt x="730" y="54622"/>
                    </a:cubicBezTo>
                    <a:lnTo>
                      <a:pt x="16957" y="5377"/>
                    </a:lnTo>
                    <a:cubicBezTo>
                      <a:pt x="17933" y="2422"/>
                      <a:pt x="20326" y="0"/>
                      <a:pt x="22278" y="0"/>
                    </a:cubicBezTo>
                    <a:lnTo>
                      <a:pt x="54737" y="0"/>
                    </a:lnTo>
                    <a:cubicBezTo>
                      <a:pt x="56683" y="0"/>
                      <a:pt x="59076" y="2422"/>
                      <a:pt x="60052" y="5377"/>
                    </a:cubicBezTo>
                    <a:lnTo>
                      <a:pt x="74009" y="47722"/>
                    </a:lnTo>
                    <a:cubicBezTo>
                      <a:pt x="74985" y="50683"/>
                      <a:pt x="77378" y="53100"/>
                      <a:pt x="79325" y="53100"/>
                    </a:cubicBezTo>
                    <a:lnTo>
                      <a:pt x="79687" y="53100"/>
                    </a:lnTo>
                    <a:cubicBezTo>
                      <a:pt x="81634" y="53100"/>
                      <a:pt x="84027" y="50683"/>
                      <a:pt x="85003" y="47722"/>
                    </a:cubicBezTo>
                    <a:cubicBezTo>
                      <a:pt x="85003" y="47722"/>
                      <a:pt x="89605" y="33766"/>
                      <a:pt x="89605" y="33766"/>
                    </a:cubicBezTo>
                    <a:close/>
                  </a:path>
                </a:pathLst>
              </a:custGeom>
              <a:solidFill>
                <a:schemeClr val="accent6"/>
              </a:solidFill>
              <a:ln>
                <a:noFill/>
              </a:ln>
            </p:spPr>
            <p:txBody>
              <a:bodyPr spcFirstLastPara="1" wrap="square" lIns="38100" tIns="38100" rIns="38100" bIns="381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60" name="Google Shape;160;p73"/>
              <p:cNvSpPr/>
              <p:nvPr/>
            </p:nvSpPr>
            <p:spPr>
              <a:xfrm>
                <a:off x="4452564" y="3289335"/>
                <a:ext cx="279327" cy="279327"/>
              </a:xfrm>
              <a:custGeom>
                <a:avLst/>
                <a:gdLst/>
                <a:ahLst/>
                <a:cxnLst/>
                <a:rect l="l" t="t" r="r" b="b"/>
                <a:pathLst>
                  <a:path w="120000" h="120000" extrusionOk="0">
                    <a:moveTo>
                      <a:pt x="97116" y="71977"/>
                    </a:moveTo>
                    <a:cubicBezTo>
                      <a:pt x="94833" y="68100"/>
                      <a:pt x="92088" y="64072"/>
                      <a:pt x="88950" y="59972"/>
                    </a:cubicBezTo>
                    <a:cubicBezTo>
                      <a:pt x="92072" y="55905"/>
                      <a:pt x="94844" y="51883"/>
                      <a:pt x="97116" y="48022"/>
                    </a:cubicBezTo>
                    <a:cubicBezTo>
                      <a:pt x="107833" y="51005"/>
                      <a:pt x="114544" y="55266"/>
                      <a:pt x="114544" y="60000"/>
                    </a:cubicBezTo>
                    <a:cubicBezTo>
                      <a:pt x="114544" y="64733"/>
                      <a:pt x="107833" y="68994"/>
                      <a:pt x="97116" y="71977"/>
                    </a:cubicBezTo>
                    <a:moveTo>
                      <a:pt x="98566" y="98572"/>
                    </a:moveTo>
                    <a:cubicBezTo>
                      <a:pt x="95222" y="101916"/>
                      <a:pt x="87444" y="100155"/>
                      <a:pt x="77755" y="94694"/>
                    </a:cubicBezTo>
                    <a:cubicBezTo>
                      <a:pt x="78877" y="90338"/>
                      <a:pt x="79805" y="85588"/>
                      <a:pt x="80483" y="80488"/>
                    </a:cubicBezTo>
                    <a:cubicBezTo>
                      <a:pt x="85583" y="79811"/>
                      <a:pt x="90338" y="78877"/>
                      <a:pt x="94688" y="77755"/>
                    </a:cubicBezTo>
                    <a:cubicBezTo>
                      <a:pt x="100155" y="87444"/>
                      <a:pt x="101916" y="95222"/>
                      <a:pt x="98566" y="98572"/>
                    </a:cubicBezTo>
                    <a:moveTo>
                      <a:pt x="85577" y="64227"/>
                    </a:moveTo>
                    <a:cubicBezTo>
                      <a:pt x="87983" y="67327"/>
                      <a:pt x="90105" y="70344"/>
                      <a:pt x="91966" y="73250"/>
                    </a:cubicBezTo>
                    <a:cubicBezTo>
                      <a:pt x="88611" y="73983"/>
                      <a:pt x="84972" y="74605"/>
                      <a:pt x="81094" y="75094"/>
                    </a:cubicBezTo>
                    <a:cubicBezTo>
                      <a:pt x="81283" y="73083"/>
                      <a:pt x="81416" y="71022"/>
                      <a:pt x="81538" y="68938"/>
                    </a:cubicBezTo>
                    <a:cubicBezTo>
                      <a:pt x="82944" y="67372"/>
                      <a:pt x="84277" y="65800"/>
                      <a:pt x="85577" y="64227"/>
                    </a:cubicBezTo>
                    <a:moveTo>
                      <a:pt x="85566" y="55733"/>
                    </a:moveTo>
                    <a:cubicBezTo>
                      <a:pt x="84277" y="54177"/>
                      <a:pt x="82933" y="52616"/>
                      <a:pt x="81538" y="51061"/>
                    </a:cubicBezTo>
                    <a:cubicBezTo>
                      <a:pt x="81416" y="48983"/>
                      <a:pt x="81283" y="46916"/>
                      <a:pt x="81094" y="44911"/>
                    </a:cubicBezTo>
                    <a:cubicBezTo>
                      <a:pt x="84972" y="45394"/>
                      <a:pt x="88611" y="46016"/>
                      <a:pt x="91966" y="46750"/>
                    </a:cubicBezTo>
                    <a:cubicBezTo>
                      <a:pt x="90116" y="49638"/>
                      <a:pt x="87955" y="52655"/>
                      <a:pt x="85566" y="55733"/>
                    </a:cubicBezTo>
                    <a:moveTo>
                      <a:pt x="98566" y="21427"/>
                    </a:moveTo>
                    <a:cubicBezTo>
                      <a:pt x="101916" y="24777"/>
                      <a:pt x="100155" y="32555"/>
                      <a:pt x="94688" y="42244"/>
                    </a:cubicBezTo>
                    <a:cubicBezTo>
                      <a:pt x="90338" y="41122"/>
                      <a:pt x="85583" y="40188"/>
                      <a:pt x="80483" y="39511"/>
                    </a:cubicBezTo>
                    <a:cubicBezTo>
                      <a:pt x="79805" y="34411"/>
                      <a:pt x="78877" y="29661"/>
                      <a:pt x="77755" y="25305"/>
                    </a:cubicBezTo>
                    <a:cubicBezTo>
                      <a:pt x="87444" y="19844"/>
                      <a:pt x="95222" y="18083"/>
                      <a:pt x="98566" y="21427"/>
                    </a:cubicBezTo>
                    <a:moveTo>
                      <a:pt x="76211" y="66733"/>
                    </a:moveTo>
                    <a:cubicBezTo>
                      <a:pt x="74711" y="68350"/>
                      <a:pt x="73177" y="69961"/>
                      <a:pt x="71566" y="71572"/>
                    </a:cubicBezTo>
                    <a:cubicBezTo>
                      <a:pt x="69961" y="73177"/>
                      <a:pt x="68350" y="74716"/>
                      <a:pt x="66733" y="76216"/>
                    </a:cubicBezTo>
                    <a:cubicBezTo>
                      <a:pt x="64522" y="76294"/>
                      <a:pt x="62288" y="76361"/>
                      <a:pt x="60000" y="76361"/>
                    </a:cubicBezTo>
                    <a:cubicBezTo>
                      <a:pt x="57705" y="76361"/>
                      <a:pt x="55472" y="76294"/>
                      <a:pt x="53261" y="76216"/>
                    </a:cubicBezTo>
                    <a:cubicBezTo>
                      <a:pt x="51650" y="74716"/>
                      <a:pt x="50033" y="73177"/>
                      <a:pt x="48427" y="71572"/>
                    </a:cubicBezTo>
                    <a:cubicBezTo>
                      <a:pt x="46822" y="69961"/>
                      <a:pt x="45288" y="68350"/>
                      <a:pt x="43783" y="66733"/>
                    </a:cubicBezTo>
                    <a:cubicBezTo>
                      <a:pt x="43700" y="64522"/>
                      <a:pt x="43638" y="62288"/>
                      <a:pt x="43638" y="60000"/>
                    </a:cubicBezTo>
                    <a:cubicBezTo>
                      <a:pt x="43638" y="57711"/>
                      <a:pt x="43700" y="55477"/>
                      <a:pt x="43783" y="53261"/>
                    </a:cubicBezTo>
                    <a:cubicBezTo>
                      <a:pt x="45288" y="51650"/>
                      <a:pt x="46822" y="50038"/>
                      <a:pt x="48427" y="48427"/>
                    </a:cubicBezTo>
                    <a:cubicBezTo>
                      <a:pt x="50033" y="46822"/>
                      <a:pt x="51650" y="45283"/>
                      <a:pt x="53261" y="43783"/>
                    </a:cubicBezTo>
                    <a:cubicBezTo>
                      <a:pt x="55472" y="43705"/>
                      <a:pt x="57705" y="43638"/>
                      <a:pt x="60000" y="43638"/>
                    </a:cubicBezTo>
                    <a:cubicBezTo>
                      <a:pt x="62288" y="43638"/>
                      <a:pt x="64522" y="43705"/>
                      <a:pt x="66733" y="43783"/>
                    </a:cubicBezTo>
                    <a:cubicBezTo>
                      <a:pt x="68350" y="45283"/>
                      <a:pt x="69961" y="46822"/>
                      <a:pt x="71566" y="48427"/>
                    </a:cubicBezTo>
                    <a:cubicBezTo>
                      <a:pt x="73177" y="50038"/>
                      <a:pt x="74711" y="51650"/>
                      <a:pt x="76211" y="53261"/>
                    </a:cubicBezTo>
                    <a:cubicBezTo>
                      <a:pt x="76294" y="55477"/>
                      <a:pt x="76361" y="57711"/>
                      <a:pt x="76361" y="60000"/>
                    </a:cubicBezTo>
                    <a:cubicBezTo>
                      <a:pt x="76361" y="62288"/>
                      <a:pt x="76294" y="64522"/>
                      <a:pt x="76211" y="66733"/>
                    </a:cubicBezTo>
                    <a:moveTo>
                      <a:pt x="73250" y="91972"/>
                    </a:moveTo>
                    <a:cubicBezTo>
                      <a:pt x="70344" y="90105"/>
                      <a:pt x="67333" y="87983"/>
                      <a:pt x="64227" y="85577"/>
                    </a:cubicBezTo>
                    <a:cubicBezTo>
                      <a:pt x="65800" y="84277"/>
                      <a:pt x="67372" y="82950"/>
                      <a:pt x="68938" y="81538"/>
                    </a:cubicBezTo>
                    <a:cubicBezTo>
                      <a:pt x="71016" y="81416"/>
                      <a:pt x="73083" y="81283"/>
                      <a:pt x="75094" y="81094"/>
                    </a:cubicBezTo>
                    <a:cubicBezTo>
                      <a:pt x="74605" y="84972"/>
                      <a:pt x="73977" y="88611"/>
                      <a:pt x="73250" y="91972"/>
                    </a:cubicBezTo>
                    <a:moveTo>
                      <a:pt x="60000" y="114544"/>
                    </a:moveTo>
                    <a:cubicBezTo>
                      <a:pt x="55266" y="114544"/>
                      <a:pt x="51005" y="107833"/>
                      <a:pt x="48016" y="97116"/>
                    </a:cubicBezTo>
                    <a:cubicBezTo>
                      <a:pt x="51883" y="94844"/>
                      <a:pt x="55900" y="92072"/>
                      <a:pt x="59972" y="88950"/>
                    </a:cubicBezTo>
                    <a:cubicBezTo>
                      <a:pt x="64066" y="92088"/>
                      <a:pt x="68100" y="94833"/>
                      <a:pt x="71983" y="97116"/>
                    </a:cubicBezTo>
                    <a:cubicBezTo>
                      <a:pt x="68994" y="107833"/>
                      <a:pt x="64733" y="114544"/>
                      <a:pt x="60000" y="114544"/>
                    </a:cubicBezTo>
                    <a:moveTo>
                      <a:pt x="44905" y="81094"/>
                    </a:moveTo>
                    <a:cubicBezTo>
                      <a:pt x="46916" y="81283"/>
                      <a:pt x="48977" y="81416"/>
                      <a:pt x="51055" y="81538"/>
                    </a:cubicBezTo>
                    <a:cubicBezTo>
                      <a:pt x="52616" y="82938"/>
                      <a:pt x="54172" y="84277"/>
                      <a:pt x="55733" y="85572"/>
                    </a:cubicBezTo>
                    <a:cubicBezTo>
                      <a:pt x="52655" y="87955"/>
                      <a:pt x="49638" y="90116"/>
                      <a:pt x="46750" y="91972"/>
                    </a:cubicBezTo>
                    <a:cubicBezTo>
                      <a:pt x="46016" y="88611"/>
                      <a:pt x="45394" y="84972"/>
                      <a:pt x="44905" y="81094"/>
                    </a:cubicBezTo>
                    <a:moveTo>
                      <a:pt x="46750" y="28027"/>
                    </a:moveTo>
                    <a:cubicBezTo>
                      <a:pt x="49655" y="29894"/>
                      <a:pt x="52666" y="32011"/>
                      <a:pt x="55766" y="34422"/>
                    </a:cubicBezTo>
                    <a:cubicBezTo>
                      <a:pt x="54200" y="35722"/>
                      <a:pt x="52627" y="37055"/>
                      <a:pt x="51055" y="38466"/>
                    </a:cubicBezTo>
                    <a:cubicBezTo>
                      <a:pt x="48977" y="38583"/>
                      <a:pt x="46916" y="38716"/>
                      <a:pt x="44905" y="38905"/>
                    </a:cubicBezTo>
                    <a:cubicBezTo>
                      <a:pt x="45394" y="35027"/>
                      <a:pt x="46016" y="31388"/>
                      <a:pt x="46750" y="28027"/>
                    </a:cubicBezTo>
                    <a:moveTo>
                      <a:pt x="60000" y="5455"/>
                    </a:moveTo>
                    <a:cubicBezTo>
                      <a:pt x="64733" y="5455"/>
                      <a:pt x="68994" y="12172"/>
                      <a:pt x="71983" y="22883"/>
                    </a:cubicBezTo>
                    <a:cubicBezTo>
                      <a:pt x="68116" y="25155"/>
                      <a:pt x="64094" y="27927"/>
                      <a:pt x="60022" y="31050"/>
                    </a:cubicBezTo>
                    <a:cubicBezTo>
                      <a:pt x="55927" y="27911"/>
                      <a:pt x="51894" y="25166"/>
                      <a:pt x="48016" y="22883"/>
                    </a:cubicBezTo>
                    <a:cubicBezTo>
                      <a:pt x="51005" y="12172"/>
                      <a:pt x="55266" y="5455"/>
                      <a:pt x="60000" y="5455"/>
                    </a:cubicBezTo>
                    <a:moveTo>
                      <a:pt x="75094" y="38905"/>
                    </a:moveTo>
                    <a:cubicBezTo>
                      <a:pt x="73083" y="38716"/>
                      <a:pt x="71016" y="38583"/>
                      <a:pt x="68938" y="38466"/>
                    </a:cubicBezTo>
                    <a:cubicBezTo>
                      <a:pt x="67383" y="37061"/>
                      <a:pt x="65822" y="35722"/>
                      <a:pt x="64266" y="34433"/>
                    </a:cubicBezTo>
                    <a:cubicBezTo>
                      <a:pt x="67344" y="32044"/>
                      <a:pt x="70361" y="29883"/>
                      <a:pt x="73250" y="28027"/>
                    </a:cubicBezTo>
                    <a:cubicBezTo>
                      <a:pt x="73977" y="31388"/>
                      <a:pt x="74605" y="35027"/>
                      <a:pt x="75094" y="38905"/>
                    </a:cubicBezTo>
                    <a:moveTo>
                      <a:pt x="39511" y="39511"/>
                    </a:moveTo>
                    <a:cubicBezTo>
                      <a:pt x="34411" y="40188"/>
                      <a:pt x="29661" y="41122"/>
                      <a:pt x="25305" y="42244"/>
                    </a:cubicBezTo>
                    <a:cubicBezTo>
                      <a:pt x="19844" y="32555"/>
                      <a:pt x="18083" y="24777"/>
                      <a:pt x="21433" y="21427"/>
                    </a:cubicBezTo>
                    <a:cubicBezTo>
                      <a:pt x="24777" y="18083"/>
                      <a:pt x="32555" y="19844"/>
                      <a:pt x="42244" y="25305"/>
                    </a:cubicBezTo>
                    <a:cubicBezTo>
                      <a:pt x="41122" y="29661"/>
                      <a:pt x="40188" y="34411"/>
                      <a:pt x="39511" y="39511"/>
                    </a:cubicBezTo>
                    <a:moveTo>
                      <a:pt x="21433" y="98572"/>
                    </a:moveTo>
                    <a:cubicBezTo>
                      <a:pt x="18083" y="95222"/>
                      <a:pt x="19844" y="87444"/>
                      <a:pt x="25305" y="77755"/>
                    </a:cubicBezTo>
                    <a:cubicBezTo>
                      <a:pt x="29661" y="78877"/>
                      <a:pt x="34411" y="79811"/>
                      <a:pt x="39511" y="80488"/>
                    </a:cubicBezTo>
                    <a:cubicBezTo>
                      <a:pt x="40188" y="85588"/>
                      <a:pt x="41122" y="90338"/>
                      <a:pt x="42244" y="94694"/>
                    </a:cubicBezTo>
                    <a:cubicBezTo>
                      <a:pt x="32555" y="100155"/>
                      <a:pt x="24777" y="101916"/>
                      <a:pt x="21433" y="98572"/>
                    </a:cubicBezTo>
                    <a:moveTo>
                      <a:pt x="38905" y="75094"/>
                    </a:moveTo>
                    <a:cubicBezTo>
                      <a:pt x="35027" y="74605"/>
                      <a:pt x="31388" y="73983"/>
                      <a:pt x="28027" y="73250"/>
                    </a:cubicBezTo>
                    <a:cubicBezTo>
                      <a:pt x="29883" y="70361"/>
                      <a:pt x="32044" y="67344"/>
                      <a:pt x="34427" y="64266"/>
                    </a:cubicBezTo>
                    <a:cubicBezTo>
                      <a:pt x="35716" y="65822"/>
                      <a:pt x="37061" y="67383"/>
                      <a:pt x="38461" y="68938"/>
                    </a:cubicBezTo>
                    <a:cubicBezTo>
                      <a:pt x="38577" y="71022"/>
                      <a:pt x="38711" y="73083"/>
                      <a:pt x="38905" y="75094"/>
                    </a:cubicBezTo>
                    <a:moveTo>
                      <a:pt x="38461" y="51061"/>
                    </a:moveTo>
                    <a:cubicBezTo>
                      <a:pt x="37050" y="52627"/>
                      <a:pt x="35716" y="54200"/>
                      <a:pt x="34422" y="55772"/>
                    </a:cubicBezTo>
                    <a:cubicBezTo>
                      <a:pt x="32016" y="52672"/>
                      <a:pt x="29894" y="49655"/>
                      <a:pt x="28027" y="46750"/>
                    </a:cubicBezTo>
                    <a:cubicBezTo>
                      <a:pt x="31388" y="46016"/>
                      <a:pt x="35027" y="45394"/>
                      <a:pt x="38905" y="44911"/>
                    </a:cubicBezTo>
                    <a:cubicBezTo>
                      <a:pt x="38711" y="46916"/>
                      <a:pt x="38577" y="48977"/>
                      <a:pt x="38461" y="51061"/>
                    </a:cubicBezTo>
                    <a:moveTo>
                      <a:pt x="5455" y="60000"/>
                    </a:moveTo>
                    <a:cubicBezTo>
                      <a:pt x="5455" y="55266"/>
                      <a:pt x="12166" y="51005"/>
                      <a:pt x="22883" y="48022"/>
                    </a:cubicBezTo>
                    <a:cubicBezTo>
                      <a:pt x="25166" y="51900"/>
                      <a:pt x="27905" y="55927"/>
                      <a:pt x="31044" y="60027"/>
                    </a:cubicBezTo>
                    <a:cubicBezTo>
                      <a:pt x="27927" y="64094"/>
                      <a:pt x="25155" y="68122"/>
                      <a:pt x="22883" y="71977"/>
                    </a:cubicBezTo>
                    <a:cubicBezTo>
                      <a:pt x="12166" y="68994"/>
                      <a:pt x="5455" y="64733"/>
                      <a:pt x="5455" y="60000"/>
                    </a:cubicBezTo>
                    <a:moveTo>
                      <a:pt x="120000" y="60000"/>
                    </a:moveTo>
                    <a:cubicBezTo>
                      <a:pt x="120000" y="53466"/>
                      <a:pt x="112072" y="47616"/>
                      <a:pt x="99544" y="43627"/>
                    </a:cubicBezTo>
                    <a:cubicBezTo>
                      <a:pt x="105566" y="31944"/>
                      <a:pt x="107050" y="22194"/>
                      <a:pt x="102427" y="17572"/>
                    </a:cubicBezTo>
                    <a:cubicBezTo>
                      <a:pt x="97805" y="12955"/>
                      <a:pt x="88055" y="14433"/>
                      <a:pt x="76377" y="20455"/>
                    </a:cubicBezTo>
                    <a:cubicBezTo>
                      <a:pt x="72383" y="7927"/>
                      <a:pt x="66533" y="0"/>
                      <a:pt x="60000" y="0"/>
                    </a:cubicBezTo>
                    <a:cubicBezTo>
                      <a:pt x="53461" y="0"/>
                      <a:pt x="47616" y="7927"/>
                      <a:pt x="43622" y="20455"/>
                    </a:cubicBezTo>
                    <a:cubicBezTo>
                      <a:pt x="31944" y="14433"/>
                      <a:pt x="22194" y="12955"/>
                      <a:pt x="17572" y="17572"/>
                    </a:cubicBezTo>
                    <a:cubicBezTo>
                      <a:pt x="12950" y="22194"/>
                      <a:pt x="14433" y="31944"/>
                      <a:pt x="20455" y="43627"/>
                    </a:cubicBezTo>
                    <a:cubicBezTo>
                      <a:pt x="7922" y="47616"/>
                      <a:pt x="0" y="53466"/>
                      <a:pt x="0" y="60000"/>
                    </a:cubicBezTo>
                    <a:cubicBezTo>
                      <a:pt x="0" y="66533"/>
                      <a:pt x="7922" y="72383"/>
                      <a:pt x="20455" y="76377"/>
                    </a:cubicBezTo>
                    <a:cubicBezTo>
                      <a:pt x="14433" y="88061"/>
                      <a:pt x="12950" y="97805"/>
                      <a:pt x="17572" y="102427"/>
                    </a:cubicBezTo>
                    <a:cubicBezTo>
                      <a:pt x="22194" y="107044"/>
                      <a:pt x="31944" y="105566"/>
                      <a:pt x="43622" y="99544"/>
                    </a:cubicBezTo>
                    <a:cubicBezTo>
                      <a:pt x="47616" y="112072"/>
                      <a:pt x="53461" y="120000"/>
                      <a:pt x="60000" y="120000"/>
                    </a:cubicBezTo>
                    <a:cubicBezTo>
                      <a:pt x="66533" y="120000"/>
                      <a:pt x="72383" y="112072"/>
                      <a:pt x="76377" y="99544"/>
                    </a:cubicBezTo>
                    <a:cubicBezTo>
                      <a:pt x="88055" y="105566"/>
                      <a:pt x="97805" y="107044"/>
                      <a:pt x="102427" y="102427"/>
                    </a:cubicBezTo>
                    <a:cubicBezTo>
                      <a:pt x="107050" y="97805"/>
                      <a:pt x="105566" y="88061"/>
                      <a:pt x="99544" y="76377"/>
                    </a:cubicBezTo>
                    <a:cubicBezTo>
                      <a:pt x="112072" y="72383"/>
                      <a:pt x="120000" y="66533"/>
                      <a:pt x="120000" y="60000"/>
                    </a:cubicBezTo>
                    <a:moveTo>
                      <a:pt x="60000" y="54544"/>
                    </a:moveTo>
                    <a:cubicBezTo>
                      <a:pt x="56988" y="54544"/>
                      <a:pt x="54544" y="56988"/>
                      <a:pt x="54544" y="60000"/>
                    </a:cubicBezTo>
                    <a:cubicBezTo>
                      <a:pt x="54544" y="63011"/>
                      <a:pt x="56988" y="65455"/>
                      <a:pt x="60000" y="65455"/>
                    </a:cubicBezTo>
                    <a:cubicBezTo>
                      <a:pt x="63011" y="65455"/>
                      <a:pt x="65455" y="63011"/>
                      <a:pt x="65455" y="60000"/>
                    </a:cubicBezTo>
                    <a:cubicBezTo>
                      <a:pt x="65455" y="56988"/>
                      <a:pt x="63011" y="54544"/>
                      <a:pt x="60000" y="54544"/>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grpSp>
        <p:grpSp>
          <p:nvGrpSpPr>
            <p:cNvPr id="161" name="Google Shape;161;p73"/>
            <p:cNvGrpSpPr/>
            <p:nvPr/>
          </p:nvGrpSpPr>
          <p:grpSpPr>
            <a:xfrm>
              <a:off x="5040846" y="1781438"/>
              <a:ext cx="1334646" cy="1571209"/>
              <a:chOff x="5040846" y="1781438"/>
              <a:chExt cx="1334646" cy="1571209"/>
            </a:xfrm>
          </p:grpSpPr>
          <p:sp>
            <p:nvSpPr>
              <p:cNvPr id="162" name="Google Shape;162;p73"/>
              <p:cNvSpPr/>
              <p:nvPr/>
            </p:nvSpPr>
            <p:spPr>
              <a:xfrm>
                <a:off x="5040846" y="1781438"/>
                <a:ext cx="1334646" cy="1571209"/>
              </a:xfrm>
              <a:custGeom>
                <a:avLst/>
                <a:gdLst/>
                <a:ahLst/>
                <a:cxnLst/>
                <a:rect l="l" t="t" r="r" b="b"/>
                <a:pathLst>
                  <a:path w="120000" h="120000" extrusionOk="0">
                    <a:moveTo>
                      <a:pt x="103365" y="80955"/>
                    </a:moveTo>
                    <a:cubicBezTo>
                      <a:pt x="105985" y="80955"/>
                      <a:pt x="109197" y="82527"/>
                      <a:pt x="110504" y="84455"/>
                    </a:cubicBezTo>
                    <a:lnTo>
                      <a:pt x="119016" y="96977"/>
                    </a:lnTo>
                    <a:cubicBezTo>
                      <a:pt x="120323" y="98900"/>
                      <a:pt x="120323" y="102050"/>
                      <a:pt x="119016" y="103977"/>
                    </a:cubicBezTo>
                    <a:lnTo>
                      <a:pt x="110504" y="116500"/>
                    </a:lnTo>
                    <a:cubicBezTo>
                      <a:pt x="109197" y="118427"/>
                      <a:pt x="105985" y="120000"/>
                      <a:pt x="103365" y="120000"/>
                    </a:cubicBezTo>
                    <a:lnTo>
                      <a:pt x="86345" y="120000"/>
                    </a:lnTo>
                    <a:cubicBezTo>
                      <a:pt x="83725" y="120000"/>
                      <a:pt x="80513" y="118427"/>
                      <a:pt x="79206" y="116500"/>
                    </a:cubicBezTo>
                    <a:lnTo>
                      <a:pt x="70694" y="103977"/>
                    </a:lnTo>
                    <a:cubicBezTo>
                      <a:pt x="69386" y="102050"/>
                      <a:pt x="69386" y="98900"/>
                      <a:pt x="70694" y="96977"/>
                    </a:cubicBezTo>
                    <a:lnTo>
                      <a:pt x="75447" y="89988"/>
                    </a:lnTo>
                    <a:cubicBezTo>
                      <a:pt x="76754" y="88066"/>
                      <a:pt x="76754" y="84916"/>
                      <a:pt x="75441" y="82994"/>
                    </a:cubicBezTo>
                    <a:lnTo>
                      <a:pt x="74492" y="81588"/>
                    </a:lnTo>
                    <a:cubicBezTo>
                      <a:pt x="73185" y="79666"/>
                      <a:pt x="69973" y="78088"/>
                      <a:pt x="67359" y="78088"/>
                    </a:cubicBezTo>
                    <a:lnTo>
                      <a:pt x="29895" y="78088"/>
                    </a:lnTo>
                    <a:cubicBezTo>
                      <a:pt x="27281" y="78088"/>
                      <a:pt x="24069" y="76516"/>
                      <a:pt x="22762" y="74588"/>
                    </a:cubicBezTo>
                    <a:lnTo>
                      <a:pt x="977" y="42544"/>
                    </a:lnTo>
                    <a:cubicBezTo>
                      <a:pt x="-329" y="40622"/>
                      <a:pt x="-329" y="37472"/>
                      <a:pt x="977" y="35544"/>
                    </a:cubicBezTo>
                    <a:lnTo>
                      <a:pt x="22762" y="3500"/>
                    </a:lnTo>
                    <a:cubicBezTo>
                      <a:pt x="24069" y="1572"/>
                      <a:pt x="27281" y="0"/>
                      <a:pt x="29895" y="0"/>
                    </a:cubicBezTo>
                    <a:lnTo>
                      <a:pt x="73459" y="0"/>
                    </a:lnTo>
                    <a:cubicBezTo>
                      <a:pt x="76073" y="0"/>
                      <a:pt x="79285" y="1572"/>
                      <a:pt x="80597" y="3500"/>
                    </a:cubicBezTo>
                    <a:lnTo>
                      <a:pt x="102376" y="35544"/>
                    </a:lnTo>
                    <a:cubicBezTo>
                      <a:pt x="103683" y="37472"/>
                      <a:pt x="103683" y="40622"/>
                      <a:pt x="102376" y="42544"/>
                    </a:cubicBezTo>
                    <a:lnTo>
                      <a:pt x="83647" y="70100"/>
                    </a:lnTo>
                    <a:cubicBezTo>
                      <a:pt x="82340" y="72027"/>
                      <a:pt x="82340" y="75177"/>
                      <a:pt x="83647" y="77100"/>
                    </a:cubicBezTo>
                    <a:lnTo>
                      <a:pt x="83887" y="77455"/>
                    </a:lnTo>
                    <a:cubicBezTo>
                      <a:pt x="85194" y="79377"/>
                      <a:pt x="88406" y="80955"/>
                      <a:pt x="91020" y="80955"/>
                    </a:cubicBezTo>
                    <a:cubicBezTo>
                      <a:pt x="91020" y="80955"/>
                      <a:pt x="103365" y="80955"/>
                      <a:pt x="103365" y="80955"/>
                    </a:cubicBezTo>
                    <a:close/>
                  </a:path>
                </a:pathLst>
              </a:custGeom>
              <a:solidFill>
                <a:schemeClr val="accent1"/>
              </a:solidFill>
              <a:ln>
                <a:noFill/>
              </a:ln>
            </p:spPr>
            <p:txBody>
              <a:bodyPr spcFirstLastPara="1" wrap="square" lIns="38100" tIns="38100" rIns="38100" bIns="381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63" name="Google Shape;163;p73"/>
              <p:cNvSpPr/>
              <p:nvPr/>
            </p:nvSpPr>
            <p:spPr>
              <a:xfrm>
                <a:off x="5449137" y="2139500"/>
                <a:ext cx="279327" cy="279327"/>
              </a:xfrm>
              <a:custGeom>
                <a:avLst/>
                <a:gdLst/>
                <a:ahLst/>
                <a:cxnLst/>
                <a:rect l="l" t="t" r="r" b="b"/>
                <a:pathLst>
                  <a:path w="120000" h="120000" extrusionOk="0">
                    <a:moveTo>
                      <a:pt x="60000" y="114544"/>
                    </a:moveTo>
                    <a:cubicBezTo>
                      <a:pt x="29872" y="114544"/>
                      <a:pt x="5455" y="90127"/>
                      <a:pt x="5455" y="60000"/>
                    </a:cubicBezTo>
                    <a:cubicBezTo>
                      <a:pt x="5455" y="29872"/>
                      <a:pt x="29872" y="5455"/>
                      <a:pt x="60000" y="5455"/>
                    </a:cubicBezTo>
                    <a:cubicBezTo>
                      <a:pt x="90127" y="5455"/>
                      <a:pt x="114544" y="29872"/>
                      <a:pt x="114544" y="60000"/>
                    </a:cubicBezTo>
                    <a:cubicBezTo>
                      <a:pt x="114544" y="90127"/>
                      <a:pt x="90127" y="114544"/>
                      <a:pt x="60000" y="114544"/>
                    </a:cubicBezTo>
                    <a:moveTo>
                      <a:pt x="101555" y="103216"/>
                    </a:moveTo>
                    <a:cubicBezTo>
                      <a:pt x="112905" y="92300"/>
                      <a:pt x="120000" y="76994"/>
                      <a:pt x="120000" y="60000"/>
                    </a:cubicBezTo>
                    <a:cubicBezTo>
                      <a:pt x="120000" y="26861"/>
                      <a:pt x="93133" y="0"/>
                      <a:pt x="60000" y="0"/>
                    </a:cubicBezTo>
                    <a:cubicBezTo>
                      <a:pt x="26866" y="0"/>
                      <a:pt x="0" y="26861"/>
                      <a:pt x="0" y="60000"/>
                    </a:cubicBezTo>
                    <a:cubicBezTo>
                      <a:pt x="0" y="76994"/>
                      <a:pt x="7094" y="92300"/>
                      <a:pt x="18444" y="103216"/>
                    </a:cubicBezTo>
                    <a:lnTo>
                      <a:pt x="11705" y="115344"/>
                    </a:lnTo>
                    <a:cubicBezTo>
                      <a:pt x="11216" y="115838"/>
                      <a:pt x="10911" y="116522"/>
                      <a:pt x="10911" y="117272"/>
                    </a:cubicBezTo>
                    <a:cubicBezTo>
                      <a:pt x="10911" y="118777"/>
                      <a:pt x="12133" y="120000"/>
                      <a:pt x="13638" y="120000"/>
                    </a:cubicBezTo>
                    <a:cubicBezTo>
                      <a:pt x="14388" y="120000"/>
                      <a:pt x="15072" y="119694"/>
                      <a:pt x="15566" y="119200"/>
                    </a:cubicBezTo>
                    <a:cubicBezTo>
                      <a:pt x="15877" y="118888"/>
                      <a:pt x="16077" y="118483"/>
                      <a:pt x="16205" y="118044"/>
                    </a:cubicBezTo>
                    <a:lnTo>
                      <a:pt x="22466" y="106772"/>
                    </a:lnTo>
                    <a:cubicBezTo>
                      <a:pt x="32750" y="115033"/>
                      <a:pt x="45788" y="120000"/>
                      <a:pt x="60000" y="120000"/>
                    </a:cubicBezTo>
                    <a:cubicBezTo>
                      <a:pt x="74211" y="120000"/>
                      <a:pt x="87250" y="115033"/>
                      <a:pt x="97527" y="106772"/>
                    </a:cubicBezTo>
                    <a:lnTo>
                      <a:pt x="103794" y="118044"/>
                    </a:lnTo>
                    <a:cubicBezTo>
                      <a:pt x="104127" y="119166"/>
                      <a:pt x="105127" y="120000"/>
                      <a:pt x="106361" y="120000"/>
                    </a:cubicBezTo>
                    <a:cubicBezTo>
                      <a:pt x="107866" y="120000"/>
                      <a:pt x="109088" y="118777"/>
                      <a:pt x="109088" y="117272"/>
                    </a:cubicBezTo>
                    <a:cubicBezTo>
                      <a:pt x="109088" y="116522"/>
                      <a:pt x="108783" y="115838"/>
                      <a:pt x="108294" y="115344"/>
                    </a:cubicBezTo>
                    <a:cubicBezTo>
                      <a:pt x="108294" y="115344"/>
                      <a:pt x="101555" y="103216"/>
                      <a:pt x="101555" y="103216"/>
                    </a:cubicBezTo>
                    <a:close/>
                    <a:moveTo>
                      <a:pt x="60000" y="92727"/>
                    </a:moveTo>
                    <a:cubicBezTo>
                      <a:pt x="41927" y="92727"/>
                      <a:pt x="27272" y="78072"/>
                      <a:pt x="27272" y="60000"/>
                    </a:cubicBezTo>
                    <a:cubicBezTo>
                      <a:pt x="27272" y="41927"/>
                      <a:pt x="41927" y="27272"/>
                      <a:pt x="60000" y="27272"/>
                    </a:cubicBezTo>
                    <a:cubicBezTo>
                      <a:pt x="78072" y="27272"/>
                      <a:pt x="92727" y="41927"/>
                      <a:pt x="92727" y="60000"/>
                    </a:cubicBezTo>
                    <a:cubicBezTo>
                      <a:pt x="92727" y="78072"/>
                      <a:pt x="78072" y="92727"/>
                      <a:pt x="60000" y="92727"/>
                    </a:cubicBezTo>
                    <a:moveTo>
                      <a:pt x="60000" y="21816"/>
                    </a:moveTo>
                    <a:cubicBezTo>
                      <a:pt x="38911" y="21816"/>
                      <a:pt x="21816" y="38911"/>
                      <a:pt x="21816" y="60000"/>
                    </a:cubicBezTo>
                    <a:cubicBezTo>
                      <a:pt x="21816" y="81088"/>
                      <a:pt x="38911" y="98183"/>
                      <a:pt x="60000" y="98183"/>
                    </a:cubicBezTo>
                    <a:cubicBezTo>
                      <a:pt x="81088" y="98183"/>
                      <a:pt x="98183" y="81088"/>
                      <a:pt x="98183" y="60000"/>
                    </a:cubicBezTo>
                    <a:cubicBezTo>
                      <a:pt x="98183" y="38911"/>
                      <a:pt x="81088" y="21816"/>
                      <a:pt x="60000" y="21816"/>
                    </a:cubicBezTo>
                    <a:moveTo>
                      <a:pt x="60000" y="70911"/>
                    </a:moveTo>
                    <a:cubicBezTo>
                      <a:pt x="53977" y="70911"/>
                      <a:pt x="49088" y="66022"/>
                      <a:pt x="49088" y="60000"/>
                    </a:cubicBezTo>
                    <a:cubicBezTo>
                      <a:pt x="49088" y="53977"/>
                      <a:pt x="53977" y="49088"/>
                      <a:pt x="60000" y="49088"/>
                    </a:cubicBezTo>
                    <a:cubicBezTo>
                      <a:pt x="66022" y="49088"/>
                      <a:pt x="70911" y="53977"/>
                      <a:pt x="70911" y="60000"/>
                    </a:cubicBezTo>
                    <a:cubicBezTo>
                      <a:pt x="70911" y="66022"/>
                      <a:pt x="66022" y="70911"/>
                      <a:pt x="60000" y="70911"/>
                    </a:cubicBezTo>
                    <a:moveTo>
                      <a:pt x="60000" y="43638"/>
                    </a:moveTo>
                    <a:cubicBezTo>
                      <a:pt x="50961" y="43638"/>
                      <a:pt x="43638" y="50961"/>
                      <a:pt x="43638" y="60000"/>
                    </a:cubicBezTo>
                    <a:cubicBezTo>
                      <a:pt x="43638" y="69038"/>
                      <a:pt x="50961" y="76361"/>
                      <a:pt x="60000" y="76361"/>
                    </a:cubicBezTo>
                    <a:cubicBezTo>
                      <a:pt x="69038" y="76361"/>
                      <a:pt x="76361" y="69038"/>
                      <a:pt x="76361" y="60000"/>
                    </a:cubicBezTo>
                    <a:cubicBezTo>
                      <a:pt x="76361" y="50961"/>
                      <a:pt x="69038" y="43638"/>
                      <a:pt x="60000" y="43638"/>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grpSp>
        <p:grpSp>
          <p:nvGrpSpPr>
            <p:cNvPr id="164" name="Google Shape;164;p73"/>
            <p:cNvGrpSpPr/>
            <p:nvPr/>
          </p:nvGrpSpPr>
          <p:grpSpPr>
            <a:xfrm>
              <a:off x="6364196" y="2087338"/>
              <a:ext cx="1310871" cy="1584933"/>
              <a:chOff x="6364196" y="2087338"/>
              <a:chExt cx="1310871" cy="1584933"/>
            </a:xfrm>
          </p:grpSpPr>
          <p:sp>
            <p:nvSpPr>
              <p:cNvPr id="165" name="Google Shape;165;p73"/>
              <p:cNvSpPr/>
              <p:nvPr/>
            </p:nvSpPr>
            <p:spPr>
              <a:xfrm>
                <a:off x="6364196" y="2087338"/>
                <a:ext cx="1310871" cy="1584933"/>
              </a:xfrm>
              <a:custGeom>
                <a:avLst/>
                <a:gdLst/>
                <a:ahLst/>
                <a:cxnLst/>
                <a:rect l="l" t="t" r="r" b="b"/>
                <a:pathLst>
                  <a:path w="120000" h="120000" extrusionOk="0">
                    <a:moveTo>
                      <a:pt x="50193" y="97177"/>
                    </a:moveTo>
                    <a:cubicBezTo>
                      <a:pt x="51522" y="99083"/>
                      <a:pt x="51522" y="102205"/>
                      <a:pt x="50193" y="104116"/>
                    </a:cubicBezTo>
                    <a:lnTo>
                      <a:pt x="41523" y="116533"/>
                    </a:lnTo>
                    <a:cubicBezTo>
                      <a:pt x="40193" y="118438"/>
                      <a:pt x="36925" y="120000"/>
                      <a:pt x="34260" y="120000"/>
                    </a:cubicBezTo>
                    <a:lnTo>
                      <a:pt x="16926" y="120000"/>
                    </a:lnTo>
                    <a:cubicBezTo>
                      <a:pt x="14261" y="120000"/>
                      <a:pt x="10993" y="118438"/>
                      <a:pt x="9664" y="116533"/>
                    </a:cubicBezTo>
                    <a:lnTo>
                      <a:pt x="994" y="104116"/>
                    </a:lnTo>
                    <a:cubicBezTo>
                      <a:pt x="-335" y="102205"/>
                      <a:pt x="-335" y="99083"/>
                      <a:pt x="994" y="97177"/>
                    </a:cubicBezTo>
                    <a:lnTo>
                      <a:pt x="9664" y="84761"/>
                    </a:lnTo>
                    <a:cubicBezTo>
                      <a:pt x="10993" y="82855"/>
                      <a:pt x="14261" y="81294"/>
                      <a:pt x="16926" y="81294"/>
                    </a:cubicBezTo>
                    <a:lnTo>
                      <a:pt x="26596" y="81294"/>
                    </a:lnTo>
                    <a:cubicBezTo>
                      <a:pt x="29261" y="81294"/>
                      <a:pt x="32529" y="79733"/>
                      <a:pt x="33864" y="77822"/>
                    </a:cubicBezTo>
                    <a:lnTo>
                      <a:pt x="34830" y="76433"/>
                    </a:lnTo>
                    <a:cubicBezTo>
                      <a:pt x="36165" y="74527"/>
                      <a:pt x="36165" y="71405"/>
                      <a:pt x="34830" y="69494"/>
                    </a:cubicBezTo>
                    <a:lnTo>
                      <a:pt x="15764" y="42177"/>
                    </a:lnTo>
                    <a:cubicBezTo>
                      <a:pt x="14429" y="40266"/>
                      <a:pt x="14429" y="37144"/>
                      <a:pt x="15764" y="35238"/>
                    </a:cubicBezTo>
                    <a:lnTo>
                      <a:pt x="37936" y="3466"/>
                    </a:lnTo>
                    <a:cubicBezTo>
                      <a:pt x="39271" y="1561"/>
                      <a:pt x="42539" y="0"/>
                      <a:pt x="45204" y="0"/>
                    </a:cubicBezTo>
                    <a:lnTo>
                      <a:pt x="89560" y="0"/>
                    </a:lnTo>
                    <a:cubicBezTo>
                      <a:pt x="92219" y="0"/>
                      <a:pt x="95492" y="1561"/>
                      <a:pt x="96822" y="3472"/>
                    </a:cubicBezTo>
                    <a:lnTo>
                      <a:pt x="119000" y="35238"/>
                    </a:lnTo>
                    <a:cubicBezTo>
                      <a:pt x="120329" y="37144"/>
                      <a:pt x="120329" y="40266"/>
                      <a:pt x="119000" y="42177"/>
                    </a:cubicBezTo>
                    <a:lnTo>
                      <a:pt x="96822" y="73944"/>
                    </a:lnTo>
                    <a:cubicBezTo>
                      <a:pt x="95487" y="75855"/>
                      <a:pt x="92219" y="77416"/>
                      <a:pt x="89554" y="77416"/>
                    </a:cubicBezTo>
                    <a:lnTo>
                      <a:pt x="51416" y="77416"/>
                    </a:lnTo>
                    <a:cubicBezTo>
                      <a:pt x="48751" y="77416"/>
                      <a:pt x="45483" y="78977"/>
                      <a:pt x="44154" y="80883"/>
                    </a:cubicBezTo>
                    <a:lnTo>
                      <a:pt x="43908" y="81233"/>
                    </a:lnTo>
                    <a:cubicBezTo>
                      <a:pt x="42573" y="83144"/>
                      <a:pt x="42573" y="86266"/>
                      <a:pt x="43908" y="88172"/>
                    </a:cubicBezTo>
                    <a:cubicBezTo>
                      <a:pt x="43908" y="88172"/>
                      <a:pt x="50193" y="97177"/>
                      <a:pt x="50193" y="97177"/>
                    </a:cubicBezTo>
                    <a:close/>
                  </a:path>
                </a:pathLst>
              </a:custGeom>
              <a:solidFill>
                <a:schemeClr val="accent2"/>
              </a:solidFill>
              <a:ln>
                <a:noFill/>
              </a:ln>
            </p:spPr>
            <p:txBody>
              <a:bodyPr spcFirstLastPara="1" wrap="square" lIns="38100" tIns="38100" rIns="38100" bIns="381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66" name="Google Shape;166;p73"/>
              <p:cNvSpPr/>
              <p:nvPr/>
            </p:nvSpPr>
            <p:spPr>
              <a:xfrm>
                <a:off x="6980421" y="2448751"/>
                <a:ext cx="279327" cy="279327"/>
              </a:xfrm>
              <a:custGeom>
                <a:avLst/>
                <a:gdLst/>
                <a:ahLst/>
                <a:cxnLst/>
                <a:rect l="l" t="t" r="r" b="b"/>
                <a:pathLst>
                  <a:path w="120000" h="120000" extrusionOk="0">
                    <a:moveTo>
                      <a:pt x="114544" y="16361"/>
                    </a:moveTo>
                    <a:lnTo>
                      <a:pt x="5455" y="16361"/>
                    </a:lnTo>
                    <a:lnTo>
                      <a:pt x="5455" y="10911"/>
                    </a:lnTo>
                    <a:lnTo>
                      <a:pt x="114544" y="10911"/>
                    </a:lnTo>
                    <a:cubicBezTo>
                      <a:pt x="114544" y="10911"/>
                      <a:pt x="114544" y="16361"/>
                      <a:pt x="114544" y="16361"/>
                    </a:cubicBezTo>
                    <a:close/>
                    <a:moveTo>
                      <a:pt x="109088" y="87272"/>
                    </a:moveTo>
                    <a:lnTo>
                      <a:pt x="10911" y="87272"/>
                    </a:lnTo>
                    <a:lnTo>
                      <a:pt x="10911" y="21816"/>
                    </a:lnTo>
                    <a:lnTo>
                      <a:pt x="109088" y="21816"/>
                    </a:lnTo>
                    <a:cubicBezTo>
                      <a:pt x="109088" y="21816"/>
                      <a:pt x="109088" y="87272"/>
                      <a:pt x="109088" y="87272"/>
                    </a:cubicBezTo>
                    <a:close/>
                    <a:moveTo>
                      <a:pt x="114544" y="5455"/>
                    </a:moveTo>
                    <a:lnTo>
                      <a:pt x="65455" y="5455"/>
                    </a:lnTo>
                    <a:cubicBezTo>
                      <a:pt x="65455" y="2444"/>
                      <a:pt x="63011" y="0"/>
                      <a:pt x="60000" y="0"/>
                    </a:cubicBezTo>
                    <a:cubicBezTo>
                      <a:pt x="56983" y="0"/>
                      <a:pt x="54544" y="2444"/>
                      <a:pt x="54544" y="5455"/>
                    </a:cubicBezTo>
                    <a:lnTo>
                      <a:pt x="5455" y="5455"/>
                    </a:lnTo>
                    <a:cubicBezTo>
                      <a:pt x="2438" y="5455"/>
                      <a:pt x="0" y="7900"/>
                      <a:pt x="0" y="10911"/>
                    </a:cubicBezTo>
                    <a:lnTo>
                      <a:pt x="0" y="16361"/>
                    </a:lnTo>
                    <a:cubicBezTo>
                      <a:pt x="0" y="19377"/>
                      <a:pt x="2438" y="21816"/>
                      <a:pt x="5455" y="21816"/>
                    </a:cubicBezTo>
                    <a:lnTo>
                      <a:pt x="5455" y="87272"/>
                    </a:lnTo>
                    <a:cubicBezTo>
                      <a:pt x="5455" y="90288"/>
                      <a:pt x="7894" y="92727"/>
                      <a:pt x="10911" y="92727"/>
                    </a:cubicBezTo>
                    <a:lnTo>
                      <a:pt x="57272" y="92727"/>
                    </a:lnTo>
                    <a:lnTo>
                      <a:pt x="57272" y="99777"/>
                    </a:lnTo>
                    <a:lnTo>
                      <a:pt x="41705" y="115344"/>
                    </a:lnTo>
                    <a:cubicBezTo>
                      <a:pt x="41216" y="115838"/>
                      <a:pt x="40911" y="116522"/>
                      <a:pt x="40911" y="117272"/>
                    </a:cubicBezTo>
                    <a:cubicBezTo>
                      <a:pt x="40911" y="118777"/>
                      <a:pt x="42127" y="120000"/>
                      <a:pt x="43638" y="120000"/>
                    </a:cubicBezTo>
                    <a:cubicBezTo>
                      <a:pt x="44388" y="120000"/>
                      <a:pt x="45072" y="119694"/>
                      <a:pt x="45566" y="119200"/>
                    </a:cubicBezTo>
                    <a:lnTo>
                      <a:pt x="60000" y="104766"/>
                    </a:lnTo>
                    <a:lnTo>
                      <a:pt x="74433" y="119200"/>
                    </a:lnTo>
                    <a:cubicBezTo>
                      <a:pt x="74933" y="119694"/>
                      <a:pt x="75611" y="120000"/>
                      <a:pt x="76361" y="120000"/>
                    </a:cubicBezTo>
                    <a:cubicBezTo>
                      <a:pt x="77872" y="120000"/>
                      <a:pt x="79088" y="118777"/>
                      <a:pt x="79088" y="117272"/>
                    </a:cubicBezTo>
                    <a:cubicBezTo>
                      <a:pt x="79088" y="116522"/>
                      <a:pt x="78788" y="115838"/>
                      <a:pt x="78294" y="115344"/>
                    </a:cubicBezTo>
                    <a:lnTo>
                      <a:pt x="62727" y="99777"/>
                    </a:lnTo>
                    <a:lnTo>
                      <a:pt x="62727" y="92727"/>
                    </a:lnTo>
                    <a:lnTo>
                      <a:pt x="109088" y="92727"/>
                    </a:lnTo>
                    <a:cubicBezTo>
                      <a:pt x="112100" y="92727"/>
                      <a:pt x="114544" y="90288"/>
                      <a:pt x="114544" y="87272"/>
                    </a:cubicBezTo>
                    <a:lnTo>
                      <a:pt x="114544" y="21816"/>
                    </a:lnTo>
                    <a:cubicBezTo>
                      <a:pt x="117555" y="21816"/>
                      <a:pt x="120000" y="19377"/>
                      <a:pt x="120000" y="16361"/>
                    </a:cubicBezTo>
                    <a:lnTo>
                      <a:pt x="120000" y="10911"/>
                    </a:lnTo>
                    <a:cubicBezTo>
                      <a:pt x="120000" y="7900"/>
                      <a:pt x="117555" y="5455"/>
                      <a:pt x="114544" y="5455"/>
                    </a:cubicBezTo>
                    <a:moveTo>
                      <a:pt x="90000" y="32727"/>
                    </a:moveTo>
                    <a:cubicBezTo>
                      <a:pt x="91505" y="32727"/>
                      <a:pt x="92727" y="33950"/>
                      <a:pt x="92727" y="35455"/>
                    </a:cubicBezTo>
                    <a:cubicBezTo>
                      <a:pt x="92727" y="36961"/>
                      <a:pt x="91505" y="38183"/>
                      <a:pt x="90000" y="38183"/>
                    </a:cubicBezTo>
                    <a:cubicBezTo>
                      <a:pt x="88494" y="38183"/>
                      <a:pt x="87272" y="36961"/>
                      <a:pt x="87272" y="35455"/>
                    </a:cubicBezTo>
                    <a:cubicBezTo>
                      <a:pt x="87272" y="33950"/>
                      <a:pt x="88494" y="32727"/>
                      <a:pt x="90000" y="32727"/>
                    </a:cubicBezTo>
                    <a:moveTo>
                      <a:pt x="90000" y="43638"/>
                    </a:moveTo>
                    <a:cubicBezTo>
                      <a:pt x="94516" y="43638"/>
                      <a:pt x="98183" y="39977"/>
                      <a:pt x="98183" y="35455"/>
                    </a:cubicBezTo>
                    <a:cubicBezTo>
                      <a:pt x="98183" y="30938"/>
                      <a:pt x="94516" y="27272"/>
                      <a:pt x="90000" y="27272"/>
                    </a:cubicBezTo>
                    <a:cubicBezTo>
                      <a:pt x="85483" y="27272"/>
                      <a:pt x="81816" y="30938"/>
                      <a:pt x="81816" y="35455"/>
                    </a:cubicBezTo>
                    <a:cubicBezTo>
                      <a:pt x="81816" y="39977"/>
                      <a:pt x="85483" y="43638"/>
                      <a:pt x="90000" y="43638"/>
                    </a:cubicBezTo>
                    <a:moveTo>
                      <a:pt x="46788" y="45194"/>
                    </a:moveTo>
                    <a:lnTo>
                      <a:pt x="66255" y="64655"/>
                    </a:lnTo>
                    <a:cubicBezTo>
                      <a:pt x="66750" y="65150"/>
                      <a:pt x="67433" y="65455"/>
                      <a:pt x="68183" y="65455"/>
                    </a:cubicBezTo>
                    <a:cubicBezTo>
                      <a:pt x="68933" y="65455"/>
                      <a:pt x="69616" y="65150"/>
                      <a:pt x="70111" y="64655"/>
                    </a:cubicBezTo>
                    <a:lnTo>
                      <a:pt x="78794" y="55972"/>
                    </a:lnTo>
                    <a:lnTo>
                      <a:pt x="90000" y="70911"/>
                    </a:lnTo>
                    <a:lnTo>
                      <a:pt x="29644" y="70911"/>
                    </a:lnTo>
                    <a:cubicBezTo>
                      <a:pt x="29644" y="70911"/>
                      <a:pt x="46788" y="45194"/>
                      <a:pt x="46788" y="45194"/>
                    </a:cubicBezTo>
                    <a:close/>
                    <a:moveTo>
                      <a:pt x="24544" y="76361"/>
                    </a:moveTo>
                    <a:lnTo>
                      <a:pt x="95455" y="76361"/>
                    </a:lnTo>
                    <a:cubicBezTo>
                      <a:pt x="96961" y="76361"/>
                      <a:pt x="98183" y="75144"/>
                      <a:pt x="98183" y="73638"/>
                    </a:cubicBezTo>
                    <a:cubicBezTo>
                      <a:pt x="98183" y="73022"/>
                      <a:pt x="97944" y="72483"/>
                      <a:pt x="97600" y="72027"/>
                    </a:cubicBezTo>
                    <a:lnTo>
                      <a:pt x="97638" y="72000"/>
                    </a:lnTo>
                    <a:lnTo>
                      <a:pt x="81272" y="50183"/>
                    </a:lnTo>
                    <a:lnTo>
                      <a:pt x="81233" y="50211"/>
                    </a:lnTo>
                    <a:cubicBezTo>
                      <a:pt x="80738" y="49550"/>
                      <a:pt x="79983" y="49088"/>
                      <a:pt x="79088" y="49088"/>
                    </a:cubicBezTo>
                    <a:cubicBezTo>
                      <a:pt x="78338" y="49088"/>
                      <a:pt x="77655" y="49394"/>
                      <a:pt x="77161" y="49888"/>
                    </a:cubicBezTo>
                    <a:lnTo>
                      <a:pt x="68183" y="58872"/>
                    </a:lnTo>
                    <a:lnTo>
                      <a:pt x="48294" y="38983"/>
                    </a:lnTo>
                    <a:cubicBezTo>
                      <a:pt x="47800" y="38488"/>
                      <a:pt x="47116" y="38183"/>
                      <a:pt x="46361" y="38183"/>
                    </a:cubicBezTo>
                    <a:cubicBezTo>
                      <a:pt x="45416" y="38183"/>
                      <a:pt x="44627" y="38694"/>
                      <a:pt x="44138" y="39427"/>
                    </a:cubicBezTo>
                    <a:lnTo>
                      <a:pt x="44094" y="39394"/>
                    </a:lnTo>
                    <a:lnTo>
                      <a:pt x="22277" y="72122"/>
                    </a:lnTo>
                    <a:lnTo>
                      <a:pt x="22316" y="72155"/>
                    </a:lnTo>
                    <a:cubicBezTo>
                      <a:pt x="22027" y="72588"/>
                      <a:pt x="21816" y="73077"/>
                      <a:pt x="21816" y="73638"/>
                    </a:cubicBezTo>
                    <a:cubicBezTo>
                      <a:pt x="21816" y="75144"/>
                      <a:pt x="23038" y="76361"/>
                      <a:pt x="24544" y="76361"/>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grpSp>
        <p:grpSp>
          <p:nvGrpSpPr>
            <p:cNvPr id="167" name="Google Shape;167;p73"/>
            <p:cNvGrpSpPr/>
            <p:nvPr/>
          </p:nvGrpSpPr>
          <p:grpSpPr>
            <a:xfrm>
              <a:off x="6364196" y="3523737"/>
              <a:ext cx="1791106" cy="1022483"/>
              <a:chOff x="6364196" y="3523737"/>
              <a:chExt cx="1791106" cy="1022483"/>
            </a:xfrm>
          </p:grpSpPr>
          <p:sp>
            <p:nvSpPr>
              <p:cNvPr id="168" name="Google Shape;168;p73"/>
              <p:cNvSpPr/>
              <p:nvPr/>
            </p:nvSpPr>
            <p:spPr>
              <a:xfrm>
                <a:off x="6364196" y="3523737"/>
                <a:ext cx="1791106" cy="1022483"/>
              </a:xfrm>
              <a:custGeom>
                <a:avLst/>
                <a:gdLst/>
                <a:ahLst/>
                <a:cxnLst/>
                <a:rect l="l" t="t" r="r" b="b"/>
                <a:pathLst>
                  <a:path w="120000" h="120000" extrusionOk="0">
                    <a:moveTo>
                      <a:pt x="30389" y="86233"/>
                    </a:moveTo>
                    <a:cubicBezTo>
                      <a:pt x="29418" y="89194"/>
                      <a:pt x="27025" y="91611"/>
                      <a:pt x="25073" y="91611"/>
                    </a:cubicBezTo>
                    <a:lnTo>
                      <a:pt x="12388" y="91611"/>
                    </a:lnTo>
                    <a:cubicBezTo>
                      <a:pt x="10436" y="91611"/>
                      <a:pt x="8049" y="89188"/>
                      <a:pt x="7072" y="86233"/>
                    </a:cubicBezTo>
                    <a:lnTo>
                      <a:pt x="730" y="66988"/>
                    </a:lnTo>
                    <a:cubicBezTo>
                      <a:pt x="-245" y="64033"/>
                      <a:pt x="-245" y="59194"/>
                      <a:pt x="730" y="56233"/>
                    </a:cubicBezTo>
                    <a:lnTo>
                      <a:pt x="7072" y="36988"/>
                    </a:lnTo>
                    <a:cubicBezTo>
                      <a:pt x="8049" y="34033"/>
                      <a:pt x="10442" y="31611"/>
                      <a:pt x="12388" y="31611"/>
                    </a:cubicBezTo>
                    <a:lnTo>
                      <a:pt x="25073" y="31611"/>
                    </a:lnTo>
                    <a:cubicBezTo>
                      <a:pt x="27025" y="31611"/>
                      <a:pt x="29412" y="34033"/>
                      <a:pt x="30389" y="36988"/>
                    </a:cubicBezTo>
                    <a:lnTo>
                      <a:pt x="33931" y="47727"/>
                    </a:lnTo>
                    <a:cubicBezTo>
                      <a:pt x="34907" y="50683"/>
                      <a:pt x="37294" y="53105"/>
                      <a:pt x="39246" y="53100"/>
                    </a:cubicBezTo>
                    <a:lnTo>
                      <a:pt x="40669" y="53100"/>
                    </a:lnTo>
                    <a:cubicBezTo>
                      <a:pt x="42616" y="53100"/>
                      <a:pt x="45009" y="50683"/>
                      <a:pt x="45985" y="47722"/>
                    </a:cubicBezTo>
                    <a:lnTo>
                      <a:pt x="59941" y="5377"/>
                    </a:lnTo>
                    <a:cubicBezTo>
                      <a:pt x="60917" y="2422"/>
                      <a:pt x="63310" y="0"/>
                      <a:pt x="65257" y="0"/>
                    </a:cubicBezTo>
                    <a:lnTo>
                      <a:pt x="97715" y="0"/>
                    </a:lnTo>
                    <a:cubicBezTo>
                      <a:pt x="99668" y="0"/>
                      <a:pt x="102061" y="2422"/>
                      <a:pt x="103037" y="5377"/>
                    </a:cubicBezTo>
                    <a:lnTo>
                      <a:pt x="119263" y="54622"/>
                    </a:lnTo>
                    <a:cubicBezTo>
                      <a:pt x="120239" y="57583"/>
                      <a:pt x="120239" y="62422"/>
                      <a:pt x="119263" y="65377"/>
                    </a:cubicBezTo>
                    <a:lnTo>
                      <a:pt x="103037" y="114622"/>
                    </a:lnTo>
                    <a:cubicBezTo>
                      <a:pt x="102061" y="117577"/>
                      <a:pt x="99668" y="120000"/>
                      <a:pt x="97715" y="120000"/>
                    </a:cubicBezTo>
                    <a:lnTo>
                      <a:pt x="65257" y="120000"/>
                    </a:lnTo>
                    <a:cubicBezTo>
                      <a:pt x="63310" y="120000"/>
                      <a:pt x="60917" y="117577"/>
                      <a:pt x="59941" y="114622"/>
                    </a:cubicBezTo>
                    <a:lnTo>
                      <a:pt x="45985" y="72277"/>
                    </a:lnTo>
                    <a:cubicBezTo>
                      <a:pt x="45009" y="69316"/>
                      <a:pt x="42616" y="66900"/>
                      <a:pt x="40663" y="66900"/>
                    </a:cubicBezTo>
                    <a:lnTo>
                      <a:pt x="40306" y="66900"/>
                    </a:lnTo>
                    <a:cubicBezTo>
                      <a:pt x="38360" y="66900"/>
                      <a:pt x="35967" y="69316"/>
                      <a:pt x="34990" y="72277"/>
                    </a:cubicBezTo>
                    <a:cubicBezTo>
                      <a:pt x="34990" y="72277"/>
                      <a:pt x="30389" y="86233"/>
                      <a:pt x="30389" y="86233"/>
                    </a:cubicBezTo>
                    <a:close/>
                  </a:path>
                </a:pathLst>
              </a:custGeom>
              <a:solidFill>
                <a:schemeClr val="accent3"/>
              </a:solidFill>
              <a:ln>
                <a:noFill/>
              </a:ln>
            </p:spPr>
            <p:txBody>
              <a:bodyPr spcFirstLastPara="1" wrap="square" lIns="38100" tIns="38100" rIns="38100" bIns="381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69" name="Google Shape;169;p73"/>
              <p:cNvSpPr/>
              <p:nvPr/>
            </p:nvSpPr>
            <p:spPr>
              <a:xfrm>
                <a:off x="7432600" y="3895314"/>
                <a:ext cx="279327" cy="279327"/>
              </a:xfrm>
              <a:custGeom>
                <a:avLst/>
                <a:gdLst/>
                <a:ahLst/>
                <a:cxnLst/>
                <a:rect l="l" t="t" r="r" b="b"/>
                <a:pathLst>
                  <a:path w="120000" h="120000" extrusionOk="0">
                    <a:moveTo>
                      <a:pt x="113072" y="62383"/>
                    </a:moveTo>
                    <a:lnTo>
                      <a:pt x="113088" y="62411"/>
                    </a:lnTo>
                    <a:lnTo>
                      <a:pt x="61272" y="89683"/>
                    </a:lnTo>
                    <a:lnTo>
                      <a:pt x="61255" y="89655"/>
                    </a:lnTo>
                    <a:cubicBezTo>
                      <a:pt x="60872" y="89855"/>
                      <a:pt x="60461" y="90000"/>
                      <a:pt x="60000" y="90000"/>
                    </a:cubicBezTo>
                    <a:cubicBezTo>
                      <a:pt x="59538" y="90000"/>
                      <a:pt x="59127" y="89855"/>
                      <a:pt x="58744" y="89655"/>
                    </a:cubicBezTo>
                    <a:lnTo>
                      <a:pt x="58727" y="89683"/>
                    </a:lnTo>
                    <a:lnTo>
                      <a:pt x="6911" y="62411"/>
                    </a:lnTo>
                    <a:lnTo>
                      <a:pt x="6927" y="62383"/>
                    </a:lnTo>
                    <a:cubicBezTo>
                      <a:pt x="6061" y="61927"/>
                      <a:pt x="5455" y="61044"/>
                      <a:pt x="5455" y="60000"/>
                    </a:cubicBezTo>
                    <a:cubicBezTo>
                      <a:pt x="5455" y="58955"/>
                      <a:pt x="6061" y="58072"/>
                      <a:pt x="6927" y="57616"/>
                    </a:cubicBezTo>
                    <a:lnTo>
                      <a:pt x="6911" y="57588"/>
                    </a:lnTo>
                    <a:lnTo>
                      <a:pt x="19788" y="50811"/>
                    </a:lnTo>
                    <a:lnTo>
                      <a:pt x="56183" y="69966"/>
                    </a:lnTo>
                    <a:lnTo>
                      <a:pt x="56205" y="69933"/>
                    </a:lnTo>
                    <a:cubicBezTo>
                      <a:pt x="57344" y="70538"/>
                      <a:pt x="58622" y="70911"/>
                      <a:pt x="60000" y="70911"/>
                    </a:cubicBezTo>
                    <a:cubicBezTo>
                      <a:pt x="61377" y="70911"/>
                      <a:pt x="62655" y="70538"/>
                      <a:pt x="63794" y="69933"/>
                    </a:cubicBezTo>
                    <a:lnTo>
                      <a:pt x="63811" y="69966"/>
                    </a:lnTo>
                    <a:lnTo>
                      <a:pt x="100211" y="50811"/>
                    </a:lnTo>
                    <a:lnTo>
                      <a:pt x="113088" y="57588"/>
                    </a:lnTo>
                    <a:lnTo>
                      <a:pt x="113072" y="57616"/>
                    </a:lnTo>
                    <a:cubicBezTo>
                      <a:pt x="113938" y="58072"/>
                      <a:pt x="114544" y="58955"/>
                      <a:pt x="114544" y="60000"/>
                    </a:cubicBezTo>
                    <a:cubicBezTo>
                      <a:pt x="114544" y="61044"/>
                      <a:pt x="113938" y="61927"/>
                      <a:pt x="113072" y="62383"/>
                    </a:cubicBezTo>
                    <a:moveTo>
                      <a:pt x="113088" y="82133"/>
                    </a:moveTo>
                    <a:lnTo>
                      <a:pt x="113072" y="82166"/>
                    </a:lnTo>
                    <a:cubicBezTo>
                      <a:pt x="113938" y="82622"/>
                      <a:pt x="114544" y="83500"/>
                      <a:pt x="114544" y="84544"/>
                    </a:cubicBezTo>
                    <a:cubicBezTo>
                      <a:pt x="114544" y="85594"/>
                      <a:pt x="113938" y="86472"/>
                      <a:pt x="113072" y="86927"/>
                    </a:cubicBezTo>
                    <a:lnTo>
                      <a:pt x="113088" y="86961"/>
                    </a:lnTo>
                    <a:lnTo>
                      <a:pt x="61272" y="114233"/>
                    </a:lnTo>
                    <a:lnTo>
                      <a:pt x="61255" y="114200"/>
                    </a:lnTo>
                    <a:cubicBezTo>
                      <a:pt x="60872" y="114400"/>
                      <a:pt x="60461" y="114544"/>
                      <a:pt x="60000" y="114544"/>
                    </a:cubicBezTo>
                    <a:cubicBezTo>
                      <a:pt x="59538" y="114544"/>
                      <a:pt x="59127" y="114400"/>
                      <a:pt x="58744" y="114200"/>
                    </a:cubicBezTo>
                    <a:lnTo>
                      <a:pt x="58727" y="114233"/>
                    </a:lnTo>
                    <a:lnTo>
                      <a:pt x="6911" y="86961"/>
                    </a:lnTo>
                    <a:lnTo>
                      <a:pt x="6927" y="86927"/>
                    </a:lnTo>
                    <a:cubicBezTo>
                      <a:pt x="6061" y="86472"/>
                      <a:pt x="5455" y="85594"/>
                      <a:pt x="5455" y="84544"/>
                    </a:cubicBezTo>
                    <a:cubicBezTo>
                      <a:pt x="5455" y="83500"/>
                      <a:pt x="6061" y="82622"/>
                      <a:pt x="6927" y="82166"/>
                    </a:cubicBezTo>
                    <a:lnTo>
                      <a:pt x="6911" y="82133"/>
                    </a:lnTo>
                    <a:lnTo>
                      <a:pt x="19788" y="75355"/>
                    </a:lnTo>
                    <a:lnTo>
                      <a:pt x="56183" y="94511"/>
                    </a:lnTo>
                    <a:lnTo>
                      <a:pt x="56205" y="94477"/>
                    </a:lnTo>
                    <a:cubicBezTo>
                      <a:pt x="57344" y="95083"/>
                      <a:pt x="58622" y="95455"/>
                      <a:pt x="60000" y="95455"/>
                    </a:cubicBezTo>
                    <a:cubicBezTo>
                      <a:pt x="61377" y="95455"/>
                      <a:pt x="62655" y="95083"/>
                      <a:pt x="63794" y="94477"/>
                    </a:cubicBezTo>
                    <a:lnTo>
                      <a:pt x="63811" y="94511"/>
                    </a:lnTo>
                    <a:lnTo>
                      <a:pt x="100211" y="75355"/>
                    </a:lnTo>
                    <a:cubicBezTo>
                      <a:pt x="100211" y="75355"/>
                      <a:pt x="113088" y="82133"/>
                      <a:pt x="113088" y="82133"/>
                    </a:cubicBezTo>
                    <a:close/>
                    <a:moveTo>
                      <a:pt x="6911" y="37866"/>
                    </a:moveTo>
                    <a:lnTo>
                      <a:pt x="6927" y="37838"/>
                    </a:lnTo>
                    <a:cubicBezTo>
                      <a:pt x="6061" y="37377"/>
                      <a:pt x="5455" y="36500"/>
                      <a:pt x="5455" y="35455"/>
                    </a:cubicBezTo>
                    <a:cubicBezTo>
                      <a:pt x="5455" y="34411"/>
                      <a:pt x="6061" y="33527"/>
                      <a:pt x="6927" y="33072"/>
                    </a:cubicBezTo>
                    <a:lnTo>
                      <a:pt x="6911" y="33038"/>
                    </a:lnTo>
                    <a:lnTo>
                      <a:pt x="58727" y="5766"/>
                    </a:lnTo>
                    <a:lnTo>
                      <a:pt x="58744" y="5800"/>
                    </a:lnTo>
                    <a:cubicBezTo>
                      <a:pt x="59127" y="5600"/>
                      <a:pt x="59538" y="5455"/>
                      <a:pt x="60000" y="5455"/>
                    </a:cubicBezTo>
                    <a:cubicBezTo>
                      <a:pt x="60461" y="5455"/>
                      <a:pt x="60872" y="5600"/>
                      <a:pt x="61255" y="5800"/>
                    </a:cubicBezTo>
                    <a:lnTo>
                      <a:pt x="61272" y="5766"/>
                    </a:lnTo>
                    <a:lnTo>
                      <a:pt x="113088" y="33038"/>
                    </a:lnTo>
                    <a:lnTo>
                      <a:pt x="113072" y="33072"/>
                    </a:lnTo>
                    <a:cubicBezTo>
                      <a:pt x="113938" y="33527"/>
                      <a:pt x="114544" y="34411"/>
                      <a:pt x="114544" y="35455"/>
                    </a:cubicBezTo>
                    <a:cubicBezTo>
                      <a:pt x="114544" y="36500"/>
                      <a:pt x="113938" y="37377"/>
                      <a:pt x="113072" y="37838"/>
                    </a:cubicBezTo>
                    <a:lnTo>
                      <a:pt x="113088" y="37866"/>
                    </a:lnTo>
                    <a:lnTo>
                      <a:pt x="61272" y="65138"/>
                    </a:lnTo>
                    <a:lnTo>
                      <a:pt x="61255" y="65111"/>
                    </a:lnTo>
                    <a:cubicBezTo>
                      <a:pt x="60872" y="65311"/>
                      <a:pt x="60461" y="65455"/>
                      <a:pt x="60000" y="65455"/>
                    </a:cubicBezTo>
                    <a:cubicBezTo>
                      <a:pt x="59538" y="65455"/>
                      <a:pt x="59127" y="65311"/>
                      <a:pt x="58744" y="65111"/>
                    </a:cubicBezTo>
                    <a:lnTo>
                      <a:pt x="58727" y="65138"/>
                    </a:lnTo>
                    <a:cubicBezTo>
                      <a:pt x="58727" y="65138"/>
                      <a:pt x="6911" y="37866"/>
                      <a:pt x="6911" y="37866"/>
                    </a:cubicBezTo>
                    <a:close/>
                    <a:moveTo>
                      <a:pt x="120000" y="60000"/>
                    </a:moveTo>
                    <a:cubicBezTo>
                      <a:pt x="120000" y="56855"/>
                      <a:pt x="118211" y="54161"/>
                      <a:pt x="115611" y="52794"/>
                    </a:cubicBezTo>
                    <a:lnTo>
                      <a:pt x="115627" y="52761"/>
                    </a:lnTo>
                    <a:lnTo>
                      <a:pt x="106066" y="47727"/>
                    </a:lnTo>
                    <a:lnTo>
                      <a:pt x="115627" y="42694"/>
                    </a:lnTo>
                    <a:lnTo>
                      <a:pt x="115611" y="42661"/>
                    </a:lnTo>
                    <a:cubicBezTo>
                      <a:pt x="118211" y="41294"/>
                      <a:pt x="120000" y="38600"/>
                      <a:pt x="120000" y="35455"/>
                    </a:cubicBezTo>
                    <a:cubicBezTo>
                      <a:pt x="120000" y="32311"/>
                      <a:pt x="118211" y="29616"/>
                      <a:pt x="115611" y="28250"/>
                    </a:cubicBezTo>
                    <a:lnTo>
                      <a:pt x="115627" y="28216"/>
                    </a:lnTo>
                    <a:lnTo>
                      <a:pt x="63811" y="944"/>
                    </a:lnTo>
                    <a:lnTo>
                      <a:pt x="63794" y="972"/>
                    </a:lnTo>
                    <a:cubicBezTo>
                      <a:pt x="62655" y="372"/>
                      <a:pt x="61377" y="0"/>
                      <a:pt x="60000" y="0"/>
                    </a:cubicBezTo>
                    <a:cubicBezTo>
                      <a:pt x="58622" y="0"/>
                      <a:pt x="57344" y="372"/>
                      <a:pt x="56205" y="972"/>
                    </a:cubicBezTo>
                    <a:lnTo>
                      <a:pt x="56183" y="944"/>
                    </a:lnTo>
                    <a:lnTo>
                      <a:pt x="4366" y="28216"/>
                    </a:lnTo>
                    <a:lnTo>
                      <a:pt x="4388" y="28250"/>
                    </a:lnTo>
                    <a:cubicBezTo>
                      <a:pt x="1788" y="29616"/>
                      <a:pt x="0" y="32311"/>
                      <a:pt x="0" y="35455"/>
                    </a:cubicBezTo>
                    <a:cubicBezTo>
                      <a:pt x="0" y="38600"/>
                      <a:pt x="1788" y="41294"/>
                      <a:pt x="4388" y="42661"/>
                    </a:cubicBezTo>
                    <a:lnTo>
                      <a:pt x="4366" y="42694"/>
                    </a:lnTo>
                    <a:lnTo>
                      <a:pt x="13933" y="47727"/>
                    </a:lnTo>
                    <a:lnTo>
                      <a:pt x="4366" y="52761"/>
                    </a:lnTo>
                    <a:lnTo>
                      <a:pt x="4388" y="52794"/>
                    </a:lnTo>
                    <a:cubicBezTo>
                      <a:pt x="1788" y="54161"/>
                      <a:pt x="0" y="56855"/>
                      <a:pt x="0" y="60000"/>
                    </a:cubicBezTo>
                    <a:cubicBezTo>
                      <a:pt x="0" y="63144"/>
                      <a:pt x="1788" y="65838"/>
                      <a:pt x="4388" y="67205"/>
                    </a:cubicBezTo>
                    <a:lnTo>
                      <a:pt x="4366" y="67238"/>
                    </a:lnTo>
                    <a:lnTo>
                      <a:pt x="13933" y="72272"/>
                    </a:lnTo>
                    <a:lnTo>
                      <a:pt x="4366" y="77305"/>
                    </a:lnTo>
                    <a:lnTo>
                      <a:pt x="4388" y="77338"/>
                    </a:lnTo>
                    <a:cubicBezTo>
                      <a:pt x="1788" y="78705"/>
                      <a:pt x="0" y="81400"/>
                      <a:pt x="0" y="84544"/>
                    </a:cubicBezTo>
                    <a:cubicBezTo>
                      <a:pt x="0" y="87688"/>
                      <a:pt x="1788" y="90383"/>
                      <a:pt x="4388" y="91750"/>
                    </a:cubicBezTo>
                    <a:lnTo>
                      <a:pt x="4366" y="91783"/>
                    </a:lnTo>
                    <a:lnTo>
                      <a:pt x="56183" y="119055"/>
                    </a:lnTo>
                    <a:lnTo>
                      <a:pt x="56205" y="119027"/>
                    </a:lnTo>
                    <a:cubicBezTo>
                      <a:pt x="57344" y="119627"/>
                      <a:pt x="58622" y="120000"/>
                      <a:pt x="60000" y="120000"/>
                    </a:cubicBezTo>
                    <a:cubicBezTo>
                      <a:pt x="61377" y="120000"/>
                      <a:pt x="62655" y="119627"/>
                      <a:pt x="63794" y="119027"/>
                    </a:cubicBezTo>
                    <a:lnTo>
                      <a:pt x="63811" y="119055"/>
                    </a:lnTo>
                    <a:lnTo>
                      <a:pt x="115627" y="91783"/>
                    </a:lnTo>
                    <a:lnTo>
                      <a:pt x="115611" y="91750"/>
                    </a:lnTo>
                    <a:cubicBezTo>
                      <a:pt x="118211" y="90383"/>
                      <a:pt x="120000" y="87688"/>
                      <a:pt x="120000" y="84544"/>
                    </a:cubicBezTo>
                    <a:cubicBezTo>
                      <a:pt x="120000" y="81400"/>
                      <a:pt x="118211" y="78705"/>
                      <a:pt x="115611" y="77338"/>
                    </a:cubicBezTo>
                    <a:lnTo>
                      <a:pt x="115627" y="77305"/>
                    </a:lnTo>
                    <a:lnTo>
                      <a:pt x="106066" y="72272"/>
                    </a:lnTo>
                    <a:lnTo>
                      <a:pt x="115627" y="67238"/>
                    </a:lnTo>
                    <a:lnTo>
                      <a:pt x="115611" y="67205"/>
                    </a:lnTo>
                    <a:cubicBezTo>
                      <a:pt x="118211" y="65838"/>
                      <a:pt x="120000" y="63144"/>
                      <a:pt x="120000" y="60000"/>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grpSp>
        <p:grpSp>
          <p:nvGrpSpPr>
            <p:cNvPr id="170" name="Google Shape;170;p73"/>
            <p:cNvGrpSpPr/>
            <p:nvPr/>
          </p:nvGrpSpPr>
          <p:grpSpPr>
            <a:xfrm>
              <a:off x="5818896" y="4108937"/>
              <a:ext cx="1334627" cy="1571204"/>
              <a:chOff x="5818896" y="4108937"/>
              <a:chExt cx="1334627" cy="1571204"/>
            </a:xfrm>
          </p:grpSpPr>
          <p:sp>
            <p:nvSpPr>
              <p:cNvPr id="171" name="Google Shape;171;p73"/>
              <p:cNvSpPr/>
              <p:nvPr/>
            </p:nvSpPr>
            <p:spPr>
              <a:xfrm>
                <a:off x="5818896" y="4108937"/>
                <a:ext cx="1334627" cy="1571204"/>
              </a:xfrm>
              <a:custGeom>
                <a:avLst/>
                <a:gdLst/>
                <a:ahLst/>
                <a:cxnLst/>
                <a:rect l="l" t="t" r="r" b="b"/>
                <a:pathLst>
                  <a:path w="120000" h="120000" extrusionOk="0">
                    <a:moveTo>
                      <a:pt x="16623" y="39044"/>
                    </a:moveTo>
                    <a:cubicBezTo>
                      <a:pt x="14009" y="39044"/>
                      <a:pt x="10797" y="37472"/>
                      <a:pt x="9490" y="35544"/>
                    </a:cubicBezTo>
                    <a:lnTo>
                      <a:pt x="977" y="23022"/>
                    </a:lnTo>
                    <a:cubicBezTo>
                      <a:pt x="-329" y="21094"/>
                      <a:pt x="-329" y="17950"/>
                      <a:pt x="977" y="16022"/>
                    </a:cubicBezTo>
                    <a:lnTo>
                      <a:pt x="9490" y="3500"/>
                    </a:lnTo>
                    <a:cubicBezTo>
                      <a:pt x="10797" y="1572"/>
                      <a:pt x="14009" y="0"/>
                      <a:pt x="16628" y="0"/>
                    </a:cubicBezTo>
                    <a:lnTo>
                      <a:pt x="33648" y="0"/>
                    </a:lnTo>
                    <a:cubicBezTo>
                      <a:pt x="36268" y="0"/>
                      <a:pt x="39480" y="1572"/>
                      <a:pt x="40787" y="3500"/>
                    </a:cubicBezTo>
                    <a:lnTo>
                      <a:pt x="49300" y="16022"/>
                    </a:lnTo>
                    <a:cubicBezTo>
                      <a:pt x="50607" y="17944"/>
                      <a:pt x="50607" y="21094"/>
                      <a:pt x="49300" y="23022"/>
                    </a:cubicBezTo>
                    <a:lnTo>
                      <a:pt x="44546" y="30011"/>
                    </a:lnTo>
                    <a:cubicBezTo>
                      <a:pt x="43239" y="31933"/>
                      <a:pt x="43239" y="35083"/>
                      <a:pt x="44552" y="37005"/>
                    </a:cubicBezTo>
                    <a:lnTo>
                      <a:pt x="45502" y="38411"/>
                    </a:lnTo>
                    <a:cubicBezTo>
                      <a:pt x="46809" y="40333"/>
                      <a:pt x="50020" y="41911"/>
                      <a:pt x="52640" y="41911"/>
                    </a:cubicBezTo>
                    <a:lnTo>
                      <a:pt x="90099" y="41911"/>
                    </a:lnTo>
                    <a:cubicBezTo>
                      <a:pt x="92713" y="41911"/>
                      <a:pt x="95925" y="43483"/>
                      <a:pt x="97232" y="45411"/>
                    </a:cubicBezTo>
                    <a:lnTo>
                      <a:pt x="119016" y="77455"/>
                    </a:lnTo>
                    <a:cubicBezTo>
                      <a:pt x="120323" y="79377"/>
                      <a:pt x="120323" y="82527"/>
                      <a:pt x="119016" y="84455"/>
                    </a:cubicBezTo>
                    <a:lnTo>
                      <a:pt x="97232" y="116500"/>
                    </a:lnTo>
                    <a:cubicBezTo>
                      <a:pt x="95925" y="118427"/>
                      <a:pt x="92713" y="120000"/>
                      <a:pt x="90099" y="120000"/>
                    </a:cubicBezTo>
                    <a:lnTo>
                      <a:pt x="46535" y="120000"/>
                    </a:lnTo>
                    <a:cubicBezTo>
                      <a:pt x="43921" y="120000"/>
                      <a:pt x="40709" y="118427"/>
                      <a:pt x="39402" y="116500"/>
                    </a:cubicBezTo>
                    <a:lnTo>
                      <a:pt x="17617" y="84455"/>
                    </a:lnTo>
                    <a:cubicBezTo>
                      <a:pt x="16310" y="82527"/>
                      <a:pt x="16310" y="79377"/>
                      <a:pt x="17617" y="77455"/>
                    </a:cubicBezTo>
                    <a:lnTo>
                      <a:pt x="36346" y="49900"/>
                    </a:lnTo>
                    <a:cubicBezTo>
                      <a:pt x="37659" y="47972"/>
                      <a:pt x="37659" y="44822"/>
                      <a:pt x="36346" y="42900"/>
                    </a:cubicBezTo>
                    <a:lnTo>
                      <a:pt x="36106" y="42544"/>
                    </a:lnTo>
                    <a:cubicBezTo>
                      <a:pt x="34799" y="40622"/>
                      <a:pt x="31587" y="39044"/>
                      <a:pt x="28973" y="39044"/>
                    </a:cubicBezTo>
                    <a:cubicBezTo>
                      <a:pt x="28973" y="39044"/>
                      <a:pt x="16623" y="39044"/>
                      <a:pt x="16623" y="39044"/>
                    </a:cubicBezTo>
                    <a:close/>
                  </a:path>
                </a:pathLst>
              </a:custGeom>
              <a:solidFill>
                <a:schemeClr val="accent4"/>
              </a:solidFill>
              <a:ln>
                <a:noFill/>
              </a:ln>
            </p:spPr>
            <p:txBody>
              <a:bodyPr spcFirstLastPara="1" wrap="square" lIns="38100" tIns="38100" rIns="38100" bIns="381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72" name="Google Shape;172;p73"/>
              <p:cNvSpPr/>
              <p:nvPr/>
            </p:nvSpPr>
            <p:spPr>
              <a:xfrm>
                <a:off x="6437037" y="5073971"/>
                <a:ext cx="279327" cy="228540"/>
              </a:xfrm>
              <a:custGeom>
                <a:avLst/>
                <a:gdLst/>
                <a:ahLst/>
                <a:cxnLst/>
                <a:rect l="l" t="t" r="r" b="b"/>
                <a:pathLst>
                  <a:path w="120000" h="120000" extrusionOk="0">
                    <a:moveTo>
                      <a:pt x="114544" y="53333"/>
                    </a:moveTo>
                    <a:lnTo>
                      <a:pt x="98183" y="53333"/>
                    </a:lnTo>
                    <a:lnTo>
                      <a:pt x="98183" y="46666"/>
                    </a:lnTo>
                    <a:cubicBezTo>
                      <a:pt x="98183" y="42988"/>
                      <a:pt x="95738" y="40000"/>
                      <a:pt x="92727" y="40000"/>
                    </a:cubicBezTo>
                    <a:lnTo>
                      <a:pt x="81816" y="40000"/>
                    </a:lnTo>
                    <a:cubicBezTo>
                      <a:pt x="78811" y="40000"/>
                      <a:pt x="76361" y="42988"/>
                      <a:pt x="76361" y="46666"/>
                    </a:cubicBezTo>
                    <a:lnTo>
                      <a:pt x="76361" y="53333"/>
                    </a:lnTo>
                    <a:lnTo>
                      <a:pt x="43638" y="53333"/>
                    </a:lnTo>
                    <a:lnTo>
                      <a:pt x="43638" y="46666"/>
                    </a:lnTo>
                    <a:cubicBezTo>
                      <a:pt x="43638" y="42988"/>
                      <a:pt x="41188" y="40000"/>
                      <a:pt x="38183" y="40000"/>
                    </a:cubicBezTo>
                    <a:lnTo>
                      <a:pt x="27272" y="40000"/>
                    </a:lnTo>
                    <a:cubicBezTo>
                      <a:pt x="24261" y="40000"/>
                      <a:pt x="21816" y="42988"/>
                      <a:pt x="21816" y="46666"/>
                    </a:cubicBezTo>
                    <a:lnTo>
                      <a:pt x="21816" y="53333"/>
                    </a:lnTo>
                    <a:lnTo>
                      <a:pt x="5455" y="53333"/>
                    </a:lnTo>
                    <a:lnTo>
                      <a:pt x="5455" y="20005"/>
                    </a:lnTo>
                    <a:lnTo>
                      <a:pt x="114544" y="20005"/>
                    </a:lnTo>
                    <a:cubicBezTo>
                      <a:pt x="114544" y="20005"/>
                      <a:pt x="114544" y="53333"/>
                      <a:pt x="114544" y="53333"/>
                    </a:cubicBezTo>
                    <a:close/>
                    <a:moveTo>
                      <a:pt x="81816" y="46666"/>
                    </a:moveTo>
                    <a:lnTo>
                      <a:pt x="92727" y="46666"/>
                    </a:lnTo>
                    <a:lnTo>
                      <a:pt x="92727" y="66672"/>
                    </a:lnTo>
                    <a:lnTo>
                      <a:pt x="81816" y="66672"/>
                    </a:lnTo>
                    <a:cubicBezTo>
                      <a:pt x="81816" y="66672"/>
                      <a:pt x="81816" y="46666"/>
                      <a:pt x="81816" y="46666"/>
                    </a:cubicBezTo>
                    <a:close/>
                    <a:moveTo>
                      <a:pt x="27272" y="46666"/>
                    </a:moveTo>
                    <a:lnTo>
                      <a:pt x="38183" y="46666"/>
                    </a:lnTo>
                    <a:lnTo>
                      <a:pt x="38183" y="66672"/>
                    </a:lnTo>
                    <a:lnTo>
                      <a:pt x="27272" y="66672"/>
                    </a:lnTo>
                    <a:cubicBezTo>
                      <a:pt x="27272" y="66672"/>
                      <a:pt x="27272" y="46666"/>
                      <a:pt x="27272" y="46666"/>
                    </a:cubicBezTo>
                    <a:close/>
                    <a:moveTo>
                      <a:pt x="109088" y="113333"/>
                    </a:moveTo>
                    <a:lnTo>
                      <a:pt x="10911" y="113333"/>
                    </a:lnTo>
                    <a:lnTo>
                      <a:pt x="10911" y="60000"/>
                    </a:lnTo>
                    <a:lnTo>
                      <a:pt x="21816" y="60000"/>
                    </a:lnTo>
                    <a:lnTo>
                      <a:pt x="21816" y="66672"/>
                    </a:lnTo>
                    <a:cubicBezTo>
                      <a:pt x="21816" y="70344"/>
                      <a:pt x="24261" y="73333"/>
                      <a:pt x="27272" y="73333"/>
                    </a:cubicBezTo>
                    <a:lnTo>
                      <a:pt x="38183" y="73333"/>
                    </a:lnTo>
                    <a:cubicBezTo>
                      <a:pt x="41188" y="73333"/>
                      <a:pt x="43638" y="70344"/>
                      <a:pt x="43638" y="66672"/>
                    </a:cubicBezTo>
                    <a:lnTo>
                      <a:pt x="43638" y="60000"/>
                    </a:lnTo>
                    <a:lnTo>
                      <a:pt x="76361" y="60000"/>
                    </a:lnTo>
                    <a:lnTo>
                      <a:pt x="76361" y="66672"/>
                    </a:lnTo>
                    <a:cubicBezTo>
                      <a:pt x="76361" y="70344"/>
                      <a:pt x="78811" y="73333"/>
                      <a:pt x="81816" y="73333"/>
                    </a:cubicBezTo>
                    <a:lnTo>
                      <a:pt x="92727" y="73333"/>
                    </a:lnTo>
                    <a:cubicBezTo>
                      <a:pt x="95738" y="73333"/>
                      <a:pt x="98183" y="70344"/>
                      <a:pt x="98183" y="66672"/>
                    </a:cubicBezTo>
                    <a:lnTo>
                      <a:pt x="98183" y="60000"/>
                    </a:lnTo>
                    <a:lnTo>
                      <a:pt x="109088" y="60000"/>
                    </a:lnTo>
                    <a:cubicBezTo>
                      <a:pt x="109088" y="60000"/>
                      <a:pt x="109088" y="113333"/>
                      <a:pt x="109088" y="113333"/>
                    </a:cubicBezTo>
                    <a:close/>
                    <a:moveTo>
                      <a:pt x="49088" y="6666"/>
                    </a:moveTo>
                    <a:lnTo>
                      <a:pt x="70911" y="6666"/>
                    </a:lnTo>
                    <a:cubicBezTo>
                      <a:pt x="73916" y="6666"/>
                      <a:pt x="76361" y="9655"/>
                      <a:pt x="76361" y="13333"/>
                    </a:cubicBezTo>
                    <a:lnTo>
                      <a:pt x="43638" y="13333"/>
                    </a:lnTo>
                    <a:cubicBezTo>
                      <a:pt x="43638" y="9655"/>
                      <a:pt x="46083" y="6666"/>
                      <a:pt x="49088" y="6666"/>
                    </a:cubicBezTo>
                    <a:moveTo>
                      <a:pt x="114544" y="13333"/>
                    </a:moveTo>
                    <a:lnTo>
                      <a:pt x="81816" y="13333"/>
                    </a:lnTo>
                    <a:cubicBezTo>
                      <a:pt x="81816" y="5972"/>
                      <a:pt x="76933" y="0"/>
                      <a:pt x="70911" y="0"/>
                    </a:cubicBezTo>
                    <a:lnTo>
                      <a:pt x="49088" y="0"/>
                    </a:lnTo>
                    <a:cubicBezTo>
                      <a:pt x="43066" y="0"/>
                      <a:pt x="38183" y="5972"/>
                      <a:pt x="38183" y="13333"/>
                    </a:cubicBezTo>
                    <a:lnTo>
                      <a:pt x="5455" y="13333"/>
                    </a:lnTo>
                    <a:cubicBezTo>
                      <a:pt x="2444" y="13333"/>
                      <a:pt x="0" y="16322"/>
                      <a:pt x="0" y="20005"/>
                    </a:cubicBezTo>
                    <a:lnTo>
                      <a:pt x="0" y="53333"/>
                    </a:lnTo>
                    <a:cubicBezTo>
                      <a:pt x="0" y="57011"/>
                      <a:pt x="2444" y="60000"/>
                      <a:pt x="5455" y="60000"/>
                    </a:cubicBezTo>
                    <a:lnTo>
                      <a:pt x="5455" y="113333"/>
                    </a:lnTo>
                    <a:cubicBezTo>
                      <a:pt x="5455" y="117011"/>
                      <a:pt x="7900" y="120000"/>
                      <a:pt x="10911" y="120000"/>
                    </a:cubicBezTo>
                    <a:lnTo>
                      <a:pt x="109088" y="120000"/>
                    </a:lnTo>
                    <a:cubicBezTo>
                      <a:pt x="112100" y="120000"/>
                      <a:pt x="114544" y="117011"/>
                      <a:pt x="114544" y="113333"/>
                    </a:cubicBezTo>
                    <a:lnTo>
                      <a:pt x="114544" y="60000"/>
                    </a:lnTo>
                    <a:cubicBezTo>
                      <a:pt x="117555" y="60000"/>
                      <a:pt x="120000" y="57011"/>
                      <a:pt x="120000" y="53333"/>
                    </a:cubicBezTo>
                    <a:lnTo>
                      <a:pt x="120000" y="20005"/>
                    </a:lnTo>
                    <a:cubicBezTo>
                      <a:pt x="120000" y="16322"/>
                      <a:pt x="117555" y="13333"/>
                      <a:pt x="114544" y="13333"/>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grpSp>
        <p:grpSp>
          <p:nvGrpSpPr>
            <p:cNvPr id="173" name="Google Shape;173;p73"/>
            <p:cNvGrpSpPr/>
            <p:nvPr/>
          </p:nvGrpSpPr>
          <p:grpSpPr>
            <a:xfrm>
              <a:off x="4522146" y="3789737"/>
              <a:ext cx="1310882" cy="1584928"/>
              <a:chOff x="4522146" y="3789737"/>
              <a:chExt cx="1310882" cy="1584928"/>
            </a:xfrm>
          </p:grpSpPr>
          <p:sp>
            <p:nvSpPr>
              <p:cNvPr id="174" name="Google Shape;174;p73"/>
              <p:cNvSpPr/>
              <p:nvPr/>
            </p:nvSpPr>
            <p:spPr>
              <a:xfrm>
                <a:off x="4522146" y="3789737"/>
                <a:ext cx="1310882" cy="1584928"/>
              </a:xfrm>
              <a:custGeom>
                <a:avLst/>
                <a:gdLst/>
                <a:ahLst/>
                <a:cxnLst/>
                <a:rect l="l" t="t" r="r" b="b"/>
                <a:pathLst>
                  <a:path w="120000" h="120000" extrusionOk="0">
                    <a:moveTo>
                      <a:pt x="69801" y="22822"/>
                    </a:moveTo>
                    <a:cubicBezTo>
                      <a:pt x="68471" y="20916"/>
                      <a:pt x="68471" y="17794"/>
                      <a:pt x="69801" y="15883"/>
                    </a:cubicBezTo>
                    <a:lnTo>
                      <a:pt x="78465" y="3466"/>
                    </a:lnTo>
                    <a:cubicBezTo>
                      <a:pt x="79800" y="1561"/>
                      <a:pt x="83068" y="0"/>
                      <a:pt x="85733" y="0"/>
                    </a:cubicBezTo>
                    <a:lnTo>
                      <a:pt x="103067" y="0"/>
                    </a:lnTo>
                    <a:cubicBezTo>
                      <a:pt x="105732" y="0"/>
                      <a:pt x="109000" y="1561"/>
                      <a:pt x="110330" y="3466"/>
                    </a:cubicBezTo>
                    <a:lnTo>
                      <a:pt x="119000" y="15883"/>
                    </a:lnTo>
                    <a:cubicBezTo>
                      <a:pt x="120329" y="17794"/>
                      <a:pt x="120329" y="20916"/>
                      <a:pt x="119000" y="22822"/>
                    </a:cubicBezTo>
                    <a:lnTo>
                      <a:pt x="110330" y="35238"/>
                    </a:lnTo>
                    <a:cubicBezTo>
                      <a:pt x="109000" y="37144"/>
                      <a:pt x="105732" y="38705"/>
                      <a:pt x="103067" y="38705"/>
                    </a:cubicBezTo>
                    <a:lnTo>
                      <a:pt x="93397" y="38705"/>
                    </a:lnTo>
                    <a:cubicBezTo>
                      <a:pt x="90733" y="38705"/>
                      <a:pt x="87465" y="40266"/>
                      <a:pt x="86130" y="42177"/>
                    </a:cubicBezTo>
                    <a:lnTo>
                      <a:pt x="85163" y="43566"/>
                    </a:lnTo>
                    <a:cubicBezTo>
                      <a:pt x="83828" y="45472"/>
                      <a:pt x="83828" y="48594"/>
                      <a:pt x="85163" y="50505"/>
                    </a:cubicBezTo>
                    <a:lnTo>
                      <a:pt x="104229" y="77822"/>
                    </a:lnTo>
                    <a:cubicBezTo>
                      <a:pt x="105564" y="79733"/>
                      <a:pt x="105564" y="82855"/>
                      <a:pt x="104229" y="84761"/>
                    </a:cubicBezTo>
                    <a:lnTo>
                      <a:pt x="82057" y="116533"/>
                    </a:lnTo>
                    <a:cubicBezTo>
                      <a:pt x="80722" y="118438"/>
                      <a:pt x="77454" y="120000"/>
                      <a:pt x="74789" y="120000"/>
                    </a:cubicBezTo>
                    <a:lnTo>
                      <a:pt x="30439" y="120000"/>
                    </a:lnTo>
                    <a:cubicBezTo>
                      <a:pt x="27775" y="120000"/>
                      <a:pt x="24507" y="118438"/>
                      <a:pt x="23172" y="116527"/>
                    </a:cubicBezTo>
                    <a:lnTo>
                      <a:pt x="994" y="84761"/>
                    </a:lnTo>
                    <a:cubicBezTo>
                      <a:pt x="-335" y="82855"/>
                      <a:pt x="-335" y="79733"/>
                      <a:pt x="994" y="77822"/>
                    </a:cubicBezTo>
                    <a:lnTo>
                      <a:pt x="23172" y="46055"/>
                    </a:lnTo>
                    <a:cubicBezTo>
                      <a:pt x="24507" y="44144"/>
                      <a:pt x="27775" y="42583"/>
                      <a:pt x="30439" y="42583"/>
                    </a:cubicBezTo>
                    <a:lnTo>
                      <a:pt x="68577" y="42583"/>
                    </a:lnTo>
                    <a:cubicBezTo>
                      <a:pt x="71242" y="42583"/>
                      <a:pt x="74510" y="41022"/>
                      <a:pt x="75840" y="39116"/>
                    </a:cubicBezTo>
                    <a:lnTo>
                      <a:pt x="76085" y="38766"/>
                    </a:lnTo>
                    <a:cubicBezTo>
                      <a:pt x="77420" y="36855"/>
                      <a:pt x="77420" y="33733"/>
                      <a:pt x="76085" y="31827"/>
                    </a:cubicBezTo>
                    <a:cubicBezTo>
                      <a:pt x="76085" y="31827"/>
                      <a:pt x="69801" y="22822"/>
                      <a:pt x="69801" y="22822"/>
                    </a:cubicBezTo>
                    <a:close/>
                  </a:path>
                </a:pathLst>
              </a:custGeom>
              <a:solidFill>
                <a:schemeClr val="accent5"/>
              </a:solidFill>
              <a:ln>
                <a:noFill/>
              </a:ln>
            </p:spPr>
            <p:txBody>
              <a:bodyPr spcFirstLastPara="1" wrap="square" lIns="38100" tIns="38100" rIns="38100" bIns="381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75" name="Google Shape;175;p73"/>
              <p:cNvSpPr/>
              <p:nvPr/>
            </p:nvSpPr>
            <p:spPr>
              <a:xfrm>
                <a:off x="4945975" y="4756307"/>
                <a:ext cx="279327" cy="279327"/>
              </a:xfrm>
              <a:custGeom>
                <a:avLst/>
                <a:gdLst/>
                <a:ahLst/>
                <a:cxnLst/>
                <a:rect l="l" t="t" r="r" b="b"/>
                <a:pathLst>
                  <a:path w="120000" h="120000" extrusionOk="0">
                    <a:moveTo>
                      <a:pt x="87272" y="103638"/>
                    </a:moveTo>
                    <a:lnTo>
                      <a:pt x="81816" y="103638"/>
                    </a:lnTo>
                    <a:lnTo>
                      <a:pt x="81816" y="109088"/>
                    </a:lnTo>
                    <a:lnTo>
                      <a:pt x="87272" y="109088"/>
                    </a:lnTo>
                    <a:cubicBezTo>
                      <a:pt x="87272" y="109088"/>
                      <a:pt x="87272" y="103638"/>
                      <a:pt x="87272" y="103638"/>
                    </a:cubicBezTo>
                    <a:close/>
                    <a:moveTo>
                      <a:pt x="87272" y="81816"/>
                    </a:moveTo>
                    <a:lnTo>
                      <a:pt x="81816" y="81816"/>
                    </a:lnTo>
                    <a:lnTo>
                      <a:pt x="81816" y="87272"/>
                    </a:lnTo>
                    <a:lnTo>
                      <a:pt x="87272" y="87272"/>
                    </a:lnTo>
                    <a:cubicBezTo>
                      <a:pt x="87272" y="87272"/>
                      <a:pt x="87272" y="81816"/>
                      <a:pt x="87272" y="81816"/>
                    </a:cubicBezTo>
                    <a:close/>
                    <a:moveTo>
                      <a:pt x="81816" y="60000"/>
                    </a:moveTo>
                    <a:lnTo>
                      <a:pt x="87272" y="60000"/>
                    </a:lnTo>
                    <a:lnTo>
                      <a:pt x="87272" y="54544"/>
                    </a:lnTo>
                    <a:lnTo>
                      <a:pt x="81816" y="54544"/>
                    </a:lnTo>
                    <a:cubicBezTo>
                      <a:pt x="81816" y="54544"/>
                      <a:pt x="81816" y="60000"/>
                      <a:pt x="81816" y="60000"/>
                    </a:cubicBezTo>
                    <a:close/>
                    <a:moveTo>
                      <a:pt x="87272" y="92727"/>
                    </a:moveTo>
                    <a:lnTo>
                      <a:pt x="81816" y="92727"/>
                    </a:lnTo>
                    <a:lnTo>
                      <a:pt x="81816" y="98183"/>
                    </a:lnTo>
                    <a:lnTo>
                      <a:pt x="87272" y="98183"/>
                    </a:lnTo>
                    <a:cubicBezTo>
                      <a:pt x="87272" y="98183"/>
                      <a:pt x="87272" y="92727"/>
                      <a:pt x="87272" y="92727"/>
                    </a:cubicBezTo>
                    <a:close/>
                    <a:moveTo>
                      <a:pt x="81816" y="49088"/>
                    </a:moveTo>
                    <a:lnTo>
                      <a:pt x="87272" y="49088"/>
                    </a:lnTo>
                    <a:lnTo>
                      <a:pt x="87272" y="43638"/>
                    </a:lnTo>
                    <a:lnTo>
                      <a:pt x="81816" y="43638"/>
                    </a:lnTo>
                    <a:cubicBezTo>
                      <a:pt x="81816" y="43638"/>
                      <a:pt x="81816" y="49088"/>
                      <a:pt x="81816" y="49088"/>
                    </a:cubicBezTo>
                    <a:close/>
                    <a:moveTo>
                      <a:pt x="109088" y="0"/>
                    </a:moveTo>
                    <a:lnTo>
                      <a:pt x="32727" y="0"/>
                    </a:lnTo>
                    <a:cubicBezTo>
                      <a:pt x="26700" y="0"/>
                      <a:pt x="21816" y="4883"/>
                      <a:pt x="21816" y="10911"/>
                    </a:cubicBezTo>
                    <a:lnTo>
                      <a:pt x="21816" y="13638"/>
                    </a:lnTo>
                    <a:cubicBezTo>
                      <a:pt x="21816" y="15144"/>
                      <a:pt x="23038" y="16361"/>
                      <a:pt x="24544" y="16361"/>
                    </a:cubicBezTo>
                    <a:cubicBezTo>
                      <a:pt x="26055" y="16361"/>
                      <a:pt x="27272" y="15144"/>
                      <a:pt x="27272" y="13638"/>
                    </a:cubicBezTo>
                    <a:lnTo>
                      <a:pt x="27272" y="10911"/>
                    </a:lnTo>
                    <a:cubicBezTo>
                      <a:pt x="27272" y="7900"/>
                      <a:pt x="29716" y="5455"/>
                      <a:pt x="32727" y="5455"/>
                    </a:cubicBezTo>
                    <a:lnTo>
                      <a:pt x="109088" y="5455"/>
                    </a:lnTo>
                    <a:cubicBezTo>
                      <a:pt x="112100" y="5455"/>
                      <a:pt x="114544" y="7900"/>
                      <a:pt x="114544" y="10911"/>
                    </a:cubicBezTo>
                    <a:lnTo>
                      <a:pt x="114544" y="87272"/>
                    </a:lnTo>
                    <a:cubicBezTo>
                      <a:pt x="114544" y="90283"/>
                      <a:pt x="112100" y="92727"/>
                      <a:pt x="109088" y="92727"/>
                    </a:cubicBezTo>
                    <a:lnTo>
                      <a:pt x="106361" y="92727"/>
                    </a:lnTo>
                    <a:cubicBezTo>
                      <a:pt x="104855" y="92727"/>
                      <a:pt x="103638" y="93950"/>
                      <a:pt x="103638" y="95455"/>
                    </a:cubicBezTo>
                    <a:cubicBezTo>
                      <a:pt x="103638" y="96961"/>
                      <a:pt x="104855" y="98183"/>
                      <a:pt x="106361" y="98183"/>
                    </a:cubicBezTo>
                    <a:lnTo>
                      <a:pt x="109088" y="98183"/>
                    </a:lnTo>
                    <a:cubicBezTo>
                      <a:pt x="115116" y="98183"/>
                      <a:pt x="120000" y="93300"/>
                      <a:pt x="120000" y="87272"/>
                    </a:cubicBezTo>
                    <a:lnTo>
                      <a:pt x="120000" y="10911"/>
                    </a:lnTo>
                    <a:cubicBezTo>
                      <a:pt x="120000" y="4883"/>
                      <a:pt x="115116" y="0"/>
                      <a:pt x="109088" y="0"/>
                    </a:cubicBezTo>
                    <a:moveTo>
                      <a:pt x="81816" y="38183"/>
                    </a:moveTo>
                    <a:lnTo>
                      <a:pt x="87272" y="38183"/>
                    </a:lnTo>
                    <a:lnTo>
                      <a:pt x="87272" y="32727"/>
                    </a:lnTo>
                    <a:lnTo>
                      <a:pt x="81816" y="32727"/>
                    </a:lnTo>
                    <a:cubicBezTo>
                      <a:pt x="81816" y="32727"/>
                      <a:pt x="81816" y="38183"/>
                      <a:pt x="81816" y="38183"/>
                    </a:cubicBezTo>
                    <a:close/>
                    <a:moveTo>
                      <a:pt x="92727" y="68183"/>
                    </a:moveTo>
                    <a:lnTo>
                      <a:pt x="76361" y="68183"/>
                    </a:lnTo>
                    <a:lnTo>
                      <a:pt x="76361" y="27272"/>
                    </a:lnTo>
                    <a:lnTo>
                      <a:pt x="87272" y="27272"/>
                    </a:lnTo>
                    <a:cubicBezTo>
                      <a:pt x="90283" y="27272"/>
                      <a:pt x="92727" y="29716"/>
                      <a:pt x="92727" y="32727"/>
                    </a:cubicBezTo>
                    <a:cubicBezTo>
                      <a:pt x="92727" y="32727"/>
                      <a:pt x="92727" y="68183"/>
                      <a:pt x="92727" y="68183"/>
                    </a:cubicBezTo>
                    <a:close/>
                    <a:moveTo>
                      <a:pt x="92727" y="109088"/>
                    </a:moveTo>
                    <a:cubicBezTo>
                      <a:pt x="92727" y="112100"/>
                      <a:pt x="90283" y="114544"/>
                      <a:pt x="87272" y="114544"/>
                    </a:cubicBezTo>
                    <a:lnTo>
                      <a:pt x="76361" y="114544"/>
                    </a:lnTo>
                    <a:lnTo>
                      <a:pt x="76361" y="73638"/>
                    </a:lnTo>
                    <a:lnTo>
                      <a:pt x="92727" y="73638"/>
                    </a:lnTo>
                    <a:cubicBezTo>
                      <a:pt x="92727" y="73638"/>
                      <a:pt x="92727" y="109088"/>
                      <a:pt x="92727" y="109088"/>
                    </a:cubicBezTo>
                    <a:close/>
                    <a:moveTo>
                      <a:pt x="70911" y="68183"/>
                    </a:moveTo>
                    <a:lnTo>
                      <a:pt x="27272" y="68183"/>
                    </a:lnTo>
                    <a:lnTo>
                      <a:pt x="27272" y="27272"/>
                    </a:lnTo>
                    <a:lnTo>
                      <a:pt x="70911" y="27272"/>
                    </a:lnTo>
                    <a:cubicBezTo>
                      <a:pt x="70911" y="27272"/>
                      <a:pt x="70911" y="68183"/>
                      <a:pt x="70911" y="68183"/>
                    </a:cubicBezTo>
                    <a:close/>
                    <a:moveTo>
                      <a:pt x="70911" y="114544"/>
                    </a:moveTo>
                    <a:lnTo>
                      <a:pt x="27272" y="114544"/>
                    </a:lnTo>
                    <a:lnTo>
                      <a:pt x="27272" y="73638"/>
                    </a:lnTo>
                    <a:lnTo>
                      <a:pt x="70911" y="73638"/>
                    </a:lnTo>
                    <a:cubicBezTo>
                      <a:pt x="70911" y="73638"/>
                      <a:pt x="70911" y="114544"/>
                      <a:pt x="70911" y="114544"/>
                    </a:cubicBezTo>
                    <a:close/>
                    <a:moveTo>
                      <a:pt x="21816" y="68183"/>
                    </a:moveTo>
                    <a:lnTo>
                      <a:pt x="5455" y="68183"/>
                    </a:lnTo>
                    <a:lnTo>
                      <a:pt x="5455" y="32727"/>
                    </a:lnTo>
                    <a:cubicBezTo>
                      <a:pt x="5455" y="29716"/>
                      <a:pt x="7900" y="27272"/>
                      <a:pt x="10911" y="27272"/>
                    </a:cubicBezTo>
                    <a:lnTo>
                      <a:pt x="21816" y="27272"/>
                    </a:lnTo>
                    <a:cubicBezTo>
                      <a:pt x="21816" y="27272"/>
                      <a:pt x="21816" y="68183"/>
                      <a:pt x="21816" y="68183"/>
                    </a:cubicBezTo>
                    <a:close/>
                    <a:moveTo>
                      <a:pt x="21816" y="114544"/>
                    </a:moveTo>
                    <a:lnTo>
                      <a:pt x="10911" y="114544"/>
                    </a:lnTo>
                    <a:cubicBezTo>
                      <a:pt x="7900" y="114544"/>
                      <a:pt x="5455" y="112100"/>
                      <a:pt x="5455" y="109088"/>
                    </a:cubicBezTo>
                    <a:lnTo>
                      <a:pt x="5455" y="73638"/>
                    </a:lnTo>
                    <a:lnTo>
                      <a:pt x="21816" y="73638"/>
                    </a:lnTo>
                    <a:cubicBezTo>
                      <a:pt x="21816" y="73638"/>
                      <a:pt x="21816" y="114544"/>
                      <a:pt x="21816" y="114544"/>
                    </a:cubicBezTo>
                    <a:close/>
                    <a:moveTo>
                      <a:pt x="87272" y="21816"/>
                    </a:moveTo>
                    <a:lnTo>
                      <a:pt x="10911" y="21816"/>
                    </a:lnTo>
                    <a:cubicBezTo>
                      <a:pt x="4883" y="21816"/>
                      <a:pt x="0" y="26700"/>
                      <a:pt x="0" y="32727"/>
                    </a:cubicBezTo>
                    <a:lnTo>
                      <a:pt x="0" y="109088"/>
                    </a:lnTo>
                    <a:cubicBezTo>
                      <a:pt x="0" y="115116"/>
                      <a:pt x="4883" y="120000"/>
                      <a:pt x="10911" y="120000"/>
                    </a:cubicBezTo>
                    <a:lnTo>
                      <a:pt x="87272" y="120000"/>
                    </a:lnTo>
                    <a:cubicBezTo>
                      <a:pt x="93300" y="120000"/>
                      <a:pt x="98183" y="115116"/>
                      <a:pt x="98183" y="109088"/>
                    </a:cubicBezTo>
                    <a:lnTo>
                      <a:pt x="98183" y="32727"/>
                    </a:lnTo>
                    <a:cubicBezTo>
                      <a:pt x="98183" y="26700"/>
                      <a:pt x="93300" y="21816"/>
                      <a:pt x="87272" y="21816"/>
                    </a:cubicBezTo>
                    <a:moveTo>
                      <a:pt x="10911" y="49088"/>
                    </a:moveTo>
                    <a:lnTo>
                      <a:pt x="16361" y="49088"/>
                    </a:lnTo>
                    <a:lnTo>
                      <a:pt x="16361" y="43638"/>
                    </a:lnTo>
                    <a:lnTo>
                      <a:pt x="10911" y="43638"/>
                    </a:lnTo>
                    <a:cubicBezTo>
                      <a:pt x="10911" y="43638"/>
                      <a:pt x="10911" y="49088"/>
                      <a:pt x="10911" y="49088"/>
                    </a:cubicBezTo>
                    <a:close/>
                    <a:moveTo>
                      <a:pt x="10911" y="60000"/>
                    </a:moveTo>
                    <a:lnTo>
                      <a:pt x="16361" y="60000"/>
                    </a:lnTo>
                    <a:lnTo>
                      <a:pt x="16361" y="54544"/>
                    </a:lnTo>
                    <a:lnTo>
                      <a:pt x="10911" y="54544"/>
                    </a:lnTo>
                    <a:cubicBezTo>
                      <a:pt x="10911" y="54544"/>
                      <a:pt x="10911" y="60000"/>
                      <a:pt x="10911" y="60000"/>
                    </a:cubicBezTo>
                    <a:close/>
                    <a:moveTo>
                      <a:pt x="16361" y="92727"/>
                    </a:moveTo>
                    <a:lnTo>
                      <a:pt x="10911" y="92727"/>
                    </a:lnTo>
                    <a:lnTo>
                      <a:pt x="10911" y="98183"/>
                    </a:lnTo>
                    <a:lnTo>
                      <a:pt x="16361" y="98183"/>
                    </a:lnTo>
                    <a:cubicBezTo>
                      <a:pt x="16361" y="98183"/>
                      <a:pt x="16361" y="92727"/>
                      <a:pt x="16361" y="92727"/>
                    </a:cubicBezTo>
                    <a:close/>
                    <a:moveTo>
                      <a:pt x="10911" y="38183"/>
                    </a:moveTo>
                    <a:lnTo>
                      <a:pt x="16361" y="38183"/>
                    </a:lnTo>
                    <a:lnTo>
                      <a:pt x="16361" y="32727"/>
                    </a:lnTo>
                    <a:lnTo>
                      <a:pt x="10911" y="32727"/>
                    </a:lnTo>
                    <a:cubicBezTo>
                      <a:pt x="10911" y="32727"/>
                      <a:pt x="10911" y="38183"/>
                      <a:pt x="10911" y="38183"/>
                    </a:cubicBezTo>
                    <a:close/>
                    <a:moveTo>
                      <a:pt x="16361" y="81816"/>
                    </a:moveTo>
                    <a:lnTo>
                      <a:pt x="10911" y="81816"/>
                    </a:lnTo>
                    <a:lnTo>
                      <a:pt x="10911" y="87272"/>
                    </a:lnTo>
                    <a:lnTo>
                      <a:pt x="16361" y="87272"/>
                    </a:lnTo>
                    <a:cubicBezTo>
                      <a:pt x="16361" y="87272"/>
                      <a:pt x="16361" y="81816"/>
                      <a:pt x="16361" y="81816"/>
                    </a:cubicBezTo>
                    <a:close/>
                    <a:moveTo>
                      <a:pt x="16361" y="103638"/>
                    </a:moveTo>
                    <a:lnTo>
                      <a:pt x="10911" y="103638"/>
                    </a:lnTo>
                    <a:lnTo>
                      <a:pt x="10911" y="109088"/>
                    </a:lnTo>
                    <a:lnTo>
                      <a:pt x="16361" y="109088"/>
                    </a:lnTo>
                    <a:cubicBezTo>
                      <a:pt x="16361" y="109088"/>
                      <a:pt x="16361" y="103638"/>
                      <a:pt x="16361" y="103638"/>
                    </a:cubicBezTo>
                    <a:close/>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grpSp>
      </p:grpSp>
      <p:sp>
        <p:nvSpPr>
          <p:cNvPr id="176" name="Google Shape;176;p73"/>
          <p:cNvSpPr/>
          <p:nvPr/>
        </p:nvSpPr>
        <p:spPr>
          <a:xfrm>
            <a:off x="5052391" y="4046114"/>
            <a:ext cx="279327" cy="279327"/>
          </a:xfrm>
          <a:custGeom>
            <a:avLst/>
            <a:gdLst/>
            <a:ahLst/>
            <a:cxnLst/>
            <a:rect l="l" t="t" r="r" b="b"/>
            <a:pathLst>
              <a:path w="120000" h="120000" extrusionOk="0">
                <a:moveTo>
                  <a:pt x="97116" y="71977"/>
                </a:moveTo>
                <a:cubicBezTo>
                  <a:pt x="94833" y="68100"/>
                  <a:pt x="92088" y="64072"/>
                  <a:pt x="88950" y="59972"/>
                </a:cubicBezTo>
                <a:cubicBezTo>
                  <a:pt x="92072" y="55905"/>
                  <a:pt x="94844" y="51883"/>
                  <a:pt x="97116" y="48022"/>
                </a:cubicBezTo>
                <a:cubicBezTo>
                  <a:pt x="107833" y="51005"/>
                  <a:pt x="114544" y="55266"/>
                  <a:pt x="114544" y="60000"/>
                </a:cubicBezTo>
                <a:cubicBezTo>
                  <a:pt x="114544" y="64733"/>
                  <a:pt x="107833" y="68994"/>
                  <a:pt x="97116" y="71977"/>
                </a:cubicBezTo>
                <a:moveTo>
                  <a:pt x="98566" y="98572"/>
                </a:moveTo>
                <a:cubicBezTo>
                  <a:pt x="95222" y="101916"/>
                  <a:pt x="87444" y="100155"/>
                  <a:pt x="77755" y="94694"/>
                </a:cubicBezTo>
                <a:cubicBezTo>
                  <a:pt x="78877" y="90338"/>
                  <a:pt x="79805" y="85588"/>
                  <a:pt x="80483" y="80488"/>
                </a:cubicBezTo>
                <a:cubicBezTo>
                  <a:pt x="85583" y="79811"/>
                  <a:pt x="90338" y="78877"/>
                  <a:pt x="94688" y="77755"/>
                </a:cubicBezTo>
                <a:cubicBezTo>
                  <a:pt x="100155" y="87444"/>
                  <a:pt x="101916" y="95222"/>
                  <a:pt x="98566" y="98572"/>
                </a:cubicBezTo>
                <a:moveTo>
                  <a:pt x="85577" y="64227"/>
                </a:moveTo>
                <a:cubicBezTo>
                  <a:pt x="87983" y="67327"/>
                  <a:pt x="90105" y="70344"/>
                  <a:pt x="91966" y="73250"/>
                </a:cubicBezTo>
                <a:cubicBezTo>
                  <a:pt x="88611" y="73983"/>
                  <a:pt x="84972" y="74605"/>
                  <a:pt x="81094" y="75094"/>
                </a:cubicBezTo>
                <a:cubicBezTo>
                  <a:pt x="81283" y="73083"/>
                  <a:pt x="81416" y="71022"/>
                  <a:pt x="81538" y="68938"/>
                </a:cubicBezTo>
                <a:cubicBezTo>
                  <a:pt x="82944" y="67372"/>
                  <a:pt x="84277" y="65800"/>
                  <a:pt x="85577" y="64227"/>
                </a:cubicBezTo>
                <a:moveTo>
                  <a:pt x="85566" y="55733"/>
                </a:moveTo>
                <a:cubicBezTo>
                  <a:pt x="84277" y="54177"/>
                  <a:pt x="82933" y="52616"/>
                  <a:pt x="81538" y="51061"/>
                </a:cubicBezTo>
                <a:cubicBezTo>
                  <a:pt x="81416" y="48983"/>
                  <a:pt x="81283" y="46916"/>
                  <a:pt x="81094" y="44911"/>
                </a:cubicBezTo>
                <a:cubicBezTo>
                  <a:pt x="84972" y="45394"/>
                  <a:pt x="88611" y="46016"/>
                  <a:pt x="91966" y="46750"/>
                </a:cubicBezTo>
                <a:cubicBezTo>
                  <a:pt x="90116" y="49638"/>
                  <a:pt x="87955" y="52655"/>
                  <a:pt x="85566" y="55733"/>
                </a:cubicBezTo>
                <a:moveTo>
                  <a:pt x="98566" y="21427"/>
                </a:moveTo>
                <a:cubicBezTo>
                  <a:pt x="101916" y="24777"/>
                  <a:pt x="100155" y="32555"/>
                  <a:pt x="94688" y="42244"/>
                </a:cubicBezTo>
                <a:cubicBezTo>
                  <a:pt x="90338" y="41122"/>
                  <a:pt x="85583" y="40188"/>
                  <a:pt x="80483" y="39511"/>
                </a:cubicBezTo>
                <a:cubicBezTo>
                  <a:pt x="79805" y="34411"/>
                  <a:pt x="78877" y="29661"/>
                  <a:pt x="77755" y="25305"/>
                </a:cubicBezTo>
                <a:cubicBezTo>
                  <a:pt x="87444" y="19844"/>
                  <a:pt x="95222" y="18083"/>
                  <a:pt x="98566" y="21427"/>
                </a:cubicBezTo>
                <a:moveTo>
                  <a:pt x="76211" y="66733"/>
                </a:moveTo>
                <a:cubicBezTo>
                  <a:pt x="74711" y="68350"/>
                  <a:pt x="73177" y="69961"/>
                  <a:pt x="71566" y="71572"/>
                </a:cubicBezTo>
                <a:cubicBezTo>
                  <a:pt x="69961" y="73177"/>
                  <a:pt x="68350" y="74716"/>
                  <a:pt x="66733" y="76216"/>
                </a:cubicBezTo>
                <a:cubicBezTo>
                  <a:pt x="64522" y="76294"/>
                  <a:pt x="62288" y="76361"/>
                  <a:pt x="60000" y="76361"/>
                </a:cubicBezTo>
                <a:cubicBezTo>
                  <a:pt x="57705" y="76361"/>
                  <a:pt x="55472" y="76294"/>
                  <a:pt x="53261" y="76216"/>
                </a:cubicBezTo>
                <a:cubicBezTo>
                  <a:pt x="51650" y="74716"/>
                  <a:pt x="50033" y="73177"/>
                  <a:pt x="48427" y="71572"/>
                </a:cubicBezTo>
                <a:cubicBezTo>
                  <a:pt x="46822" y="69961"/>
                  <a:pt x="45288" y="68350"/>
                  <a:pt x="43783" y="66733"/>
                </a:cubicBezTo>
                <a:cubicBezTo>
                  <a:pt x="43700" y="64522"/>
                  <a:pt x="43638" y="62288"/>
                  <a:pt x="43638" y="60000"/>
                </a:cubicBezTo>
                <a:cubicBezTo>
                  <a:pt x="43638" y="57711"/>
                  <a:pt x="43700" y="55477"/>
                  <a:pt x="43783" y="53261"/>
                </a:cubicBezTo>
                <a:cubicBezTo>
                  <a:pt x="45288" y="51650"/>
                  <a:pt x="46822" y="50038"/>
                  <a:pt x="48427" y="48427"/>
                </a:cubicBezTo>
                <a:cubicBezTo>
                  <a:pt x="50033" y="46822"/>
                  <a:pt x="51650" y="45283"/>
                  <a:pt x="53261" y="43783"/>
                </a:cubicBezTo>
                <a:cubicBezTo>
                  <a:pt x="55472" y="43705"/>
                  <a:pt x="57705" y="43638"/>
                  <a:pt x="60000" y="43638"/>
                </a:cubicBezTo>
                <a:cubicBezTo>
                  <a:pt x="62288" y="43638"/>
                  <a:pt x="64522" y="43705"/>
                  <a:pt x="66733" y="43783"/>
                </a:cubicBezTo>
                <a:cubicBezTo>
                  <a:pt x="68350" y="45283"/>
                  <a:pt x="69961" y="46822"/>
                  <a:pt x="71566" y="48427"/>
                </a:cubicBezTo>
                <a:cubicBezTo>
                  <a:pt x="73177" y="50038"/>
                  <a:pt x="74711" y="51650"/>
                  <a:pt x="76211" y="53261"/>
                </a:cubicBezTo>
                <a:cubicBezTo>
                  <a:pt x="76294" y="55477"/>
                  <a:pt x="76361" y="57711"/>
                  <a:pt x="76361" y="60000"/>
                </a:cubicBezTo>
                <a:cubicBezTo>
                  <a:pt x="76361" y="62288"/>
                  <a:pt x="76294" y="64522"/>
                  <a:pt x="76211" y="66733"/>
                </a:cubicBezTo>
                <a:moveTo>
                  <a:pt x="73250" y="91972"/>
                </a:moveTo>
                <a:cubicBezTo>
                  <a:pt x="70344" y="90105"/>
                  <a:pt x="67333" y="87983"/>
                  <a:pt x="64227" y="85577"/>
                </a:cubicBezTo>
                <a:cubicBezTo>
                  <a:pt x="65800" y="84277"/>
                  <a:pt x="67372" y="82950"/>
                  <a:pt x="68938" y="81538"/>
                </a:cubicBezTo>
                <a:cubicBezTo>
                  <a:pt x="71016" y="81416"/>
                  <a:pt x="73083" y="81283"/>
                  <a:pt x="75094" y="81094"/>
                </a:cubicBezTo>
                <a:cubicBezTo>
                  <a:pt x="74605" y="84972"/>
                  <a:pt x="73977" y="88611"/>
                  <a:pt x="73250" y="91972"/>
                </a:cubicBezTo>
                <a:moveTo>
                  <a:pt x="60000" y="114544"/>
                </a:moveTo>
                <a:cubicBezTo>
                  <a:pt x="55266" y="114544"/>
                  <a:pt x="51005" y="107833"/>
                  <a:pt x="48016" y="97116"/>
                </a:cubicBezTo>
                <a:cubicBezTo>
                  <a:pt x="51883" y="94844"/>
                  <a:pt x="55900" y="92072"/>
                  <a:pt x="59972" y="88950"/>
                </a:cubicBezTo>
                <a:cubicBezTo>
                  <a:pt x="64066" y="92088"/>
                  <a:pt x="68100" y="94833"/>
                  <a:pt x="71983" y="97116"/>
                </a:cubicBezTo>
                <a:cubicBezTo>
                  <a:pt x="68994" y="107833"/>
                  <a:pt x="64733" y="114544"/>
                  <a:pt x="60000" y="114544"/>
                </a:cubicBezTo>
                <a:moveTo>
                  <a:pt x="44905" y="81094"/>
                </a:moveTo>
                <a:cubicBezTo>
                  <a:pt x="46916" y="81283"/>
                  <a:pt x="48977" y="81416"/>
                  <a:pt x="51055" y="81538"/>
                </a:cubicBezTo>
                <a:cubicBezTo>
                  <a:pt x="52616" y="82938"/>
                  <a:pt x="54172" y="84277"/>
                  <a:pt x="55733" y="85572"/>
                </a:cubicBezTo>
                <a:cubicBezTo>
                  <a:pt x="52655" y="87955"/>
                  <a:pt x="49638" y="90116"/>
                  <a:pt x="46750" y="91972"/>
                </a:cubicBezTo>
                <a:cubicBezTo>
                  <a:pt x="46016" y="88611"/>
                  <a:pt x="45394" y="84972"/>
                  <a:pt x="44905" y="81094"/>
                </a:cubicBezTo>
                <a:moveTo>
                  <a:pt x="46750" y="28027"/>
                </a:moveTo>
                <a:cubicBezTo>
                  <a:pt x="49655" y="29894"/>
                  <a:pt x="52666" y="32011"/>
                  <a:pt x="55766" y="34422"/>
                </a:cubicBezTo>
                <a:cubicBezTo>
                  <a:pt x="54200" y="35722"/>
                  <a:pt x="52627" y="37055"/>
                  <a:pt x="51055" y="38466"/>
                </a:cubicBezTo>
                <a:cubicBezTo>
                  <a:pt x="48977" y="38583"/>
                  <a:pt x="46916" y="38716"/>
                  <a:pt x="44905" y="38905"/>
                </a:cubicBezTo>
                <a:cubicBezTo>
                  <a:pt x="45394" y="35027"/>
                  <a:pt x="46016" y="31388"/>
                  <a:pt x="46750" y="28027"/>
                </a:cubicBezTo>
                <a:moveTo>
                  <a:pt x="60000" y="5455"/>
                </a:moveTo>
                <a:cubicBezTo>
                  <a:pt x="64733" y="5455"/>
                  <a:pt x="68994" y="12172"/>
                  <a:pt x="71983" y="22883"/>
                </a:cubicBezTo>
                <a:cubicBezTo>
                  <a:pt x="68116" y="25155"/>
                  <a:pt x="64094" y="27927"/>
                  <a:pt x="60022" y="31050"/>
                </a:cubicBezTo>
                <a:cubicBezTo>
                  <a:pt x="55927" y="27911"/>
                  <a:pt x="51894" y="25166"/>
                  <a:pt x="48016" y="22883"/>
                </a:cubicBezTo>
                <a:cubicBezTo>
                  <a:pt x="51005" y="12172"/>
                  <a:pt x="55266" y="5455"/>
                  <a:pt x="60000" y="5455"/>
                </a:cubicBezTo>
                <a:moveTo>
                  <a:pt x="75094" y="38905"/>
                </a:moveTo>
                <a:cubicBezTo>
                  <a:pt x="73083" y="38716"/>
                  <a:pt x="71016" y="38583"/>
                  <a:pt x="68938" y="38466"/>
                </a:cubicBezTo>
                <a:cubicBezTo>
                  <a:pt x="67383" y="37061"/>
                  <a:pt x="65822" y="35722"/>
                  <a:pt x="64266" y="34433"/>
                </a:cubicBezTo>
                <a:cubicBezTo>
                  <a:pt x="67344" y="32044"/>
                  <a:pt x="70361" y="29883"/>
                  <a:pt x="73250" y="28027"/>
                </a:cubicBezTo>
                <a:cubicBezTo>
                  <a:pt x="73977" y="31388"/>
                  <a:pt x="74605" y="35027"/>
                  <a:pt x="75094" y="38905"/>
                </a:cubicBezTo>
                <a:moveTo>
                  <a:pt x="39511" y="39511"/>
                </a:moveTo>
                <a:cubicBezTo>
                  <a:pt x="34411" y="40188"/>
                  <a:pt x="29661" y="41122"/>
                  <a:pt x="25305" y="42244"/>
                </a:cubicBezTo>
                <a:cubicBezTo>
                  <a:pt x="19844" y="32555"/>
                  <a:pt x="18083" y="24777"/>
                  <a:pt x="21433" y="21427"/>
                </a:cubicBezTo>
                <a:cubicBezTo>
                  <a:pt x="24777" y="18083"/>
                  <a:pt x="32555" y="19844"/>
                  <a:pt x="42244" y="25305"/>
                </a:cubicBezTo>
                <a:cubicBezTo>
                  <a:pt x="41122" y="29661"/>
                  <a:pt x="40188" y="34411"/>
                  <a:pt x="39511" y="39511"/>
                </a:cubicBezTo>
                <a:moveTo>
                  <a:pt x="21433" y="98572"/>
                </a:moveTo>
                <a:cubicBezTo>
                  <a:pt x="18083" y="95222"/>
                  <a:pt x="19844" y="87444"/>
                  <a:pt x="25305" y="77755"/>
                </a:cubicBezTo>
                <a:cubicBezTo>
                  <a:pt x="29661" y="78877"/>
                  <a:pt x="34411" y="79811"/>
                  <a:pt x="39511" y="80488"/>
                </a:cubicBezTo>
                <a:cubicBezTo>
                  <a:pt x="40188" y="85588"/>
                  <a:pt x="41122" y="90338"/>
                  <a:pt x="42244" y="94694"/>
                </a:cubicBezTo>
                <a:cubicBezTo>
                  <a:pt x="32555" y="100155"/>
                  <a:pt x="24777" y="101916"/>
                  <a:pt x="21433" y="98572"/>
                </a:cubicBezTo>
                <a:moveTo>
                  <a:pt x="38905" y="75094"/>
                </a:moveTo>
                <a:cubicBezTo>
                  <a:pt x="35027" y="74605"/>
                  <a:pt x="31388" y="73983"/>
                  <a:pt x="28027" y="73250"/>
                </a:cubicBezTo>
                <a:cubicBezTo>
                  <a:pt x="29883" y="70361"/>
                  <a:pt x="32044" y="67344"/>
                  <a:pt x="34427" y="64266"/>
                </a:cubicBezTo>
                <a:cubicBezTo>
                  <a:pt x="35716" y="65822"/>
                  <a:pt x="37061" y="67383"/>
                  <a:pt x="38461" y="68938"/>
                </a:cubicBezTo>
                <a:cubicBezTo>
                  <a:pt x="38577" y="71022"/>
                  <a:pt x="38711" y="73083"/>
                  <a:pt x="38905" y="75094"/>
                </a:cubicBezTo>
                <a:moveTo>
                  <a:pt x="38461" y="51061"/>
                </a:moveTo>
                <a:cubicBezTo>
                  <a:pt x="37050" y="52627"/>
                  <a:pt x="35716" y="54200"/>
                  <a:pt x="34422" y="55772"/>
                </a:cubicBezTo>
                <a:cubicBezTo>
                  <a:pt x="32016" y="52672"/>
                  <a:pt x="29894" y="49655"/>
                  <a:pt x="28027" y="46750"/>
                </a:cubicBezTo>
                <a:cubicBezTo>
                  <a:pt x="31388" y="46016"/>
                  <a:pt x="35027" y="45394"/>
                  <a:pt x="38905" y="44911"/>
                </a:cubicBezTo>
                <a:cubicBezTo>
                  <a:pt x="38711" y="46916"/>
                  <a:pt x="38577" y="48977"/>
                  <a:pt x="38461" y="51061"/>
                </a:cubicBezTo>
                <a:moveTo>
                  <a:pt x="5455" y="60000"/>
                </a:moveTo>
                <a:cubicBezTo>
                  <a:pt x="5455" y="55266"/>
                  <a:pt x="12166" y="51005"/>
                  <a:pt x="22883" y="48022"/>
                </a:cubicBezTo>
                <a:cubicBezTo>
                  <a:pt x="25166" y="51900"/>
                  <a:pt x="27905" y="55927"/>
                  <a:pt x="31044" y="60027"/>
                </a:cubicBezTo>
                <a:cubicBezTo>
                  <a:pt x="27927" y="64094"/>
                  <a:pt x="25155" y="68122"/>
                  <a:pt x="22883" y="71977"/>
                </a:cubicBezTo>
                <a:cubicBezTo>
                  <a:pt x="12166" y="68994"/>
                  <a:pt x="5455" y="64733"/>
                  <a:pt x="5455" y="60000"/>
                </a:cubicBezTo>
                <a:moveTo>
                  <a:pt x="120000" y="60000"/>
                </a:moveTo>
                <a:cubicBezTo>
                  <a:pt x="120000" y="53466"/>
                  <a:pt x="112072" y="47616"/>
                  <a:pt x="99544" y="43627"/>
                </a:cubicBezTo>
                <a:cubicBezTo>
                  <a:pt x="105566" y="31944"/>
                  <a:pt x="107050" y="22194"/>
                  <a:pt x="102427" y="17572"/>
                </a:cubicBezTo>
                <a:cubicBezTo>
                  <a:pt x="97805" y="12955"/>
                  <a:pt x="88055" y="14433"/>
                  <a:pt x="76377" y="20455"/>
                </a:cubicBezTo>
                <a:cubicBezTo>
                  <a:pt x="72383" y="7927"/>
                  <a:pt x="66533" y="0"/>
                  <a:pt x="60000" y="0"/>
                </a:cubicBezTo>
                <a:cubicBezTo>
                  <a:pt x="53461" y="0"/>
                  <a:pt x="47616" y="7927"/>
                  <a:pt x="43622" y="20455"/>
                </a:cubicBezTo>
                <a:cubicBezTo>
                  <a:pt x="31944" y="14433"/>
                  <a:pt x="22194" y="12955"/>
                  <a:pt x="17572" y="17572"/>
                </a:cubicBezTo>
                <a:cubicBezTo>
                  <a:pt x="12950" y="22194"/>
                  <a:pt x="14433" y="31944"/>
                  <a:pt x="20455" y="43627"/>
                </a:cubicBezTo>
                <a:cubicBezTo>
                  <a:pt x="7922" y="47616"/>
                  <a:pt x="0" y="53466"/>
                  <a:pt x="0" y="60000"/>
                </a:cubicBezTo>
                <a:cubicBezTo>
                  <a:pt x="0" y="66533"/>
                  <a:pt x="7922" y="72383"/>
                  <a:pt x="20455" y="76377"/>
                </a:cubicBezTo>
                <a:cubicBezTo>
                  <a:pt x="14433" y="88061"/>
                  <a:pt x="12950" y="97805"/>
                  <a:pt x="17572" y="102427"/>
                </a:cubicBezTo>
                <a:cubicBezTo>
                  <a:pt x="22194" y="107044"/>
                  <a:pt x="31944" y="105566"/>
                  <a:pt x="43622" y="99544"/>
                </a:cubicBezTo>
                <a:cubicBezTo>
                  <a:pt x="47616" y="112072"/>
                  <a:pt x="53461" y="120000"/>
                  <a:pt x="60000" y="120000"/>
                </a:cubicBezTo>
                <a:cubicBezTo>
                  <a:pt x="66533" y="120000"/>
                  <a:pt x="72383" y="112072"/>
                  <a:pt x="76377" y="99544"/>
                </a:cubicBezTo>
                <a:cubicBezTo>
                  <a:pt x="88055" y="105566"/>
                  <a:pt x="97805" y="107044"/>
                  <a:pt x="102427" y="102427"/>
                </a:cubicBezTo>
                <a:cubicBezTo>
                  <a:pt x="107050" y="97805"/>
                  <a:pt x="105566" y="88061"/>
                  <a:pt x="99544" y="76377"/>
                </a:cubicBezTo>
                <a:cubicBezTo>
                  <a:pt x="112072" y="72383"/>
                  <a:pt x="120000" y="66533"/>
                  <a:pt x="120000" y="60000"/>
                </a:cubicBezTo>
                <a:moveTo>
                  <a:pt x="60000" y="54544"/>
                </a:moveTo>
                <a:cubicBezTo>
                  <a:pt x="56988" y="54544"/>
                  <a:pt x="54544" y="56988"/>
                  <a:pt x="54544" y="60000"/>
                </a:cubicBezTo>
                <a:cubicBezTo>
                  <a:pt x="54544" y="63011"/>
                  <a:pt x="56988" y="65455"/>
                  <a:pt x="60000" y="65455"/>
                </a:cubicBezTo>
                <a:cubicBezTo>
                  <a:pt x="63011" y="65455"/>
                  <a:pt x="65455" y="63011"/>
                  <a:pt x="65455" y="60000"/>
                </a:cubicBezTo>
                <a:cubicBezTo>
                  <a:pt x="65455" y="56988"/>
                  <a:pt x="63011" y="54544"/>
                  <a:pt x="60000" y="54544"/>
                </a:cubicBezTo>
              </a:path>
            </a:pathLst>
          </a:custGeom>
          <a:solidFill>
            <a:schemeClr val="dk2"/>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sp>
        <p:nvSpPr>
          <p:cNvPr id="177" name="Google Shape;177;p73"/>
          <p:cNvSpPr/>
          <p:nvPr/>
        </p:nvSpPr>
        <p:spPr>
          <a:xfrm>
            <a:off x="5017034" y="2724556"/>
            <a:ext cx="279327" cy="279327"/>
          </a:xfrm>
          <a:custGeom>
            <a:avLst/>
            <a:gdLst/>
            <a:ahLst/>
            <a:cxnLst/>
            <a:rect l="l" t="t" r="r" b="b"/>
            <a:pathLst>
              <a:path w="120000" h="120000" extrusionOk="0">
                <a:moveTo>
                  <a:pt x="60000" y="114544"/>
                </a:moveTo>
                <a:cubicBezTo>
                  <a:pt x="29872" y="114544"/>
                  <a:pt x="5455" y="90127"/>
                  <a:pt x="5455" y="60000"/>
                </a:cubicBezTo>
                <a:cubicBezTo>
                  <a:pt x="5455" y="29872"/>
                  <a:pt x="29872" y="5455"/>
                  <a:pt x="60000" y="5455"/>
                </a:cubicBezTo>
                <a:cubicBezTo>
                  <a:pt x="90127" y="5455"/>
                  <a:pt x="114544" y="29872"/>
                  <a:pt x="114544" y="60000"/>
                </a:cubicBezTo>
                <a:cubicBezTo>
                  <a:pt x="114544" y="90127"/>
                  <a:pt x="90127" y="114544"/>
                  <a:pt x="60000" y="114544"/>
                </a:cubicBezTo>
                <a:moveTo>
                  <a:pt x="101555" y="103216"/>
                </a:moveTo>
                <a:cubicBezTo>
                  <a:pt x="112905" y="92300"/>
                  <a:pt x="120000" y="76994"/>
                  <a:pt x="120000" y="60000"/>
                </a:cubicBezTo>
                <a:cubicBezTo>
                  <a:pt x="120000" y="26861"/>
                  <a:pt x="93133" y="0"/>
                  <a:pt x="60000" y="0"/>
                </a:cubicBezTo>
                <a:cubicBezTo>
                  <a:pt x="26866" y="0"/>
                  <a:pt x="0" y="26861"/>
                  <a:pt x="0" y="60000"/>
                </a:cubicBezTo>
                <a:cubicBezTo>
                  <a:pt x="0" y="76994"/>
                  <a:pt x="7094" y="92300"/>
                  <a:pt x="18444" y="103216"/>
                </a:cubicBezTo>
                <a:lnTo>
                  <a:pt x="11705" y="115344"/>
                </a:lnTo>
                <a:cubicBezTo>
                  <a:pt x="11216" y="115838"/>
                  <a:pt x="10911" y="116522"/>
                  <a:pt x="10911" y="117272"/>
                </a:cubicBezTo>
                <a:cubicBezTo>
                  <a:pt x="10911" y="118777"/>
                  <a:pt x="12133" y="120000"/>
                  <a:pt x="13638" y="120000"/>
                </a:cubicBezTo>
                <a:cubicBezTo>
                  <a:pt x="14388" y="120000"/>
                  <a:pt x="15072" y="119694"/>
                  <a:pt x="15566" y="119200"/>
                </a:cubicBezTo>
                <a:cubicBezTo>
                  <a:pt x="15877" y="118888"/>
                  <a:pt x="16077" y="118483"/>
                  <a:pt x="16205" y="118044"/>
                </a:cubicBezTo>
                <a:lnTo>
                  <a:pt x="22466" y="106772"/>
                </a:lnTo>
                <a:cubicBezTo>
                  <a:pt x="32750" y="115033"/>
                  <a:pt x="45788" y="120000"/>
                  <a:pt x="60000" y="120000"/>
                </a:cubicBezTo>
                <a:cubicBezTo>
                  <a:pt x="74211" y="120000"/>
                  <a:pt x="87250" y="115033"/>
                  <a:pt x="97527" y="106772"/>
                </a:cubicBezTo>
                <a:lnTo>
                  <a:pt x="103794" y="118044"/>
                </a:lnTo>
                <a:cubicBezTo>
                  <a:pt x="104127" y="119166"/>
                  <a:pt x="105127" y="120000"/>
                  <a:pt x="106361" y="120000"/>
                </a:cubicBezTo>
                <a:cubicBezTo>
                  <a:pt x="107866" y="120000"/>
                  <a:pt x="109088" y="118777"/>
                  <a:pt x="109088" y="117272"/>
                </a:cubicBezTo>
                <a:cubicBezTo>
                  <a:pt x="109088" y="116522"/>
                  <a:pt x="108783" y="115838"/>
                  <a:pt x="108294" y="115344"/>
                </a:cubicBezTo>
                <a:cubicBezTo>
                  <a:pt x="108294" y="115344"/>
                  <a:pt x="101555" y="103216"/>
                  <a:pt x="101555" y="103216"/>
                </a:cubicBezTo>
                <a:close/>
                <a:moveTo>
                  <a:pt x="60000" y="92727"/>
                </a:moveTo>
                <a:cubicBezTo>
                  <a:pt x="41927" y="92727"/>
                  <a:pt x="27272" y="78072"/>
                  <a:pt x="27272" y="60000"/>
                </a:cubicBezTo>
                <a:cubicBezTo>
                  <a:pt x="27272" y="41927"/>
                  <a:pt x="41927" y="27272"/>
                  <a:pt x="60000" y="27272"/>
                </a:cubicBezTo>
                <a:cubicBezTo>
                  <a:pt x="78072" y="27272"/>
                  <a:pt x="92727" y="41927"/>
                  <a:pt x="92727" y="60000"/>
                </a:cubicBezTo>
                <a:cubicBezTo>
                  <a:pt x="92727" y="78072"/>
                  <a:pt x="78072" y="92727"/>
                  <a:pt x="60000" y="92727"/>
                </a:cubicBezTo>
                <a:moveTo>
                  <a:pt x="60000" y="21816"/>
                </a:moveTo>
                <a:cubicBezTo>
                  <a:pt x="38911" y="21816"/>
                  <a:pt x="21816" y="38911"/>
                  <a:pt x="21816" y="60000"/>
                </a:cubicBezTo>
                <a:cubicBezTo>
                  <a:pt x="21816" y="81088"/>
                  <a:pt x="38911" y="98183"/>
                  <a:pt x="60000" y="98183"/>
                </a:cubicBezTo>
                <a:cubicBezTo>
                  <a:pt x="81088" y="98183"/>
                  <a:pt x="98183" y="81088"/>
                  <a:pt x="98183" y="60000"/>
                </a:cubicBezTo>
                <a:cubicBezTo>
                  <a:pt x="98183" y="38911"/>
                  <a:pt x="81088" y="21816"/>
                  <a:pt x="60000" y="21816"/>
                </a:cubicBezTo>
                <a:moveTo>
                  <a:pt x="60000" y="70911"/>
                </a:moveTo>
                <a:cubicBezTo>
                  <a:pt x="53977" y="70911"/>
                  <a:pt x="49088" y="66022"/>
                  <a:pt x="49088" y="60000"/>
                </a:cubicBezTo>
                <a:cubicBezTo>
                  <a:pt x="49088" y="53977"/>
                  <a:pt x="53977" y="49088"/>
                  <a:pt x="60000" y="49088"/>
                </a:cubicBezTo>
                <a:cubicBezTo>
                  <a:pt x="66022" y="49088"/>
                  <a:pt x="70911" y="53977"/>
                  <a:pt x="70911" y="60000"/>
                </a:cubicBezTo>
                <a:cubicBezTo>
                  <a:pt x="70911" y="66022"/>
                  <a:pt x="66022" y="70911"/>
                  <a:pt x="60000" y="70911"/>
                </a:cubicBezTo>
                <a:moveTo>
                  <a:pt x="60000" y="43638"/>
                </a:moveTo>
                <a:cubicBezTo>
                  <a:pt x="50961" y="43638"/>
                  <a:pt x="43638" y="50961"/>
                  <a:pt x="43638" y="60000"/>
                </a:cubicBezTo>
                <a:cubicBezTo>
                  <a:pt x="43638" y="69038"/>
                  <a:pt x="50961" y="76361"/>
                  <a:pt x="60000" y="76361"/>
                </a:cubicBezTo>
                <a:cubicBezTo>
                  <a:pt x="69038" y="76361"/>
                  <a:pt x="76361" y="69038"/>
                  <a:pt x="76361" y="60000"/>
                </a:cubicBezTo>
                <a:cubicBezTo>
                  <a:pt x="76361" y="50961"/>
                  <a:pt x="69038" y="43638"/>
                  <a:pt x="60000" y="43638"/>
                </a:cubicBezTo>
              </a:path>
            </a:pathLst>
          </a:custGeom>
          <a:solidFill>
            <a:schemeClr val="dk2"/>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sp>
        <p:nvSpPr>
          <p:cNvPr id="178" name="Google Shape;178;p73"/>
          <p:cNvSpPr/>
          <p:nvPr/>
        </p:nvSpPr>
        <p:spPr>
          <a:xfrm>
            <a:off x="8565179" y="2717865"/>
            <a:ext cx="279327" cy="279327"/>
          </a:xfrm>
          <a:custGeom>
            <a:avLst/>
            <a:gdLst/>
            <a:ahLst/>
            <a:cxnLst/>
            <a:rect l="l" t="t" r="r" b="b"/>
            <a:pathLst>
              <a:path w="120000" h="120000" extrusionOk="0">
                <a:moveTo>
                  <a:pt x="114544" y="16361"/>
                </a:moveTo>
                <a:lnTo>
                  <a:pt x="5455" y="16361"/>
                </a:lnTo>
                <a:lnTo>
                  <a:pt x="5455" y="10911"/>
                </a:lnTo>
                <a:lnTo>
                  <a:pt x="114544" y="10911"/>
                </a:lnTo>
                <a:cubicBezTo>
                  <a:pt x="114544" y="10911"/>
                  <a:pt x="114544" y="16361"/>
                  <a:pt x="114544" y="16361"/>
                </a:cubicBezTo>
                <a:close/>
                <a:moveTo>
                  <a:pt x="109088" y="87272"/>
                </a:moveTo>
                <a:lnTo>
                  <a:pt x="10911" y="87272"/>
                </a:lnTo>
                <a:lnTo>
                  <a:pt x="10911" y="21816"/>
                </a:lnTo>
                <a:lnTo>
                  <a:pt x="109088" y="21816"/>
                </a:lnTo>
                <a:cubicBezTo>
                  <a:pt x="109088" y="21816"/>
                  <a:pt x="109088" y="87272"/>
                  <a:pt x="109088" y="87272"/>
                </a:cubicBezTo>
                <a:close/>
                <a:moveTo>
                  <a:pt x="114544" y="5455"/>
                </a:moveTo>
                <a:lnTo>
                  <a:pt x="65455" y="5455"/>
                </a:lnTo>
                <a:cubicBezTo>
                  <a:pt x="65455" y="2444"/>
                  <a:pt x="63011" y="0"/>
                  <a:pt x="60000" y="0"/>
                </a:cubicBezTo>
                <a:cubicBezTo>
                  <a:pt x="56983" y="0"/>
                  <a:pt x="54544" y="2444"/>
                  <a:pt x="54544" y="5455"/>
                </a:cubicBezTo>
                <a:lnTo>
                  <a:pt x="5455" y="5455"/>
                </a:lnTo>
                <a:cubicBezTo>
                  <a:pt x="2438" y="5455"/>
                  <a:pt x="0" y="7900"/>
                  <a:pt x="0" y="10911"/>
                </a:cubicBezTo>
                <a:lnTo>
                  <a:pt x="0" y="16361"/>
                </a:lnTo>
                <a:cubicBezTo>
                  <a:pt x="0" y="19377"/>
                  <a:pt x="2438" y="21816"/>
                  <a:pt x="5455" y="21816"/>
                </a:cubicBezTo>
                <a:lnTo>
                  <a:pt x="5455" y="87272"/>
                </a:lnTo>
                <a:cubicBezTo>
                  <a:pt x="5455" y="90288"/>
                  <a:pt x="7894" y="92727"/>
                  <a:pt x="10911" y="92727"/>
                </a:cubicBezTo>
                <a:lnTo>
                  <a:pt x="57272" y="92727"/>
                </a:lnTo>
                <a:lnTo>
                  <a:pt x="57272" y="99777"/>
                </a:lnTo>
                <a:lnTo>
                  <a:pt x="41705" y="115344"/>
                </a:lnTo>
                <a:cubicBezTo>
                  <a:pt x="41216" y="115838"/>
                  <a:pt x="40911" y="116522"/>
                  <a:pt x="40911" y="117272"/>
                </a:cubicBezTo>
                <a:cubicBezTo>
                  <a:pt x="40911" y="118777"/>
                  <a:pt x="42127" y="120000"/>
                  <a:pt x="43638" y="120000"/>
                </a:cubicBezTo>
                <a:cubicBezTo>
                  <a:pt x="44388" y="120000"/>
                  <a:pt x="45072" y="119694"/>
                  <a:pt x="45566" y="119200"/>
                </a:cubicBezTo>
                <a:lnTo>
                  <a:pt x="60000" y="104766"/>
                </a:lnTo>
                <a:lnTo>
                  <a:pt x="74433" y="119200"/>
                </a:lnTo>
                <a:cubicBezTo>
                  <a:pt x="74933" y="119694"/>
                  <a:pt x="75611" y="120000"/>
                  <a:pt x="76361" y="120000"/>
                </a:cubicBezTo>
                <a:cubicBezTo>
                  <a:pt x="77872" y="120000"/>
                  <a:pt x="79088" y="118777"/>
                  <a:pt x="79088" y="117272"/>
                </a:cubicBezTo>
                <a:cubicBezTo>
                  <a:pt x="79088" y="116522"/>
                  <a:pt x="78788" y="115838"/>
                  <a:pt x="78294" y="115344"/>
                </a:cubicBezTo>
                <a:lnTo>
                  <a:pt x="62727" y="99777"/>
                </a:lnTo>
                <a:lnTo>
                  <a:pt x="62727" y="92727"/>
                </a:lnTo>
                <a:lnTo>
                  <a:pt x="109088" y="92727"/>
                </a:lnTo>
                <a:cubicBezTo>
                  <a:pt x="112100" y="92727"/>
                  <a:pt x="114544" y="90288"/>
                  <a:pt x="114544" y="87272"/>
                </a:cubicBezTo>
                <a:lnTo>
                  <a:pt x="114544" y="21816"/>
                </a:lnTo>
                <a:cubicBezTo>
                  <a:pt x="117555" y="21816"/>
                  <a:pt x="120000" y="19377"/>
                  <a:pt x="120000" y="16361"/>
                </a:cubicBezTo>
                <a:lnTo>
                  <a:pt x="120000" y="10911"/>
                </a:lnTo>
                <a:cubicBezTo>
                  <a:pt x="120000" y="7900"/>
                  <a:pt x="117555" y="5455"/>
                  <a:pt x="114544" y="5455"/>
                </a:cubicBezTo>
                <a:moveTo>
                  <a:pt x="90000" y="32727"/>
                </a:moveTo>
                <a:cubicBezTo>
                  <a:pt x="91505" y="32727"/>
                  <a:pt x="92727" y="33950"/>
                  <a:pt x="92727" y="35455"/>
                </a:cubicBezTo>
                <a:cubicBezTo>
                  <a:pt x="92727" y="36961"/>
                  <a:pt x="91505" y="38183"/>
                  <a:pt x="90000" y="38183"/>
                </a:cubicBezTo>
                <a:cubicBezTo>
                  <a:pt x="88494" y="38183"/>
                  <a:pt x="87272" y="36961"/>
                  <a:pt x="87272" y="35455"/>
                </a:cubicBezTo>
                <a:cubicBezTo>
                  <a:pt x="87272" y="33950"/>
                  <a:pt x="88494" y="32727"/>
                  <a:pt x="90000" y="32727"/>
                </a:cubicBezTo>
                <a:moveTo>
                  <a:pt x="90000" y="43638"/>
                </a:moveTo>
                <a:cubicBezTo>
                  <a:pt x="94516" y="43638"/>
                  <a:pt x="98183" y="39977"/>
                  <a:pt x="98183" y="35455"/>
                </a:cubicBezTo>
                <a:cubicBezTo>
                  <a:pt x="98183" y="30938"/>
                  <a:pt x="94516" y="27272"/>
                  <a:pt x="90000" y="27272"/>
                </a:cubicBezTo>
                <a:cubicBezTo>
                  <a:pt x="85483" y="27272"/>
                  <a:pt x="81816" y="30938"/>
                  <a:pt x="81816" y="35455"/>
                </a:cubicBezTo>
                <a:cubicBezTo>
                  <a:pt x="81816" y="39977"/>
                  <a:pt x="85483" y="43638"/>
                  <a:pt x="90000" y="43638"/>
                </a:cubicBezTo>
                <a:moveTo>
                  <a:pt x="46788" y="45194"/>
                </a:moveTo>
                <a:lnTo>
                  <a:pt x="66255" y="64655"/>
                </a:lnTo>
                <a:cubicBezTo>
                  <a:pt x="66750" y="65150"/>
                  <a:pt x="67433" y="65455"/>
                  <a:pt x="68183" y="65455"/>
                </a:cubicBezTo>
                <a:cubicBezTo>
                  <a:pt x="68933" y="65455"/>
                  <a:pt x="69616" y="65150"/>
                  <a:pt x="70111" y="64655"/>
                </a:cubicBezTo>
                <a:lnTo>
                  <a:pt x="78794" y="55972"/>
                </a:lnTo>
                <a:lnTo>
                  <a:pt x="90000" y="70911"/>
                </a:lnTo>
                <a:lnTo>
                  <a:pt x="29644" y="70911"/>
                </a:lnTo>
                <a:cubicBezTo>
                  <a:pt x="29644" y="70911"/>
                  <a:pt x="46788" y="45194"/>
                  <a:pt x="46788" y="45194"/>
                </a:cubicBezTo>
                <a:close/>
                <a:moveTo>
                  <a:pt x="24544" y="76361"/>
                </a:moveTo>
                <a:lnTo>
                  <a:pt x="95455" y="76361"/>
                </a:lnTo>
                <a:cubicBezTo>
                  <a:pt x="96961" y="76361"/>
                  <a:pt x="98183" y="75144"/>
                  <a:pt x="98183" y="73638"/>
                </a:cubicBezTo>
                <a:cubicBezTo>
                  <a:pt x="98183" y="73022"/>
                  <a:pt x="97944" y="72483"/>
                  <a:pt x="97600" y="72027"/>
                </a:cubicBezTo>
                <a:lnTo>
                  <a:pt x="97638" y="72000"/>
                </a:lnTo>
                <a:lnTo>
                  <a:pt x="81272" y="50183"/>
                </a:lnTo>
                <a:lnTo>
                  <a:pt x="81233" y="50211"/>
                </a:lnTo>
                <a:cubicBezTo>
                  <a:pt x="80738" y="49550"/>
                  <a:pt x="79983" y="49088"/>
                  <a:pt x="79088" y="49088"/>
                </a:cubicBezTo>
                <a:cubicBezTo>
                  <a:pt x="78338" y="49088"/>
                  <a:pt x="77655" y="49394"/>
                  <a:pt x="77161" y="49888"/>
                </a:cubicBezTo>
                <a:lnTo>
                  <a:pt x="68183" y="58872"/>
                </a:lnTo>
                <a:lnTo>
                  <a:pt x="48294" y="38983"/>
                </a:lnTo>
                <a:cubicBezTo>
                  <a:pt x="47800" y="38488"/>
                  <a:pt x="47116" y="38183"/>
                  <a:pt x="46361" y="38183"/>
                </a:cubicBezTo>
                <a:cubicBezTo>
                  <a:pt x="45416" y="38183"/>
                  <a:pt x="44627" y="38694"/>
                  <a:pt x="44138" y="39427"/>
                </a:cubicBezTo>
                <a:lnTo>
                  <a:pt x="44094" y="39394"/>
                </a:lnTo>
                <a:lnTo>
                  <a:pt x="22277" y="72122"/>
                </a:lnTo>
                <a:lnTo>
                  <a:pt x="22316" y="72155"/>
                </a:lnTo>
                <a:cubicBezTo>
                  <a:pt x="22027" y="72588"/>
                  <a:pt x="21816" y="73077"/>
                  <a:pt x="21816" y="73638"/>
                </a:cubicBezTo>
                <a:cubicBezTo>
                  <a:pt x="21816" y="75144"/>
                  <a:pt x="23038" y="76361"/>
                  <a:pt x="24544" y="76361"/>
                </a:cubicBezTo>
              </a:path>
            </a:pathLst>
          </a:custGeom>
          <a:solidFill>
            <a:schemeClr val="dk2"/>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sp>
        <p:nvSpPr>
          <p:cNvPr id="179" name="Google Shape;179;p73"/>
          <p:cNvSpPr/>
          <p:nvPr/>
        </p:nvSpPr>
        <p:spPr>
          <a:xfrm>
            <a:off x="8552661" y="4028963"/>
            <a:ext cx="279327" cy="279327"/>
          </a:xfrm>
          <a:custGeom>
            <a:avLst/>
            <a:gdLst/>
            <a:ahLst/>
            <a:cxnLst/>
            <a:rect l="l" t="t" r="r" b="b"/>
            <a:pathLst>
              <a:path w="120000" h="120000" extrusionOk="0">
                <a:moveTo>
                  <a:pt x="113072" y="62383"/>
                </a:moveTo>
                <a:lnTo>
                  <a:pt x="113088" y="62411"/>
                </a:lnTo>
                <a:lnTo>
                  <a:pt x="61272" y="89683"/>
                </a:lnTo>
                <a:lnTo>
                  <a:pt x="61255" y="89655"/>
                </a:lnTo>
                <a:cubicBezTo>
                  <a:pt x="60872" y="89855"/>
                  <a:pt x="60461" y="90000"/>
                  <a:pt x="60000" y="90000"/>
                </a:cubicBezTo>
                <a:cubicBezTo>
                  <a:pt x="59538" y="90000"/>
                  <a:pt x="59127" y="89855"/>
                  <a:pt x="58744" y="89655"/>
                </a:cubicBezTo>
                <a:lnTo>
                  <a:pt x="58727" y="89683"/>
                </a:lnTo>
                <a:lnTo>
                  <a:pt x="6911" y="62411"/>
                </a:lnTo>
                <a:lnTo>
                  <a:pt x="6927" y="62383"/>
                </a:lnTo>
                <a:cubicBezTo>
                  <a:pt x="6061" y="61927"/>
                  <a:pt x="5455" y="61044"/>
                  <a:pt x="5455" y="60000"/>
                </a:cubicBezTo>
                <a:cubicBezTo>
                  <a:pt x="5455" y="58955"/>
                  <a:pt x="6061" y="58072"/>
                  <a:pt x="6927" y="57616"/>
                </a:cubicBezTo>
                <a:lnTo>
                  <a:pt x="6911" y="57588"/>
                </a:lnTo>
                <a:lnTo>
                  <a:pt x="19788" y="50811"/>
                </a:lnTo>
                <a:lnTo>
                  <a:pt x="56183" y="69966"/>
                </a:lnTo>
                <a:lnTo>
                  <a:pt x="56205" y="69933"/>
                </a:lnTo>
                <a:cubicBezTo>
                  <a:pt x="57344" y="70538"/>
                  <a:pt x="58622" y="70911"/>
                  <a:pt x="60000" y="70911"/>
                </a:cubicBezTo>
                <a:cubicBezTo>
                  <a:pt x="61377" y="70911"/>
                  <a:pt x="62655" y="70538"/>
                  <a:pt x="63794" y="69933"/>
                </a:cubicBezTo>
                <a:lnTo>
                  <a:pt x="63811" y="69966"/>
                </a:lnTo>
                <a:lnTo>
                  <a:pt x="100211" y="50811"/>
                </a:lnTo>
                <a:lnTo>
                  <a:pt x="113088" y="57588"/>
                </a:lnTo>
                <a:lnTo>
                  <a:pt x="113072" y="57616"/>
                </a:lnTo>
                <a:cubicBezTo>
                  <a:pt x="113938" y="58072"/>
                  <a:pt x="114544" y="58955"/>
                  <a:pt x="114544" y="60000"/>
                </a:cubicBezTo>
                <a:cubicBezTo>
                  <a:pt x="114544" y="61044"/>
                  <a:pt x="113938" y="61927"/>
                  <a:pt x="113072" y="62383"/>
                </a:cubicBezTo>
                <a:moveTo>
                  <a:pt x="113088" y="82133"/>
                </a:moveTo>
                <a:lnTo>
                  <a:pt x="113072" y="82166"/>
                </a:lnTo>
                <a:cubicBezTo>
                  <a:pt x="113938" y="82622"/>
                  <a:pt x="114544" y="83500"/>
                  <a:pt x="114544" y="84544"/>
                </a:cubicBezTo>
                <a:cubicBezTo>
                  <a:pt x="114544" y="85594"/>
                  <a:pt x="113938" y="86472"/>
                  <a:pt x="113072" y="86927"/>
                </a:cubicBezTo>
                <a:lnTo>
                  <a:pt x="113088" y="86961"/>
                </a:lnTo>
                <a:lnTo>
                  <a:pt x="61272" y="114233"/>
                </a:lnTo>
                <a:lnTo>
                  <a:pt x="61255" y="114200"/>
                </a:lnTo>
                <a:cubicBezTo>
                  <a:pt x="60872" y="114400"/>
                  <a:pt x="60461" y="114544"/>
                  <a:pt x="60000" y="114544"/>
                </a:cubicBezTo>
                <a:cubicBezTo>
                  <a:pt x="59538" y="114544"/>
                  <a:pt x="59127" y="114400"/>
                  <a:pt x="58744" y="114200"/>
                </a:cubicBezTo>
                <a:lnTo>
                  <a:pt x="58727" y="114233"/>
                </a:lnTo>
                <a:lnTo>
                  <a:pt x="6911" y="86961"/>
                </a:lnTo>
                <a:lnTo>
                  <a:pt x="6927" y="86927"/>
                </a:lnTo>
                <a:cubicBezTo>
                  <a:pt x="6061" y="86472"/>
                  <a:pt x="5455" y="85594"/>
                  <a:pt x="5455" y="84544"/>
                </a:cubicBezTo>
                <a:cubicBezTo>
                  <a:pt x="5455" y="83500"/>
                  <a:pt x="6061" y="82622"/>
                  <a:pt x="6927" y="82166"/>
                </a:cubicBezTo>
                <a:lnTo>
                  <a:pt x="6911" y="82133"/>
                </a:lnTo>
                <a:lnTo>
                  <a:pt x="19788" y="75355"/>
                </a:lnTo>
                <a:lnTo>
                  <a:pt x="56183" y="94511"/>
                </a:lnTo>
                <a:lnTo>
                  <a:pt x="56205" y="94477"/>
                </a:lnTo>
                <a:cubicBezTo>
                  <a:pt x="57344" y="95083"/>
                  <a:pt x="58622" y="95455"/>
                  <a:pt x="60000" y="95455"/>
                </a:cubicBezTo>
                <a:cubicBezTo>
                  <a:pt x="61377" y="95455"/>
                  <a:pt x="62655" y="95083"/>
                  <a:pt x="63794" y="94477"/>
                </a:cubicBezTo>
                <a:lnTo>
                  <a:pt x="63811" y="94511"/>
                </a:lnTo>
                <a:lnTo>
                  <a:pt x="100211" y="75355"/>
                </a:lnTo>
                <a:cubicBezTo>
                  <a:pt x="100211" y="75355"/>
                  <a:pt x="113088" y="82133"/>
                  <a:pt x="113088" y="82133"/>
                </a:cubicBezTo>
                <a:close/>
                <a:moveTo>
                  <a:pt x="6911" y="37866"/>
                </a:moveTo>
                <a:lnTo>
                  <a:pt x="6927" y="37838"/>
                </a:lnTo>
                <a:cubicBezTo>
                  <a:pt x="6061" y="37377"/>
                  <a:pt x="5455" y="36500"/>
                  <a:pt x="5455" y="35455"/>
                </a:cubicBezTo>
                <a:cubicBezTo>
                  <a:pt x="5455" y="34411"/>
                  <a:pt x="6061" y="33527"/>
                  <a:pt x="6927" y="33072"/>
                </a:cubicBezTo>
                <a:lnTo>
                  <a:pt x="6911" y="33038"/>
                </a:lnTo>
                <a:lnTo>
                  <a:pt x="58727" y="5766"/>
                </a:lnTo>
                <a:lnTo>
                  <a:pt x="58744" y="5800"/>
                </a:lnTo>
                <a:cubicBezTo>
                  <a:pt x="59127" y="5600"/>
                  <a:pt x="59538" y="5455"/>
                  <a:pt x="60000" y="5455"/>
                </a:cubicBezTo>
                <a:cubicBezTo>
                  <a:pt x="60461" y="5455"/>
                  <a:pt x="60872" y="5600"/>
                  <a:pt x="61255" y="5800"/>
                </a:cubicBezTo>
                <a:lnTo>
                  <a:pt x="61272" y="5766"/>
                </a:lnTo>
                <a:lnTo>
                  <a:pt x="113088" y="33038"/>
                </a:lnTo>
                <a:lnTo>
                  <a:pt x="113072" y="33072"/>
                </a:lnTo>
                <a:cubicBezTo>
                  <a:pt x="113938" y="33527"/>
                  <a:pt x="114544" y="34411"/>
                  <a:pt x="114544" y="35455"/>
                </a:cubicBezTo>
                <a:cubicBezTo>
                  <a:pt x="114544" y="36500"/>
                  <a:pt x="113938" y="37377"/>
                  <a:pt x="113072" y="37838"/>
                </a:cubicBezTo>
                <a:lnTo>
                  <a:pt x="113088" y="37866"/>
                </a:lnTo>
                <a:lnTo>
                  <a:pt x="61272" y="65138"/>
                </a:lnTo>
                <a:lnTo>
                  <a:pt x="61255" y="65111"/>
                </a:lnTo>
                <a:cubicBezTo>
                  <a:pt x="60872" y="65311"/>
                  <a:pt x="60461" y="65455"/>
                  <a:pt x="60000" y="65455"/>
                </a:cubicBezTo>
                <a:cubicBezTo>
                  <a:pt x="59538" y="65455"/>
                  <a:pt x="59127" y="65311"/>
                  <a:pt x="58744" y="65111"/>
                </a:cubicBezTo>
                <a:lnTo>
                  <a:pt x="58727" y="65138"/>
                </a:lnTo>
                <a:cubicBezTo>
                  <a:pt x="58727" y="65138"/>
                  <a:pt x="6911" y="37866"/>
                  <a:pt x="6911" y="37866"/>
                </a:cubicBezTo>
                <a:close/>
                <a:moveTo>
                  <a:pt x="120000" y="60000"/>
                </a:moveTo>
                <a:cubicBezTo>
                  <a:pt x="120000" y="56855"/>
                  <a:pt x="118211" y="54161"/>
                  <a:pt x="115611" y="52794"/>
                </a:cubicBezTo>
                <a:lnTo>
                  <a:pt x="115627" y="52761"/>
                </a:lnTo>
                <a:lnTo>
                  <a:pt x="106066" y="47727"/>
                </a:lnTo>
                <a:lnTo>
                  <a:pt x="115627" y="42694"/>
                </a:lnTo>
                <a:lnTo>
                  <a:pt x="115611" y="42661"/>
                </a:lnTo>
                <a:cubicBezTo>
                  <a:pt x="118211" y="41294"/>
                  <a:pt x="120000" y="38600"/>
                  <a:pt x="120000" y="35455"/>
                </a:cubicBezTo>
                <a:cubicBezTo>
                  <a:pt x="120000" y="32311"/>
                  <a:pt x="118211" y="29616"/>
                  <a:pt x="115611" y="28250"/>
                </a:cubicBezTo>
                <a:lnTo>
                  <a:pt x="115627" y="28216"/>
                </a:lnTo>
                <a:lnTo>
                  <a:pt x="63811" y="944"/>
                </a:lnTo>
                <a:lnTo>
                  <a:pt x="63794" y="972"/>
                </a:lnTo>
                <a:cubicBezTo>
                  <a:pt x="62655" y="372"/>
                  <a:pt x="61377" y="0"/>
                  <a:pt x="60000" y="0"/>
                </a:cubicBezTo>
                <a:cubicBezTo>
                  <a:pt x="58622" y="0"/>
                  <a:pt x="57344" y="372"/>
                  <a:pt x="56205" y="972"/>
                </a:cubicBezTo>
                <a:lnTo>
                  <a:pt x="56183" y="944"/>
                </a:lnTo>
                <a:lnTo>
                  <a:pt x="4366" y="28216"/>
                </a:lnTo>
                <a:lnTo>
                  <a:pt x="4388" y="28250"/>
                </a:lnTo>
                <a:cubicBezTo>
                  <a:pt x="1788" y="29616"/>
                  <a:pt x="0" y="32311"/>
                  <a:pt x="0" y="35455"/>
                </a:cubicBezTo>
                <a:cubicBezTo>
                  <a:pt x="0" y="38600"/>
                  <a:pt x="1788" y="41294"/>
                  <a:pt x="4388" y="42661"/>
                </a:cubicBezTo>
                <a:lnTo>
                  <a:pt x="4366" y="42694"/>
                </a:lnTo>
                <a:lnTo>
                  <a:pt x="13933" y="47727"/>
                </a:lnTo>
                <a:lnTo>
                  <a:pt x="4366" y="52761"/>
                </a:lnTo>
                <a:lnTo>
                  <a:pt x="4388" y="52794"/>
                </a:lnTo>
                <a:cubicBezTo>
                  <a:pt x="1788" y="54161"/>
                  <a:pt x="0" y="56855"/>
                  <a:pt x="0" y="60000"/>
                </a:cubicBezTo>
                <a:cubicBezTo>
                  <a:pt x="0" y="63144"/>
                  <a:pt x="1788" y="65838"/>
                  <a:pt x="4388" y="67205"/>
                </a:cubicBezTo>
                <a:lnTo>
                  <a:pt x="4366" y="67238"/>
                </a:lnTo>
                <a:lnTo>
                  <a:pt x="13933" y="72272"/>
                </a:lnTo>
                <a:lnTo>
                  <a:pt x="4366" y="77305"/>
                </a:lnTo>
                <a:lnTo>
                  <a:pt x="4388" y="77338"/>
                </a:lnTo>
                <a:cubicBezTo>
                  <a:pt x="1788" y="78705"/>
                  <a:pt x="0" y="81400"/>
                  <a:pt x="0" y="84544"/>
                </a:cubicBezTo>
                <a:cubicBezTo>
                  <a:pt x="0" y="87688"/>
                  <a:pt x="1788" y="90383"/>
                  <a:pt x="4388" y="91750"/>
                </a:cubicBezTo>
                <a:lnTo>
                  <a:pt x="4366" y="91783"/>
                </a:lnTo>
                <a:lnTo>
                  <a:pt x="56183" y="119055"/>
                </a:lnTo>
                <a:lnTo>
                  <a:pt x="56205" y="119027"/>
                </a:lnTo>
                <a:cubicBezTo>
                  <a:pt x="57344" y="119627"/>
                  <a:pt x="58622" y="120000"/>
                  <a:pt x="60000" y="120000"/>
                </a:cubicBezTo>
                <a:cubicBezTo>
                  <a:pt x="61377" y="120000"/>
                  <a:pt x="62655" y="119627"/>
                  <a:pt x="63794" y="119027"/>
                </a:cubicBezTo>
                <a:lnTo>
                  <a:pt x="63811" y="119055"/>
                </a:lnTo>
                <a:lnTo>
                  <a:pt x="115627" y="91783"/>
                </a:lnTo>
                <a:lnTo>
                  <a:pt x="115611" y="91750"/>
                </a:lnTo>
                <a:cubicBezTo>
                  <a:pt x="118211" y="90383"/>
                  <a:pt x="120000" y="87688"/>
                  <a:pt x="120000" y="84544"/>
                </a:cubicBezTo>
                <a:cubicBezTo>
                  <a:pt x="120000" y="81400"/>
                  <a:pt x="118211" y="78705"/>
                  <a:pt x="115611" y="77338"/>
                </a:cubicBezTo>
                <a:lnTo>
                  <a:pt x="115627" y="77305"/>
                </a:lnTo>
                <a:lnTo>
                  <a:pt x="106066" y="72272"/>
                </a:lnTo>
                <a:lnTo>
                  <a:pt x="115627" y="67238"/>
                </a:lnTo>
                <a:lnTo>
                  <a:pt x="115611" y="67205"/>
                </a:lnTo>
                <a:cubicBezTo>
                  <a:pt x="118211" y="65838"/>
                  <a:pt x="120000" y="63144"/>
                  <a:pt x="120000" y="60000"/>
                </a:cubicBezTo>
              </a:path>
            </a:pathLst>
          </a:custGeom>
          <a:solidFill>
            <a:schemeClr val="dk2"/>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sp>
        <p:nvSpPr>
          <p:cNvPr id="180" name="Google Shape;180;p73"/>
          <p:cNvSpPr/>
          <p:nvPr/>
        </p:nvSpPr>
        <p:spPr>
          <a:xfrm>
            <a:off x="5046503" y="5330705"/>
            <a:ext cx="279327" cy="279327"/>
          </a:xfrm>
          <a:custGeom>
            <a:avLst/>
            <a:gdLst/>
            <a:ahLst/>
            <a:cxnLst/>
            <a:rect l="l" t="t" r="r" b="b"/>
            <a:pathLst>
              <a:path w="120000" h="120000" extrusionOk="0">
                <a:moveTo>
                  <a:pt x="87272" y="103638"/>
                </a:moveTo>
                <a:lnTo>
                  <a:pt x="81816" y="103638"/>
                </a:lnTo>
                <a:lnTo>
                  <a:pt x="81816" y="109088"/>
                </a:lnTo>
                <a:lnTo>
                  <a:pt x="87272" y="109088"/>
                </a:lnTo>
                <a:cubicBezTo>
                  <a:pt x="87272" y="109088"/>
                  <a:pt x="87272" y="103638"/>
                  <a:pt x="87272" y="103638"/>
                </a:cubicBezTo>
                <a:close/>
                <a:moveTo>
                  <a:pt x="87272" y="81816"/>
                </a:moveTo>
                <a:lnTo>
                  <a:pt x="81816" y="81816"/>
                </a:lnTo>
                <a:lnTo>
                  <a:pt x="81816" y="87272"/>
                </a:lnTo>
                <a:lnTo>
                  <a:pt x="87272" y="87272"/>
                </a:lnTo>
                <a:cubicBezTo>
                  <a:pt x="87272" y="87272"/>
                  <a:pt x="87272" y="81816"/>
                  <a:pt x="87272" y="81816"/>
                </a:cubicBezTo>
                <a:close/>
                <a:moveTo>
                  <a:pt x="81816" y="60000"/>
                </a:moveTo>
                <a:lnTo>
                  <a:pt x="87272" y="60000"/>
                </a:lnTo>
                <a:lnTo>
                  <a:pt x="87272" y="54544"/>
                </a:lnTo>
                <a:lnTo>
                  <a:pt x="81816" y="54544"/>
                </a:lnTo>
                <a:cubicBezTo>
                  <a:pt x="81816" y="54544"/>
                  <a:pt x="81816" y="60000"/>
                  <a:pt x="81816" y="60000"/>
                </a:cubicBezTo>
                <a:close/>
                <a:moveTo>
                  <a:pt x="87272" y="92727"/>
                </a:moveTo>
                <a:lnTo>
                  <a:pt x="81816" y="92727"/>
                </a:lnTo>
                <a:lnTo>
                  <a:pt x="81816" y="98183"/>
                </a:lnTo>
                <a:lnTo>
                  <a:pt x="87272" y="98183"/>
                </a:lnTo>
                <a:cubicBezTo>
                  <a:pt x="87272" y="98183"/>
                  <a:pt x="87272" y="92727"/>
                  <a:pt x="87272" y="92727"/>
                </a:cubicBezTo>
                <a:close/>
                <a:moveTo>
                  <a:pt x="81816" y="49088"/>
                </a:moveTo>
                <a:lnTo>
                  <a:pt x="87272" y="49088"/>
                </a:lnTo>
                <a:lnTo>
                  <a:pt x="87272" y="43638"/>
                </a:lnTo>
                <a:lnTo>
                  <a:pt x="81816" y="43638"/>
                </a:lnTo>
                <a:cubicBezTo>
                  <a:pt x="81816" y="43638"/>
                  <a:pt x="81816" y="49088"/>
                  <a:pt x="81816" y="49088"/>
                </a:cubicBezTo>
                <a:close/>
                <a:moveTo>
                  <a:pt x="109088" y="0"/>
                </a:moveTo>
                <a:lnTo>
                  <a:pt x="32727" y="0"/>
                </a:lnTo>
                <a:cubicBezTo>
                  <a:pt x="26700" y="0"/>
                  <a:pt x="21816" y="4883"/>
                  <a:pt x="21816" y="10911"/>
                </a:cubicBezTo>
                <a:lnTo>
                  <a:pt x="21816" y="13638"/>
                </a:lnTo>
                <a:cubicBezTo>
                  <a:pt x="21816" y="15144"/>
                  <a:pt x="23038" y="16361"/>
                  <a:pt x="24544" y="16361"/>
                </a:cubicBezTo>
                <a:cubicBezTo>
                  <a:pt x="26055" y="16361"/>
                  <a:pt x="27272" y="15144"/>
                  <a:pt x="27272" y="13638"/>
                </a:cubicBezTo>
                <a:lnTo>
                  <a:pt x="27272" y="10911"/>
                </a:lnTo>
                <a:cubicBezTo>
                  <a:pt x="27272" y="7900"/>
                  <a:pt x="29716" y="5455"/>
                  <a:pt x="32727" y="5455"/>
                </a:cubicBezTo>
                <a:lnTo>
                  <a:pt x="109088" y="5455"/>
                </a:lnTo>
                <a:cubicBezTo>
                  <a:pt x="112100" y="5455"/>
                  <a:pt x="114544" y="7900"/>
                  <a:pt x="114544" y="10911"/>
                </a:cubicBezTo>
                <a:lnTo>
                  <a:pt x="114544" y="87272"/>
                </a:lnTo>
                <a:cubicBezTo>
                  <a:pt x="114544" y="90283"/>
                  <a:pt x="112100" y="92727"/>
                  <a:pt x="109088" y="92727"/>
                </a:cubicBezTo>
                <a:lnTo>
                  <a:pt x="106361" y="92727"/>
                </a:lnTo>
                <a:cubicBezTo>
                  <a:pt x="104855" y="92727"/>
                  <a:pt x="103638" y="93950"/>
                  <a:pt x="103638" y="95455"/>
                </a:cubicBezTo>
                <a:cubicBezTo>
                  <a:pt x="103638" y="96961"/>
                  <a:pt x="104855" y="98183"/>
                  <a:pt x="106361" y="98183"/>
                </a:cubicBezTo>
                <a:lnTo>
                  <a:pt x="109088" y="98183"/>
                </a:lnTo>
                <a:cubicBezTo>
                  <a:pt x="115116" y="98183"/>
                  <a:pt x="120000" y="93300"/>
                  <a:pt x="120000" y="87272"/>
                </a:cubicBezTo>
                <a:lnTo>
                  <a:pt x="120000" y="10911"/>
                </a:lnTo>
                <a:cubicBezTo>
                  <a:pt x="120000" y="4883"/>
                  <a:pt x="115116" y="0"/>
                  <a:pt x="109088" y="0"/>
                </a:cubicBezTo>
                <a:moveTo>
                  <a:pt x="81816" y="38183"/>
                </a:moveTo>
                <a:lnTo>
                  <a:pt x="87272" y="38183"/>
                </a:lnTo>
                <a:lnTo>
                  <a:pt x="87272" y="32727"/>
                </a:lnTo>
                <a:lnTo>
                  <a:pt x="81816" y="32727"/>
                </a:lnTo>
                <a:cubicBezTo>
                  <a:pt x="81816" y="32727"/>
                  <a:pt x="81816" y="38183"/>
                  <a:pt x="81816" y="38183"/>
                </a:cubicBezTo>
                <a:close/>
                <a:moveTo>
                  <a:pt x="92727" y="68183"/>
                </a:moveTo>
                <a:lnTo>
                  <a:pt x="76361" y="68183"/>
                </a:lnTo>
                <a:lnTo>
                  <a:pt x="76361" y="27272"/>
                </a:lnTo>
                <a:lnTo>
                  <a:pt x="87272" y="27272"/>
                </a:lnTo>
                <a:cubicBezTo>
                  <a:pt x="90283" y="27272"/>
                  <a:pt x="92727" y="29716"/>
                  <a:pt x="92727" y="32727"/>
                </a:cubicBezTo>
                <a:cubicBezTo>
                  <a:pt x="92727" y="32727"/>
                  <a:pt x="92727" y="68183"/>
                  <a:pt x="92727" y="68183"/>
                </a:cubicBezTo>
                <a:close/>
                <a:moveTo>
                  <a:pt x="92727" y="109088"/>
                </a:moveTo>
                <a:cubicBezTo>
                  <a:pt x="92727" y="112100"/>
                  <a:pt x="90283" y="114544"/>
                  <a:pt x="87272" y="114544"/>
                </a:cubicBezTo>
                <a:lnTo>
                  <a:pt x="76361" y="114544"/>
                </a:lnTo>
                <a:lnTo>
                  <a:pt x="76361" y="73638"/>
                </a:lnTo>
                <a:lnTo>
                  <a:pt x="92727" y="73638"/>
                </a:lnTo>
                <a:cubicBezTo>
                  <a:pt x="92727" y="73638"/>
                  <a:pt x="92727" y="109088"/>
                  <a:pt x="92727" y="109088"/>
                </a:cubicBezTo>
                <a:close/>
                <a:moveTo>
                  <a:pt x="70911" y="68183"/>
                </a:moveTo>
                <a:lnTo>
                  <a:pt x="27272" y="68183"/>
                </a:lnTo>
                <a:lnTo>
                  <a:pt x="27272" y="27272"/>
                </a:lnTo>
                <a:lnTo>
                  <a:pt x="70911" y="27272"/>
                </a:lnTo>
                <a:cubicBezTo>
                  <a:pt x="70911" y="27272"/>
                  <a:pt x="70911" y="68183"/>
                  <a:pt x="70911" y="68183"/>
                </a:cubicBezTo>
                <a:close/>
                <a:moveTo>
                  <a:pt x="70911" y="114544"/>
                </a:moveTo>
                <a:lnTo>
                  <a:pt x="27272" y="114544"/>
                </a:lnTo>
                <a:lnTo>
                  <a:pt x="27272" y="73638"/>
                </a:lnTo>
                <a:lnTo>
                  <a:pt x="70911" y="73638"/>
                </a:lnTo>
                <a:cubicBezTo>
                  <a:pt x="70911" y="73638"/>
                  <a:pt x="70911" y="114544"/>
                  <a:pt x="70911" y="114544"/>
                </a:cubicBezTo>
                <a:close/>
                <a:moveTo>
                  <a:pt x="21816" y="68183"/>
                </a:moveTo>
                <a:lnTo>
                  <a:pt x="5455" y="68183"/>
                </a:lnTo>
                <a:lnTo>
                  <a:pt x="5455" y="32727"/>
                </a:lnTo>
                <a:cubicBezTo>
                  <a:pt x="5455" y="29716"/>
                  <a:pt x="7900" y="27272"/>
                  <a:pt x="10911" y="27272"/>
                </a:cubicBezTo>
                <a:lnTo>
                  <a:pt x="21816" y="27272"/>
                </a:lnTo>
                <a:cubicBezTo>
                  <a:pt x="21816" y="27272"/>
                  <a:pt x="21816" y="68183"/>
                  <a:pt x="21816" y="68183"/>
                </a:cubicBezTo>
                <a:close/>
                <a:moveTo>
                  <a:pt x="21816" y="114544"/>
                </a:moveTo>
                <a:lnTo>
                  <a:pt x="10911" y="114544"/>
                </a:lnTo>
                <a:cubicBezTo>
                  <a:pt x="7900" y="114544"/>
                  <a:pt x="5455" y="112100"/>
                  <a:pt x="5455" y="109088"/>
                </a:cubicBezTo>
                <a:lnTo>
                  <a:pt x="5455" y="73638"/>
                </a:lnTo>
                <a:lnTo>
                  <a:pt x="21816" y="73638"/>
                </a:lnTo>
                <a:cubicBezTo>
                  <a:pt x="21816" y="73638"/>
                  <a:pt x="21816" y="114544"/>
                  <a:pt x="21816" y="114544"/>
                </a:cubicBezTo>
                <a:close/>
                <a:moveTo>
                  <a:pt x="87272" y="21816"/>
                </a:moveTo>
                <a:lnTo>
                  <a:pt x="10911" y="21816"/>
                </a:lnTo>
                <a:cubicBezTo>
                  <a:pt x="4883" y="21816"/>
                  <a:pt x="0" y="26700"/>
                  <a:pt x="0" y="32727"/>
                </a:cubicBezTo>
                <a:lnTo>
                  <a:pt x="0" y="109088"/>
                </a:lnTo>
                <a:cubicBezTo>
                  <a:pt x="0" y="115116"/>
                  <a:pt x="4883" y="120000"/>
                  <a:pt x="10911" y="120000"/>
                </a:cubicBezTo>
                <a:lnTo>
                  <a:pt x="87272" y="120000"/>
                </a:lnTo>
                <a:cubicBezTo>
                  <a:pt x="93300" y="120000"/>
                  <a:pt x="98183" y="115116"/>
                  <a:pt x="98183" y="109088"/>
                </a:cubicBezTo>
                <a:lnTo>
                  <a:pt x="98183" y="32727"/>
                </a:lnTo>
                <a:cubicBezTo>
                  <a:pt x="98183" y="26700"/>
                  <a:pt x="93300" y="21816"/>
                  <a:pt x="87272" y="21816"/>
                </a:cubicBezTo>
                <a:moveTo>
                  <a:pt x="10911" y="49088"/>
                </a:moveTo>
                <a:lnTo>
                  <a:pt x="16361" y="49088"/>
                </a:lnTo>
                <a:lnTo>
                  <a:pt x="16361" y="43638"/>
                </a:lnTo>
                <a:lnTo>
                  <a:pt x="10911" y="43638"/>
                </a:lnTo>
                <a:cubicBezTo>
                  <a:pt x="10911" y="43638"/>
                  <a:pt x="10911" y="49088"/>
                  <a:pt x="10911" y="49088"/>
                </a:cubicBezTo>
                <a:close/>
                <a:moveTo>
                  <a:pt x="10911" y="60000"/>
                </a:moveTo>
                <a:lnTo>
                  <a:pt x="16361" y="60000"/>
                </a:lnTo>
                <a:lnTo>
                  <a:pt x="16361" y="54544"/>
                </a:lnTo>
                <a:lnTo>
                  <a:pt x="10911" y="54544"/>
                </a:lnTo>
                <a:cubicBezTo>
                  <a:pt x="10911" y="54544"/>
                  <a:pt x="10911" y="60000"/>
                  <a:pt x="10911" y="60000"/>
                </a:cubicBezTo>
                <a:close/>
                <a:moveTo>
                  <a:pt x="16361" y="92727"/>
                </a:moveTo>
                <a:lnTo>
                  <a:pt x="10911" y="92727"/>
                </a:lnTo>
                <a:lnTo>
                  <a:pt x="10911" y="98183"/>
                </a:lnTo>
                <a:lnTo>
                  <a:pt x="16361" y="98183"/>
                </a:lnTo>
                <a:cubicBezTo>
                  <a:pt x="16361" y="98183"/>
                  <a:pt x="16361" y="92727"/>
                  <a:pt x="16361" y="92727"/>
                </a:cubicBezTo>
                <a:close/>
                <a:moveTo>
                  <a:pt x="10911" y="38183"/>
                </a:moveTo>
                <a:lnTo>
                  <a:pt x="16361" y="38183"/>
                </a:lnTo>
                <a:lnTo>
                  <a:pt x="16361" y="32727"/>
                </a:lnTo>
                <a:lnTo>
                  <a:pt x="10911" y="32727"/>
                </a:lnTo>
                <a:cubicBezTo>
                  <a:pt x="10911" y="32727"/>
                  <a:pt x="10911" y="38183"/>
                  <a:pt x="10911" y="38183"/>
                </a:cubicBezTo>
                <a:close/>
                <a:moveTo>
                  <a:pt x="16361" y="81816"/>
                </a:moveTo>
                <a:lnTo>
                  <a:pt x="10911" y="81816"/>
                </a:lnTo>
                <a:lnTo>
                  <a:pt x="10911" y="87272"/>
                </a:lnTo>
                <a:lnTo>
                  <a:pt x="16361" y="87272"/>
                </a:lnTo>
                <a:cubicBezTo>
                  <a:pt x="16361" y="87272"/>
                  <a:pt x="16361" y="81816"/>
                  <a:pt x="16361" y="81816"/>
                </a:cubicBezTo>
                <a:close/>
                <a:moveTo>
                  <a:pt x="16361" y="103638"/>
                </a:moveTo>
                <a:lnTo>
                  <a:pt x="10911" y="103638"/>
                </a:lnTo>
                <a:lnTo>
                  <a:pt x="10911" y="109088"/>
                </a:lnTo>
                <a:lnTo>
                  <a:pt x="16361" y="109088"/>
                </a:lnTo>
                <a:cubicBezTo>
                  <a:pt x="16361" y="109088"/>
                  <a:pt x="16361" y="103638"/>
                  <a:pt x="16361" y="103638"/>
                </a:cubicBezTo>
                <a:close/>
              </a:path>
            </a:pathLst>
          </a:custGeom>
          <a:solidFill>
            <a:schemeClr val="dk2"/>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sp>
        <p:nvSpPr>
          <p:cNvPr id="181" name="Google Shape;181;p73"/>
          <p:cNvSpPr/>
          <p:nvPr/>
        </p:nvSpPr>
        <p:spPr>
          <a:xfrm>
            <a:off x="8552661" y="5340061"/>
            <a:ext cx="279327" cy="228540"/>
          </a:xfrm>
          <a:custGeom>
            <a:avLst/>
            <a:gdLst/>
            <a:ahLst/>
            <a:cxnLst/>
            <a:rect l="l" t="t" r="r" b="b"/>
            <a:pathLst>
              <a:path w="120000" h="120000" extrusionOk="0">
                <a:moveTo>
                  <a:pt x="114544" y="53333"/>
                </a:moveTo>
                <a:lnTo>
                  <a:pt x="98183" y="53333"/>
                </a:lnTo>
                <a:lnTo>
                  <a:pt x="98183" y="46666"/>
                </a:lnTo>
                <a:cubicBezTo>
                  <a:pt x="98183" y="42988"/>
                  <a:pt x="95738" y="40000"/>
                  <a:pt x="92727" y="40000"/>
                </a:cubicBezTo>
                <a:lnTo>
                  <a:pt x="81816" y="40000"/>
                </a:lnTo>
                <a:cubicBezTo>
                  <a:pt x="78811" y="40000"/>
                  <a:pt x="76361" y="42988"/>
                  <a:pt x="76361" y="46666"/>
                </a:cubicBezTo>
                <a:lnTo>
                  <a:pt x="76361" y="53333"/>
                </a:lnTo>
                <a:lnTo>
                  <a:pt x="43638" y="53333"/>
                </a:lnTo>
                <a:lnTo>
                  <a:pt x="43638" y="46666"/>
                </a:lnTo>
                <a:cubicBezTo>
                  <a:pt x="43638" y="42988"/>
                  <a:pt x="41188" y="40000"/>
                  <a:pt x="38183" y="40000"/>
                </a:cubicBezTo>
                <a:lnTo>
                  <a:pt x="27272" y="40000"/>
                </a:lnTo>
                <a:cubicBezTo>
                  <a:pt x="24261" y="40000"/>
                  <a:pt x="21816" y="42988"/>
                  <a:pt x="21816" y="46666"/>
                </a:cubicBezTo>
                <a:lnTo>
                  <a:pt x="21816" y="53333"/>
                </a:lnTo>
                <a:lnTo>
                  <a:pt x="5455" y="53333"/>
                </a:lnTo>
                <a:lnTo>
                  <a:pt x="5455" y="20005"/>
                </a:lnTo>
                <a:lnTo>
                  <a:pt x="114544" y="20005"/>
                </a:lnTo>
                <a:cubicBezTo>
                  <a:pt x="114544" y="20005"/>
                  <a:pt x="114544" y="53333"/>
                  <a:pt x="114544" y="53333"/>
                </a:cubicBezTo>
                <a:close/>
                <a:moveTo>
                  <a:pt x="81816" y="46666"/>
                </a:moveTo>
                <a:lnTo>
                  <a:pt x="92727" y="46666"/>
                </a:lnTo>
                <a:lnTo>
                  <a:pt x="92727" y="66672"/>
                </a:lnTo>
                <a:lnTo>
                  <a:pt x="81816" y="66672"/>
                </a:lnTo>
                <a:cubicBezTo>
                  <a:pt x="81816" y="66672"/>
                  <a:pt x="81816" y="46666"/>
                  <a:pt x="81816" y="46666"/>
                </a:cubicBezTo>
                <a:close/>
                <a:moveTo>
                  <a:pt x="27272" y="46666"/>
                </a:moveTo>
                <a:lnTo>
                  <a:pt x="38183" y="46666"/>
                </a:lnTo>
                <a:lnTo>
                  <a:pt x="38183" y="66672"/>
                </a:lnTo>
                <a:lnTo>
                  <a:pt x="27272" y="66672"/>
                </a:lnTo>
                <a:cubicBezTo>
                  <a:pt x="27272" y="66672"/>
                  <a:pt x="27272" y="46666"/>
                  <a:pt x="27272" y="46666"/>
                </a:cubicBezTo>
                <a:close/>
                <a:moveTo>
                  <a:pt x="109088" y="113333"/>
                </a:moveTo>
                <a:lnTo>
                  <a:pt x="10911" y="113333"/>
                </a:lnTo>
                <a:lnTo>
                  <a:pt x="10911" y="60000"/>
                </a:lnTo>
                <a:lnTo>
                  <a:pt x="21816" y="60000"/>
                </a:lnTo>
                <a:lnTo>
                  <a:pt x="21816" y="66672"/>
                </a:lnTo>
                <a:cubicBezTo>
                  <a:pt x="21816" y="70344"/>
                  <a:pt x="24261" y="73333"/>
                  <a:pt x="27272" y="73333"/>
                </a:cubicBezTo>
                <a:lnTo>
                  <a:pt x="38183" y="73333"/>
                </a:lnTo>
                <a:cubicBezTo>
                  <a:pt x="41188" y="73333"/>
                  <a:pt x="43638" y="70344"/>
                  <a:pt x="43638" y="66672"/>
                </a:cubicBezTo>
                <a:lnTo>
                  <a:pt x="43638" y="60000"/>
                </a:lnTo>
                <a:lnTo>
                  <a:pt x="76361" y="60000"/>
                </a:lnTo>
                <a:lnTo>
                  <a:pt x="76361" y="66672"/>
                </a:lnTo>
                <a:cubicBezTo>
                  <a:pt x="76361" y="70344"/>
                  <a:pt x="78811" y="73333"/>
                  <a:pt x="81816" y="73333"/>
                </a:cubicBezTo>
                <a:lnTo>
                  <a:pt x="92727" y="73333"/>
                </a:lnTo>
                <a:cubicBezTo>
                  <a:pt x="95738" y="73333"/>
                  <a:pt x="98183" y="70344"/>
                  <a:pt x="98183" y="66672"/>
                </a:cubicBezTo>
                <a:lnTo>
                  <a:pt x="98183" y="60000"/>
                </a:lnTo>
                <a:lnTo>
                  <a:pt x="109088" y="60000"/>
                </a:lnTo>
                <a:cubicBezTo>
                  <a:pt x="109088" y="60000"/>
                  <a:pt x="109088" y="113333"/>
                  <a:pt x="109088" y="113333"/>
                </a:cubicBezTo>
                <a:close/>
                <a:moveTo>
                  <a:pt x="49088" y="6666"/>
                </a:moveTo>
                <a:lnTo>
                  <a:pt x="70911" y="6666"/>
                </a:lnTo>
                <a:cubicBezTo>
                  <a:pt x="73916" y="6666"/>
                  <a:pt x="76361" y="9655"/>
                  <a:pt x="76361" y="13333"/>
                </a:cubicBezTo>
                <a:lnTo>
                  <a:pt x="43638" y="13333"/>
                </a:lnTo>
                <a:cubicBezTo>
                  <a:pt x="43638" y="9655"/>
                  <a:pt x="46083" y="6666"/>
                  <a:pt x="49088" y="6666"/>
                </a:cubicBezTo>
                <a:moveTo>
                  <a:pt x="114544" y="13333"/>
                </a:moveTo>
                <a:lnTo>
                  <a:pt x="81816" y="13333"/>
                </a:lnTo>
                <a:cubicBezTo>
                  <a:pt x="81816" y="5972"/>
                  <a:pt x="76933" y="0"/>
                  <a:pt x="70911" y="0"/>
                </a:cubicBezTo>
                <a:lnTo>
                  <a:pt x="49088" y="0"/>
                </a:lnTo>
                <a:cubicBezTo>
                  <a:pt x="43066" y="0"/>
                  <a:pt x="38183" y="5972"/>
                  <a:pt x="38183" y="13333"/>
                </a:cubicBezTo>
                <a:lnTo>
                  <a:pt x="5455" y="13333"/>
                </a:lnTo>
                <a:cubicBezTo>
                  <a:pt x="2444" y="13333"/>
                  <a:pt x="0" y="16322"/>
                  <a:pt x="0" y="20005"/>
                </a:cubicBezTo>
                <a:lnTo>
                  <a:pt x="0" y="53333"/>
                </a:lnTo>
                <a:cubicBezTo>
                  <a:pt x="0" y="57011"/>
                  <a:pt x="2444" y="60000"/>
                  <a:pt x="5455" y="60000"/>
                </a:cubicBezTo>
                <a:lnTo>
                  <a:pt x="5455" y="113333"/>
                </a:lnTo>
                <a:cubicBezTo>
                  <a:pt x="5455" y="117011"/>
                  <a:pt x="7900" y="120000"/>
                  <a:pt x="10911" y="120000"/>
                </a:cubicBezTo>
                <a:lnTo>
                  <a:pt x="109088" y="120000"/>
                </a:lnTo>
                <a:cubicBezTo>
                  <a:pt x="112100" y="120000"/>
                  <a:pt x="114544" y="117011"/>
                  <a:pt x="114544" y="113333"/>
                </a:cubicBezTo>
                <a:lnTo>
                  <a:pt x="114544" y="60000"/>
                </a:lnTo>
                <a:cubicBezTo>
                  <a:pt x="117555" y="60000"/>
                  <a:pt x="120000" y="57011"/>
                  <a:pt x="120000" y="53333"/>
                </a:cubicBezTo>
                <a:lnTo>
                  <a:pt x="120000" y="20005"/>
                </a:lnTo>
                <a:cubicBezTo>
                  <a:pt x="120000" y="16322"/>
                  <a:pt x="117555" y="13333"/>
                  <a:pt x="114544" y="13333"/>
                </a:cubicBezTo>
              </a:path>
            </a:pathLst>
          </a:custGeom>
          <a:solidFill>
            <a:schemeClr val="dk2"/>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sp>
        <p:nvSpPr>
          <p:cNvPr id="182" name="Google Shape;182;p73"/>
          <p:cNvSpPr txBox="1">
            <a:spLocks noGrp="1"/>
          </p:cNvSpPr>
          <p:nvPr>
            <p:ph type="body" idx="2"/>
          </p:nvPr>
        </p:nvSpPr>
        <p:spPr>
          <a:xfrm>
            <a:off x="5400025" y="1659170"/>
            <a:ext cx="6100312" cy="89665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83" name="Google Shape;183;p73"/>
          <p:cNvSpPr txBox="1">
            <a:spLocks noGrp="1"/>
          </p:cNvSpPr>
          <p:nvPr>
            <p:ph type="body" idx="3"/>
          </p:nvPr>
        </p:nvSpPr>
        <p:spPr>
          <a:xfrm>
            <a:off x="5389969" y="3082730"/>
            <a:ext cx="2636140" cy="713853"/>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84" name="Google Shape;184;p73"/>
          <p:cNvSpPr txBox="1">
            <a:spLocks noGrp="1"/>
          </p:cNvSpPr>
          <p:nvPr>
            <p:ph type="body" idx="4"/>
          </p:nvPr>
        </p:nvSpPr>
        <p:spPr>
          <a:xfrm>
            <a:off x="5400025" y="2676146"/>
            <a:ext cx="2636142" cy="36276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85" name="Google Shape;185;p73"/>
          <p:cNvSpPr txBox="1">
            <a:spLocks noGrp="1"/>
          </p:cNvSpPr>
          <p:nvPr>
            <p:ph type="body" idx="5"/>
          </p:nvPr>
        </p:nvSpPr>
        <p:spPr>
          <a:xfrm>
            <a:off x="5389969" y="4393828"/>
            <a:ext cx="2636140" cy="713853"/>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86" name="Google Shape;186;p73"/>
          <p:cNvSpPr txBox="1">
            <a:spLocks noGrp="1"/>
          </p:cNvSpPr>
          <p:nvPr>
            <p:ph type="body" idx="6"/>
          </p:nvPr>
        </p:nvSpPr>
        <p:spPr>
          <a:xfrm>
            <a:off x="5400025" y="3987244"/>
            <a:ext cx="2636142" cy="36276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87" name="Google Shape;187;p73"/>
          <p:cNvSpPr txBox="1">
            <a:spLocks noGrp="1"/>
          </p:cNvSpPr>
          <p:nvPr>
            <p:ph type="body" idx="7"/>
          </p:nvPr>
        </p:nvSpPr>
        <p:spPr>
          <a:xfrm>
            <a:off x="5389969" y="5694917"/>
            <a:ext cx="2636140" cy="713853"/>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88" name="Google Shape;188;p73"/>
          <p:cNvSpPr txBox="1">
            <a:spLocks noGrp="1"/>
          </p:cNvSpPr>
          <p:nvPr>
            <p:ph type="body" idx="8"/>
          </p:nvPr>
        </p:nvSpPr>
        <p:spPr>
          <a:xfrm>
            <a:off x="5400025" y="5288333"/>
            <a:ext cx="2636142" cy="36276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89" name="Google Shape;189;p73"/>
          <p:cNvSpPr txBox="1">
            <a:spLocks noGrp="1"/>
          </p:cNvSpPr>
          <p:nvPr>
            <p:ph type="body" idx="9"/>
          </p:nvPr>
        </p:nvSpPr>
        <p:spPr>
          <a:xfrm>
            <a:off x="8908157" y="3082730"/>
            <a:ext cx="2636140" cy="713853"/>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90" name="Google Shape;190;p73"/>
          <p:cNvSpPr txBox="1">
            <a:spLocks noGrp="1"/>
          </p:cNvSpPr>
          <p:nvPr>
            <p:ph type="body" idx="13"/>
          </p:nvPr>
        </p:nvSpPr>
        <p:spPr>
          <a:xfrm>
            <a:off x="8918213" y="2676146"/>
            <a:ext cx="2636142" cy="36276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91" name="Google Shape;191;p73"/>
          <p:cNvSpPr txBox="1">
            <a:spLocks noGrp="1"/>
          </p:cNvSpPr>
          <p:nvPr>
            <p:ph type="body" idx="14"/>
          </p:nvPr>
        </p:nvSpPr>
        <p:spPr>
          <a:xfrm>
            <a:off x="8908157" y="4393828"/>
            <a:ext cx="2636140" cy="713853"/>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92" name="Google Shape;192;p73"/>
          <p:cNvSpPr txBox="1">
            <a:spLocks noGrp="1"/>
          </p:cNvSpPr>
          <p:nvPr>
            <p:ph type="body" idx="15"/>
          </p:nvPr>
        </p:nvSpPr>
        <p:spPr>
          <a:xfrm>
            <a:off x="8918213" y="3987244"/>
            <a:ext cx="2636142" cy="36276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93" name="Google Shape;193;p73"/>
          <p:cNvSpPr txBox="1">
            <a:spLocks noGrp="1"/>
          </p:cNvSpPr>
          <p:nvPr>
            <p:ph type="body" idx="16"/>
          </p:nvPr>
        </p:nvSpPr>
        <p:spPr>
          <a:xfrm>
            <a:off x="8908157" y="5694917"/>
            <a:ext cx="2636140" cy="713853"/>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94" name="Google Shape;194;p73"/>
          <p:cNvSpPr txBox="1">
            <a:spLocks noGrp="1"/>
          </p:cNvSpPr>
          <p:nvPr>
            <p:ph type="body" idx="17"/>
          </p:nvPr>
        </p:nvSpPr>
        <p:spPr>
          <a:xfrm>
            <a:off x="8918213" y="5288333"/>
            <a:ext cx="2636142" cy="36276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rained-Infographic">
  <p:cSld name="Brained-Infographic">
    <p:spTree>
      <p:nvGrpSpPr>
        <p:cNvPr id="1" name="Shape 195"/>
        <p:cNvGrpSpPr/>
        <p:nvPr/>
      </p:nvGrpSpPr>
      <p:grpSpPr>
        <a:xfrm>
          <a:off x="0" y="0"/>
          <a:ext cx="0" cy="0"/>
          <a:chOff x="0" y="0"/>
          <a:chExt cx="0" cy="0"/>
        </a:xfrm>
      </p:grpSpPr>
      <p:sp>
        <p:nvSpPr>
          <p:cNvPr id="196" name="Google Shape;196;p74"/>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97" name="Google Shape;197;p74"/>
          <p:cNvSpPr txBox="1">
            <a:spLocks noGrp="1"/>
          </p:cNvSpPr>
          <p:nvPr>
            <p:ph type="body" idx="1"/>
          </p:nvPr>
        </p:nvSpPr>
        <p:spPr>
          <a:xfrm>
            <a:off x="207963" y="273050"/>
            <a:ext cx="11291702" cy="298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EC07D"/>
              </a:buClr>
              <a:buSzPts val="1600"/>
              <a:buFont typeface="Arial"/>
              <a:buNone/>
              <a:defRPr sz="1600" b="0" i="0" u="none" strike="noStrike" cap="none">
                <a:solidFill>
                  <a:srgbClr val="0EC07D"/>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grpSp>
        <p:nvGrpSpPr>
          <p:cNvPr id="198" name="Google Shape;198;p74"/>
          <p:cNvGrpSpPr/>
          <p:nvPr/>
        </p:nvGrpSpPr>
        <p:grpSpPr>
          <a:xfrm>
            <a:off x="2011515" y="1953702"/>
            <a:ext cx="1620994" cy="2603950"/>
            <a:chOff x="2011515" y="1953702"/>
            <a:chExt cx="1620994" cy="2603950"/>
          </a:xfrm>
        </p:grpSpPr>
        <p:sp>
          <p:nvSpPr>
            <p:cNvPr id="199" name="Google Shape;199;p74"/>
            <p:cNvSpPr/>
            <p:nvPr/>
          </p:nvSpPr>
          <p:spPr>
            <a:xfrm>
              <a:off x="2285756" y="1953702"/>
              <a:ext cx="869950" cy="923581"/>
            </a:xfrm>
            <a:custGeom>
              <a:avLst/>
              <a:gdLst/>
              <a:ahLst/>
              <a:cxnLst/>
              <a:rect l="l" t="t" r="r" b="b"/>
              <a:pathLst>
                <a:path w="120000" h="120000" extrusionOk="0">
                  <a:moveTo>
                    <a:pt x="118690" y="79161"/>
                  </a:moveTo>
                  <a:cubicBezTo>
                    <a:pt x="116496" y="84525"/>
                    <a:pt x="110805" y="86995"/>
                    <a:pt x="105114" y="84933"/>
                  </a:cubicBezTo>
                  <a:cubicBezTo>
                    <a:pt x="102047" y="84112"/>
                    <a:pt x="100295" y="81636"/>
                    <a:pt x="98980" y="79161"/>
                  </a:cubicBezTo>
                  <a:cubicBezTo>
                    <a:pt x="98544" y="77512"/>
                    <a:pt x="96792" y="76272"/>
                    <a:pt x="95040" y="75444"/>
                  </a:cubicBezTo>
                  <a:cubicBezTo>
                    <a:pt x="93289" y="75037"/>
                    <a:pt x="91537" y="75858"/>
                    <a:pt x="90658" y="77512"/>
                  </a:cubicBezTo>
                  <a:cubicBezTo>
                    <a:pt x="73579" y="120000"/>
                    <a:pt x="73579" y="120000"/>
                    <a:pt x="73579" y="120000"/>
                  </a:cubicBezTo>
                  <a:cubicBezTo>
                    <a:pt x="43796" y="86174"/>
                    <a:pt x="43796" y="86174"/>
                    <a:pt x="43796" y="86174"/>
                  </a:cubicBezTo>
                  <a:cubicBezTo>
                    <a:pt x="44232" y="86174"/>
                    <a:pt x="44232" y="86174"/>
                    <a:pt x="44232" y="86174"/>
                  </a:cubicBezTo>
                  <a:cubicBezTo>
                    <a:pt x="48614" y="86588"/>
                    <a:pt x="52996" y="85760"/>
                    <a:pt x="56499" y="82871"/>
                  </a:cubicBezTo>
                  <a:cubicBezTo>
                    <a:pt x="63069" y="77920"/>
                    <a:pt x="63942" y="68845"/>
                    <a:pt x="58687" y="63072"/>
                  </a:cubicBezTo>
                  <a:cubicBezTo>
                    <a:pt x="53432" y="56886"/>
                    <a:pt x="43796" y="56059"/>
                    <a:pt x="37226" y="61010"/>
                  </a:cubicBezTo>
                  <a:cubicBezTo>
                    <a:pt x="33722" y="63486"/>
                    <a:pt x="31971" y="67196"/>
                    <a:pt x="31971" y="71320"/>
                  </a:cubicBezTo>
                  <a:cubicBezTo>
                    <a:pt x="31534" y="71734"/>
                    <a:pt x="31534" y="71734"/>
                    <a:pt x="31534" y="71734"/>
                  </a:cubicBezTo>
                  <a:cubicBezTo>
                    <a:pt x="0" y="35433"/>
                    <a:pt x="0" y="35433"/>
                    <a:pt x="0" y="35433"/>
                  </a:cubicBezTo>
                  <a:cubicBezTo>
                    <a:pt x="7006" y="26357"/>
                    <a:pt x="15328" y="19344"/>
                    <a:pt x="21461" y="14807"/>
                  </a:cubicBezTo>
                  <a:cubicBezTo>
                    <a:pt x="36789" y="4083"/>
                    <a:pt x="81464" y="-5819"/>
                    <a:pt x="119999" y="4083"/>
                  </a:cubicBezTo>
                  <a:cubicBezTo>
                    <a:pt x="96350" y="63072"/>
                    <a:pt x="96350" y="63072"/>
                    <a:pt x="96350" y="63072"/>
                  </a:cubicBezTo>
                  <a:cubicBezTo>
                    <a:pt x="96350" y="63072"/>
                    <a:pt x="96350" y="63072"/>
                    <a:pt x="96350" y="63072"/>
                  </a:cubicBezTo>
                  <a:cubicBezTo>
                    <a:pt x="95913" y="64721"/>
                    <a:pt x="96792" y="66783"/>
                    <a:pt x="98544" y="67196"/>
                  </a:cubicBezTo>
                  <a:cubicBezTo>
                    <a:pt x="100295" y="68023"/>
                    <a:pt x="102483" y="68023"/>
                    <a:pt x="103798" y="67196"/>
                  </a:cubicBezTo>
                  <a:cubicBezTo>
                    <a:pt x="106423" y="65548"/>
                    <a:pt x="109490" y="65548"/>
                    <a:pt x="112557" y="66369"/>
                  </a:cubicBezTo>
                  <a:cubicBezTo>
                    <a:pt x="117811" y="68437"/>
                    <a:pt x="120878" y="74209"/>
                    <a:pt x="118690" y="79161"/>
                  </a:cubicBezTo>
                  <a:close/>
                </a:path>
              </a:pathLst>
            </a:custGeom>
            <a:solidFill>
              <a:schemeClr val="accent1">
                <a:alpha val="54509"/>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00" name="Google Shape;200;p74"/>
            <p:cNvSpPr/>
            <p:nvPr/>
          </p:nvSpPr>
          <p:spPr>
            <a:xfrm>
              <a:off x="2850906" y="1994632"/>
              <a:ext cx="781603" cy="1023235"/>
            </a:xfrm>
            <a:custGeom>
              <a:avLst/>
              <a:gdLst/>
              <a:ahLst/>
              <a:cxnLst/>
              <a:rect l="l" t="t" r="r" b="b"/>
              <a:pathLst>
                <a:path w="120000" h="120000" extrusionOk="0">
                  <a:moveTo>
                    <a:pt x="119916" y="76334"/>
                  </a:moveTo>
                  <a:cubicBezTo>
                    <a:pt x="119429" y="81171"/>
                    <a:pt x="118942" y="86013"/>
                    <a:pt x="117475" y="90107"/>
                  </a:cubicBezTo>
                  <a:cubicBezTo>
                    <a:pt x="71168" y="96067"/>
                    <a:pt x="71168" y="96067"/>
                    <a:pt x="71168" y="96067"/>
                  </a:cubicBezTo>
                  <a:cubicBezTo>
                    <a:pt x="68733" y="96441"/>
                    <a:pt x="67754" y="97926"/>
                    <a:pt x="67754" y="99418"/>
                  </a:cubicBezTo>
                  <a:cubicBezTo>
                    <a:pt x="68246" y="101278"/>
                    <a:pt x="69220" y="102395"/>
                    <a:pt x="71168" y="103512"/>
                  </a:cubicBezTo>
                  <a:cubicBezTo>
                    <a:pt x="74095" y="104629"/>
                    <a:pt x="76043" y="106863"/>
                    <a:pt x="76530" y="109471"/>
                  </a:cubicBezTo>
                  <a:cubicBezTo>
                    <a:pt x="77503" y="114314"/>
                    <a:pt x="73121" y="118782"/>
                    <a:pt x="66780" y="119899"/>
                  </a:cubicBezTo>
                  <a:cubicBezTo>
                    <a:pt x="60444" y="120642"/>
                    <a:pt x="54596" y="117291"/>
                    <a:pt x="53622" y="112448"/>
                  </a:cubicBezTo>
                  <a:cubicBezTo>
                    <a:pt x="53135" y="109845"/>
                    <a:pt x="54109" y="107237"/>
                    <a:pt x="56057" y="105377"/>
                  </a:cubicBezTo>
                  <a:cubicBezTo>
                    <a:pt x="57517" y="103886"/>
                    <a:pt x="58010" y="102395"/>
                    <a:pt x="57517" y="100909"/>
                  </a:cubicBezTo>
                  <a:cubicBezTo>
                    <a:pt x="57517" y="99043"/>
                    <a:pt x="55570" y="98301"/>
                    <a:pt x="53135" y="98301"/>
                  </a:cubicBezTo>
                  <a:cubicBezTo>
                    <a:pt x="53135" y="98301"/>
                    <a:pt x="53135" y="98301"/>
                    <a:pt x="53135" y="98301"/>
                  </a:cubicBezTo>
                  <a:cubicBezTo>
                    <a:pt x="0" y="105003"/>
                    <a:pt x="0" y="105003"/>
                    <a:pt x="0" y="105003"/>
                  </a:cubicBezTo>
                  <a:cubicBezTo>
                    <a:pt x="18525" y="67766"/>
                    <a:pt x="18525" y="67766"/>
                    <a:pt x="18525" y="67766"/>
                  </a:cubicBezTo>
                  <a:cubicBezTo>
                    <a:pt x="18525" y="67766"/>
                    <a:pt x="18525" y="68140"/>
                    <a:pt x="18525" y="68140"/>
                  </a:cubicBezTo>
                  <a:cubicBezTo>
                    <a:pt x="20472" y="71491"/>
                    <a:pt x="23886" y="74100"/>
                    <a:pt x="28274" y="75585"/>
                  </a:cubicBezTo>
                  <a:cubicBezTo>
                    <a:pt x="37044" y="78194"/>
                    <a:pt x="46794" y="74842"/>
                    <a:pt x="50208" y="68140"/>
                  </a:cubicBezTo>
                  <a:cubicBezTo>
                    <a:pt x="53622" y="61438"/>
                    <a:pt x="49234" y="53993"/>
                    <a:pt x="40458" y="51384"/>
                  </a:cubicBezTo>
                  <a:cubicBezTo>
                    <a:pt x="36071" y="50267"/>
                    <a:pt x="30709" y="50641"/>
                    <a:pt x="26321" y="52127"/>
                  </a:cubicBezTo>
                  <a:cubicBezTo>
                    <a:pt x="26321" y="52127"/>
                    <a:pt x="26321" y="52127"/>
                    <a:pt x="26321" y="52501"/>
                  </a:cubicBezTo>
                  <a:cubicBezTo>
                    <a:pt x="52156" y="0"/>
                    <a:pt x="52156" y="0"/>
                    <a:pt x="52156" y="0"/>
                  </a:cubicBezTo>
                  <a:cubicBezTo>
                    <a:pt x="57517" y="1491"/>
                    <a:pt x="62879" y="2976"/>
                    <a:pt x="67754" y="5211"/>
                  </a:cubicBezTo>
                  <a:cubicBezTo>
                    <a:pt x="114067" y="23458"/>
                    <a:pt x="120889" y="48776"/>
                    <a:pt x="119916" y="76334"/>
                  </a:cubicBezTo>
                  <a:close/>
                </a:path>
              </a:pathLst>
            </a:custGeom>
            <a:solidFill>
              <a:schemeClr val="accent1">
                <a:alpha val="40000"/>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01" name="Google Shape;201;p74"/>
            <p:cNvSpPr/>
            <p:nvPr/>
          </p:nvSpPr>
          <p:spPr>
            <a:xfrm>
              <a:off x="2034932" y="2254982"/>
              <a:ext cx="758825" cy="768350"/>
            </a:xfrm>
            <a:custGeom>
              <a:avLst/>
              <a:gdLst/>
              <a:ahLst/>
              <a:cxnLst/>
              <a:rect l="l" t="t" r="r" b="b"/>
              <a:pathLst>
                <a:path w="120000" h="120000" extrusionOk="0">
                  <a:moveTo>
                    <a:pt x="67277" y="109088"/>
                  </a:moveTo>
                  <a:cubicBezTo>
                    <a:pt x="70294" y="105122"/>
                    <a:pt x="71800" y="100166"/>
                    <a:pt x="70794" y="95205"/>
                  </a:cubicBezTo>
                  <a:cubicBezTo>
                    <a:pt x="69288" y="85783"/>
                    <a:pt x="60250" y="79338"/>
                    <a:pt x="51211" y="81322"/>
                  </a:cubicBezTo>
                  <a:cubicBezTo>
                    <a:pt x="41672" y="82811"/>
                    <a:pt x="35144" y="91238"/>
                    <a:pt x="36650" y="100661"/>
                  </a:cubicBezTo>
                  <a:cubicBezTo>
                    <a:pt x="37655" y="105622"/>
                    <a:pt x="40672" y="110083"/>
                    <a:pt x="44688" y="112561"/>
                  </a:cubicBezTo>
                  <a:cubicBezTo>
                    <a:pt x="44688" y="112561"/>
                    <a:pt x="45188" y="112561"/>
                    <a:pt x="45188" y="112561"/>
                  </a:cubicBezTo>
                  <a:cubicBezTo>
                    <a:pt x="0" y="120000"/>
                    <a:pt x="0" y="120000"/>
                    <a:pt x="0" y="120000"/>
                  </a:cubicBezTo>
                  <a:cubicBezTo>
                    <a:pt x="1005" y="117522"/>
                    <a:pt x="3011" y="114544"/>
                    <a:pt x="5022" y="111572"/>
                  </a:cubicBezTo>
                  <a:cubicBezTo>
                    <a:pt x="6527" y="108594"/>
                    <a:pt x="18077" y="91733"/>
                    <a:pt x="23600" y="83305"/>
                  </a:cubicBezTo>
                  <a:cubicBezTo>
                    <a:pt x="25605" y="80333"/>
                    <a:pt x="26111" y="76861"/>
                    <a:pt x="25105" y="73883"/>
                  </a:cubicBezTo>
                  <a:cubicBezTo>
                    <a:pt x="15566" y="44133"/>
                    <a:pt x="24100" y="18844"/>
                    <a:pt x="36650" y="0"/>
                  </a:cubicBezTo>
                  <a:cubicBezTo>
                    <a:pt x="72805" y="44133"/>
                    <a:pt x="72805" y="44133"/>
                    <a:pt x="72805" y="44133"/>
                  </a:cubicBezTo>
                  <a:cubicBezTo>
                    <a:pt x="74311" y="45622"/>
                    <a:pt x="76822" y="46116"/>
                    <a:pt x="78827" y="44627"/>
                  </a:cubicBezTo>
                  <a:cubicBezTo>
                    <a:pt x="80333" y="43138"/>
                    <a:pt x="81338" y="41155"/>
                    <a:pt x="81338" y="39172"/>
                  </a:cubicBezTo>
                  <a:cubicBezTo>
                    <a:pt x="81338" y="35700"/>
                    <a:pt x="82844" y="32727"/>
                    <a:pt x="85855" y="30250"/>
                  </a:cubicBezTo>
                  <a:cubicBezTo>
                    <a:pt x="90877" y="26283"/>
                    <a:pt x="98411" y="26777"/>
                    <a:pt x="102927" y="31733"/>
                  </a:cubicBezTo>
                  <a:cubicBezTo>
                    <a:pt x="106944" y="37188"/>
                    <a:pt x="105938" y="44627"/>
                    <a:pt x="100922" y="48594"/>
                  </a:cubicBezTo>
                  <a:cubicBezTo>
                    <a:pt x="98411" y="51072"/>
                    <a:pt x="94894" y="51572"/>
                    <a:pt x="91383" y="51072"/>
                  </a:cubicBezTo>
                  <a:cubicBezTo>
                    <a:pt x="89372" y="50577"/>
                    <a:pt x="86861" y="51572"/>
                    <a:pt x="85355" y="52561"/>
                  </a:cubicBezTo>
                  <a:cubicBezTo>
                    <a:pt x="83850" y="54050"/>
                    <a:pt x="83350" y="56527"/>
                    <a:pt x="84855" y="58016"/>
                  </a:cubicBezTo>
                  <a:cubicBezTo>
                    <a:pt x="120000" y="100661"/>
                    <a:pt x="120000" y="100661"/>
                    <a:pt x="120000" y="100661"/>
                  </a:cubicBezTo>
                  <a:cubicBezTo>
                    <a:pt x="66777" y="109088"/>
                    <a:pt x="66777" y="109088"/>
                    <a:pt x="66777" y="109088"/>
                  </a:cubicBezTo>
                  <a:cubicBezTo>
                    <a:pt x="67277" y="109088"/>
                    <a:pt x="67277" y="109088"/>
                    <a:pt x="67277" y="109088"/>
                  </a:cubicBezTo>
                  <a:close/>
                </a:path>
              </a:pathLst>
            </a:custGeom>
            <a:solidFill>
              <a:schemeClr val="accent1">
                <a:alpha val="6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02" name="Google Shape;202;p74"/>
            <p:cNvSpPr/>
            <p:nvPr/>
          </p:nvSpPr>
          <p:spPr>
            <a:xfrm>
              <a:off x="2011515" y="2806550"/>
              <a:ext cx="788592" cy="852667"/>
            </a:xfrm>
            <a:custGeom>
              <a:avLst/>
              <a:gdLst/>
              <a:ahLst/>
              <a:cxnLst/>
              <a:rect l="l" t="t" r="r" b="b"/>
              <a:pathLst>
                <a:path w="120000" h="120000" extrusionOk="0">
                  <a:moveTo>
                    <a:pt x="120000" y="17550"/>
                  </a:moveTo>
                  <a:cubicBezTo>
                    <a:pt x="101641" y="62235"/>
                    <a:pt x="101641" y="62235"/>
                    <a:pt x="101641" y="62235"/>
                  </a:cubicBezTo>
                  <a:cubicBezTo>
                    <a:pt x="101641" y="62235"/>
                    <a:pt x="101641" y="62235"/>
                    <a:pt x="101158" y="62235"/>
                  </a:cubicBezTo>
                  <a:cubicBezTo>
                    <a:pt x="99709" y="57764"/>
                    <a:pt x="96324" y="54641"/>
                    <a:pt x="91496" y="52849"/>
                  </a:cubicBezTo>
                  <a:cubicBezTo>
                    <a:pt x="83282" y="50169"/>
                    <a:pt x="73620" y="54191"/>
                    <a:pt x="70234" y="62235"/>
                  </a:cubicBezTo>
                  <a:cubicBezTo>
                    <a:pt x="66855" y="69830"/>
                    <a:pt x="71200" y="78767"/>
                    <a:pt x="79897" y="81896"/>
                  </a:cubicBezTo>
                  <a:cubicBezTo>
                    <a:pt x="84248" y="83682"/>
                    <a:pt x="89559" y="83238"/>
                    <a:pt x="93427" y="81003"/>
                  </a:cubicBezTo>
                  <a:cubicBezTo>
                    <a:pt x="93910" y="81003"/>
                    <a:pt x="93910" y="81003"/>
                    <a:pt x="93910" y="81003"/>
                  </a:cubicBezTo>
                  <a:cubicBezTo>
                    <a:pt x="79897" y="115852"/>
                    <a:pt x="79897" y="115852"/>
                    <a:pt x="79897" y="115852"/>
                  </a:cubicBezTo>
                  <a:cubicBezTo>
                    <a:pt x="52841" y="122110"/>
                    <a:pt x="37868" y="119431"/>
                    <a:pt x="37868" y="119431"/>
                  </a:cubicBezTo>
                  <a:cubicBezTo>
                    <a:pt x="28200" y="118537"/>
                    <a:pt x="22406" y="108258"/>
                    <a:pt x="23372" y="101556"/>
                  </a:cubicBezTo>
                  <a:cubicBezTo>
                    <a:pt x="24820" y="94405"/>
                    <a:pt x="25303" y="91277"/>
                    <a:pt x="20958" y="88153"/>
                  </a:cubicBezTo>
                  <a:cubicBezTo>
                    <a:pt x="17089" y="85468"/>
                    <a:pt x="17089" y="81896"/>
                    <a:pt x="19021" y="80553"/>
                  </a:cubicBezTo>
                  <a:cubicBezTo>
                    <a:pt x="20958" y="79216"/>
                    <a:pt x="27717" y="76531"/>
                    <a:pt x="27717" y="76531"/>
                  </a:cubicBezTo>
                  <a:cubicBezTo>
                    <a:pt x="27717" y="76531"/>
                    <a:pt x="22889" y="73408"/>
                    <a:pt x="19986" y="72509"/>
                  </a:cubicBezTo>
                  <a:cubicBezTo>
                    <a:pt x="17089" y="71172"/>
                    <a:pt x="15641" y="66701"/>
                    <a:pt x="17089" y="64021"/>
                  </a:cubicBezTo>
                  <a:cubicBezTo>
                    <a:pt x="18538" y="61342"/>
                    <a:pt x="19021" y="54641"/>
                    <a:pt x="19021" y="54641"/>
                  </a:cubicBezTo>
                  <a:cubicBezTo>
                    <a:pt x="19021" y="54641"/>
                    <a:pt x="12261" y="51512"/>
                    <a:pt x="5013" y="47934"/>
                  </a:cubicBezTo>
                  <a:cubicBezTo>
                    <a:pt x="179" y="45703"/>
                    <a:pt x="-1268" y="42125"/>
                    <a:pt x="1145" y="35873"/>
                  </a:cubicBezTo>
                  <a:cubicBezTo>
                    <a:pt x="49461" y="28273"/>
                    <a:pt x="49461" y="28273"/>
                    <a:pt x="49461" y="28273"/>
                  </a:cubicBezTo>
                  <a:cubicBezTo>
                    <a:pt x="51393" y="28273"/>
                    <a:pt x="52841" y="26487"/>
                    <a:pt x="52841" y="24257"/>
                  </a:cubicBezTo>
                  <a:cubicBezTo>
                    <a:pt x="52358" y="22465"/>
                    <a:pt x="50910" y="20678"/>
                    <a:pt x="49461" y="19785"/>
                  </a:cubicBezTo>
                  <a:cubicBezTo>
                    <a:pt x="46564" y="17999"/>
                    <a:pt x="44628" y="15763"/>
                    <a:pt x="44145" y="12191"/>
                  </a:cubicBezTo>
                  <a:cubicBezTo>
                    <a:pt x="42696" y="6382"/>
                    <a:pt x="47047" y="1018"/>
                    <a:pt x="53324" y="125"/>
                  </a:cubicBezTo>
                  <a:cubicBezTo>
                    <a:pt x="59606" y="-767"/>
                    <a:pt x="65889" y="3254"/>
                    <a:pt x="66855" y="9062"/>
                  </a:cubicBezTo>
                  <a:cubicBezTo>
                    <a:pt x="67337" y="12191"/>
                    <a:pt x="66372" y="15319"/>
                    <a:pt x="64440" y="17550"/>
                  </a:cubicBezTo>
                  <a:cubicBezTo>
                    <a:pt x="62986" y="18892"/>
                    <a:pt x="62503" y="21128"/>
                    <a:pt x="62503" y="22914"/>
                  </a:cubicBezTo>
                  <a:cubicBezTo>
                    <a:pt x="62986" y="24700"/>
                    <a:pt x="64923" y="26043"/>
                    <a:pt x="67337" y="25594"/>
                  </a:cubicBezTo>
                  <a:lnTo>
                    <a:pt x="120000" y="17550"/>
                  </a:lnTo>
                  <a:close/>
                </a:path>
              </a:pathLst>
            </a:custGeom>
            <a:solidFill>
              <a:schemeClr val="accent1">
                <a:alpha val="84313"/>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03" name="Google Shape;203;p74"/>
            <p:cNvSpPr/>
            <p:nvPr/>
          </p:nvSpPr>
          <p:spPr>
            <a:xfrm>
              <a:off x="2499260" y="2943958"/>
              <a:ext cx="888222" cy="1000126"/>
            </a:xfrm>
            <a:custGeom>
              <a:avLst/>
              <a:gdLst/>
              <a:ahLst/>
              <a:cxnLst/>
              <a:rect l="l" t="t" r="r" b="b"/>
              <a:pathLst>
                <a:path w="120000" h="120000" extrusionOk="0">
                  <a:moveTo>
                    <a:pt x="120000" y="81905"/>
                  </a:moveTo>
                  <a:cubicBezTo>
                    <a:pt x="120000" y="94477"/>
                    <a:pt x="120000" y="109333"/>
                    <a:pt x="120000" y="109333"/>
                  </a:cubicBezTo>
                  <a:cubicBezTo>
                    <a:pt x="120000" y="109333"/>
                    <a:pt x="103269" y="120000"/>
                    <a:pt x="62950" y="120000"/>
                  </a:cubicBezTo>
                  <a:cubicBezTo>
                    <a:pt x="22626" y="120000"/>
                    <a:pt x="5901" y="109333"/>
                    <a:pt x="5901" y="109333"/>
                  </a:cubicBezTo>
                  <a:cubicBezTo>
                    <a:pt x="5901" y="91811"/>
                    <a:pt x="5901" y="91811"/>
                    <a:pt x="5901" y="91811"/>
                  </a:cubicBezTo>
                  <a:cubicBezTo>
                    <a:pt x="22199" y="52572"/>
                    <a:pt x="22199" y="52572"/>
                    <a:pt x="22199" y="52572"/>
                  </a:cubicBezTo>
                  <a:cubicBezTo>
                    <a:pt x="23059" y="51050"/>
                    <a:pt x="22199" y="49522"/>
                    <a:pt x="20485" y="48761"/>
                  </a:cubicBezTo>
                  <a:cubicBezTo>
                    <a:pt x="18765" y="48383"/>
                    <a:pt x="16624" y="48383"/>
                    <a:pt x="14904" y="49144"/>
                  </a:cubicBezTo>
                  <a:cubicBezTo>
                    <a:pt x="12763" y="50283"/>
                    <a:pt x="9329" y="50666"/>
                    <a:pt x="6755" y="49522"/>
                  </a:cubicBezTo>
                  <a:cubicBezTo>
                    <a:pt x="1180" y="48000"/>
                    <a:pt x="-1393" y="42666"/>
                    <a:pt x="753" y="37716"/>
                  </a:cubicBezTo>
                  <a:cubicBezTo>
                    <a:pt x="2467" y="33144"/>
                    <a:pt x="8469" y="30855"/>
                    <a:pt x="14050" y="32383"/>
                  </a:cubicBezTo>
                  <a:cubicBezTo>
                    <a:pt x="16624" y="33522"/>
                    <a:pt x="18765" y="35427"/>
                    <a:pt x="20052" y="37716"/>
                  </a:cubicBezTo>
                  <a:cubicBezTo>
                    <a:pt x="20485" y="39238"/>
                    <a:pt x="21772" y="40761"/>
                    <a:pt x="23486" y="41144"/>
                  </a:cubicBezTo>
                  <a:cubicBezTo>
                    <a:pt x="25200" y="41905"/>
                    <a:pt x="27347" y="41144"/>
                    <a:pt x="28201" y="39616"/>
                  </a:cubicBezTo>
                  <a:cubicBezTo>
                    <a:pt x="44932" y="0"/>
                    <a:pt x="44932" y="0"/>
                    <a:pt x="44932" y="0"/>
                  </a:cubicBezTo>
                  <a:cubicBezTo>
                    <a:pt x="73673" y="31616"/>
                    <a:pt x="73673" y="31616"/>
                    <a:pt x="73673" y="31616"/>
                  </a:cubicBezTo>
                  <a:cubicBezTo>
                    <a:pt x="73673" y="31616"/>
                    <a:pt x="73673" y="31616"/>
                    <a:pt x="73246" y="31616"/>
                  </a:cubicBezTo>
                  <a:cubicBezTo>
                    <a:pt x="69385" y="30855"/>
                    <a:pt x="65091" y="32000"/>
                    <a:pt x="61663" y="34283"/>
                  </a:cubicBezTo>
                  <a:cubicBezTo>
                    <a:pt x="55228" y="38855"/>
                    <a:pt x="54368" y="47238"/>
                    <a:pt x="59516" y="52950"/>
                  </a:cubicBezTo>
                  <a:cubicBezTo>
                    <a:pt x="64664" y="58666"/>
                    <a:pt x="74100" y="59427"/>
                    <a:pt x="80535" y="54855"/>
                  </a:cubicBezTo>
                  <a:cubicBezTo>
                    <a:pt x="83536" y="52188"/>
                    <a:pt x="85683" y="48761"/>
                    <a:pt x="85683" y="44950"/>
                  </a:cubicBezTo>
                  <a:cubicBezTo>
                    <a:pt x="85683" y="44950"/>
                    <a:pt x="85683" y="44572"/>
                    <a:pt x="85683" y="44572"/>
                  </a:cubicBezTo>
                  <a:lnTo>
                    <a:pt x="120000" y="81905"/>
                  </a:lnTo>
                  <a:close/>
                </a:path>
              </a:pathLst>
            </a:custGeom>
            <a:solidFill>
              <a:schemeClr val="accent1"/>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04" name="Google Shape;204;p74"/>
            <p:cNvSpPr/>
            <p:nvPr/>
          </p:nvSpPr>
          <p:spPr>
            <a:xfrm>
              <a:off x="2857257" y="2801083"/>
              <a:ext cx="752476" cy="771525"/>
            </a:xfrm>
            <a:custGeom>
              <a:avLst/>
              <a:gdLst/>
              <a:ahLst/>
              <a:cxnLst/>
              <a:rect l="l" t="t" r="r" b="b"/>
              <a:pathLst>
                <a:path w="120000" h="120000" extrusionOk="0">
                  <a:moveTo>
                    <a:pt x="120000" y="0"/>
                  </a:moveTo>
                  <a:cubicBezTo>
                    <a:pt x="113922" y="22716"/>
                    <a:pt x="102783" y="38022"/>
                    <a:pt x="96200" y="49877"/>
                  </a:cubicBezTo>
                  <a:cubicBezTo>
                    <a:pt x="87594" y="65677"/>
                    <a:pt x="84555" y="96294"/>
                    <a:pt x="84555" y="110122"/>
                  </a:cubicBezTo>
                  <a:cubicBezTo>
                    <a:pt x="84555" y="120000"/>
                    <a:pt x="84555" y="120000"/>
                    <a:pt x="84555" y="120000"/>
                  </a:cubicBezTo>
                  <a:cubicBezTo>
                    <a:pt x="47088" y="75555"/>
                    <a:pt x="47088" y="75555"/>
                    <a:pt x="47088" y="75555"/>
                  </a:cubicBezTo>
                  <a:cubicBezTo>
                    <a:pt x="46077" y="73577"/>
                    <a:pt x="43544" y="73577"/>
                    <a:pt x="41516" y="75061"/>
                  </a:cubicBezTo>
                  <a:cubicBezTo>
                    <a:pt x="40000" y="76050"/>
                    <a:pt x="38988" y="78022"/>
                    <a:pt x="38988" y="80494"/>
                  </a:cubicBezTo>
                  <a:cubicBezTo>
                    <a:pt x="38483" y="83455"/>
                    <a:pt x="37466" y="86911"/>
                    <a:pt x="34427" y="89383"/>
                  </a:cubicBezTo>
                  <a:cubicBezTo>
                    <a:pt x="29366" y="93333"/>
                    <a:pt x="21772" y="92344"/>
                    <a:pt x="17216" y="87405"/>
                  </a:cubicBezTo>
                  <a:cubicBezTo>
                    <a:pt x="13166" y="82466"/>
                    <a:pt x="13672" y="75061"/>
                    <a:pt x="19238" y="70616"/>
                  </a:cubicBezTo>
                  <a:cubicBezTo>
                    <a:pt x="21772" y="68644"/>
                    <a:pt x="25316" y="67655"/>
                    <a:pt x="28861" y="68150"/>
                  </a:cubicBezTo>
                  <a:cubicBezTo>
                    <a:pt x="30883" y="68644"/>
                    <a:pt x="32911" y="68150"/>
                    <a:pt x="34938" y="66666"/>
                  </a:cubicBezTo>
                  <a:cubicBezTo>
                    <a:pt x="36455" y="65183"/>
                    <a:pt x="36961" y="62716"/>
                    <a:pt x="35444" y="61233"/>
                  </a:cubicBezTo>
                  <a:cubicBezTo>
                    <a:pt x="0" y="18766"/>
                    <a:pt x="0" y="18766"/>
                    <a:pt x="0" y="18766"/>
                  </a:cubicBezTo>
                  <a:cubicBezTo>
                    <a:pt x="53166" y="10372"/>
                    <a:pt x="53166" y="10372"/>
                    <a:pt x="53166" y="10372"/>
                  </a:cubicBezTo>
                  <a:cubicBezTo>
                    <a:pt x="53166" y="10372"/>
                    <a:pt x="53166" y="10866"/>
                    <a:pt x="53166" y="10866"/>
                  </a:cubicBezTo>
                  <a:cubicBezTo>
                    <a:pt x="50127" y="14816"/>
                    <a:pt x="48605" y="19755"/>
                    <a:pt x="49116" y="24200"/>
                  </a:cubicBezTo>
                  <a:cubicBezTo>
                    <a:pt x="51138" y="33577"/>
                    <a:pt x="59744" y="40000"/>
                    <a:pt x="69366" y="38516"/>
                  </a:cubicBezTo>
                  <a:cubicBezTo>
                    <a:pt x="78988" y="37038"/>
                    <a:pt x="85572" y="28150"/>
                    <a:pt x="84050" y="18766"/>
                  </a:cubicBezTo>
                  <a:cubicBezTo>
                    <a:pt x="83038" y="13827"/>
                    <a:pt x="80000" y="9877"/>
                    <a:pt x="75950" y="7405"/>
                  </a:cubicBezTo>
                  <a:cubicBezTo>
                    <a:pt x="75444" y="6911"/>
                    <a:pt x="75444" y="6911"/>
                    <a:pt x="75444" y="6911"/>
                  </a:cubicBezTo>
                  <a:lnTo>
                    <a:pt x="120000" y="0"/>
                  </a:lnTo>
                  <a:close/>
                </a:path>
              </a:pathLst>
            </a:custGeom>
            <a:solidFill>
              <a:schemeClr val="accent1">
                <a:alpha val="24313"/>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05" name="Google Shape;205;p74"/>
            <p:cNvSpPr/>
            <p:nvPr/>
          </p:nvSpPr>
          <p:spPr>
            <a:xfrm>
              <a:off x="2668685" y="4086828"/>
              <a:ext cx="595100" cy="181898"/>
            </a:xfrm>
            <a:custGeom>
              <a:avLst/>
              <a:gdLst/>
              <a:ahLst/>
              <a:cxnLst/>
              <a:rect l="l" t="t" r="r" b="b"/>
              <a:pathLst>
                <a:path w="120000" h="120000" extrusionOk="0">
                  <a:moveTo>
                    <a:pt x="116134" y="87"/>
                  </a:moveTo>
                  <a:cubicBezTo>
                    <a:pt x="115496" y="87"/>
                    <a:pt x="114851" y="87"/>
                    <a:pt x="114213" y="2181"/>
                  </a:cubicBezTo>
                  <a:cubicBezTo>
                    <a:pt x="68758" y="88058"/>
                    <a:pt x="68758" y="88058"/>
                    <a:pt x="68758" y="88058"/>
                  </a:cubicBezTo>
                  <a:cubicBezTo>
                    <a:pt x="62994" y="98530"/>
                    <a:pt x="56591" y="98530"/>
                    <a:pt x="50832" y="88058"/>
                  </a:cubicBezTo>
                  <a:cubicBezTo>
                    <a:pt x="5377" y="2181"/>
                    <a:pt x="5377" y="2181"/>
                    <a:pt x="5377" y="2181"/>
                  </a:cubicBezTo>
                  <a:cubicBezTo>
                    <a:pt x="4095" y="-2007"/>
                    <a:pt x="1534" y="87"/>
                    <a:pt x="252" y="6370"/>
                  </a:cubicBezTo>
                  <a:cubicBezTo>
                    <a:pt x="-386" y="12654"/>
                    <a:pt x="252" y="18938"/>
                    <a:pt x="1534" y="23127"/>
                  </a:cubicBezTo>
                  <a:cubicBezTo>
                    <a:pt x="46989" y="109003"/>
                    <a:pt x="46989" y="109003"/>
                    <a:pt x="46989" y="109003"/>
                  </a:cubicBezTo>
                  <a:cubicBezTo>
                    <a:pt x="54675" y="123665"/>
                    <a:pt x="64915" y="123665"/>
                    <a:pt x="72601" y="109003"/>
                  </a:cubicBezTo>
                  <a:cubicBezTo>
                    <a:pt x="118056" y="23127"/>
                    <a:pt x="118056" y="23127"/>
                    <a:pt x="118056" y="23127"/>
                  </a:cubicBezTo>
                  <a:cubicBezTo>
                    <a:pt x="119977" y="18938"/>
                    <a:pt x="120616" y="12654"/>
                    <a:pt x="119333" y="6370"/>
                  </a:cubicBezTo>
                  <a:cubicBezTo>
                    <a:pt x="118694" y="2181"/>
                    <a:pt x="117417" y="87"/>
                    <a:pt x="116134" y="87"/>
                  </a:cubicBezTo>
                  <a:close/>
                </a:path>
              </a:pathLst>
            </a:custGeom>
            <a:solidFill>
              <a:schemeClr val="accent1">
                <a:alpha val="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06" name="Google Shape;206;p74"/>
            <p:cNvSpPr/>
            <p:nvPr/>
          </p:nvSpPr>
          <p:spPr>
            <a:xfrm>
              <a:off x="2668685" y="4229703"/>
              <a:ext cx="595100" cy="181898"/>
            </a:xfrm>
            <a:custGeom>
              <a:avLst/>
              <a:gdLst/>
              <a:ahLst/>
              <a:cxnLst/>
              <a:rect l="l" t="t" r="r" b="b"/>
              <a:pathLst>
                <a:path w="120000" h="120000" extrusionOk="0">
                  <a:moveTo>
                    <a:pt x="116134" y="87"/>
                  </a:moveTo>
                  <a:cubicBezTo>
                    <a:pt x="115496" y="87"/>
                    <a:pt x="114851" y="2181"/>
                    <a:pt x="114213" y="2181"/>
                  </a:cubicBezTo>
                  <a:cubicBezTo>
                    <a:pt x="68758" y="88058"/>
                    <a:pt x="68758" y="88058"/>
                    <a:pt x="68758" y="88058"/>
                  </a:cubicBezTo>
                  <a:cubicBezTo>
                    <a:pt x="62994" y="98530"/>
                    <a:pt x="56591" y="98530"/>
                    <a:pt x="50832" y="88058"/>
                  </a:cubicBezTo>
                  <a:cubicBezTo>
                    <a:pt x="5377" y="2181"/>
                    <a:pt x="5377" y="2181"/>
                    <a:pt x="5377" y="2181"/>
                  </a:cubicBezTo>
                  <a:cubicBezTo>
                    <a:pt x="4095" y="-2007"/>
                    <a:pt x="1534" y="87"/>
                    <a:pt x="252" y="6370"/>
                  </a:cubicBezTo>
                  <a:cubicBezTo>
                    <a:pt x="-386" y="12654"/>
                    <a:pt x="252" y="21032"/>
                    <a:pt x="1534" y="25221"/>
                  </a:cubicBezTo>
                  <a:cubicBezTo>
                    <a:pt x="46989" y="109003"/>
                    <a:pt x="46989" y="109003"/>
                    <a:pt x="46989" y="109003"/>
                  </a:cubicBezTo>
                  <a:cubicBezTo>
                    <a:pt x="54675" y="123665"/>
                    <a:pt x="64915" y="123665"/>
                    <a:pt x="72601" y="109003"/>
                  </a:cubicBezTo>
                  <a:cubicBezTo>
                    <a:pt x="118056" y="25221"/>
                    <a:pt x="118056" y="25221"/>
                    <a:pt x="118056" y="25221"/>
                  </a:cubicBezTo>
                  <a:cubicBezTo>
                    <a:pt x="119977" y="21032"/>
                    <a:pt x="120616" y="12654"/>
                    <a:pt x="119333" y="6370"/>
                  </a:cubicBezTo>
                  <a:cubicBezTo>
                    <a:pt x="118694" y="2181"/>
                    <a:pt x="117417" y="87"/>
                    <a:pt x="116134" y="87"/>
                  </a:cubicBezTo>
                  <a:close/>
                </a:path>
              </a:pathLst>
            </a:custGeom>
            <a:solidFill>
              <a:schemeClr val="accent1">
                <a:alpha val="4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07" name="Google Shape;207;p74"/>
            <p:cNvSpPr/>
            <p:nvPr/>
          </p:nvSpPr>
          <p:spPr>
            <a:xfrm>
              <a:off x="2668685" y="4374692"/>
              <a:ext cx="595100" cy="182960"/>
            </a:xfrm>
            <a:custGeom>
              <a:avLst/>
              <a:gdLst/>
              <a:ahLst/>
              <a:cxnLst/>
              <a:rect l="l" t="t" r="r" b="b"/>
              <a:pathLst>
                <a:path w="120000" h="120000" extrusionOk="0">
                  <a:moveTo>
                    <a:pt x="116134" y="780"/>
                  </a:moveTo>
                  <a:cubicBezTo>
                    <a:pt x="115496" y="780"/>
                    <a:pt x="114851" y="780"/>
                    <a:pt x="114213" y="780"/>
                  </a:cubicBezTo>
                  <a:cubicBezTo>
                    <a:pt x="68758" y="86160"/>
                    <a:pt x="68758" y="86160"/>
                    <a:pt x="68758" y="86160"/>
                  </a:cubicBezTo>
                  <a:cubicBezTo>
                    <a:pt x="62994" y="96572"/>
                    <a:pt x="56591" y="96572"/>
                    <a:pt x="50832" y="86160"/>
                  </a:cubicBezTo>
                  <a:cubicBezTo>
                    <a:pt x="5377" y="780"/>
                    <a:pt x="5377" y="780"/>
                    <a:pt x="5377" y="780"/>
                  </a:cubicBezTo>
                  <a:cubicBezTo>
                    <a:pt x="4095" y="-1301"/>
                    <a:pt x="1534" y="780"/>
                    <a:pt x="252" y="7028"/>
                  </a:cubicBezTo>
                  <a:cubicBezTo>
                    <a:pt x="-386" y="13275"/>
                    <a:pt x="252" y="19522"/>
                    <a:pt x="1534" y="23687"/>
                  </a:cubicBezTo>
                  <a:cubicBezTo>
                    <a:pt x="46989" y="109067"/>
                    <a:pt x="46989" y="109067"/>
                    <a:pt x="46989" y="109067"/>
                  </a:cubicBezTo>
                  <a:cubicBezTo>
                    <a:pt x="54675" y="123644"/>
                    <a:pt x="64915" y="123644"/>
                    <a:pt x="72601" y="109067"/>
                  </a:cubicBezTo>
                  <a:cubicBezTo>
                    <a:pt x="118056" y="23687"/>
                    <a:pt x="118056" y="23687"/>
                    <a:pt x="118056" y="23687"/>
                  </a:cubicBezTo>
                  <a:cubicBezTo>
                    <a:pt x="119977" y="19522"/>
                    <a:pt x="120616" y="13275"/>
                    <a:pt x="119333" y="7028"/>
                  </a:cubicBezTo>
                  <a:cubicBezTo>
                    <a:pt x="118694" y="2863"/>
                    <a:pt x="117417" y="780"/>
                    <a:pt x="116134" y="780"/>
                  </a:cubicBezTo>
                  <a:close/>
                </a:path>
              </a:pathLst>
            </a:custGeom>
            <a:solidFill>
              <a:schemeClr val="accent1">
                <a:alpha val="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208" name="Google Shape;208;p74"/>
          <p:cNvGrpSpPr/>
          <p:nvPr/>
        </p:nvGrpSpPr>
        <p:grpSpPr>
          <a:xfrm>
            <a:off x="4044026" y="1953702"/>
            <a:ext cx="1619441" cy="2603950"/>
            <a:chOff x="4044026" y="1953702"/>
            <a:chExt cx="1619441" cy="2603950"/>
          </a:xfrm>
        </p:grpSpPr>
        <p:sp>
          <p:nvSpPr>
            <p:cNvPr id="209" name="Google Shape;209;p74"/>
            <p:cNvSpPr/>
            <p:nvPr/>
          </p:nvSpPr>
          <p:spPr>
            <a:xfrm>
              <a:off x="4319344" y="1953702"/>
              <a:ext cx="869950" cy="923581"/>
            </a:xfrm>
            <a:custGeom>
              <a:avLst/>
              <a:gdLst/>
              <a:ahLst/>
              <a:cxnLst/>
              <a:rect l="l" t="t" r="r" b="b"/>
              <a:pathLst>
                <a:path w="120000" h="120000" extrusionOk="0">
                  <a:moveTo>
                    <a:pt x="118689" y="79161"/>
                  </a:moveTo>
                  <a:cubicBezTo>
                    <a:pt x="116498" y="84525"/>
                    <a:pt x="110364" y="86995"/>
                    <a:pt x="105112" y="84933"/>
                  </a:cubicBezTo>
                  <a:cubicBezTo>
                    <a:pt x="102045" y="84112"/>
                    <a:pt x="99854" y="81636"/>
                    <a:pt x="98978" y="79161"/>
                  </a:cubicBezTo>
                  <a:cubicBezTo>
                    <a:pt x="98103" y="77512"/>
                    <a:pt x="96792" y="76272"/>
                    <a:pt x="95036" y="75444"/>
                  </a:cubicBezTo>
                  <a:cubicBezTo>
                    <a:pt x="93285" y="75037"/>
                    <a:pt x="91094" y="75858"/>
                    <a:pt x="90659" y="77512"/>
                  </a:cubicBezTo>
                  <a:cubicBezTo>
                    <a:pt x="73580" y="120000"/>
                    <a:pt x="73580" y="120000"/>
                    <a:pt x="73580" y="120000"/>
                  </a:cubicBezTo>
                  <a:cubicBezTo>
                    <a:pt x="43799" y="86174"/>
                    <a:pt x="43799" y="86174"/>
                    <a:pt x="43799" y="86174"/>
                  </a:cubicBezTo>
                  <a:cubicBezTo>
                    <a:pt x="43799" y="86174"/>
                    <a:pt x="44234" y="86174"/>
                    <a:pt x="44234" y="86174"/>
                  </a:cubicBezTo>
                  <a:cubicBezTo>
                    <a:pt x="48616" y="86588"/>
                    <a:pt x="52993" y="85760"/>
                    <a:pt x="56495" y="82871"/>
                  </a:cubicBezTo>
                  <a:cubicBezTo>
                    <a:pt x="62629" y="77920"/>
                    <a:pt x="63504" y="68845"/>
                    <a:pt x="58251" y="63072"/>
                  </a:cubicBezTo>
                  <a:cubicBezTo>
                    <a:pt x="52993" y="56886"/>
                    <a:pt x="43358" y="56059"/>
                    <a:pt x="37225" y="61010"/>
                  </a:cubicBezTo>
                  <a:cubicBezTo>
                    <a:pt x="33723" y="63486"/>
                    <a:pt x="31531" y="67196"/>
                    <a:pt x="31531" y="71320"/>
                  </a:cubicBezTo>
                  <a:cubicBezTo>
                    <a:pt x="31531" y="71734"/>
                    <a:pt x="31531" y="71734"/>
                    <a:pt x="31531" y="71734"/>
                  </a:cubicBezTo>
                  <a:cubicBezTo>
                    <a:pt x="0" y="35433"/>
                    <a:pt x="0" y="35433"/>
                    <a:pt x="0" y="35433"/>
                  </a:cubicBezTo>
                  <a:cubicBezTo>
                    <a:pt x="7008" y="26357"/>
                    <a:pt x="14893" y="19344"/>
                    <a:pt x="21461" y="14807"/>
                  </a:cubicBezTo>
                  <a:cubicBezTo>
                    <a:pt x="36349" y="4083"/>
                    <a:pt x="81459" y="-5819"/>
                    <a:pt x="120000" y="4083"/>
                  </a:cubicBezTo>
                  <a:cubicBezTo>
                    <a:pt x="96352" y="63072"/>
                    <a:pt x="96352" y="63072"/>
                    <a:pt x="96352" y="63072"/>
                  </a:cubicBezTo>
                  <a:cubicBezTo>
                    <a:pt x="96352" y="63072"/>
                    <a:pt x="96352" y="63072"/>
                    <a:pt x="96352" y="63072"/>
                  </a:cubicBezTo>
                  <a:cubicBezTo>
                    <a:pt x="95476" y="64721"/>
                    <a:pt x="96352" y="66783"/>
                    <a:pt x="98543" y="67196"/>
                  </a:cubicBezTo>
                  <a:cubicBezTo>
                    <a:pt x="100294" y="68023"/>
                    <a:pt x="102045" y="68023"/>
                    <a:pt x="103796" y="67196"/>
                  </a:cubicBezTo>
                  <a:cubicBezTo>
                    <a:pt x="106428" y="65548"/>
                    <a:pt x="109489" y="65548"/>
                    <a:pt x="112556" y="66369"/>
                  </a:cubicBezTo>
                  <a:cubicBezTo>
                    <a:pt x="117814" y="68437"/>
                    <a:pt x="120440" y="74209"/>
                    <a:pt x="118689" y="79161"/>
                  </a:cubicBezTo>
                  <a:close/>
                </a:path>
              </a:pathLst>
            </a:custGeom>
            <a:solidFill>
              <a:schemeClr val="accent2">
                <a:alpha val="54509"/>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10" name="Google Shape;210;p74"/>
            <p:cNvSpPr/>
            <p:nvPr/>
          </p:nvSpPr>
          <p:spPr>
            <a:xfrm>
              <a:off x="4884494" y="1994632"/>
              <a:ext cx="778973" cy="1023235"/>
            </a:xfrm>
            <a:custGeom>
              <a:avLst/>
              <a:gdLst/>
              <a:ahLst/>
              <a:cxnLst/>
              <a:rect l="l" t="t" r="r" b="b"/>
              <a:pathLst>
                <a:path w="120000" h="120000" extrusionOk="0">
                  <a:moveTo>
                    <a:pt x="119831" y="76334"/>
                  </a:moveTo>
                  <a:cubicBezTo>
                    <a:pt x="119831" y="81171"/>
                    <a:pt x="118854" y="86013"/>
                    <a:pt x="117871" y="90107"/>
                  </a:cubicBezTo>
                  <a:cubicBezTo>
                    <a:pt x="70919" y="96067"/>
                    <a:pt x="70919" y="96067"/>
                    <a:pt x="70919" y="96067"/>
                  </a:cubicBezTo>
                  <a:cubicBezTo>
                    <a:pt x="68965" y="96441"/>
                    <a:pt x="67494" y="97926"/>
                    <a:pt x="67982" y="99418"/>
                  </a:cubicBezTo>
                  <a:cubicBezTo>
                    <a:pt x="68476" y="101278"/>
                    <a:pt x="69453" y="102395"/>
                    <a:pt x="71408" y="103512"/>
                  </a:cubicBezTo>
                  <a:cubicBezTo>
                    <a:pt x="73856" y="104629"/>
                    <a:pt x="76299" y="106863"/>
                    <a:pt x="76787" y="109471"/>
                  </a:cubicBezTo>
                  <a:cubicBezTo>
                    <a:pt x="77764" y="114314"/>
                    <a:pt x="73367" y="118782"/>
                    <a:pt x="67005" y="119899"/>
                  </a:cubicBezTo>
                  <a:cubicBezTo>
                    <a:pt x="60648" y="120642"/>
                    <a:pt x="54780" y="117291"/>
                    <a:pt x="53803" y="112448"/>
                  </a:cubicBezTo>
                  <a:cubicBezTo>
                    <a:pt x="52820" y="109845"/>
                    <a:pt x="53803" y="107237"/>
                    <a:pt x="56245" y="105377"/>
                  </a:cubicBezTo>
                  <a:cubicBezTo>
                    <a:pt x="57223" y="103886"/>
                    <a:pt x="58205" y="102395"/>
                    <a:pt x="57711" y="100909"/>
                  </a:cubicBezTo>
                  <a:cubicBezTo>
                    <a:pt x="57223" y="99043"/>
                    <a:pt x="55268" y="98301"/>
                    <a:pt x="53314" y="98301"/>
                  </a:cubicBezTo>
                  <a:cubicBezTo>
                    <a:pt x="53314" y="98301"/>
                    <a:pt x="53314" y="98301"/>
                    <a:pt x="53314" y="98301"/>
                  </a:cubicBezTo>
                  <a:cubicBezTo>
                    <a:pt x="0" y="105003"/>
                    <a:pt x="0" y="105003"/>
                    <a:pt x="0" y="105003"/>
                  </a:cubicBezTo>
                  <a:cubicBezTo>
                    <a:pt x="18099" y="67766"/>
                    <a:pt x="18099" y="67766"/>
                    <a:pt x="18099" y="67766"/>
                  </a:cubicBezTo>
                  <a:cubicBezTo>
                    <a:pt x="18587" y="67766"/>
                    <a:pt x="18587" y="68140"/>
                    <a:pt x="18587" y="68140"/>
                  </a:cubicBezTo>
                  <a:cubicBezTo>
                    <a:pt x="20053" y="71491"/>
                    <a:pt x="23967" y="74100"/>
                    <a:pt x="28370" y="75585"/>
                  </a:cubicBezTo>
                  <a:cubicBezTo>
                    <a:pt x="37169" y="78194"/>
                    <a:pt x="46952" y="74842"/>
                    <a:pt x="50377" y="68140"/>
                  </a:cubicBezTo>
                  <a:cubicBezTo>
                    <a:pt x="53314" y="61438"/>
                    <a:pt x="48911" y="53993"/>
                    <a:pt x="40106" y="51384"/>
                  </a:cubicBezTo>
                  <a:cubicBezTo>
                    <a:pt x="35704" y="50267"/>
                    <a:pt x="30812" y="50641"/>
                    <a:pt x="26410" y="52127"/>
                  </a:cubicBezTo>
                  <a:cubicBezTo>
                    <a:pt x="26410" y="52127"/>
                    <a:pt x="25921" y="52127"/>
                    <a:pt x="25921" y="52501"/>
                  </a:cubicBezTo>
                  <a:cubicBezTo>
                    <a:pt x="51843" y="0"/>
                    <a:pt x="51843" y="0"/>
                    <a:pt x="51843" y="0"/>
                  </a:cubicBezTo>
                  <a:cubicBezTo>
                    <a:pt x="57223" y="1491"/>
                    <a:pt x="63091" y="2976"/>
                    <a:pt x="67982" y="5211"/>
                  </a:cubicBezTo>
                  <a:cubicBezTo>
                    <a:pt x="113963" y="23458"/>
                    <a:pt x="121297" y="48776"/>
                    <a:pt x="119831" y="76334"/>
                  </a:cubicBezTo>
                  <a:close/>
                </a:path>
              </a:pathLst>
            </a:custGeom>
            <a:solidFill>
              <a:schemeClr val="accent2">
                <a:alpha val="40000"/>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11" name="Google Shape;211;p74"/>
            <p:cNvSpPr/>
            <p:nvPr/>
          </p:nvSpPr>
          <p:spPr>
            <a:xfrm>
              <a:off x="4065344" y="2254982"/>
              <a:ext cx="762001" cy="768350"/>
            </a:xfrm>
            <a:custGeom>
              <a:avLst/>
              <a:gdLst/>
              <a:ahLst/>
              <a:cxnLst/>
              <a:rect l="l" t="t" r="r" b="b"/>
              <a:pathLst>
                <a:path w="120000" h="120000" extrusionOk="0">
                  <a:moveTo>
                    <a:pt x="67500" y="109088"/>
                  </a:moveTo>
                  <a:cubicBezTo>
                    <a:pt x="70500" y="105122"/>
                    <a:pt x="72000" y="100166"/>
                    <a:pt x="71000" y="95205"/>
                  </a:cubicBezTo>
                  <a:cubicBezTo>
                    <a:pt x="69500" y="85783"/>
                    <a:pt x="60500" y="79338"/>
                    <a:pt x="51000" y="81322"/>
                  </a:cubicBezTo>
                  <a:cubicBezTo>
                    <a:pt x="42000" y="82811"/>
                    <a:pt x="35500" y="91238"/>
                    <a:pt x="37000" y="100661"/>
                  </a:cubicBezTo>
                  <a:cubicBezTo>
                    <a:pt x="37500" y="105622"/>
                    <a:pt x="40500" y="110083"/>
                    <a:pt x="45000" y="112561"/>
                  </a:cubicBezTo>
                  <a:cubicBezTo>
                    <a:pt x="45000" y="112561"/>
                    <a:pt x="45000" y="112561"/>
                    <a:pt x="45000" y="112561"/>
                  </a:cubicBezTo>
                  <a:cubicBezTo>
                    <a:pt x="0" y="120000"/>
                    <a:pt x="0" y="120000"/>
                    <a:pt x="0" y="120000"/>
                  </a:cubicBezTo>
                  <a:cubicBezTo>
                    <a:pt x="1500" y="117522"/>
                    <a:pt x="3000" y="114544"/>
                    <a:pt x="5000" y="111572"/>
                  </a:cubicBezTo>
                  <a:cubicBezTo>
                    <a:pt x="7000" y="108594"/>
                    <a:pt x="18500" y="91733"/>
                    <a:pt x="24000" y="83305"/>
                  </a:cubicBezTo>
                  <a:cubicBezTo>
                    <a:pt x="25500" y="80333"/>
                    <a:pt x="26000" y="76861"/>
                    <a:pt x="25000" y="73883"/>
                  </a:cubicBezTo>
                  <a:cubicBezTo>
                    <a:pt x="16000" y="44133"/>
                    <a:pt x="24000" y="18844"/>
                    <a:pt x="36500" y="0"/>
                  </a:cubicBezTo>
                  <a:cubicBezTo>
                    <a:pt x="73000" y="44133"/>
                    <a:pt x="73000" y="44133"/>
                    <a:pt x="73000" y="44133"/>
                  </a:cubicBezTo>
                  <a:cubicBezTo>
                    <a:pt x="74500" y="45622"/>
                    <a:pt x="77000" y="46116"/>
                    <a:pt x="78500" y="44627"/>
                  </a:cubicBezTo>
                  <a:cubicBezTo>
                    <a:pt x="80500" y="43138"/>
                    <a:pt x="81500" y="41155"/>
                    <a:pt x="81500" y="39172"/>
                  </a:cubicBezTo>
                  <a:cubicBezTo>
                    <a:pt x="81500" y="35700"/>
                    <a:pt x="83000" y="32727"/>
                    <a:pt x="85500" y="30250"/>
                  </a:cubicBezTo>
                  <a:cubicBezTo>
                    <a:pt x="91000" y="26283"/>
                    <a:pt x="98500" y="26777"/>
                    <a:pt x="102500" y="31733"/>
                  </a:cubicBezTo>
                  <a:cubicBezTo>
                    <a:pt x="107000" y="37188"/>
                    <a:pt x="106000" y="44627"/>
                    <a:pt x="101000" y="48594"/>
                  </a:cubicBezTo>
                  <a:cubicBezTo>
                    <a:pt x="98000" y="51072"/>
                    <a:pt x="94500" y="51572"/>
                    <a:pt x="91500" y="51072"/>
                  </a:cubicBezTo>
                  <a:cubicBezTo>
                    <a:pt x="89000" y="50577"/>
                    <a:pt x="87000" y="51572"/>
                    <a:pt x="85500" y="52561"/>
                  </a:cubicBezTo>
                  <a:cubicBezTo>
                    <a:pt x="83500" y="54050"/>
                    <a:pt x="83500" y="56527"/>
                    <a:pt x="85000" y="58016"/>
                  </a:cubicBezTo>
                  <a:cubicBezTo>
                    <a:pt x="120000" y="100661"/>
                    <a:pt x="120000" y="100661"/>
                    <a:pt x="120000" y="100661"/>
                  </a:cubicBezTo>
                  <a:cubicBezTo>
                    <a:pt x="67000" y="109088"/>
                    <a:pt x="67000" y="109088"/>
                    <a:pt x="67000" y="109088"/>
                  </a:cubicBezTo>
                  <a:cubicBezTo>
                    <a:pt x="67000" y="109088"/>
                    <a:pt x="67000" y="109088"/>
                    <a:pt x="67500" y="109088"/>
                  </a:cubicBezTo>
                  <a:close/>
                </a:path>
              </a:pathLst>
            </a:custGeom>
            <a:solidFill>
              <a:schemeClr val="accent2">
                <a:alpha val="6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12" name="Google Shape;212;p74"/>
            <p:cNvSpPr/>
            <p:nvPr/>
          </p:nvSpPr>
          <p:spPr>
            <a:xfrm>
              <a:off x="4044026" y="2806550"/>
              <a:ext cx="786493" cy="852667"/>
            </a:xfrm>
            <a:custGeom>
              <a:avLst/>
              <a:gdLst/>
              <a:ahLst/>
              <a:cxnLst/>
              <a:rect l="l" t="t" r="r" b="b"/>
              <a:pathLst>
                <a:path w="120000" h="120000" extrusionOk="0">
                  <a:moveTo>
                    <a:pt x="120000" y="17550"/>
                  </a:moveTo>
                  <a:cubicBezTo>
                    <a:pt x="102075" y="62235"/>
                    <a:pt x="102075" y="62235"/>
                    <a:pt x="102075" y="62235"/>
                  </a:cubicBezTo>
                  <a:cubicBezTo>
                    <a:pt x="101593" y="62235"/>
                    <a:pt x="101593" y="62235"/>
                    <a:pt x="101593" y="62235"/>
                  </a:cubicBezTo>
                  <a:cubicBezTo>
                    <a:pt x="100141" y="57764"/>
                    <a:pt x="96261" y="54641"/>
                    <a:pt x="91904" y="52849"/>
                  </a:cubicBezTo>
                  <a:cubicBezTo>
                    <a:pt x="83186" y="50169"/>
                    <a:pt x="73498" y="54191"/>
                    <a:pt x="70106" y="62235"/>
                  </a:cubicBezTo>
                  <a:cubicBezTo>
                    <a:pt x="67196" y="69830"/>
                    <a:pt x="71558" y="78767"/>
                    <a:pt x="80276" y="81896"/>
                  </a:cubicBezTo>
                  <a:cubicBezTo>
                    <a:pt x="84638" y="83682"/>
                    <a:pt x="89482" y="83238"/>
                    <a:pt x="93839" y="81003"/>
                  </a:cubicBezTo>
                  <a:cubicBezTo>
                    <a:pt x="93839" y="81003"/>
                    <a:pt x="94326" y="81003"/>
                    <a:pt x="94326" y="81003"/>
                  </a:cubicBezTo>
                  <a:cubicBezTo>
                    <a:pt x="80276" y="115852"/>
                    <a:pt x="80276" y="115852"/>
                    <a:pt x="80276" y="115852"/>
                  </a:cubicBezTo>
                  <a:cubicBezTo>
                    <a:pt x="53151" y="122110"/>
                    <a:pt x="38131" y="119431"/>
                    <a:pt x="38131" y="119431"/>
                  </a:cubicBezTo>
                  <a:cubicBezTo>
                    <a:pt x="28442" y="118537"/>
                    <a:pt x="22146" y="108258"/>
                    <a:pt x="23598" y="101556"/>
                  </a:cubicBezTo>
                  <a:cubicBezTo>
                    <a:pt x="24568" y="94405"/>
                    <a:pt x="25056" y="91277"/>
                    <a:pt x="21176" y="88153"/>
                  </a:cubicBezTo>
                  <a:cubicBezTo>
                    <a:pt x="16820" y="85468"/>
                    <a:pt x="16820" y="81896"/>
                    <a:pt x="19242" y="80553"/>
                  </a:cubicBezTo>
                  <a:cubicBezTo>
                    <a:pt x="21176" y="79216"/>
                    <a:pt x="27960" y="76531"/>
                    <a:pt x="27960" y="76531"/>
                  </a:cubicBezTo>
                  <a:cubicBezTo>
                    <a:pt x="27960" y="76531"/>
                    <a:pt x="22634" y="73408"/>
                    <a:pt x="19724" y="72509"/>
                  </a:cubicBezTo>
                  <a:cubicBezTo>
                    <a:pt x="16820" y="71172"/>
                    <a:pt x="15367" y="66701"/>
                    <a:pt x="16820" y="64021"/>
                  </a:cubicBezTo>
                  <a:cubicBezTo>
                    <a:pt x="18754" y="61342"/>
                    <a:pt x="19242" y="54641"/>
                    <a:pt x="19242" y="54641"/>
                  </a:cubicBezTo>
                  <a:cubicBezTo>
                    <a:pt x="19242" y="54641"/>
                    <a:pt x="12458" y="51512"/>
                    <a:pt x="5191" y="47934"/>
                  </a:cubicBezTo>
                  <a:cubicBezTo>
                    <a:pt x="347" y="45703"/>
                    <a:pt x="-1104" y="42125"/>
                    <a:pt x="835" y="35873"/>
                  </a:cubicBezTo>
                  <a:cubicBezTo>
                    <a:pt x="49759" y="28273"/>
                    <a:pt x="49759" y="28273"/>
                    <a:pt x="49759" y="28273"/>
                  </a:cubicBezTo>
                  <a:cubicBezTo>
                    <a:pt x="51699" y="28273"/>
                    <a:pt x="53151" y="26487"/>
                    <a:pt x="52663" y="24257"/>
                  </a:cubicBezTo>
                  <a:cubicBezTo>
                    <a:pt x="52181" y="22465"/>
                    <a:pt x="51211" y="20678"/>
                    <a:pt x="49277" y="19785"/>
                  </a:cubicBezTo>
                  <a:cubicBezTo>
                    <a:pt x="46855" y="17999"/>
                    <a:pt x="44433" y="15763"/>
                    <a:pt x="43945" y="12191"/>
                  </a:cubicBezTo>
                  <a:cubicBezTo>
                    <a:pt x="42975" y="6382"/>
                    <a:pt x="47337" y="1018"/>
                    <a:pt x="53633" y="125"/>
                  </a:cubicBezTo>
                  <a:cubicBezTo>
                    <a:pt x="59929" y="-767"/>
                    <a:pt x="65744" y="3254"/>
                    <a:pt x="67196" y="9062"/>
                  </a:cubicBezTo>
                  <a:cubicBezTo>
                    <a:pt x="67683" y="12191"/>
                    <a:pt x="66714" y="15319"/>
                    <a:pt x="64291" y="17550"/>
                  </a:cubicBezTo>
                  <a:cubicBezTo>
                    <a:pt x="63321" y="18892"/>
                    <a:pt x="62352" y="21128"/>
                    <a:pt x="62839" y="22914"/>
                  </a:cubicBezTo>
                  <a:cubicBezTo>
                    <a:pt x="63321" y="24700"/>
                    <a:pt x="65261" y="26043"/>
                    <a:pt x="67196" y="25594"/>
                  </a:cubicBezTo>
                  <a:lnTo>
                    <a:pt x="120000" y="17550"/>
                  </a:lnTo>
                  <a:close/>
                </a:path>
              </a:pathLst>
            </a:custGeom>
            <a:solidFill>
              <a:schemeClr val="accent2">
                <a:alpha val="84313"/>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13" name="Google Shape;213;p74"/>
            <p:cNvSpPr/>
            <p:nvPr/>
          </p:nvSpPr>
          <p:spPr>
            <a:xfrm>
              <a:off x="4531326" y="2943958"/>
              <a:ext cx="889743" cy="1000126"/>
            </a:xfrm>
            <a:custGeom>
              <a:avLst/>
              <a:gdLst/>
              <a:ahLst/>
              <a:cxnLst/>
              <a:rect l="l" t="t" r="r" b="b"/>
              <a:pathLst>
                <a:path w="120000" h="120000" extrusionOk="0">
                  <a:moveTo>
                    <a:pt x="120000" y="81905"/>
                  </a:moveTo>
                  <a:cubicBezTo>
                    <a:pt x="120000" y="94477"/>
                    <a:pt x="120000" y="109333"/>
                    <a:pt x="120000" y="109333"/>
                  </a:cubicBezTo>
                  <a:cubicBezTo>
                    <a:pt x="120000" y="109333"/>
                    <a:pt x="103297" y="120000"/>
                    <a:pt x="63049" y="120000"/>
                  </a:cubicBezTo>
                  <a:cubicBezTo>
                    <a:pt x="22794" y="120000"/>
                    <a:pt x="5666" y="109333"/>
                    <a:pt x="5666" y="109333"/>
                  </a:cubicBezTo>
                  <a:cubicBezTo>
                    <a:pt x="5666" y="91811"/>
                    <a:pt x="5666" y="91811"/>
                    <a:pt x="5666" y="91811"/>
                  </a:cubicBezTo>
                  <a:cubicBezTo>
                    <a:pt x="22368" y="52572"/>
                    <a:pt x="22368" y="52572"/>
                    <a:pt x="22368" y="52572"/>
                  </a:cubicBezTo>
                  <a:cubicBezTo>
                    <a:pt x="23226" y="51050"/>
                    <a:pt x="22368" y="49522"/>
                    <a:pt x="20225" y="48761"/>
                  </a:cubicBezTo>
                  <a:cubicBezTo>
                    <a:pt x="18514" y="48383"/>
                    <a:pt x="16803" y="48383"/>
                    <a:pt x="15086" y="49144"/>
                  </a:cubicBezTo>
                  <a:cubicBezTo>
                    <a:pt x="12516" y="50283"/>
                    <a:pt x="9520" y="50666"/>
                    <a:pt x="6524" y="49522"/>
                  </a:cubicBezTo>
                  <a:cubicBezTo>
                    <a:pt x="1385" y="48000"/>
                    <a:pt x="-1183" y="42666"/>
                    <a:pt x="527" y="37716"/>
                  </a:cubicBezTo>
                  <a:cubicBezTo>
                    <a:pt x="2670" y="33144"/>
                    <a:pt x="8662" y="30855"/>
                    <a:pt x="13801" y="32383"/>
                  </a:cubicBezTo>
                  <a:cubicBezTo>
                    <a:pt x="16803" y="33522"/>
                    <a:pt x="18940" y="35427"/>
                    <a:pt x="19798" y="37716"/>
                  </a:cubicBezTo>
                  <a:cubicBezTo>
                    <a:pt x="20657" y="39238"/>
                    <a:pt x="21942" y="40761"/>
                    <a:pt x="23653" y="41144"/>
                  </a:cubicBezTo>
                  <a:cubicBezTo>
                    <a:pt x="25364" y="41905"/>
                    <a:pt x="27507" y="41144"/>
                    <a:pt x="27933" y="39616"/>
                  </a:cubicBezTo>
                  <a:cubicBezTo>
                    <a:pt x="44636" y="0"/>
                    <a:pt x="44636" y="0"/>
                    <a:pt x="44636" y="0"/>
                  </a:cubicBezTo>
                  <a:cubicBezTo>
                    <a:pt x="73753" y="31616"/>
                    <a:pt x="73753" y="31616"/>
                    <a:pt x="73753" y="31616"/>
                  </a:cubicBezTo>
                  <a:cubicBezTo>
                    <a:pt x="73753" y="31616"/>
                    <a:pt x="73327" y="31616"/>
                    <a:pt x="73327" y="31616"/>
                  </a:cubicBezTo>
                  <a:cubicBezTo>
                    <a:pt x="69041" y="30855"/>
                    <a:pt x="64760" y="32000"/>
                    <a:pt x="61764" y="34283"/>
                  </a:cubicBezTo>
                  <a:cubicBezTo>
                    <a:pt x="55340" y="38855"/>
                    <a:pt x="54482" y="47238"/>
                    <a:pt x="59621" y="52950"/>
                  </a:cubicBezTo>
                  <a:cubicBezTo>
                    <a:pt x="64760" y="58666"/>
                    <a:pt x="74180" y="59427"/>
                    <a:pt x="80177" y="54855"/>
                  </a:cubicBezTo>
                  <a:cubicBezTo>
                    <a:pt x="83599" y="52188"/>
                    <a:pt x="85743" y="48761"/>
                    <a:pt x="85743" y="44950"/>
                  </a:cubicBezTo>
                  <a:cubicBezTo>
                    <a:pt x="85743" y="44950"/>
                    <a:pt x="85743" y="44572"/>
                    <a:pt x="85743" y="44572"/>
                  </a:cubicBezTo>
                  <a:lnTo>
                    <a:pt x="120000" y="81905"/>
                  </a:lnTo>
                  <a:close/>
                </a:path>
              </a:pathLst>
            </a:custGeom>
            <a:solidFill>
              <a:schemeClr val="accent2"/>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14" name="Google Shape;214;p74"/>
            <p:cNvSpPr/>
            <p:nvPr/>
          </p:nvSpPr>
          <p:spPr>
            <a:xfrm>
              <a:off x="4887669" y="2801083"/>
              <a:ext cx="755650" cy="771525"/>
            </a:xfrm>
            <a:custGeom>
              <a:avLst/>
              <a:gdLst/>
              <a:ahLst/>
              <a:cxnLst/>
              <a:rect l="l" t="t" r="r" b="b"/>
              <a:pathLst>
                <a:path w="120000" h="120000" extrusionOk="0">
                  <a:moveTo>
                    <a:pt x="120000" y="0"/>
                  </a:moveTo>
                  <a:cubicBezTo>
                    <a:pt x="113950" y="22716"/>
                    <a:pt x="102355" y="38022"/>
                    <a:pt x="96300" y="49877"/>
                  </a:cubicBezTo>
                  <a:cubicBezTo>
                    <a:pt x="87733" y="65677"/>
                    <a:pt x="84705" y="96294"/>
                    <a:pt x="84705" y="110122"/>
                  </a:cubicBezTo>
                  <a:cubicBezTo>
                    <a:pt x="84705" y="120000"/>
                    <a:pt x="84705" y="120000"/>
                    <a:pt x="84705" y="120000"/>
                  </a:cubicBezTo>
                  <a:cubicBezTo>
                    <a:pt x="47394" y="75555"/>
                    <a:pt x="47394" y="75555"/>
                    <a:pt x="47394" y="75555"/>
                  </a:cubicBezTo>
                  <a:cubicBezTo>
                    <a:pt x="45883" y="73577"/>
                    <a:pt x="43361" y="73577"/>
                    <a:pt x="41850" y="75061"/>
                  </a:cubicBezTo>
                  <a:cubicBezTo>
                    <a:pt x="39833" y="76050"/>
                    <a:pt x="38822" y="78022"/>
                    <a:pt x="38822" y="80494"/>
                  </a:cubicBezTo>
                  <a:cubicBezTo>
                    <a:pt x="38822" y="83455"/>
                    <a:pt x="37311" y="86911"/>
                    <a:pt x="34788" y="89383"/>
                  </a:cubicBezTo>
                  <a:cubicBezTo>
                    <a:pt x="29244" y="93333"/>
                    <a:pt x="21683" y="92344"/>
                    <a:pt x="17644" y="87405"/>
                  </a:cubicBezTo>
                  <a:cubicBezTo>
                    <a:pt x="13111" y="82466"/>
                    <a:pt x="14116" y="75061"/>
                    <a:pt x="19161" y="70616"/>
                  </a:cubicBezTo>
                  <a:cubicBezTo>
                    <a:pt x="22183" y="68644"/>
                    <a:pt x="25716" y="67655"/>
                    <a:pt x="28738" y="68150"/>
                  </a:cubicBezTo>
                  <a:cubicBezTo>
                    <a:pt x="31261" y="68644"/>
                    <a:pt x="33277" y="68150"/>
                    <a:pt x="34788" y="66666"/>
                  </a:cubicBezTo>
                  <a:cubicBezTo>
                    <a:pt x="36805" y="65183"/>
                    <a:pt x="36805" y="62716"/>
                    <a:pt x="35294" y="61233"/>
                  </a:cubicBezTo>
                  <a:cubicBezTo>
                    <a:pt x="0" y="18766"/>
                    <a:pt x="0" y="18766"/>
                    <a:pt x="0" y="18766"/>
                  </a:cubicBezTo>
                  <a:cubicBezTo>
                    <a:pt x="53444" y="10372"/>
                    <a:pt x="53444" y="10372"/>
                    <a:pt x="53444" y="10372"/>
                  </a:cubicBezTo>
                  <a:cubicBezTo>
                    <a:pt x="53444" y="10372"/>
                    <a:pt x="53444" y="10866"/>
                    <a:pt x="52938" y="10866"/>
                  </a:cubicBezTo>
                  <a:cubicBezTo>
                    <a:pt x="49916" y="14816"/>
                    <a:pt x="48405" y="19755"/>
                    <a:pt x="49411" y="24200"/>
                  </a:cubicBezTo>
                  <a:cubicBezTo>
                    <a:pt x="50922" y="33577"/>
                    <a:pt x="60000" y="40000"/>
                    <a:pt x="69577" y="38516"/>
                  </a:cubicBezTo>
                  <a:cubicBezTo>
                    <a:pt x="79161" y="37038"/>
                    <a:pt x="85211" y="28150"/>
                    <a:pt x="83700" y="18766"/>
                  </a:cubicBezTo>
                  <a:cubicBezTo>
                    <a:pt x="83194" y="13827"/>
                    <a:pt x="80166" y="9877"/>
                    <a:pt x="75627" y="7405"/>
                  </a:cubicBezTo>
                  <a:cubicBezTo>
                    <a:pt x="75627" y="6911"/>
                    <a:pt x="75627" y="6911"/>
                    <a:pt x="75627" y="6911"/>
                  </a:cubicBezTo>
                  <a:lnTo>
                    <a:pt x="120000" y="0"/>
                  </a:lnTo>
                  <a:close/>
                </a:path>
              </a:pathLst>
            </a:custGeom>
            <a:solidFill>
              <a:schemeClr val="accent2">
                <a:alpha val="24313"/>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15" name="Google Shape;215;p74"/>
            <p:cNvSpPr/>
            <p:nvPr/>
          </p:nvSpPr>
          <p:spPr>
            <a:xfrm>
              <a:off x="4700216" y="4086828"/>
              <a:ext cx="595044" cy="181898"/>
            </a:xfrm>
            <a:custGeom>
              <a:avLst/>
              <a:gdLst/>
              <a:ahLst/>
              <a:cxnLst/>
              <a:rect l="l" t="t" r="r" b="b"/>
              <a:pathLst>
                <a:path w="120000" h="120000" extrusionOk="0">
                  <a:moveTo>
                    <a:pt x="115915" y="87"/>
                  </a:moveTo>
                  <a:cubicBezTo>
                    <a:pt x="115277" y="87"/>
                    <a:pt x="114632" y="87"/>
                    <a:pt x="113994" y="2181"/>
                  </a:cubicBezTo>
                  <a:cubicBezTo>
                    <a:pt x="69174" y="88058"/>
                    <a:pt x="69174" y="88058"/>
                    <a:pt x="69174" y="88058"/>
                  </a:cubicBezTo>
                  <a:cubicBezTo>
                    <a:pt x="63414" y="98530"/>
                    <a:pt x="56366" y="98530"/>
                    <a:pt x="51246" y="88058"/>
                  </a:cubicBezTo>
                  <a:cubicBezTo>
                    <a:pt x="5787" y="2181"/>
                    <a:pt x="5787" y="2181"/>
                    <a:pt x="5787" y="2181"/>
                  </a:cubicBezTo>
                  <a:cubicBezTo>
                    <a:pt x="3865" y="-2007"/>
                    <a:pt x="1305" y="87"/>
                    <a:pt x="666" y="6370"/>
                  </a:cubicBezTo>
                  <a:cubicBezTo>
                    <a:pt x="-616" y="12654"/>
                    <a:pt x="22" y="18938"/>
                    <a:pt x="1944" y="23127"/>
                  </a:cubicBezTo>
                  <a:cubicBezTo>
                    <a:pt x="47402" y="109003"/>
                    <a:pt x="47402" y="109003"/>
                    <a:pt x="47402" y="109003"/>
                  </a:cubicBezTo>
                  <a:cubicBezTo>
                    <a:pt x="55089" y="123665"/>
                    <a:pt x="64692" y="123665"/>
                    <a:pt x="73017" y="109003"/>
                  </a:cubicBezTo>
                  <a:cubicBezTo>
                    <a:pt x="117837" y="23127"/>
                    <a:pt x="117837" y="23127"/>
                    <a:pt x="117837" y="23127"/>
                  </a:cubicBezTo>
                  <a:cubicBezTo>
                    <a:pt x="119759" y="18938"/>
                    <a:pt x="120397" y="12654"/>
                    <a:pt x="119759" y="6370"/>
                  </a:cubicBezTo>
                  <a:cubicBezTo>
                    <a:pt x="118476" y="2181"/>
                    <a:pt x="117198" y="87"/>
                    <a:pt x="115915" y="87"/>
                  </a:cubicBezTo>
                  <a:close/>
                </a:path>
              </a:pathLst>
            </a:custGeom>
            <a:solidFill>
              <a:schemeClr val="accent2">
                <a:alpha val="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16" name="Google Shape;216;p74"/>
            <p:cNvSpPr/>
            <p:nvPr/>
          </p:nvSpPr>
          <p:spPr>
            <a:xfrm>
              <a:off x="4700216" y="4229703"/>
              <a:ext cx="595044" cy="181898"/>
            </a:xfrm>
            <a:custGeom>
              <a:avLst/>
              <a:gdLst/>
              <a:ahLst/>
              <a:cxnLst/>
              <a:rect l="l" t="t" r="r" b="b"/>
              <a:pathLst>
                <a:path w="120000" h="120000" extrusionOk="0">
                  <a:moveTo>
                    <a:pt x="115915" y="87"/>
                  </a:moveTo>
                  <a:cubicBezTo>
                    <a:pt x="115277" y="87"/>
                    <a:pt x="114632" y="2181"/>
                    <a:pt x="113994" y="2181"/>
                  </a:cubicBezTo>
                  <a:cubicBezTo>
                    <a:pt x="69174" y="88058"/>
                    <a:pt x="69174" y="88058"/>
                    <a:pt x="69174" y="88058"/>
                  </a:cubicBezTo>
                  <a:cubicBezTo>
                    <a:pt x="63414" y="98530"/>
                    <a:pt x="56366" y="98530"/>
                    <a:pt x="51246" y="88058"/>
                  </a:cubicBezTo>
                  <a:cubicBezTo>
                    <a:pt x="5787" y="2181"/>
                    <a:pt x="5787" y="2181"/>
                    <a:pt x="5787" y="2181"/>
                  </a:cubicBezTo>
                  <a:cubicBezTo>
                    <a:pt x="3865" y="-2007"/>
                    <a:pt x="1305" y="87"/>
                    <a:pt x="666" y="6370"/>
                  </a:cubicBezTo>
                  <a:cubicBezTo>
                    <a:pt x="-616" y="12654"/>
                    <a:pt x="22" y="21032"/>
                    <a:pt x="1944" y="25221"/>
                  </a:cubicBezTo>
                  <a:cubicBezTo>
                    <a:pt x="47402" y="109003"/>
                    <a:pt x="47402" y="109003"/>
                    <a:pt x="47402" y="109003"/>
                  </a:cubicBezTo>
                  <a:cubicBezTo>
                    <a:pt x="55089" y="123665"/>
                    <a:pt x="64692" y="123665"/>
                    <a:pt x="73017" y="109003"/>
                  </a:cubicBezTo>
                  <a:cubicBezTo>
                    <a:pt x="117837" y="25221"/>
                    <a:pt x="117837" y="25221"/>
                    <a:pt x="117837" y="25221"/>
                  </a:cubicBezTo>
                  <a:cubicBezTo>
                    <a:pt x="119759" y="21032"/>
                    <a:pt x="120397" y="12654"/>
                    <a:pt x="119759" y="6370"/>
                  </a:cubicBezTo>
                  <a:cubicBezTo>
                    <a:pt x="118476" y="2181"/>
                    <a:pt x="117198" y="87"/>
                    <a:pt x="115915" y="87"/>
                  </a:cubicBezTo>
                  <a:close/>
                </a:path>
              </a:pathLst>
            </a:custGeom>
            <a:solidFill>
              <a:schemeClr val="accent2">
                <a:alpha val="4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17" name="Google Shape;217;p74"/>
            <p:cNvSpPr/>
            <p:nvPr/>
          </p:nvSpPr>
          <p:spPr>
            <a:xfrm>
              <a:off x="4700216" y="4374692"/>
              <a:ext cx="595044" cy="182960"/>
            </a:xfrm>
            <a:custGeom>
              <a:avLst/>
              <a:gdLst/>
              <a:ahLst/>
              <a:cxnLst/>
              <a:rect l="l" t="t" r="r" b="b"/>
              <a:pathLst>
                <a:path w="120000" h="120000" extrusionOk="0">
                  <a:moveTo>
                    <a:pt x="115915" y="780"/>
                  </a:moveTo>
                  <a:cubicBezTo>
                    <a:pt x="115277" y="780"/>
                    <a:pt x="114632" y="780"/>
                    <a:pt x="113994" y="780"/>
                  </a:cubicBezTo>
                  <a:cubicBezTo>
                    <a:pt x="69174" y="86160"/>
                    <a:pt x="69174" y="86160"/>
                    <a:pt x="69174" y="86160"/>
                  </a:cubicBezTo>
                  <a:cubicBezTo>
                    <a:pt x="63414" y="96572"/>
                    <a:pt x="56366" y="96572"/>
                    <a:pt x="51246" y="86160"/>
                  </a:cubicBezTo>
                  <a:cubicBezTo>
                    <a:pt x="5787" y="780"/>
                    <a:pt x="5787" y="780"/>
                    <a:pt x="5787" y="780"/>
                  </a:cubicBezTo>
                  <a:cubicBezTo>
                    <a:pt x="3865" y="-1301"/>
                    <a:pt x="1305" y="780"/>
                    <a:pt x="666" y="7028"/>
                  </a:cubicBezTo>
                  <a:cubicBezTo>
                    <a:pt x="-616" y="13275"/>
                    <a:pt x="22" y="19522"/>
                    <a:pt x="1944" y="23687"/>
                  </a:cubicBezTo>
                  <a:cubicBezTo>
                    <a:pt x="47402" y="109067"/>
                    <a:pt x="47402" y="109067"/>
                    <a:pt x="47402" y="109067"/>
                  </a:cubicBezTo>
                  <a:cubicBezTo>
                    <a:pt x="55089" y="123644"/>
                    <a:pt x="64692" y="123644"/>
                    <a:pt x="73017" y="109067"/>
                  </a:cubicBezTo>
                  <a:cubicBezTo>
                    <a:pt x="117837" y="23687"/>
                    <a:pt x="117837" y="23687"/>
                    <a:pt x="117837" y="23687"/>
                  </a:cubicBezTo>
                  <a:cubicBezTo>
                    <a:pt x="119759" y="19522"/>
                    <a:pt x="120397" y="13275"/>
                    <a:pt x="119759" y="7028"/>
                  </a:cubicBezTo>
                  <a:cubicBezTo>
                    <a:pt x="118476" y="2863"/>
                    <a:pt x="117198" y="780"/>
                    <a:pt x="115915" y="780"/>
                  </a:cubicBezTo>
                  <a:close/>
                </a:path>
              </a:pathLst>
            </a:custGeom>
            <a:solidFill>
              <a:schemeClr val="accent2">
                <a:alpha val="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218" name="Google Shape;218;p74"/>
          <p:cNvGrpSpPr/>
          <p:nvPr/>
        </p:nvGrpSpPr>
        <p:grpSpPr>
          <a:xfrm>
            <a:off x="6077203" y="1953702"/>
            <a:ext cx="1620896" cy="2603950"/>
            <a:chOff x="6077203" y="1953702"/>
            <a:chExt cx="1620896" cy="2603950"/>
          </a:xfrm>
        </p:grpSpPr>
        <p:sp>
          <p:nvSpPr>
            <p:cNvPr id="219" name="Google Shape;219;p74"/>
            <p:cNvSpPr/>
            <p:nvPr/>
          </p:nvSpPr>
          <p:spPr>
            <a:xfrm>
              <a:off x="6351344" y="1953702"/>
              <a:ext cx="873126" cy="923581"/>
            </a:xfrm>
            <a:custGeom>
              <a:avLst/>
              <a:gdLst/>
              <a:ahLst/>
              <a:cxnLst/>
              <a:rect l="l" t="t" r="r" b="b"/>
              <a:pathLst>
                <a:path w="120000" h="120000" extrusionOk="0">
                  <a:moveTo>
                    <a:pt x="118254" y="79161"/>
                  </a:moveTo>
                  <a:cubicBezTo>
                    <a:pt x="116509" y="84525"/>
                    <a:pt x="110398" y="86995"/>
                    <a:pt x="104728" y="84933"/>
                  </a:cubicBezTo>
                  <a:cubicBezTo>
                    <a:pt x="102107" y="84112"/>
                    <a:pt x="99927" y="81636"/>
                    <a:pt x="98617" y="79161"/>
                  </a:cubicBezTo>
                  <a:cubicBezTo>
                    <a:pt x="98182" y="77512"/>
                    <a:pt x="96872" y="76272"/>
                    <a:pt x="95126" y="75444"/>
                  </a:cubicBezTo>
                  <a:cubicBezTo>
                    <a:pt x="93381" y="75037"/>
                    <a:pt x="91201" y="75858"/>
                    <a:pt x="90761" y="77512"/>
                  </a:cubicBezTo>
                  <a:cubicBezTo>
                    <a:pt x="73309" y="120000"/>
                    <a:pt x="73309" y="120000"/>
                    <a:pt x="73309" y="120000"/>
                  </a:cubicBezTo>
                  <a:cubicBezTo>
                    <a:pt x="44070" y="86174"/>
                    <a:pt x="44070" y="86174"/>
                    <a:pt x="44070" y="86174"/>
                  </a:cubicBezTo>
                  <a:cubicBezTo>
                    <a:pt x="44070" y="86174"/>
                    <a:pt x="44070" y="86174"/>
                    <a:pt x="44510" y="86174"/>
                  </a:cubicBezTo>
                  <a:cubicBezTo>
                    <a:pt x="48436" y="86588"/>
                    <a:pt x="52801" y="85760"/>
                    <a:pt x="56292" y="82871"/>
                  </a:cubicBezTo>
                  <a:cubicBezTo>
                    <a:pt x="62838" y="77920"/>
                    <a:pt x="63707" y="68845"/>
                    <a:pt x="58472" y="63072"/>
                  </a:cubicBezTo>
                  <a:cubicBezTo>
                    <a:pt x="53236" y="56886"/>
                    <a:pt x="43635" y="56059"/>
                    <a:pt x="37089" y="61010"/>
                  </a:cubicBezTo>
                  <a:cubicBezTo>
                    <a:pt x="34034" y="63486"/>
                    <a:pt x="31853" y="67196"/>
                    <a:pt x="31853" y="71320"/>
                  </a:cubicBezTo>
                  <a:cubicBezTo>
                    <a:pt x="31853" y="71734"/>
                    <a:pt x="31853" y="71734"/>
                    <a:pt x="31853" y="71734"/>
                  </a:cubicBezTo>
                  <a:cubicBezTo>
                    <a:pt x="0" y="35433"/>
                    <a:pt x="0" y="35433"/>
                    <a:pt x="0" y="35433"/>
                  </a:cubicBezTo>
                  <a:cubicBezTo>
                    <a:pt x="6980" y="26357"/>
                    <a:pt x="15271" y="19344"/>
                    <a:pt x="21382" y="14807"/>
                  </a:cubicBezTo>
                  <a:cubicBezTo>
                    <a:pt x="36654" y="4083"/>
                    <a:pt x="81600" y="-5819"/>
                    <a:pt x="120000" y="4083"/>
                  </a:cubicBezTo>
                  <a:cubicBezTo>
                    <a:pt x="96437" y="63072"/>
                    <a:pt x="96437" y="63072"/>
                    <a:pt x="96437" y="63072"/>
                  </a:cubicBezTo>
                  <a:cubicBezTo>
                    <a:pt x="96437" y="63072"/>
                    <a:pt x="96437" y="63072"/>
                    <a:pt x="96437" y="63072"/>
                  </a:cubicBezTo>
                  <a:cubicBezTo>
                    <a:pt x="95561" y="64721"/>
                    <a:pt x="96437" y="66783"/>
                    <a:pt x="98182" y="67196"/>
                  </a:cubicBezTo>
                  <a:cubicBezTo>
                    <a:pt x="99927" y="68023"/>
                    <a:pt x="102107" y="68023"/>
                    <a:pt x="103852" y="67196"/>
                  </a:cubicBezTo>
                  <a:cubicBezTo>
                    <a:pt x="106032" y="65548"/>
                    <a:pt x="109523" y="65548"/>
                    <a:pt x="112143" y="66369"/>
                  </a:cubicBezTo>
                  <a:cubicBezTo>
                    <a:pt x="117814" y="68437"/>
                    <a:pt x="120434" y="74209"/>
                    <a:pt x="118254" y="79161"/>
                  </a:cubicBezTo>
                  <a:close/>
                </a:path>
              </a:pathLst>
            </a:custGeom>
            <a:solidFill>
              <a:schemeClr val="accent3">
                <a:alpha val="54509"/>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20" name="Google Shape;220;p74"/>
            <p:cNvSpPr/>
            <p:nvPr/>
          </p:nvSpPr>
          <p:spPr>
            <a:xfrm>
              <a:off x="6916495" y="1994632"/>
              <a:ext cx="781604" cy="1023235"/>
            </a:xfrm>
            <a:custGeom>
              <a:avLst/>
              <a:gdLst/>
              <a:ahLst/>
              <a:cxnLst/>
              <a:rect l="l" t="t" r="r" b="b"/>
              <a:pathLst>
                <a:path w="120000" h="120000" extrusionOk="0">
                  <a:moveTo>
                    <a:pt x="119916" y="76334"/>
                  </a:moveTo>
                  <a:cubicBezTo>
                    <a:pt x="119429" y="81171"/>
                    <a:pt x="118942" y="86013"/>
                    <a:pt x="117962" y="90107"/>
                  </a:cubicBezTo>
                  <a:cubicBezTo>
                    <a:pt x="71168" y="96067"/>
                    <a:pt x="71168" y="96067"/>
                    <a:pt x="71168" y="96067"/>
                  </a:cubicBezTo>
                  <a:cubicBezTo>
                    <a:pt x="69220" y="96441"/>
                    <a:pt x="67754" y="97926"/>
                    <a:pt x="68246" y="99418"/>
                  </a:cubicBezTo>
                  <a:cubicBezTo>
                    <a:pt x="68246" y="101278"/>
                    <a:pt x="69707" y="102395"/>
                    <a:pt x="71168" y="103512"/>
                  </a:cubicBezTo>
                  <a:cubicBezTo>
                    <a:pt x="74095" y="104629"/>
                    <a:pt x="76043" y="106863"/>
                    <a:pt x="76530" y="109471"/>
                  </a:cubicBezTo>
                  <a:cubicBezTo>
                    <a:pt x="77990" y="114314"/>
                    <a:pt x="73608" y="118782"/>
                    <a:pt x="67267" y="119899"/>
                  </a:cubicBezTo>
                  <a:cubicBezTo>
                    <a:pt x="60931" y="120642"/>
                    <a:pt x="54596" y="117291"/>
                    <a:pt x="53622" y="112448"/>
                  </a:cubicBezTo>
                  <a:cubicBezTo>
                    <a:pt x="53135" y="109845"/>
                    <a:pt x="54109" y="107237"/>
                    <a:pt x="56057" y="105377"/>
                  </a:cubicBezTo>
                  <a:cubicBezTo>
                    <a:pt x="57517" y="103886"/>
                    <a:pt x="58010" y="102395"/>
                    <a:pt x="58010" y="100909"/>
                  </a:cubicBezTo>
                  <a:cubicBezTo>
                    <a:pt x="57517" y="99043"/>
                    <a:pt x="55570" y="98301"/>
                    <a:pt x="53622" y="98301"/>
                  </a:cubicBezTo>
                  <a:cubicBezTo>
                    <a:pt x="53622" y="98301"/>
                    <a:pt x="53622" y="98301"/>
                    <a:pt x="53135" y="98301"/>
                  </a:cubicBezTo>
                  <a:cubicBezTo>
                    <a:pt x="0" y="105003"/>
                    <a:pt x="0" y="105003"/>
                    <a:pt x="0" y="105003"/>
                  </a:cubicBezTo>
                  <a:cubicBezTo>
                    <a:pt x="18525" y="67766"/>
                    <a:pt x="18525" y="67766"/>
                    <a:pt x="18525" y="67766"/>
                  </a:cubicBezTo>
                  <a:cubicBezTo>
                    <a:pt x="18525" y="67766"/>
                    <a:pt x="18525" y="68140"/>
                    <a:pt x="19012" y="68140"/>
                  </a:cubicBezTo>
                  <a:cubicBezTo>
                    <a:pt x="20472" y="71491"/>
                    <a:pt x="23886" y="74100"/>
                    <a:pt x="28761" y="75585"/>
                  </a:cubicBezTo>
                  <a:cubicBezTo>
                    <a:pt x="37531" y="78194"/>
                    <a:pt x="46794" y="74842"/>
                    <a:pt x="50208" y="68140"/>
                  </a:cubicBezTo>
                  <a:cubicBezTo>
                    <a:pt x="53622" y="61438"/>
                    <a:pt x="49234" y="53993"/>
                    <a:pt x="40458" y="51384"/>
                  </a:cubicBezTo>
                  <a:cubicBezTo>
                    <a:pt x="36071" y="50267"/>
                    <a:pt x="30709" y="50641"/>
                    <a:pt x="26808" y="52127"/>
                  </a:cubicBezTo>
                  <a:cubicBezTo>
                    <a:pt x="26321" y="52127"/>
                    <a:pt x="26321" y="52127"/>
                    <a:pt x="26321" y="52501"/>
                  </a:cubicBezTo>
                  <a:cubicBezTo>
                    <a:pt x="52156" y="0"/>
                    <a:pt x="52156" y="0"/>
                    <a:pt x="52156" y="0"/>
                  </a:cubicBezTo>
                  <a:cubicBezTo>
                    <a:pt x="57517" y="1491"/>
                    <a:pt x="62879" y="2976"/>
                    <a:pt x="68246" y="5211"/>
                  </a:cubicBezTo>
                  <a:cubicBezTo>
                    <a:pt x="114067" y="23458"/>
                    <a:pt x="120889" y="48776"/>
                    <a:pt x="119916" y="76334"/>
                  </a:cubicBezTo>
                  <a:close/>
                </a:path>
              </a:pathLst>
            </a:custGeom>
            <a:solidFill>
              <a:schemeClr val="accent3">
                <a:alpha val="40000"/>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21" name="Google Shape;221;p74"/>
            <p:cNvSpPr/>
            <p:nvPr/>
          </p:nvSpPr>
          <p:spPr>
            <a:xfrm>
              <a:off x="6100521" y="2254982"/>
              <a:ext cx="758825" cy="768350"/>
            </a:xfrm>
            <a:custGeom>
              <a:avLst/>
              <a:gdLst/>
              <a:ahLst/>
              <a:cxnLst/>
              <a:rect l="l" t="t" r="r" b="b"/>
              <a:pathLst>
                <a:path w="120000" h="120000" extrusionOk="0">
                  <a:moveTo>
                    <a:pt x="67277" y="109088"/>
                  </a:moveTo>
                  <a:cubicBezTo>
                    <a:pt x="70794" y="105122"/>
                    <a:pt x="71800" y="100166"/>
                    <a:pt x="71294" y="95205"/>
                  </a:cubicBezTo>
                  <a:cubicBezTo>
                    <a:pt x="69788" y="85783"/>
                    <a:pt x="60755" y="79338"/>
                    <a:pt x="51211" y="81322"/>
                  </a:cubicBezTo>
                  <a:cubicBezTo>
                    <a:pt x="41672" y="82811"/>
                    <a:pt x="35144" y="91238"/>
                    <a:pt x="36650" y="100661"/>
                  </a:cubicBezTo>
                  <a:cubicBezTo>
                    <a:pt x="37655" y="105622"/>
                    <a:pt x="40672" y="110083"/>
                    <a:pt x="44688" y="112561"/>
                  </a:cubicBezTo>
                  <a:cubicBezTo>
                    <a:pt x="45188" y="112561"/>
                    <a:pt x="45188" y="112561"/>
                    <a:pt x="45188" y="112561"/>
                  </a:cubicBezTo>
                  <a:cubicBezTo>
                    <a:pt x="0" y="120000"/>
                    <a:pt x="0" y="120000"/>
                    <a:pt x="0" y="120000"/>
                  </a:cubicBezTo>
                  <a:cubicBezTo>
                    <a:pt x="1505" y="117522"/>
                    <a:pt x="3011" y="114544"/>
                    <a:pt x="5022" y="111572"/>
                  </a:cubicBezTo>
                  <a:cubicBezTo>
                    <a:pt x="7027" y="108594"/>
                    <a:pt x="18077" y="91733"/>
                    <a:pt x="23600" y="83305"/>
                  </a:cubicBezTo>
                  <a:cubicBezTo>
                    <a:pt x="25605" y="80333"/>
                    <a:pt x="26111" y="76861"/>
                    <a:pt x="25105" y="73883"/>
                  </a:cubicBezTo>
                  <a:cubicBezTo>
                    <a:pt x="15566" y="44133"/>
                    <a:pt x="24100" y="18844"/>
                    <a:pt x="36650" y="0"/>
                  </a:cubicBezTo>
                  <a:cubicBezTo>
                    <a:pt x="73305" y="44133"/>
                    <a:pt x="73305" y="44133"/>
                    <a:pt x="73305" y="44133"/>
                  </a:cubicBezTo>
                  <a:cubicBezTo>
                    <a:pt x="74311" y="45622"/>
                    <a:pt x="76822" y="46116"/>
                    <a:pt x="78827" y="44627"/>
                  </a:cubicBezTo>
                  <a:cubicBezTo>
                    <a:pt x="80333" y="43138"/>
                    <a:pt x="81338" y="41155"/>
                    <a:pt x="81338" y="39172"/>
                  </a:cubicBezTo>
                  <a:cubicBezTo>
                    <a:pt x="81838" y="35700"/>
                    <a:pt x="83350" y="32727"/>
                    <a:pt x="85855" y="30250"/>
                  </a:cubicBezTo>
                  <a:cubicBezTo>
                    <a:pt x="90877" y="26283"/>
                    <a:pt x="98411" y="26777"/>
                    <a:pt x="102927" y="31733"/>
                  </a:cubicBezTo>
                  <a:cubicBezTo>
                    <a:pt x="106944" y="37188"/>
                    <a:pt x="106444" y="44627"/>
                    <a:pt x="100922" y="48594"/>
                  </a:cubicBezTo>
                  <a:cubicBezTo>
                    <a:pt x="98411" y="51072"/>
                    <a:pt x="94894" y="51572"/>
                    <a:pt x="91383" y="51072"/>
                  </a:cubicBezTo>
                  <a:cubicBezTo>
                    <a:pt x="89372" y="50577"/>
                    <a:pt x="87366" y="51572"/>
                    <a:pt x="85355" y="52561"/>
                  </a:cubicBezTo>
                  <a:cubicBezTo>
                    <a:pt x="83850" y="54050"/>
                    <a:pt x="83350" y="56527"/>
                    <a:pt x="84855" y="58016"/>
                  </a:cubicBezTo>
                  <a:cubicBezTo>
                    <a:pt x="120000" y="100661"/>
                    <a:pt x="120000" y="100661"/>
                    <a:pt x="120000" y="100661"/>
                  </a:cubicBezTo>
                  <a:cubicBezTo>
                    <a:pt x="67277" y="109088"/>
                    <a:pt x="67277" y="109088"/>
                    <a:pt x="67277" y="109088"/>
                  </a:cubicBezTo>
                  <a:cubicBezTo>
                    <a:pt x="67277" y="109088"/>
                    <a:pt x="67277" y="109088"/>
                    <a:pt x="67277" y="109088"/>
                  </a:cubicBezTo>
                  <a:close/>
                </a:path>
              </a:pathLst>
            </a:custGeom>
            <a:solidFill>
              <a:schemeClr val="accent3">
                <a:alpha val="6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22" name="Google Shape;222;p74"/>
            <p:cNvSpPr/>
            <p:nvPr/>
          </p:nvSpPr>
          <p:spPr>
            <a:xfrm>
              <a:off x="6077203" y="2806550"/>
              <a:ext cx="788493" cy="852667"/>
            </a:xfrm>
            <a:custGeom>
              <a:avLst/>
              <a:gdLst/>
              <a:ahLst/>
              <a:cxnLst/>
              <a:rect l="l" t="t" r="r" b="b"/>
              <a:pathLst>
                <a:path w="120000" h="120000" extrusionOk="0">
                  <a:moveTo>
                    <a:pt x="120000" y="17550"/>
                  </a:moveTo>
                  <a:cubicBezTo>
                    <a:pt x="101638" y="62235"/>
                    <a:pt x="101638" y="62235"/>
                    <a:pt x="101638" y="62235"/>
                  </a:cubicBezTo>
                  <a:cubicBezTo>
                    <a:pt x="101638" y="62235"/>
                    <a:pt x="101638" y="62235"/>
                    <a:pt x="101638" y="62235"/>
                  </a:cubicBezTo>
                  <a:cubicBezTo>
                    <a:pt x="99707" y="57764"/>
                    <a:pt x="96321" y="54641"/>
                    <a:pt x="91975" y="52849"/>
                  </a:cubicBezTo>
                  <a:cubicBezTo>
                    <a:pt x="83277" y="50169"/>
                    <a:pt x="73613" y="54191"/>
                    <a:pt x="70227" y="62235"/>
                  </a:cubicBezTo>
                  <a:cubicBezTo>
                    <a:pt x="66847" y="69830"/>
                    <a:pt x="71193" y="78767"/>
                    <a:pt x="79891" y="81896"/>
                  </a:cubicBezTo>
                  <a:cubicBezTo>
                    <a:pt x="84726" y="83682"/>
                    <a:pt x="89555" y="83238"/>
                    <a:pt x="93906" y="81003"/>
                  </a:cubicBezTo>
                  <a:cubicBezTo>
                    <a:pt x="93906" y="81003"/>
                    <a:pt x="93906" y="81003"/>
                    <a:pt x="94389" y="81003"/>
                  </a:cubicBezTo>
                  <a:cubicBezTo>
                    <a:pt x="79891" y="115852"/>
                    <a:pt x="79891" y="115852"/>
                    <a:pt x="79891" y="115852"/>
                  </a:cubicBezTo>
                  <a:cubicBezTo>
                    <a:pt x="53315" y="122110"/>
                    <a:pt x="37856" y="119431"/>
                    <a:pt x="37856" y="119431"/>
                  </a:cubicBezTo>
                  <a:cubicBezTo>
                    <a:pt x="28187" y="118537"/>
                    <a:pt x="22392" y="108258"/>
                    <a:pt x="23358" y="101556"/>
                  </a:cubicBezTo>
                  <a:cubicBezTo>
                    <a:pt x="24807" y="94405"/>
                    <a:pt x="25290" y="91277"/>
                    <a:pt x="20944" y="88153"/>
                  </a:cubicBezTo>
                  <a:cubicBezTo>
                    <a:pt x="17075" y="85468"/>
                    <a:pt x="17075" y="81896"/>
                    <a:pt x="19007" y="80553"/>
                  </a:cubicBezTo>
                  <a:cubicBezTo>
                    <a:pt x="20944" y="79216"/>
                    <a:pt x="27704" y="76531"/>
                    <a:pt x="27704" y="76531"/>
                  </a:cubicBezTo>
                  <a:cubicBezTo>
                    <a:pt x="27704" y="76531"/>
                    <a:pt x="22875" y="73408"/>
                    <a:pt x="19972" y="72509"/>
                  </a:cubicBezTo>
                  <a:cubicBezTo>
                    <a:pt x="17075" y="71172"/>
                    <a:pt x="15626" y="66701"/>
                    <a:pt x="17075" y="64021"/>
                  </a:cubicBezTo>
                  <a:cubicBezTo>
                    <a:pt x="18524" y="61342"/>
                    <a:pt x="19007" y="54641"/>
                    <a:pt x="19007" y="54641"/>
                  </a:cubicBezTo>
                  <a:cubicBezTo>
                    <a:pt x="19007" y="54641"/>
                    <a:pt x="12729" y="51512"/>
                    <a:pt x="5480" y="47934"/>
                  </a:cubicBezTo>
                  <a:cubicBezTo>
                    <a:pt x="162" y="45703"/>
                    <a:pt x="-1285" y="42125"/>
                    <a:pt x="1128" y="35873"/>
                  </a:cubicBezTo>
                  <a:cubicBezTo>
                    <a:pt x="49452" y="28273"/>
                    <a:pt x="49452" y="28273"/>
                    <a:pt x="49452" y="28273"/>
                  </a:cubicBezTo>
                  <a:cubicBezTo>
                    <a:pt x="51866" y="28273"/>
                    <a:pt x="52832" y="26487"/>
                    <a:pt x="52832" y="24257"/>
                  </a:cubicBezTo>
                  <a:cubicBezTo>
                    <a:pt x="52349" y="22465"/>
                    <a:pt x="51383" y="20678"/>
                    <a:pt x="49452" y="19785"/>
                  </a:cubicBezTo>
                  <a:cubicBezTo>
                    <a:pt x="46554" y="17999"/>
                    <a:pt x="44617" y="15763"/>
                    <a:pt x="44134" y="12191"/>
                  </a:cubicBezTo>
                  <a:cubicBezTo>
                    <a:pt x="43168" y="6382"/>
                    <a:pt x="47520" y="1018"/>
                    <a:pt x="53798" y="125"/>
                  </a:cubicBezTo>
                  <a:cubicBezTo>
                    <a:pt x="60081" y="-767"/>
                    <a:pt x="65881" y="3254"/>
                    <a:pt x="66847" y="9062"/>
                  </a:cubicBezTo>
                  <a:cubicBezTo>
                    <a:pt x="67330" y="12191"/>
                    <a:pt x="66364" y="15319"/>
                    <a:pt x="64433" y="17550"/>
                  </a:cubicBezTo>
                  <a:cubicBezTo>
                    <a:pt x="62978" y="18892"/>
                    <a:pt x="62495" y="21128"/>
                    <a:pt x="62978" y="22914"/>
                  </a:cubicBezTo>
                  <a:cubicBezTo>
                    <a:pt x="62978" y="24700"/>
                    <a:pt x="65398" y="26043"/>
                    <a:pt x="67330" y="25594"/>
                  </a:cubicBezTo>
                  <a:lnTo>
                    <a:pt x="120000" y="17550"/>
                  </a:lnTo>
                  <a:close/>
                </a:path>
              </a:pathLst>
            </a:custGeom>
            <a:solidFill>
              <a:schemeClr val="accent3">
                <a:alpha val="84313"/>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23" name="Google Shape;223;p74"/>
            <p:cNvSpPr/>
            <p:nvPr/>
          </p:nvSpPr>
          <p:spPr>
            <a:xfrm>
              <a:off x="6565236" y="2943958"/>
              <a:ext cx="891009" cy="1000126"/>
            </a:xfrm>
            <a:custGeom>
              <a:avLst/>
              <a:gdLst/>
              <a:ahLst/>
              <a:cxnLst/>
              <a:rect l="l" t="t" r="r" b="b"/>
              <a:pathLst>
                <a:path w="120000" h="120000" extrusionOk="0">
                  <a:moveTo>
                    <a:pt x="120000" y="81905"/>
                  </a:moveTo>
                  <a:cubicBezTo>
                    <a:pt x="120000" y="94477"/>
                    <a:pt x="120000" y="109333"/>
                    <a:pt x="120000" y="109333"/>
                  </a:cubicBezTo>
                  <a:cubicBezTo>
                    <a:pt x="120000" y="109333"/>
                    <a:pt x="102897" y="120000"/>
                    <a:pt x="62698" y="120000"/>
                  </a:cubicBezTo>
                  <a:cubicBezTo>
                    <a:pt x="22505" y="120000"/>
                    <a:pt x="5830" y="109333"/>
                    <a:pt x="5830" y="109333"/>
                  </a:cubicBezTo>
                  <a:cubicBezTo>
                    <a:pt x="5830" y="91811"/>
                    <a:pt x="5830" y="91811"/>
                    <a:pt x="5830" y="91811"/>
                  </a:cubicBezTo>
                  <a:cubicBezTo>
                    <a:pt x="22505" y="52572"/>
                    <a:pt x="22505" y="52572"/>
                    <a:pt x="22505" y="52572"/>
                  </a:cubicBezTo>
                  <a:cubicBezTo>
                    <a:pt x="22932" y="51050"/>
                    <a:pt x="22078" y="49522"/>
                    <a:pt x="20369" y="48761"/>
                  </a:cubicBezTo>
                  <a:cubicBezTo>
                    <a:pt x="18660" y="48383"/>
                    <a:pt x="16945" y="48383"/>
                    <a:pt x="15236" y="49144"/>
                  </a:cubicBezTo>
                  <a:cubicBezTo>
                    <a:pt x="12672" y="50283"/>
                    <a:pt x="9675" y="50666"/>
                    <a:pt x="6684" y="49522"/>
                  </a:cubicBezTo>
                  <a:cubicBezTo>
                    <a:pt x="1551" y="48000"/>
                    <a:pt x="-1439" y="42666"/>
                    <a:pt x="697" y="37716"/>
                  </a:cubicBezTo>
                  <a:cubicBezTo>
                    <a:pt x="2839" y="33144"/>
                    <a:pt x="8393" y="30855"/>
                    <a:pt x="13954" y="32383"/>
                  </a:cubicBezTo>
                  <a:cubicBezTo>
                    <a:pt x="16945" y="33522"/>
                    <a:pt x="19087" y="35427"/>
                    <a:pt x="19941" y="37716"/>
                  </a:cubicBezTo>
                  <a:cubicBezTo>
                    <a:pt x="20369" y="39238"/>
                    <a:pt x="22078" y="40761"/>
                    <a:pt x="23787" y="41144"/>
                  </a:cubicBezTo>
                  <a:cubicBezTo>
                    <a:pt x="25502" y="41905"/>
                    <a:pt x="27211" y="41144"/>
                    <a:pt x="28065" y="39616"/>
                  </a:cubicBezTo>
                  <a:cubicBezTo>
                    <a:pt x="44741" y="0"/>
                    <a:pt x="44741" y="0"/>
                    <a:pt x="44741" y="0"/>
                  </a:cubicBezTo>
                  <a:cubicBezTo>
                    <a:pt x="73819" y="31616"/>
                    <a:pt x="73819" y="31616"/>
                    <a:pt x="73819" y="31616"/>
                  </a:cubicBezTo>
                  <a:cubicBezTo>
                    <a:pt x="73392" y="31616"/>
                    <a:pt x="73392" y="31616"/>
                    <a:pt x="73392" y="31616"/>
                  </a:cubicBezTo>
                  <a:cubicBezTo>
                    <a:pt x="69113" y="30855"/>
                    <a:pt x="64840" y="32000"/>
                    <a:pt x="61416" y="34283"/>
                  </a:cubicBezTo>
                  <a:cubicBezTo>
                    <a:pt x="55001" y="38855"/>
                    <a:pt x="54147" y="47238"/>
                    <a:pt x="59280" y="52950"/>
                  </a:cubicBezTo>
                  <a:cubicBezTo>
                    <a:pt x="64413" y="58666"/>
                    <a:pt x="73819" y="59427"/>
                    <a:pt x="80234" y="54855"/>
                  </a:cubicBezTo>
                  <a:cubicBezTo>
                    <a:pt x="83652" y="52188"/>
                    <a:pt x="85361" y="48761"/>
                    <a:pt x="85788" y="44950"/>
                  </a:cubicBezTo>
                  <a:cubicBezTo>
                    <a:pt x="85788" y="44950"/>
                    <a:pt x="85788" y="44572"/>
                    <a:pt x="85788" y="44572"/>
                  </a:cubicBezTo>
                  <a:lnTo>
                    <a:pt x="120000" y="81905"/>
                  </a:lnTo>
                  <a:close/>
                </a:path>
              </a:pathLst>
            </a:custGeom>
            <a:solidFill>
              <a:schemeClr val="accent3"/>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24" name="Google Shape;224;p74"/>
            <p:cNvSpPr/>
            <p:nvPr/>
          </p:nvSpPr>
          <p:spPr>
            <a:xfrm>
              <a:off x="6922846" y="2801083"/>
              <a:ext cx="752476" cy="771525"/>
            </a:xfrm>
            <a:custGeom>
              <a:avLst/>
              <a:gdLst/>
              <a:ahLst/>
              <a:cxnLst/>
              <a:rect l="l" t="t" r="r" b="b"/>
              <a:pathLst>
                <a:path w="120000" h="120000" extrusionOk="0">
                  <a:moveTo>
                    <a:pt x="120000" y="0"/>
                  </a:moveTo>
                  <a:cubicBezTo>
                    <a:pt x="114427" y="22716"/>
                    <a:pt x="102783" y="38022"/>
                    <a:pt x="96200" y="49877"/>
                  </a:cubicBezTo>
                  <a:cubicBezTo>
                    <a:pt x="88100" y="65677"/>
                    <a:pt x="85061" y="96294"/>
                    <a:pt x="85061" y="110122"/>
                  </a:cubicBezTo>
                  <a:cubicBezTo>
                    <a:pt x="85061" y="120000"/>
                    <a:pt x="85061" y="120000"/>
                    <a:pt x="85061" y="120000"/>
                  </a:cubicBezTo>
                  <a:cubicBezTo>
                    <a:pt x="47594" y="75555"/>
                    <a:pt x="47594" y="75555"/>
                    <a:pt x="47594" y="75555"/>
                  </a:cubicBezTo>
                  <a:cubicBezTo>
                    <a:pt x="46077" y="73577"/>
                    <a:pt x="43544" y="73577"/>
                    <a:pt x="41516" y="75061"/>
                  </a:cubicBezTo>
                  <a:cubicBezTo>
                    <a:pt x="40000" y="76050"/>
                    <a:pt x="38988" y="78022"/>
                    <a:pt x="38988" y="80494"/>
                  </a:cubicBezTo>
                  <a:cubicBezTo>
                    <a:pt x="38988" y="83455"/>
                    <a:pt x="37466" y="86911"/>
                    <a:pt x="34427" y="89383"/>
                  </a:cubicBezTo>
                  <a:cubicBezTo>
                    <a:pt x="29366" y="93333"/>
                    <a:pt x="21772" y="92344"/>
                    <a:pt x="17216" y="87405"/>
                  </a:cubicBezTo>
                  <a:cubicBezTo>
                    <a:pt x="13166" y="82466"/>
                    <a:pt x="14177" y="75061"/>
                    <a:pt x="19238" y="70616"/>
                  </a:cubicBezTo>
                  <a:cubicBezTo>
                    <a:pt x="21772" y="68644"/>
                    <a:pt x="25316" y="67655"/>
                    <a:pt x="28861" y="68150"/>
                  </a:cubicBezTo>
                  <a:cubicBezTo>
                    <a:pt x="30883" y="68644"/>
                    <a:pt x="33416" y="68150"/>
                    <a:pt x="34938" y="66666"/>
                  </a:cubicBezTo>
                  <a:cubicBezTo>
                    <a:pt x="36455" y="65183"/>
                    <a:pt x="36961" y="62716"/>
                    <a:pt x="35444" y="61233"/>
                  </a:cubicBezTo>
                  <a:cubicBezTo>
                    <a:pt x="0" y="18766"/>
                    <a:pt x="0" y="18766"/>
                    <a:pt x="0" y="18766"/>
                  </a:cubicBezTo>
                  <a:cubicBezTo>
                    <a:pt x="53672" y="10372"/>
                    <a:pt x="53672" y="10372"/>
                    <a:pt x="53672" y="10372"/>
                  </a:cubicBezTo>
                  <a:cubicBezTo>
                    <a:pt x="53166" y="10372"/>
                    <a:pt x="53166" y="10866"/>
                    <a:pt x="53166" y="10866"/>
                  </a:cubicBezTo>
                  <a:cubicBezTo>
                    <a:pt x="50127" y="14816"/>
                    <a:pt x="48605" y="19755"/>
                    <a:pt x="49622" y="24200"/>
                  </a:cubicBezTo>
                  <a:cubicBezTo>
                    <a:pt x="51138" y="33577"/>
                    <a:pt x="60255" y="40000"/>
                    <a:pt x="69366" y="38516"/>
                  </a:cubicBezTo>
                  <a:cubicBezTo>
                    <a:pt x="78988" y="37038"/>
                    <a:pt x="85572" y="28150"/>
                    <a:pt x="84050" y="18766"/>
                  </a:cubicBezTo>
                  <a:cubicBezTo>
                    <a:pt x="83038" y="13827"/>
                    <a:pt x="80000" y="9877"/>
                    <a:pt x="75950" y="7405"/>
                  </a:cubicBezTo>
                  <a:cubicBezTo>
                    <a:pt x="75950" y="6911"/>
                    <a:pt x="75444" y="6911"/>
                    <a:pt x="75444" y="6911"/>
                  </a:cubicBezTo>
                  <a:lnTo>
                    <a:pt x="120000" y="0"/>
                  </a:lnTo>
                  <a:close/>
                </a:path>
              </a:pathLst>
            </a:custGeom>
            <a:solidFill>
              <a:schemeClr val="accent3">
                <a:alpha val="24313"/>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25" name="Google Shape;225;p74"/>
            <p:cNvSpPr/>
            <p:nvPr/>
          </p:nvSpPr>
          <p:spPr>
            <a:xfrm>
              <a:off x="6734329" y="4086828"/>
              <a:ext cx="595044" cy="181898"/>
            </a:xfrm>
            <a:custGeom>
              <a:avLst/>
              <a:gdLst/>
              <a:ahLst/>
              <a:cxnLst/>
              <a:rect l="l" t="t" r="r" b="b"/>
              <a:pathLst>
                <a:path w="120000" h="120000" extrusionOk="0">
                  <a:moveTo>
                    <a:pt x="116134" y="87"/>
                  </a:moveTo>
                  <a:cubicBezTo>
                    <a:pt x="115495" y="87"/>
                    <a:pt x="114851" y="87"/>
                    <a:pt x="114212" y="2181"/>
                  </a:cubicBezTo>
                  <a:cubicBezTo>
                    <a:pt x="68753" y="88058"/>
                    <a:pt x="68753" y="88058"/>
                    <a:pt x="68753" y="88058"/>
                  </a:cubicBezTo>
                  <a:cubicBezTo>
                    <a:pt x="63633" y="98530"/>
                    <a:pt x="56585" y="98530"/>
                    <a:pt x="50825" y="88058"/>
                  </a:cubicBezTo>
                  <a:cubicBezTo>
                    <a:pt x="6005" y="2181"/>
                    <a:pt x="6005" y="2181"/>
                    <a:pt x="6005" y="2181"/>
                  </a:cubicBezTo>
                  <a:cubicBezTo>
                    <a:pt x="4084" y="-2007"/>
                    <a:pt x="1523" y="87"/>
                    <a:pt x="240" y="6370"/>
                  </a:cubicBezTo>
                  <a:cubicBezTo>
                    <a:pt x="-397" y="12654"/>
                    <a:pt x="240" y="18938"/>
                    <a:pt x="2162" y="23127"/>
                  </a:cubicBezTo>
                  <a:cubicBezTo>
                    <a:pt x="46982" y="109003"/>
                    <a:pt x="46982" y="109003"/>
                    <a:pt x="46982" y="109003"/>
                  </a:cubicBezTo>
                  <a:cubicBezTo>
                    <a:pt x="55307" y="123665"/>
                    <a:pt x="64910" y="123665"/>
                    <a:pt x="72597" y="109003"/>
                  </a:cubicBezTo>
                  <a:cubicBezTo>
                    <a:pt x="118055" y="23127"/>
                    <a:pt x="118055" y="23127"/>
                    <a:pt x="118055" y="23127"/>
                  </a:cubicBezTo>
                  <a:cubicBezTo>
                    <a:pt x="119977" y="18938"/>
                    <a:pt x="120616" y="12654"/>
                    <a:pt x="119333" y="6370"/>
                  </a:cubicBezTo>
                  <a:cubicBezTo>
                    <a:pt x="118694" y="2181"/>
                    <a:pt x="117417" y="87"/>
                    <a:pt x="116134" y="87"/>
                  </a:cubicBezTo>
                  <a:close/>
                </a:path>
              </a:pathLst>
            </a:custGeom>
            <a:solidFill>
              <a:schemeClr val="accent3">
                <a:alpha val="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26" name="Google Shape;226;p74"/>
            <p:cNvSpPr/>
            <p:nvPr/>
          </p:nvSpPr>
          <p:spPr>
            <a:xfrm>
              <a:off x="6734329" y="4229703"/>
              <a:ext cx="595044" cy="181898"/>
            </a:xfrm>
            <a:custGeom>
              <a:avLst/>
              <a:gdLst/>
              <a:ahLst/>
              <a:cxnLst/>
              <a:rect l="l" t="t" r="r" b="b"/>
              <a:pathLst>
                <a:path w="120000" h="120000" extrusionOk="0">
                  <a:moveTo>
                    <a:pt x="116134" y="87"/>
                  </a:moveTo>
                  <a:cubicBezTo>
                    <a:pt x="115495" y="87"/>
                    <a:pt x="114851" y="2181"/>
                    <a:pt x="114212" y="2181"/>
                  </a:cubicBezTo>
                  <a:cubicBezTo>
                    <a:pt x="68753" y="88058"/>
                    <a:pt x="68753" y="88058"/>
                    <a:pt x="68753" y="88058"/>
                  </a:cubicBezTo>
                  <a:cubicBezTo>
                    <a:pt x="63633" y="98530"/>
                    <a:pt x="56585" y="98530"/>
                    <a:pt x="50825" y="88058"/>
                  </a:cubicBezTo>
                  <a:cubicBezTo>
                    <a:pt x="6005" y="2181"/>
                    <a:pt x="6005" y="2181"/>
                    <a:pt x="6005" y="2181"/>
                  </a:cubicBezTo>
                  <a:cubicBezTo>
                    <a:pt x="4084" y="-2007"/>
                    <a:pt x="1523" y="87"/>
                    <a:pt x="240" y="6370"/>
                  </a:cubicBezTo>
                  <a:cubicBezTo>
                    <a:pt x="-397" y="12654"/>
                    <a:pt x="240" y="21032"/>
                    <a:pt x="2162" y="25221"/>
                  </a:cubicBezTo>
                  <a:cubicBezTo>
                    <a:pt x="46982" y="109003"/>
                    <a:pt x="46982" y="109003"/>
                    <a:pt x="46982" y="109003"/>
                  </a:cubicBezTo>
                  <a:cubicBezTo>
                    <a:pt x="55307" y="123665"/>
                    <a:pt x="64910" y="123665"/>
                    <a:pt x="72597" y="109003"/>
                  </a:cubicBezTo>
                  <a:cubicBezTo>
                    <a:pt x="118055" y="25221"/>
                    <a:pt x="118055" y="25221"/>
                    <a:pt x="118055" y="25221"/>
                  </a:cubicBezTo>
                  <a:cubicBezTo>
                    <a:pt x="119977" y="21032"/>
                    <a:pt x="120616" y="12654"/>
                    <a:pt x="119333" y="6370"/>
                  </a:cubicBezTo>
                  <a:cubicBezTo>
                    <a:pt x="118694" y="2181"/>
                    <a:pt x="117417" y="87"/>
                    <a:pt x="116134" y="87"/>
                  </a:cubicBezTo>
                  <a:close/>
                </a:path>
              </a:pathLst>
            </a:custGeom>
            <a:solidFill>
              <a:schemeClr val="accent3">
                <a:alpha val="4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27" name="Google Shape;227;p74"/>
            <p:cNvSpPr/>
            <p:nvPr/>
          </p:nvSpPr>
          <p:spPr>
            <a:xfrm>
              <a:off x="6734329" y="4374692"/>
              <a:ext cx="595044" cy="182960"/>
            </a:xfrm>
            <a:custGeom>
              <a:avLst/>
              <a:gdLst/>
              <a:ahLst/>
              <a:cxnLst/>
              <a:rect l="l" t="t" r="r" b="b"/>
              <a:pathLst>
                <a:path w="120000" h="120000" extrusionOk="0">
                  <a:moveTo>
                    <a:pt x="116134" y="780"/>
                  </a:moveTo>
                  <a:cubicBezTo>
                    <a:pt x="115495" y="780"/>
                    <a:pt x="114851" y="780"/>
                    <a:pt x="114212" y="780"/>
                  </a:cubicBezTo>
                  <a:cubicBezTo>
                    <a:pt x="68753" y="86160"/>
                    <a:pt x="68753" y="86160"/>
                    <a:pt x="68753" y="86160"/>
                  </a:cubicBezTo>
                  <a:cubicBezTo>
                    <a:pt x="63633" y="96572"/>
                    <a:pt x="56585" y="96572"/>
                    <a:pt x="50825" y="86160"/>
                  </a:cubicBezTo>
                  <a:cubicBezTo>
                    <a:pt x="6005" y="780"/>
                    <a:pt x="6005" y="780"/>
                    <a:pt x="6005" y="780"/>
                  </a:cubicBezTo>
                  <a:cubicBezTo>
                    <a:pt x="4084" y="-1301"/>
                    <a:pt x="1523" y="780"/>
                    <a:pt x="240" y="7028"/>
                  </a:cubicBezTo>
                  <a:cubicBezTo>
                    <a:pt x="-397" y="13275"/>
                    <a:pt x="240" y="19522"/>
                    <a:pt x="2162" y="23687"/>
                  </a:cubicBezTo>
                  <a:cubicBezTo>
                    <a:pt x="46982" y="109067"/>
                    <a:pt x="46982" y="109067"/>
                    <a:pt x="46982" y="109067"/>
                  </a:cubicBezTo>
                  <a:cubicBezTo>
                    <a:pt x="55307" y="123644"/>
                    <a:pt x="64910" y="123644"/>
                    <a:pt x="72597" y="109067"/>
                  </a:cubicBezTo>
                  <a:cubicBezTo>
                    <a:pt x="118055" y="23687"/>
                    <a:pt x="118055" y="23687"/>
                    <a:pt x="118055" y="23687"/>
                  </a:cubicBezTo>
                  <a:cubicBezTo>
                    <a:pt x="119977" y="19522"/>
                    <a:pt x="120616" y="13275"/>
                    <a:pt x="119333" y="7028"/>
                  </a:cubicBezTo>
                  <a:cubicBezTo>
                    <a:pt x="118694" y="2863"/>
                    <a:pt x="117417" y="780"/>
                    <a:pt x="116134" y="780"/>
                  </a:cubicBezTo>
                  <a:close/>
                </a:path>
              </a:pathLst>
            </a:custGeom>
            <a:solidFill>
              <a:schemeClr val="accent3">
                <a:alpha val="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228" name="Google Shape;228;p74"/>
          <p:cNvGrpSpPr/>
          <p:nvPr/>
        </p:nvGrpSpPr>
        <p:grpSpPr>
          <a:xfrm>
            <a:off x="8112261" y="1953702"/>
            <a:ext cx="1616845" cy="2603950"/>
            <a:chOff x="8112261" y="1953702"/>
            <a:chExt cx="1616845" cy="2603950"/>
          </a:xfrm>
        </p:grpSpPr>
        <p:sp>
          <p:nvSpPr>
            <p:cNvPr id="229" name="Google Shape;229;p74"/>
            <p:cNvSpPr/>
            <p:nvPr/>
          </p:nvSpPr>
          <p:spPr>
            <a:xfrm>
              <a:off x="8384932" y="1953702"/>
              <a:ext cx="869950" cy="923581"/>
            </a:xfrm>
            <a:custGeom>
              <a:avLst/>
              <a:gdLst/>
              <a:ahLst/>
              <a:cxnLst/>
              <a:rect l="l" t="t" r="r" b="b"/>
              <a:pathLst>
                <a:path w="120000" h="120000" extrusionOk="0">
                  <a:moveTo>
                    <a:pt x="118690" y="79161"/>
                  </a:moveTo>
                  <a:cubicBezTo>
                    <a:pt x="116496" y="84525"/>
                    <a:pt x="110368" y="86995"/>
                    <a:pt x="105114" y="84933"/>
                  </a:cubicBezTo>
                  <a:cubicBezTo>
                    <a:pt x="102047" y="84112"/>
                    <a:pt x="99853" y="81636"/>
                    <a:pt x="98980" y="79161"/>
                  </a:cubicBezTo>
                  <a:cubicBezTo>
                    <a:pt x="98544" y="77512"/>
                    <a:pt x="96792" y="76272"/>
                    <a:pt x="95040" y="75444"/>
                  </a:cubicBezTo>
                  <a:cubicBezTo>
                    <a:pt x="93289" y="75037"/>
                    <a:pt x="91537" y="75858"/>
                    <a:pt x="90658" y="77512"/>
                  </a:cubicBezTo>
                  <a:cubicBezTo>
                    <a:pt x="73579" y="120000"/>
                    <a:pt x="73579" y="120000"/>
                    <a:pt x="73579" y="120000"/>
                  </a:cubicBezTo>
                  <a:cubicBezTo>
                    <a:pt x="43796" y="86174"/>
                    <a:pt x="43796" y="86174"/>
                    <a:pt x="43796" y="86174"/>
                  </a:cubicBezTo>
                  <a:cubicBezTo>
                    <a:pt x="44232" y="86174"/>
                    <a:pt x="44232" y="86174"/>
                    <a:pt x="44232" y="86174"/>
                  </a:cubicBezTo>
                  <a:cubicBezTo>
                    <a:pt x="48614" y="86588"/>
                    <a:pt x="52996" y="85760"/>
                    <a:pt x="56499" y="82871"/>
                  </a:cubicBezTo>
                  <a:cubicBezTo>
                    <a:pt x="63069" y="77920"/>
                    <a:pt x="63942" y="68845"/>
                    <a:pt x="58687" y="63072"/>
                  </a:cubicBezTo>
                  <a:cubicBezTo>
                    <a:pt x="53432" y="56886"/>
                    <a:pt x="43796" y="56059"/>
                    <a:pt x="37226" y="61010"/>
                  </a:cubicBezTo>
                  <a:cubicBezTo>
                    <a:pt x="33722" y="63486"/>
                    <a:pt x="31971" y="67196"/>
                    <a:pt x="31534" y="71320"/>
                  </a:cubicBezTo>
                  <a:cubicBezTo>
                    <a:pt x="31534" y="71734"/>
                    <a:pt x="31534" y="71734"/>
                    <a:pt x="31534" y="71734"/>
                  </a:cubicBezTo>
                  <a:cubicBezTo>
                    <a:pt x="0" y="35433"/>
                    <a:pt x="0" y="35433"/>
                    <a:pt x="0" y="35433"/>
                  </a:cubicBezTo>
                  <a:cubicBezTo>
                    <a:pt x="7006" y="26357"/>
                    <a:pt x="14891" y="19344"/>
                    <a:pt x="21461" y="14807"/>
                  </a:cubicBezTo>
                  <a:cubicBezTo>
                    <a:pt x="36789" y="4083"/>
                    <a:pt x="81464" y="-5819"/>
                    <a:pt x="119999" y="4083"/>
                  </a:cubicBezTo>
                  <a:cubicBezTo>
                    <a:pt x="96350" y="63072"/>
                    <a:pt x="96350" y="63072"/>
                    <a:pt x="96350" y="63072"/>
                  </a:cubicBezTo>
                  <a:cubicBezTo>
                    <a:pt x="96350" y="63072"/>
                    <a:pt x="96350" y="63072"/>
                    <a:pt x="96350" y="63072"/>
                  </a:cubicBezTo>
                  <a:cubicBezTo>
                    <a:pt x="95913" y="64721"/>
                    <a:pt x="96792" y="66783"/>
                    <a:pt x="98544" y="67196"/>
                  </a:cubicBezTo>
                  <a:cubicBezTo>
                    <a:pt x="100295" y="68023"/>
                    <a:pt x="102047" y="68023"/>
                    <a:pt x="103798" y="67196"/>
                  </a:cubicBezTo>
                  <a:cubicBezTo>
                    <a:pt x="106423" y="65548"/>
                    <a:pt x="109490" y="65548"/>
                    <a:pt x="112557" y="66369"/>
                  </a:cubicBezTo>
                  <a:cubicBezTo>
                    <a:pt x="117811" y="68437"/>
                    <a:pt x="120878" y="74209"/>
                    <a:pt x="118690" y="79161"/>
                  </a:cubicBezTo>
                  <a:close/>
                </a:path>
              </a:pathLst>
            </a:custGeom>
            <a:solidFill>
              <a:schemeClr val="accent3">
                <a:alpha val="54509"/>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30" name="Google Shape;230;p74"/>
            <p:cNvSpPr/>
            <p:nvPr/>
          </p:nvSpPr>
          <p:spPr>
            <a:xfrm>
              <a:off x="8950082" y="1994632"/>
              <a:ext cx="779024" cy="1023235"/>
            </a:xfrm>
            <a:custGeom>
              <a:avLst/>
              <a:gdLst/>
              <a:ahLst/>
              <a:cxnLst/>
              <a:rect l="l" t="t" r="r" b="b"/>
              <a:pathLst>
                <a:path w="120000" h="120000" extrusionOk="0">
                  <a:moveTo>
                    <a:pt x="119825" y="76334"/>
                  </a:moveTo>
                  <a:cubicBezTo>
                    <a:pt x="119825" y="81171"/>
                    <a:pt x="119337" y="86013"/>
                    <a:pt x="117866" y="90107"/>
                  </a:cubicBezTo>
                  <a:cubicBezTo>
                    <a:pt x="71404" y="96067"/>
                    <a:pt x="71404" y="96067"/>
                    <a:pt x="71404" y="96067"/>
                  </a:cubicBezTo>
                  <a:cubicBezTo>
                    <a:pt x="68962" y="96441"/>
                    <a:pt x="67490" y="97926"/>
                    <a:pt x="67979" y="99418"/>
                  </a:cubicBezTo>
                  <a:cubicBezTo>
                    <a:pt x="68473" y="101278"/>
                    <a:pt x="69450" y="102395"/>
                    <a:pt x="71404" y="103512"/>
                  </a:cubicBezTo>
                  <a:cubicBezTo>
                    <a:pt x="74341" y="104629"/>
                    <a:pt x="76295" y="106863"/>
                    <a:pt x="76784" y="109471"/>
                  </a:cubicBezTo>
                  <a:cubicBezTo>
                    <a:pt x="77761" y="114314"/>
                    <a:pt x="73364" y="118782"/>
                    <a:pt x="67002" y="119899"/>
                  </a:cubicBezTo>
                  <a:cubicBezTo>
                    <a:pt x="60645" y="120642"/>
                    <a:pt x="54777" y="117291"/>
                    <a:pt x="53800" y="112448"/>
                  </a:cubicBezTo>
                  <a:cubicBezTo>
                    <a:pt x="53312" y="109845"/>
                    <a:pt x="54289" y="107237"/>
                    <a:pt x="56243" y="105377"/>
                  </a:cubicBezTo>
                  <a:cubicBezTo>
                    <a:pt x="57708" y="103886"/>
                    <a:pt x="58203" y="102395"/>
                    <a:pt x="57708" y="100909"/>
                  </a:cubicBezTo>
                  <a:cubicBezTo>
                    <a:pt x="57220" y="99043"/>
                    <a:pt x="55266" y="98301"/>
                    <a:pt x="53312" y="98301"/>
                  </a:cubicBezTo>
                  <a:cubicBezTo>
                    <a:pt x="53312" y="98301"/>
                    <a:pt x="53312" y="98301"/>
                    <a:pt x="53312" y="98301"/>
                  </a:cubicBezTo>
                  <a:cubicBezTo>
                    <a:pt x="0" y="105003"/>
                    <a:pt x="0" y="105003"/>
                    <a:pt x="0" y="105003"/>
                  </a:cubicBezTo>
                  <a:cubicBezTo>
                    <a:pt x="18586" y="67766"/>
                    <a:pt x="18586" y="67766"/>
                    <a:pt x="18586" y="67766"/>
                  </a:cubicBezTo>
                  <a:cubicBezTo>
                    <a:pt x="18586" y="67766"/>
                    <a:pt x="18586" y="68140"/>
                    <a:pt x="18586" y="68140"/>
                  </a:cubicBezTo>
                  <a:cubicBezTo>
                    <a:pt x="20540" y="71491"/>
                    <a:pt x="23966" y="74100"/>
                    <a:pt x="28368" y="75585"/>
                  </a:cubicBezTo>
                  <a:cubicBezTo>
                    <a:pt x="37167" y="78194"/>
                    <a:pt x="46949" y="74842"/>
                    <a:pt x="50375" y="68140"/>
                  </a:cubicBezTo>
                  <a:cubicBezTo>
                    <a:pt x="53800" y="61438"/>
                    <a:pt x="49398" y="53993"/>
                    <a:pt x="40593" y="51384"/>
                  </a:cubicBezTo>
                  <a:cubicBezTo>
                    <a:pt x="35702" y="50267"/>
                    <a:pt x="30811" y="50641"/>
                    <a:pt x="26408" y="52127"/>
                  </a:cubicBezTo>
                  <a:cubicBezTo>
                    <a:pt x="26408" y="52127"/>
                    <a:pt x="26408" y="52127"/>
                    <a:pt x="25920" y="52501"/>
                  </a:cubicBezTo>
                  <a:cubicBezTo>
                    <a:pt x="51840" y="0"/>
                    <a:pt x="51840" y="0"/>
                    <a:pt x="51840" y="0"/>
                  </a:cubicBezTo>
                  <a:cubicBezTo>
                    <a:pt x="57708" y="1491"/>
                    <a:pt x="63088" y="2976"/>
                    <a:pt x="67979" y="5211"/>
                  </a:cubicBezTo>
                  <a:cubicBezTo>
                    <a:pt x="114446" y="23458"/>
                    <a:pt x="121291" y="48776"/>
                    <a:pt x="119825" y="76334"/>
                  </a:cubicBezTo>
                  <a:close/>
                </a:path>
              </a:pathLst>
            </a:custGeom>
            <a:solidFill>
              <a:schemeClr val="accent3">
                <a:alpha val="40000"/>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31" name="Google Shape;231;p74"/>
            <p:cNvSpPr/>
            <p:nvPr/>
          </p:nvSpPr>
          <p:spPr>
            <a:xfrm>
              <a:off x="8135695" y="2254982"/>
              <a:ext cx="757239" cy="768350"/>
            </a:xfrm>
            <a:custGeom>
              <a:avLst/>
              <a:gdLst/>
              <a:ahLst/>
              <a:cxnLst/>
              <a:rect l="l" t="t" r="r" b="b"/>
              <a:pathLst>
                <a:path w="120000" h="120000" extrusionOk="0">
                  <a:moveTo>
                    <a:pt x="67277" y="109088"/>
                  </a:moveTo>
                  <a:cubicBezTo>
                    <a:pt x="70294" y="105122"/>
                    <a:pt x="71800" y="100166"/>
                    <a:pt x="70794" y="95205"/>
                  </a:cubicBezTo>
                  <a:cubicBezTo>
                    <a:pt x="69288" y="85783"/>
                    <a:pt x="60250" y="79338"/>
                    <a:pt x="51211" y="81322"/>
                  </a:cubicBezTo>
                  <a:cubicBezTo>
                    <a:pt x="41672" y="82811"/>
                    <a:pt x="35144" y="91238"/>
                    <a:pt x="36650" y="100661"/>
                  </a:cubicBezTo>
                  <a:cubicBezTo>
                    <a:pt x="37655" y="105622"/>
                    <a:pt x="40166" y="110083"/>
                    <a:pt x="44688" y="112561"/>
                  </a:cubicBezTo>
                  <a:cubicBezTo>
                    <a:pt x="44688" y="112561"/>
                    <a:pt x="44688" y="112561"/>
                    <a:pt x="45188" y="112561"/>
                  </a:cubicBezTo>
                  <a:cubicBezTo>
                    <a:pt x="0" y="120000"/>
                    <a:pt x="0" y="120000"/>
                    <a:pt x="0" y="120000"/>
                  </a:cubicBezTo>
                  <a:cubicBezTo>
                    <a:pt x="1005" y="117522"/>
                    <a:pt x="3011" y="114544"/>
                    <a:pt x="5022" y="111572"/>
                  </a:cubicBezTo>
                  <a:cubicBezTo>
                    <a:pt x="6527" y="108594"/>
                    <a:pt x="18077" y="91733"/>
                    <a:pt x="23600" y="83305"/>
                  </a:cubicBezTo>
                  <a:cubicBezTo>
                    <a:pt x="25105" y="80333"/>
                    <a:pt x="25605" y="76861"/>
                    <a:pt x="24600" y="73883"/>
                  </a:cubicBezTo>
                  <a:cubicBezTo>
                    <a:pt x="15566" y="44133"/>
                    <a:pt x="24100" y="18844"/>
                    <a:pt x="36650" y="0"/>
                  </a:cubicBezTo>
                  <a:cubicBezTo>
                    <a:pt x="72805" y="44133"/>
                    <a:pt x="72805" y="44133"/>
                    <a:pt x="72805" y="44133"/>
                  </a:cubicBezTo>
                  <a:cubicBezTo>
                    <a:pt x="74311" y="45622"/>
                    <a:pt x="76822" y="46116"/>
                    <a:pt x="78327" y="44627"/>
                  </a:cubicBezTo>
                  <a:cubicBezTo>
                    <a:pt x="80333" y="43138"/>
                    <a:pt x="81338" y="41155"/>
                    <a:pt x="81338" y="39172"/>
                  </a:cubicBezTo>
                  <a:cubicBezTo>
                    <a:pt x="81338" y="35700"/>
                    <a:pt x="82844" y="32727"/>
                    <a:pt x="85855" y="30250"/>
                  </a:cubicBezTo>
                  <a:cubicBezTo>
                    <a:pt x="90877" y="26283"/>
                    <a:pt x="98411" y="26777"/>
                    <a:pt x="102427" y="31733"/>
                  </a:cubicBezTo>
                  <a:cubicBezTo>
                    <a:pt x="106944" y="37188"/>
                    <a:pt x="105938" y="44627"/>
                    <a:pt x="100922" y="48594"/>
                  </a:cubicBezTo>
                  <a:cubicBezTo>
                    <a:pt x="98411" y="51072"/>
                    <a:pt x="94894" y="51572"/>
                    <a:pt x="91383" y="51072"/>
                  </a:cubicBezTo>
                  <a:cubicBezTo>
                    <a:pt x="89372" y="50577"/>
                    <a:pt x="86861" y="51572"/>
                    <a:pt x="85355" y="52561"/>
                  </a:cubicBezTo>
                  <a:cubicBezTo>
                    <a:pt x="83850" y="54050"/>
                    <a:pt x="83350" y="56527"/>
                    <a:pt x="84855" y="58016"/>
                  </a:cubicBezTo>
                  <a:cubicBezTo>
                    <a:pt x="120000" y="100661"/>
                    <a:pt x="120000" y="100661"/>
                    <a:pt x="120000" y="100661"/>
                  </a:cubicBezTo>
                  <a:cubicBezTo>
                    <a:pt x="66777" y="109088"/>
                    <a:pt x="66777" y="109088"/>
                    <a:pt x="66777" y="109088"/>
                  </a:cubicBezTo>
                  <a:cubicBezTo>
                    <a:pt x="66777" y="109088"/>
                    <a:pt x="67277" y="109088"/>
                    <a:pt x="67277" y="109088"/>
                  </a:cubicBezTo>
                  <a:close/>
                </a:path>
              </a:pathLst>
            </a:custGeom>
            <a:solidFill>
              <a:schemeClr val="accent3">
                <a:alpha val="6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32" name="Google Shape;232;p74"/>
            <p:cNvSpPr/>
            <p:nvPr/>
          </p:nvSpPr>
          <p:spPr>
            <a:xfrm>
              <a:off x="8112261" y="2806550"/>
              <a:ext cx="787021" cy="852667"/>
            </a:xfrm>
            <a:custGeom>
              <a:avLst/>
              <a:gdLst/>
              <a:ahLst/>
              <a:cxnLst/>
              <a:rect l="l" t="t" r="r" b="b"/>
              <a:pathLst>
                <a:path w="120000" h="120000" extrusionOk="0">
                  <a:moveTo>
                    <a:pt x="120000" y="17550"/>
                  </a:moveTo>
                  <a:cubicBezTo>
                    <a:pt x="101641" y="62235"/>
                    <a:pt x="101641" y="62235"/>
                    <a:pt x="101641" y="62235"/>
                  </a:cubicBezTo>
                  <a:cubicBezTo>
                    <a:pt x="101641" y="62235"/>
                    <a:pt x="101158" y="62235"/>
                    <a:pt x="101158" y="62235"/>
                  </a:cubicBezTo>
                  <a:cubicBezTo>
                    <a:pt x="99709" y="57764"/>
                    <a:pt x="96324" y="54641"/>
                    <a:pt x="91496" y="52849"/>
                  </a:cubicBezTo>
                  <a:cubicBezTo>
                    <a:pt x="82799" y="50169"/>
                    <a:pt x="73137" y="54191"/>
                    <a:pt x="70234" y="62235"/>
                  </a:cubicBezTo>
                  <a:cubicBezTo>
                    <a:pt x="66855" y="69830"/>
                    <a:pt x="71200" y="78767"/>
                    <a:pt x="79897" y="81896"/>
                  </a:cubicBezTo>
                  <a:cubicBezTo>
                    <a:pt x="84248" y="83682"/>
                    <a:pt x="89559" y="83238"/>
                    <a:pt x="93427" y="81003"/>
                  </a:cubicBezTo>
                  <a:cubicBezTo>
                    <a:pt x="93910" y="81003"/>
                    <a:pt x="93910" y="81003"/>
                    <a:pt x="93910" y="81003"/>
                  </a:cubicBezTo>
                  <a:cubicBezTo>
                    <a:pt x="79897" y="115852"/>
                    <a:pt x="79897" y="115852"/>
                    <a:pt x="79897" y="115852"/>
                  </a:cubicBezTo>
                  <a:cubicBezTo>
                    <a:pt x="52841" y="122110"/>
                    <a:pt x="37868" y="119431"/>
                    <a:pt x="37868" y="119431"/>
                  </a:cubicBezTo>
                  <a:cubicBezTo>
                    <a:pt x="28200" y="118537"/>
                    <a:pt x="22406" y="108258"/>
                    <a:pt x="23372" y="101556"/>
                  </a:cubicBezTo>
                  <a:cubicBezTo>
                    <a:pt x="24820" y="94405"/>
                    <a:pt x="24820" y="91277"/>
                    <a:pt x="20958" y="88153"/>
                  </a:cubicBezTo>
                  <a:cubicBezTo>
                    <a:pt x="17089" y="85468"/>
                    <a:pt x="17089" y="81896"/>
                    <a:pt x="19021" y="80553"/>
                  </a:cubicBezTo>
                  <a:cubicBezTo>
                    <a:pt x="20958" y="79216"/>
                    <a:pt x="27717" y="76531"/>
                    <a:pt x="27717" y="76531"/>
                  </a:cubicBezTo>
                  <a:cubicBezTo>
                    <a:pt x="27717" y="76531"/>
                    <a:pt x="22406" y="73408"/>
                    <a:pt x="19986" y="72509"/>
                  </a:cubicBezTo>
                  <a:cubicBezTo>
                    <a:pt x="17089" y="71172"/>
                    <a:pt x="15158" y="66701"/>
                    <a:pt x="17089" y="64021"/>
                  </a:cubicBezTo>
                  <a:cubicBezTo>
                    <a:pt x="18538" y="61342"/>
                    <a:pt x="19021" y="54641"/>
                    <a:pt x="19021" y="54641"/>
                  </a:cubicBezTo>
                  <a:cubicBezTo>
                    <a:pt x="19021" y="54641"/>
                    <a:pt x="12261" y="51512"/>
                    <a:pt x="5013" y="47934"/>
                  </a:cubicBezTo>
                  <a:cubicBezTo>
                    <a:pt x="179" y="45703"/>
                    <a:pt x="-1268" y="42125"/>
                    <a:pt x="1145" y="35873"/>
                  </a:cubicBezTo>
                  <a:cubicBezTo>
                    <a:pt x="49461" y="28273"/>
                    <a:pt x="49461" y="28273"/>
                    <a:pt x="49461" y="28273"/>
                  </a:cubicBezTo>
                  <a:cubicBezTo>
                    <a:pt x="51393" y="28273"/>
                    <a:pt x="52841" y="26487"/>
                    <a:pt x="52358" y="24257"/>
                  </a:cubicBezTo>
                  <a:cubicBezTo>
                    <a:pt x="52358" y="22465"/>
                    <a:pt x="50910" y="20678"/>
                    <a:pt x="49461" y="19785"/>
                  </a:cubicBezTo>
                  <a:cubicBezTo>
                    <a:pt x="46564" y="17999"/>
                    <a:pt x="44628" y="15763"/>
                    <a:pt x="44145" y="12191"/>
                  </a:cubicBezTo>
                  <a:cubicBezTo>
                    <a:pt x="42696" y="6382"/>
                    <a:pt x="47047" y="1018"/>
                    <a:pt x="53324" y="125"/>
                  </a:cubicBezTo>
                  <a:cubicBezTo>
                    <a:pt x="59606" y="-767"/>
                    <a:pt x="65889" y="3254"/>
                    <a:pt x="66855" y="9062"/>
                  </a:cubicBezTo>
                  <a:cubicBezTo>
                    <a:pt x="67337" y="12191"/>
                    <a:pt x="66372" y="15319"/>
                    <a:pt x="64440" y="17550"/>
                  </a:cubicBezTo>
                  <a:cubicBezTo>
                    <a:pt x="62986" y="18892"/>
                    <a:pt x="62503" y="21128"/>
                    <a:pt x="62503" y="22914"/>
                  </a:cubicBezTo>
                  <a:cubicBezTo>
                    <a:pt x="62986" y="24700"/>
                    <a:pt x="64923" y="26043"/>
                    <a:pt x="66855" y="25594"/>
                  </a:cubicBezTo>
                  <a:lnTo>
                    <a:pt x="120000" y="17550"/>
                  </a:lnTo>
                  <a:close/>
                </a:path>
              </a:pathLst>
            </a:custGeom>
            <a:solidFill>
              <a:schemeClr val="accent3">
                <a:alpha val="84313"/>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33" name="Google Shape;233;p74"/>
            <p:cNvSpPr/>
            <p:nvPr/>
          </p:nvSpPr>
          <p:spPr>
            <a:xfrm>
              <a:off x="8598436" y="2943958"/>
              <a:ext cx="888222" cy="1000126"/>
            </a:xfrm>
            <a:custGeom>
              <a:avLst/>
              <a:gdLst/>
              <a:ahLst/>
              <a:cxnLst/>
              <a:rect l="l" t="t" r="r" b="b"/>
              <a:pathLst>
                <a:path w="120000" h="120000" extrusionOk="0">
                  <a:moveTo>
                    <a:pt x="120000" y="81905"/>
                  </a:moveTo>
                  <a:cubicBezTo>
                    <a:pt x="120000" y="94477"/>
                    <a:pt x="120000" y="109333"/>
                    <a:pt x="120000" y="109333"/>
                  </a:cubicBezTo>
                  <a:cubicBezTo>
                    <a:pt x="120000" y="109333"/>
                    <a:pt x="103269" y="120000"/>
                    <a:pt x="62950" y="120000"/>
                  </a:cubicBezTo>
                  <a:cubicBezTo>
                    <a:pt x="22626" y="120000"/>
                    <a:pt x="5468" y="109333"/>
                    <a:pt x="5468" y="109333"/>
                  </a:cubicBezTo>
                  <a:cubicBezTo>
                    <a:pt x="5468" y="91811"/>
                    <a:pt x="5468" y="91811"/>
                    <a:pt x="5468" y="91811"/>
                  </a:cubicBezTo>
                  <a:cubicBezTo>
                    <a:pt x="22199" y="52572"/>
                    <a:pt x="22199" y="52572"/>
                    <a:pt x="22199" y="52572"/>
                  </a:cubicBezTo>
                  <a:cubicBezTo>
                    <a:pt x="23059" y="51050"/>
                    <a:pt x="22199" y="49522"/>
                    <a:pt x="20485" y="48761"/>
                  </a:cubicBezTo>
                  <a:cubicBezTo>
                    <a:pt x="18765" y="48383"/>
                    <a:pt x="16624" y="48383"/>
                    <a:pt x="14904" y="49144"/>
                  </a:cubicBezTo>
                  <a:cubicBezTo>
                    <a:pt x="12330" y="50283"/>
                    <a:pt x="9329" y="50666"/>
                    <a:pt x="6755" y="49522"/>
                  </a:cubicBezTo>
                  <a:cubicBezTo>
                    <a:pt x="1180" y="48000"/>
                    <a:pt x="-1393" y="42666"/>
                    <a:pt x="753" y="37716"/>
                  </a:cubicBezTo>
                  <a:cubicBezTo>
                    <a:pt x="2467" y="33144"/>
                    <a:pt x="8469" y="30855"/>
                    <a:pt x="13617" y="32383"/>
                  </a:cubicBezTo>
                  <a:cubicBezTo>
                    <a:pt x="16624" y="33522"/>
                    <a:pt x="18765" y="35427"/>
                    <a:pt x="19625" y="37716"/>
                  </a:cubicBezTo>
                  <a:cubicBezTo>
                    <a:pt x="20485" y="39238"/>
                    <a:pt x="21772" y="40761"/>
                    <a:pt x="23486" y="41144"/>
                  </a:cubicBezTo>
                  <a:cubicBezTo>
                    <a:pt x="25200" y="41905"/>
                    <a:pt x="27347" y="41144"/>
                    <a:pt x="27774" y="39616"/>
                  </a:cubicBezTo>
                  <a:cubicBezTo>
                    <a:pt x="44505" y="0"/>
                    <a:pt x="44505" y="0"/>
                    <a:pt x="44505" y="0"/>
                  </a:cubicBezTo>
                  <a:cubicBezTo>
                    <a:pt x="73673" y="31616"/>
                    <a:pt x="73673" y="31616"/>
                    <a:pt x="73673" y="31616"/>
                  </a:cubicBezTo>
                  <a:cubicBezTo>
                    <a:pt x="73673" y="31616"/>
                    <a:pt x="73673" y="31616"/>
                    <a:pt x="73246" y="31616"/>
                  </a:cubicBezTo>
                  <a:cubicBezTo>
                    <a:pt x="69385" y="30855"/>
                    <a:pt x="64664" y="32000"/>
                    <a:pt x="61663" y="34283"/>
                  </a:cubicBezTo>
                  <a:cubicBezTo>
                    <a:pt x="55228" y="38855"/>
                    <a:pt x="54368" y="47238"/>
                    <a:pt x="59516" y="52950"/>
                  </a:cubicBezTo>
                  <a:cubicBezTo>
                    <a:pt x="64664" y="58666"/>
                    <a:pt x="74100" y="59427"/>
                    <a:pt x="80535" y="54855"/>
                  </a:cubicBezTo>
                  <a:cubicBezTo>
                    <a:pt x="83536" y="52188"/>
                    <a:pt x="85683" y="48761"/>
                    <a:pt x="85683" y="44950"/>
                  </a:cubicBezTo>
                  <a:cubicBezTo>
                    <a:pt x="85683" y="44950"/>
                    <a:pt x="85683" y="44572"/>
                    <a:pt x="85683" y="44572"/>
                  </a:cubicBezTo>
                  <a:lnTo>
                    <a:pt x="120000" y="81905"/>
                  </a:lnTo>
                  <a:close/>
                </a:path>
              </a:pathLst>
            </a:custGeom>
            <a:solidFill>
              <a:schemeClr val="accent3"/>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34" name="Google Shape;234;p74"/>
            <p:cNvSpPr/>
            <p:nvPr/>
          </p:nvSpPr>
          <p:spPr>
            <a:xfrm>
              <a:off x="8956432" y="2801083"/>
              <a:ext cx="752476" cy="771525"/>
            </a:xfrm>
            <a:custGeom>
              <a:avLst/>
              <a:gdLst/>
              <a:ahLst/>
              <a:cxnLst/>
              <a:rect l="l" t="t" r="r" b="b"/>
              <a:pathLst>
                <a:path w="120000" h="120000" extrusionOk="0">
                  <a:moveTo>
                    <a:pt x="120000" y="0"/>
                  </a:moveTo>
                  <a:cubicBezTo>
                    <a:pt x="113922" y="22716"/>
                    <a:pt x="102783" y="38022"/>
                    <a:pt x="96200" y="49877"/>
                  </a:cubicBezTo>
                  <a:cubicBezTo>
                    <a:pt x="87594" y="65677"/>
                    <a:pt x="84555" y="96294"/>
                    <a:pt x="84555" y="110122"/>
                  </a:cubicBezTo>
                  <a:cubicBezTo>
                    <a:pt x="84555" y="120000"/>
                    <a:pt x="84555" y="120000"/>
                    <a:pt x="84555" y="120000"/>
                  </a:cubicBezTo>
                  <a:cubicBezTo>
                    <a:pt x="47088" y="75555"/>
                    <a:pt x="47088" y="75555"/>
                    <a:pt x="47088" y="75555"/>
                  </a:cubicBezTo>
                  <a:cubicBezTo>
                    <a:pt x="45572" y="73577"/>
                    <a:pt x="43544" y="73577"/>
                    <a:pt x="41516" y="75061"/>
                  </a:cubicBezTo>
                  <a:cubicBezTo>
                    <a:pt x="40000" y="76050"/>
                    <a:pt x="38988" y="78022"/>
                    <a:pt x="38988" y="80494"/>
                  </a:cubicBezTo>
                  <a:cubicBezTo>
                    <a:pt x="38483" y="83455"/>
                    <a:pt x="36961" y="86911"/>
                    <a:pt x="34427" y="89383"/>
                  </a:cubicBezTo>
                  <a:cubicBezTo>
                    <a:pt x="29366" y="93333"/>
                    <a:pt x="21772" y="92344"/>
                    <a:pt x="17216" y="87405"/>
                  </a:cubicBezTo>
                  <a:cubicBezTo>
                    <a:pt x="13166" y="82466"/>
                    <a:pt x="13672" y="75061"/>
                    <a:pt x="18733" y="70616"/>
                  </a:cubicBezTo>
                  <a:cubicBezTo>
                    <a:pt x="21772" y="68644"/>
                    <a:pt x="25316" y="67655"/>
                    <a:pt x="28861" y="68150"/>
                  </a:cubicBezTo>
                  <a:cubicBezTo>
                    <a:pt x="30883" y="68644"/>
                    <a:pt x="32911" y="68150"/>
                    <a:pt x="34938" y="66666"/>
                  </a:cubicBezTo>
                  <a:cubicBezTo>
                    <a:pt x="36455" y="65183"/>
                    <a:pt x="36455" y="62716"/>
                    <a:pt x="35444" y="61233"/>
                  </a:cubicBezTo>
                  <a:cubicBezTo>
                    <a:pt x="0" y="18766"/>
                    <a:pt x="0" y="18766"/>
                    <a:pt x="0" y="18766"/>
                  </a:cubicBezTo>
                  <a:cubicBezTo>
                    <a:pt x="53166" y="10372"/>
                    <a:pt x="53166" y="10372"/>
                    <a:pt x="53166" y="10372"/>
                  </a:cubicBezTo>
                  <a:cubicBezTo>
                    <a:pt x="53166" y="10372"/>
                    <a:pt x="53166" y="10866"/>
                    <a:pt x="53166" y="10866"/>
                  </a:cubicBezTo>
                  <a:cubicBezTo>
                    <a:pt x="49622" y="14816"/>
                    <a:pt x="48605" y="19755"/>
                    <a:pt x="49116" y="24200"/>
                  </a:cubicBezTo>
                  <a:cubicBezTo>
                    <a:pt x="50633" y="33577"/>
                    <a:pt x="59744" y="40000"/>
                    <a:pt x="69366" y="38516"/>
                  </a:cubicBezTo>
                  <a:cubicBezTo>
                    <a:pt x="78988" y="37038"/>
                    <a:pt x="85572" y="28150"/>
                    <a:pt x="84050" y="18766"/>
                  </a:cubicBezTo>
                  <a:cubicBezTo>
                    <a:pt x="83038" y="13827"/>
                    <a:pt x="80000" y="9877"/>
                    <a:pt x="75950" y="7405"/>
                  </a:cubicBezTo>
                  <a:cubicBezTo>
                    <a:pt x="75444" y="6911"/>
                    <a:pt x="75444" y="6911"/>
                    <a:pt x="75444" y="6911"/>
                  </a:cubicBezTo>
                  <a:lnTo>
                    <a:pt x="120000" y="0"/>
                  </a:lnTo>
                  <a:close/>
                </a:path>
              </a:pathLst>
            </a:custGeom>
            <a:solidFill>
              <a:schemeClr val="accent3">
                <a:alpha val="24313"/>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35" name="Google Shape;235;p74"/>
            <p:cNvSpPr/>
            <p:nvPr/>
          </p:nvSpPr>
          <p:spPr>
            <a:xfrm>
              <a:off x="8765803" y="4086828"/>
              <a:ext cx="595100" cy="181898"/>
            </a:xfrm>
            <a:custGeom>
              <a:avLst/>
              <a:gdLst/>
              <a:ahLst/>
              <a:cxnLst/>
              <a:rect l="l" t="t" r="r" b="b"/>
              <a:pathLst>
                <a:path w="120000" h="120000" extrusionOk="0">
                  <a:moveTo>
                    <a:pt x="116543" y="87"/>
                  </a:moveTo>
                  <a:cubicBezTo>
                    <a:pt x="115904" y="87"/>
                    <a:pt x="115266" y="87"/>
                    <a:pt x="114622" y="2181"/>
                  </a:cubicBezTo>
                  <a:cubicBezTo>
                    <a:pt x="69167" y="88058"/>
                    <a:pt x="69167" y="88058"/>
                    <a:pt x="69167" y="88058"/>
                  </a:cubicBezTo>
                  <a:cubicBezTo>
                    <a:pt x="63408" y="98530"/>
                    <a:pt x="57005" y="98530"/>
                    <a:pt x="51241" y="88058"/>
                  </a:cubicBezTo>
                  <a:cubicBezTo>
                    <a:pt x="5786" y="2181"/>
                    <a:pt x="5786" y="2181"/>
                    <a:pt x="5786" y="2181"/>
                  </a:cubicBezTo>
                  <a:cubicBezTo>
                    <a:pt x="3865" y="-2007"/>
                    <a:pt x="1943" y="87"/>
                    <a:pt x="666" y="6370"/>
                  </a:cubicBezTo>
                  <a:cubicBezTo>
                    <a:pt x="-616" y="12654"/>
                    <a:pt x="22" y="18938"/>
                    <a:pt x="1943" y="23127"/>
                  </a:cubicBezTo>
                  <a:cubicBezTo>
                    <a:pt x="47398" y="109003"/>
                    <a:pt x="47398" y="109003"/>
                    <a:pt x="47398" y="109003"/>
                  </a:cubicBezTo>
                  <a:cubicBezTo>
                    <a:pt x="55084" y="123665"/>
                    <a:pt x="65324" y="123665"/>
                    <a:pt x="73010" y="109003"/>
                  </a:cubicBezTo>
                  <a:cubicBezTo>
                    <a:pt x="118465" y="23127"/>
                    <a:pt x="118465" y="23127"/>
                    <a:pt x="118465" y="23127"/>
                  </a:cubicBezTo>
                  <a:cubicBezTo>
                    <a:pt x="119747" y="18938"/>
                    <a:pt x="120386" y="12654"/>
                    <a:pt x="119747" y="6370"/>
                  </a:cubicBezTo>
                  <a:cubicBezTo>
                    <a:pt x="119103" y="2181"/>
                    <a:pt x="117826" y="87"/>
                    <a:pt x="116543" y="87"/>
                  </a:cubicBezTo>
                  <a:close/>
                </a:path>
              </a:pathLst>
            </a:custGeom>
            <a:solidFill>
              <a:schemeClr val="accent3">
                <a:alpha val="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36" name="Google Shape;236;p74"/>
            <p:cNvSpPr/>
            <p:nvPr/>
          </p:nvSpPr>
          <p:spPr>
            <a:xfrm>
              <a:off x="8765803" y="4229703"/>
              <a:ext cx="595100" cy="181898"/>
            </a:xfrm>
            <a:custGeom>
              <a:avLst/>
              <a:gdLst/>
              <a:ahLst/>
              <a:cxnLst/>
              <a:rect l="l" t="t" r="r" b="b"/>
              <a:pathLst>
                <a:path w="120000" h="120000" extrusionOk="0">
                  <a:moveTo>
                    <a:pt x="116543" y="87"/>
                  </a:moveTo>
                  <a:cubicBezTo>
                    <a:pt x="115904" y="87"/>
                    <a:pt x="115266" y="2181"/>
                    <a:pt x="114622" y="2181"/>
                  </a:cubicBezTo>
                  <a:cubicBezTo>
                    <a:pt x="69167" y="88058"/>
                    <a:pt x="69167" y="88058"/>
                    <a:pt x="69167" y="88058"/>
                  </a:cubicBezTo>
                  <a:cubicBezTo>
                    <a:pt x="63408" y="98530"/>
                    <a:pt x="57005" y="98530"/>
                    <a:pt x="51241" y="88058"/>
                  </a:cubicBezTo>
                  <a:cubicBezTo>
                    <a:pt x="5786" y="2181"/>
                    <a:pt x="5786" y="2181"/>
                    <a:pt x="5786" y="2181"/>
                  </a:cubicBezTo>
                  <a:cubicBezTo>
                    <a:pt x="3865" y="-2007"/>
                    <a:pt x="1943" y="87"/>
                    <a:pt x="666" y="6370"/>
                  </a:cubicBezTo>
                  <a:cubicBezTo>
                    <a:pt x="-616" y="12654"/>
                    <a:pt x="22" y="21032"/>
                    <a:pt x="1943" y="25221"/>
                  </a:cubicBezTo>
                  <a:cubicBezTo>
                    <a:pt x="47398" y="109003"/>
                    <a:pt x="47398" y="109003"/>
                    <a:pt x="47398" y="109003"/>
                  </a:cubicBezTo>
                  <a:cubicBezTo>
                    <a:pt x="55084" y="123665"/>
                    <a:pt x="65324" y="123665"/>
                    <a:pt x="73010" y="109003"/>
                  </a:cubicBezTo>
                  <a:cubicBezTo>
                    <a:pt x="118465" y="25221"/>
                    <a:pt x="118465" y="25221"/>
                    <a:pt x="118465" y="25221"/>
                  </a:cubicBezTo>
                  <a:cubicBezTo>
                    <a:pt x="119747" y="21032"/>
                    <a:pt x="120386" y="12654"/>
                    <a:pt x="119747" y="6370"/>
                  </a:cubicBezTo>
                  <a:cubicBezTo>
                    <a:pt x="119103" y="2181"/>
                    <a:pt x="117826" y="87"/>
                    <a:pt x="116543" y="87"/>
                  </a:cubicBezTo>
                  <a:close/>
                </a:path>
              </a:pathLst>
            </a:custGeom>
            <a:solidFill>
              <a:schemeClr val="accent3">
                <a:alpha val="4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37" name="Google Shape;237;p74"/>
            <p:cNvSpPr/>
            <p:nvPr/>
          </p:nvSpPr>
          <p:spPr>
            <a:xfrm>
              <a:off x="8765803" y="4374692"/>
              <a:ext cx="595100" cy="182960"/>
            </a:xfrm>
            <a:custGeom>
              <a:avLst/>
              <a:gdLst/>
              <a:ahLst/>
              <a:cxnLst/>
              <a:rect l="l" t="t" r="r" b="b"/>
              <a:pathLst>
                <a:path w="120000" h="120000" extrusionOk="0">
                  <a:moveTo>
                    <a:pt x="116543" y="780"/>
                  </a:moveTo>
                  <a:cubicBezTo>
                    <a:pt x="115904" y="780"/>
                    <a:pt x="115266" y="780"/>
                    <a:pt x="114622" y="780"/>
                  </a:cubicBezTo>
                  <a:cubicBezTo>
                    <a:pt x="69167" y="86160"/>
                    <a:pt x="69167" y="86160"/>
                    <a:pt x="69167" y="86160"/>
                  </a:cubicBezTo>
                  <a:cubicBezTo>
                    <a:pt x="63408" y="96572"/>
                    <a:pt x="57005" y="96572"/>
                    <a:pt x="51241" y="86160"/>
                  </a:cubicBezTo>
                  <a:cubicBezTo>
                    <a:pt x="5786" y="780"/>
                    <a:pt x="5786" y="780"/>
                    <a:pt x="5786" y="780"/>
                  </a:cubicBezTo>
                  <a:cubicBezTo>
                    <a:pt x="3865" y="-1301"/>
                    <a:pt x="1943" y="780"/>
                    <a:pt x="666" y="7028"/>
                  </a:cubicBezTo>
                  <a:cubicBezTo>
                    <a:pt x="-616" y="13275"/>
                    <a:pt x="22" y="19522"/>
                    <a:pt x="1943" y="23687"/>
                  </a:cubicBezTo>
                  <a:cubicBezTo>
                    <a:pt x="47398" y="109067"/>
                    <a:pt x="47398" y="109067"/>
                    <a:pt x="47398" y="109067"/>
                  </a:cubicBezTo>
                  <a:cubicBezTo>
                    <a:pt x="55084" y="123644"/>
                    <a:pt x="65324" y="123644"/>
                    <a:pt x="73010" y="109067"/>
                  </a:cubicBezTo>
                  <a:cubicBezTo>
                    <a:pt x="118465" y="23687"/>
                    <a:pt x="118465" y="23687"/>
                    <a:pt x="118465" y="23687"/>
                  </a:cubicBezTo>
                  <a:cubicBezTo>
                    <a:pt x="119747" y="19522"/>
                    <a:pt x="120386" y="13275"/>
                    <a:pt x="119747" y="7028"/>
                  </a:cubicBezTo>
                  <a:cubicBezTo>
                    <a:pt x="119103" y="2863"/>
                    <a:pt x="117826" y="780"/>
                    <a:pt x="116543" y="780"/>
                  </a:cubicBezTo>
                  <a:close/>
                </a:path>
              </a:pathLst>
            </a:custGeom>
            <a:solidFill>
              <a:schemeClr val="accent3">
                <a:alpha val="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238" name="Google Shape;238;p74"/>
          <p:cNvSpPr/>
          <p:nvPr/>
        </p:nvSpPr>
        <p:spPr>
          <a:xfrm>
            <a:off x="2793757" y="1481729"/>
            <a:ext cx="279327" cy="279327"/>
          </a:xfrm>
          <a:custGeom>
            <a:avLst/>
            <a:gdLst/>
            <a:ahLst/>
            <a:cxnLst/>
            <a:rect l="l" t="t" r="r" b="b"/>
            <a:pathLst>
              <a:path w="120000" h="120000" extrusionOk="0">
                <a:moveTo>
                  <a:pt x="97116" y="71977"/>
                </a:moveTo>
                <a:cubicBezTo>
                  <a:pt x="94833" y="68100"/>
                  <a:pt x="92088" y="64072"/>
                  <a:pt x="88950" y="59972"/>
                </a:cubicBezTo>
                <a:cubicBezTo>
                  <a:pt x="92072" y="55905"/>
                  <a:pt x="94844" y="51883"/>
                  <a:pt x="97116" y="48022"/>
                </a:cubicBezTo>
                <a:cubicBezTo>
                  <a:pt x="107833" y="51005"/>
                  <a:pt x="114544" y="55266"/>
                  <a:pt x="114544" y="60000"/>
                </a:cubicBezTo>
                <a:cubicBezTo>
                  <a:pt x="114544" y="64733"/>
                  <a:pt x="107833" y="68994"/>
                  <a:pt x="97116" y="71977"/>
                </a:cubicBezTo>
                <a:moveTo>
                  <a:pt x="98566" y="98572"/>
                </a:moveTo>
                <a:cubicBezTo>
                  <a:pt x="95222" y="101916"/>
                  <a:pt x="87444" y="100155"/>
                  <a:pt x="77755" y="94694"/>
                </a:cubicBezTo>
                <a:cubicBezTo>
                  <a:pt x="78877" y="90338"/>
                  <a:pt x="79805" y="85588"/>
                  <a:pt x="80483" y="80488"/>
                </a:cubicBezTo>
                <a:cubicBezTo>
                  <a:pt x="85583" y="79811"/>
                  <a:pt x="90338" y="78877"/>
                  <a:pt x="94688" y="77755"/>
                </a:cubicBezTo>
                <a:cubicBezTo>
                  <a:pt x="100155" y="87444"/>
                  <a:pt x="101916" y="95222"/>
                  <a:pt x="98566" y="98572"/>
                </a:cubicBezTo>
                <a:moveTo>
                  <a:pt x="85577" y="64227"/>
                </a:moveTo>
                <a:cubicBezTo>
                  <a:pt x="87983" y="67327"/>
                  <a:pt x="90105" y="70344"/>
                  <a:pt x="91966" y="73250"/>
                </a:cubicBezTo>
                <a:cubicBezTo>
                  <a:pt x="88611" y="73983"/>
                  <a:pt x="84972" y="74605"/>
                  <a:pt x="81094" y="75094"/>
                </a:cubicBezTo>
                <a:cubicBezTo>
                  <a:pt x="81283" y="73083"/>
                  <a:pt x="81416" y="71022"/>
                  <a:pt x="81538" y="68938"/>
                </a:cubicBezTo>
                <a:cubicBezTo>
                  <a:pt x="82944" y="67372"/>
                  <a:pt x="84277" y="65800"/>
                  <a:pt x="85577" y="64227"/>
                </a:cubicBezTo>
                <a:moveTo>
                  <a:pt x="85566" y="55733"/>
                </a:moveTo>
                <a:cubicBezTo>
                  <a:pt x="84277" y="54177"/>
                  <a:pt x="82933" y="52616"/>
                  <a:pt x="81538" y="51061"/>
                </a:cubicBezTo>
                <a:cubicBezTo>
                  <a:pt x="81416" y="48983"/>
                  <a:pt x="81283" y="46916"/>
                  <a:pt x="81094" y="44911"/>
                </a:cubicBezTo>
                <a:cubicBezTo>
                  <a:pt x="84972" y="45394"/>
                  <a:pt x="88611" y="46016"/>
                  <a:pt x="91966" y="46750"/>
                </a:cubicBezTo>
                <a:cubicBezTo>
                  <a:pt x="90116" y="49638"/>
                  <a:pt x="87955" y="52655"/>
                  <a:pt x="85566" y="55733"/>
                </a:cubicBezTo>
                <a:moveTo>
                  <a:pt x="98566" y="21427"/>
                </a:moveTo>
                <a:cubicBezTo>
                  <a:pt x="101916" y="24777"/>
                  <a:pt x="100155" y="32555"/>
                  <a:pt x="94688" y="42244"/>
                </a:cubicBezTo>
                <a:cubicBezTo>
                  <a:pt x="90338" y="41122"/>
                  <a:pt x="85583" y="40188"/>
                  <a:pt x="80483" y="39511"/>
                </a:cubicBezTo>
                <a:cubicBezTo>
                  <a:pt x="79805" y="34411"/>
                  <a:pt x="78877" y="29661"/>
                  <a:pt x="77755" y="25305"/>
                </a:cubicBezTo>
                <a:cubicBezTo>
                  <a:pt x="87444" y="19844"/>
                  <a:pt x="95222" y="18083"/>
                  <a:pt x="98566" y="21427"/>
                </a:cubicBezTo>
                <a:moveTo>
                  <a:pt x="76211" y="66733"/>
                </a:moveTo>
                <a:cubicBezTo>
                  <a:pt x="74711" y="68350"/>
                  <a:pt x="73177" y="69961"/>
                  <a:pt x="71566" y="71572"/>
                </a:cubicBezTo>
                <a:cubicBezTo>
                  <a:pt x="69961" y="73177"/>
                  <a:pt x="68350" y="74716"/>
                  <a:pt x="66733" y="76216"/>
                </a:cubicBezTo>
                <a:cubicBezTo>
                  <a:pt x="64522" y="76294"/>
                  <a:pt x="62288" y="76361"/>
                  <a:pt x="60000" y="76361"/>
                </a:cubicBezTo>
                <a:cubicBezTo>
                  <a:pt x="57705" y="76361"/>
                  <a:pt x="55472" y="76294"/>
                  <a:pt x="53261" y="76216"/>
                </a:cubicBezTo>
                <a:cubicBezTo>
                  <a:pt x="51650" y="74716"/>
                  <a:pt x="50033" y="73177"/>
                  <a:pt x="48427" y="71572"/>
                </a:cubicBezTo>
                <a:cubicBezTo>
                  <a:pt x="46822" y="69961"/>
                  <a:pt x="45288" y="68350"/>
                  <a:pt x="43783" y="66733"/>
                </a:cubicBezTo>
                <a:cubicBezTo>
                  <a:pt x="43700" y="64522"/>
                  <a:pt x="43638" y="62288"/>
                  <a:pt x="43638" y="60000"/>
                </a:cubicBezTo>
                <a:cubicBezTo>
                  <a:pt x="43638" y="57711"/>
                  <a:pt x="43700" y="55477"/>
                  <a:pt x="43783" y="53261"/>
                </a:cubicBezTo>
                <a:cubicBezTo>
                  <a:pt x="45288" y="51650"/>
                  <a:pt x="46822" y="50038"/>
                  <a:pt x="48427" y="48427"/>
                </a:cubicBezTo>
                <a:cubicBezTo>
                  <a:pt x="50033" y="46822"/>
                  <a:pt x="51650" y="45283"/>
                  <a:pt x="53261" y="43783"/>
                </a:cubicBezTo>
                <a:cubicBezTo>
                  <a:pt x="55472" y="43705"/>
                  <a:pt x="57705" y="43638"/>
                  <a:pt x="60000" y="43638"/>
                </a:cubicBezTo>
                <a:cubicBezTo>
                  <a:pt x="62288" y="43638"/>
                  <a:pt x="64522" y="43705"/>
                  <a:pt x="66733" y="43783"/>
                </a:cubicBezTo>
                <a:cubicBezTo>
                  <a:pt x="68350" y="45283"/>
                  <a:pt x="69961" y="46822"/>
                  <a:pt x="71566" y="48427"/>
                </a:cubicBezTo>
                <a:cubicBezTo>
                  <a:pt x="73177" y="50038"/>
                  <a:pt x="74711" y="51650"/>
                  <a:pt x="76211" y="53261"/>
                </a:cubicBezTo>
                <a:cubicBezTo>
                  <a:pt x="76294" y="55477"/>
                  <a:pt x="76361" y="57711"/>
                  <a:pt x="76361" y="60000"/>
                </a:cubicBezTo>
                <a:cubicBezTo>
                  <a:pt x="76361" y="62288"/>
                  <a:pt x="76294" y="64522"/>
                  <a:pt x="76211" y="66733"/>
                </a:cubicBezTo>
                <a:moveTo>
                  <a:pt x="73250" y="91972"/>
                </a:moveTo>
                <a:cubicBezTo>
                  <a:pt x="70344" y="90105"/>
                  <a:pt x="67333" y="87983"/>
                  <a:pt x="64227" y="85577"/>
                </a:cubicBezTo>
                <a:cubicBezTo>
                  <a:pt x="65800" y="84277"/>
                  <a:pt x="67372" y="82950"/>
                  <a:pt x="68938" y="81538"/>
                </a:cubicBezTo>
                <a:cubicBezTo>
                  <a:pt x="71016" y="81416"/>
                  <a:pt x="73083" y="81283"/>
                  <a:pt x="75094" y="81094"/>
                </a:cubicBezTo>
                <a:cubicBezTo>
                  <a:pt x="74605" y="84972"/>
                  <a:pt x="73977" y="88611"/>
                  <a:pt x="73250" y="91972"/>
                </a:cubicBezTo>
                <a:moveTo>
                  <a:pt x="60000" y="114544"/>
                </a:moveTo>
                <a:cubicBezTo>
                  <a:pt x="55266" y="114544"/>
                  <a:pt x="51005" y="107833"/>
                  <a:pt x="48016" y="97116"/>
                </a:cubicBezTo>
                <a:cubicBezTo>
                  <a:pt x="51883" y="94844"/>
                  <a:pt x="55900" y="92072"/>
                  <a:pt x="59972" y="88950"/>
                </a:cubicBezTo>
                <a:cubicBezTo>
                  <a:pt x="64066" y="92088"/>
                  <a:pt x="68100" y="94833"/>
                  <a:pt x="71983" y="97116"/>
                </a:cubicBezTo>
                <a:cubicBezTo>
                  <a:pt x="68994" y="107833"/>
                  <a:pt x="64733" y="114544"/>
                  <a:pt x="60000" y="114544"/>
                </a:cubicBezTo>
                <a:moveTo>
                  <a:pt x="44905" y="81094"/>
                </a:moveTo>
                <a:cubicBezTo>
                  <a:pt x="46916" y="81283"/>
                  <a:pt x="48977" y="81416"/>
                  <a:pt x="51055" y="81538"/>
                </a:cubicBezTo>
                <a:cubicBezTo>
                  <a:pt x="52616" y="82938"/>
                  <a:pt x="54172" y="84277"/>
                  <a:pt x="55733" y="85572"/>
                </a:cubicBezTo>
                <a:cubicBezTo>
                  <a:pt x="52655" y="87955"/>
                  <a:pt x="49638" y="90116"/>
                  <a:pt x="46750" y="91972"/>
                </a:cubicBezTo>
                <a:cubicBezTo>
                  <a:pt x="46016" y="88611"/>
                  <a:pt x="45394" y="84972"/>
                  <a:pt x="44905" y="81094"/>
                </a:cubicBezTo>
                <a:moveTo>
                  <a:pt x="46750" y="28027"/>
                </a:moveTo>
                <a:cubicBezTo>
                  <a:pt x="49655" y="29894"/>
                  <a:pt x="52666" y="32011"/>
                  <a:pt x="55766" y="34422"/>
                </a:cubicBezTo>
                <a:cubicBezTo>
                  <a:pt x="54200" y="35722"/>
                  <a:pt x="52627" y="37055"/>
                  <a:pt x="51055" y="38466"/>
                </a:cubicBezTo>
                <a:cubicBezTo>
                  <a:pt x="48977" y="38583"/>
                  <a:pt x="46916" y="38716"/>
                  <a:pt x="44905" y="38905"/>
                </a:cubicBezTo>
                <a:cubicBezTo>
                  <a:pt x="45394" y="35027"/>
                  <a:pt x="46016" y="31388"/>
                  <a:pt x="46750" y="28027"/>
                </a:cubicBezTo>
                <a:moveTo>
                  <a:pt x="60000" y="5455"/>
                </a:moveTo>
                <a:cubicBezTo>
                  <a:pt x="64733" y="5455"/>
                  <a:pt x="68994" y="12172"/>
                  <a:pt x="71983" y="22883"/>
                </a:cubicBezTo>
                <a:cubicBezTo>
                  <a:pt x="68116" y="25155"/>
                  <a:pt x="64094" y="27927"/>
                  <a:pt x="60022" y="31050"/>
                </a:cubicBezTo>
                <a:cubicBezTo>
                  <a:pt x="55927" y="27911"/>
                  <a:pt x="51894" y="25166"/>
                  <a:pt x="48016" y="22883"/>
                </a:cubicBezTo>
                <a:cubicBezTo>
                  <a:pt x="51005" y="12172"/>
                  <a:pt x="55266" y="5455"/>
                  <a:pt x="60000" y="5455"/>
                </a:cubicBezTo>
                <a:moveTo>
                  <a:pt x="75094" y="38905"/>
                </a:moveTo>
                <a:cubicBezTo>
                  <a:pt x="73083" y="38716"/>
                  <a:pt x="71016" y="38583"/>
                  <a:pt x="68938" y="38466"/>
                </a:cubicBezTo>
                <a:cubicBezTo>
                  <a:pt x="67383" y="37061"/>
                  <a:pt x="65822" y="35722"/>
                  <a:pt x="64266" y="34433"/>
                </a:cubicBezTo>
                <a:cubicBezTo>
                  <a:pt x="67344" y="32044"/>
                  <a:pt x="70361" y="29883"/>
                  <a:pt x="73250" y="28027"/>
                </a:cubicBezTo>
                <a:cubicBezTo>
                  <a:pt x="73977" y="31388"/>
                  <a:pt x="74605" y="35027"/>
                  <a:pt x="75094" y="38905"/>
                </a:cubicBezTo>
                <a:moveTo>
                  <a:pt x="39511" y="39511"/>
                </a:moveTo>
                <a:cubicBezTo>
                  <a:pt x="34411" y="40188"/>
                  <a:pt x="29661" y="41122"/>
                  <a:pt x="25305" y="42244"/>
                </a:cubicBezTo>
                <a:cubicBezTo>
                  <a:pt x="19844" y="32555"/>
                  <a:pt x="18083" y="24777"/>
                  <a:pt x="21433" y="21427"/>
                </a:cubicBezTo>
                <a:cubicBezTo>
                  <a:pt x="24777" y="18083"/>
                  <a:pt x="32555" y="19844"/>
                  <a:pt x="42244" y="25305"/>
                </a:cubicBezTo>
                <a:cubicBezTo>
                  <a:pt x="41122" y="29661"/>
                  <a:pt x="40188" y="34411"/>
                  <a:pt x="39511" y="39511"/>
                </a:cubicBezTo>
                <a:moveTo>
                  <a:pt x="21433" y="98572"/>
                </a:moveTo>
                <a:cubicBezTo>
                  <a:pt x="18083" y="95222"/>
                  <a:pt x="19844" y="87444"/>
                  <a:pt x="25305" y="77755"/>
                </a:cubicBezTo>
                <a:cubicBezTo>
                  <a:pt x="29661" y="78877"/>
                  <a:pt x="34411" y="79811"/>
                  <a:pt x="39511" y="80488"/>
                </a:cubicBezTo>
                <a:cubicBezTo>
                  <a:pt x="40188" y="85588"/>
                  <a:pt x="41122" y="90338"/>
                  <a:pt x="42244" y="94694"/>
                </a:cubicBezTo>
                <a:cubicBezTo>
                  <a:pt x="32555" y="100155"/>
                  <a:pt x="24777" y="101916"/>
                  <a:pt x="21433" y="98572"/>
                </a:cubicBezTo>
                <a:moveTo>
                  <a:pt x="38905" y="75094"/>
                </a:moveTo>
                <a:cubicBezTo>
                  <a:pt x="35027" y="74605"/>
                  <a:pt x="31388" y="73983"/>
                  <a:pt x="28027" y="73250"/>
                </a:cubicBezTo>
                <a:cubicBezTo>
                  <a:pt x="29883" y="70361"/>
                  <a:pt x="32044" y="67344"/>
                  <a:pt x="34427" y="64266"/>
                </a:cubicBezTo>
                <a:cubicBezTo>
                  <a:pt x="35716" y="65822"/>
                  <a:pt x="37061" y="67383"/>
                  <a:pt x="38461" y="68938"/>
                </a:cubicBezTo>
                <a:cubicBezTo>
                  <a:pt x="38577" y="71022"/>
                  <a:pt x="38711" y="73083"/>
                  <a:pt x="38905" y="75094"/>
                </a:cubicBezTo>
                <a:moveTo>
                  <a:pt x="38461" y="51061"/>
                </a:moveTo>
                <a:cubicBezTo>
                  <a:pt x="37050" y="52627"/>
                  <a:pt x="35716" y="54200"/>
                  <a:pt x="34422" y="55772"/>
                </a:cubicBezTo>
                <a:cubicBezTo>
                  <a:pt x="32016" y="52672"/>
                  <a:pt x="29894" y="49655"/>
                  <a:pt x="28027" y="46750"/>
                </a:cubicBezTo>
                <a:cubicBezTo>
                  <a:pt x="31388" y="46016"/>
                  <a:pt x="35027" y="45394"/>
                  <a:pt x="38905" y="44911"/>
                </a:cubicBezTo>
                <a:cubicBezTo>
                  <a:pt x="38711" y="46916"/>
                  <a:pt x="38577" y="48977"/>
                  <a:pt x="38461" y="51061"/>
                </a:cubicBezTo>
                <a:moveTo>
                  <a:pt x="5455" y="60000"/>
                </a:moveTo>
                <a:cubicBezTo>
                  <a:pt x="5455" y="55266"/>
                  <a:pt x="12166" y="51005"/>
                  <a:pt x="22883" y="48022"/>
                </a:cubicBezTo>
                <a:cubicBezTo>
                  <a:pt x="25166" y="51900"/>
                  <a:pt x="27905" y="55927"/>
                  <a:pt x="31044" y="60027"/>
                </a:cubicBezTo>
                <a:cubicBezTo>
                  <a:pt x="27927" y="64094"/>
                  <a:pt x="25155" y="68122"/>
                  <a:pt x="22883" y="71977"/>
                </a:cubicBezTo>
                <a:cubicBezTo>
                  <a:pt x="12166" y="68994"/>
                  <a:pt x="5455" y="64733"/>
                  <a:pt x="5455" y="60000"/>
                </a:cubicBezTo>
                <a:moveTo>
                  <a:pt x="120000" y="60000"/>
                </a:moveTo>
                <a:cubicBezTo>
                  <a:pt x="120000" y="53466"/>
                  <a:pt x="112072" y="47616"/>
                  <a:pt x="99544" y="43627"/>
                </a:cubicBezTo>
                <a:cubicBezTo>
                  <a:pt x="105566" y="31944"/>
                  <a:pt x="107050" y="22194"/>
                  <a:pt x="102427" y="17572"/>
                </a:cubicBezTo>
                <a:cubicBezTo>
                  <a:pt x="97805" y="12955"/>
                  <a:pt x="88055" y="14433"/>
                  <a:pt x="76377" y="20455"/>
                </a:cubicBezTo>
                <a:cubicBezTo>
                  <a:pt x="72383" y="7927"/>
                  <a:pt x="66533" y="0"/>
                  <a:pt x="60000" y="0"/>
                </a:cubicBezTo>
                <a:cubicBezTo>
                  <a:pt x="53461" y="0"/>
                  <a:pt x="47616" y="7927"/>
                  <a:pt x="43622" y="20455"/>
                </a:cubicBezTo>
                <a:cubicBezTo>
                  <a:pt x="31944" y="14433"/>
                  <a:pt x="22194" y="12955"/>
                  <a:pt x="17572" y="17572"/>
                </a:cubicBezTo>
                <a:cubicBezTo>
                  <a:pt x="12950" y="22194"/>
                  <a:pt x="14433" y="31944"/>
                  <a:pt x="20455" y="43627"/>
                </a:cubicBezTo>
                <a:cubicBezTo>
                  <a:pt x="7922" y="47616"/>
                  <a:pt x="0" y="53466"/>
                  <a:pt x="0" y="60000"/>
                </a:cubicBezTo>
                <a:cubicBezTo>
                  <a:pt x="0" y="66533"/>
                  <a:pt x="7922" y="72383"/>
                  <a:pt x="20455" y="76377"/>
                </a:cubicBezTo>
                <a:cubicBezTo>
                  <a:pt x="14433" y="88061"/>
                  <a:pt x="12950" y="97805"/>
                  <a:pt x="17572" y="102427"/>
                </a:cubicBezTo>
                <a:cubicBezTo>
                  <a:pt x="22194" y="107044"/>
                  <a:pt x="31944" y="105566"/>
                  <a:pt x="43622" y="99544"/>
                </a:cubicBezTo>
                <a:cubicBezTo>
                  <a:pt x="47616" y="112072"/>
                  <a:pt x="53461" y="120000"/>
                  <a:pt x="60000" y="120000"/>
                </a:cubicBezTo>
                <a:cubicBezTo>
                  <a:pt x="66533" y="120000"/>
                  <a:pt x="72383" y="112072"/>
                  <a:pt x="76377" y="99544"/>
                </a:cubicBezTo>
                <a:cubicBezTo>
                  <a:pt x="88055" y="105566"/>
                  <a:pt x="97805" y="107044"/>
                  <a:pt x="102427" y="102427"/>
                </a:cubicBezTo>
                <a:cubicBezTo>
                  <a:pt x="107050" y="97805"/>
                  <a:pt x="105566" y="88061"/>
                  <a:pt x="99544" y="76377"/>
                </a:cubicBezTo>
                <a:cubicBezTo>
                  <a:pt x="112072" y="72383"/>
                  <a:pt x="120000" y="66533"/>
                  <a:pt x="120000" y="60000"/>
                </a:cubicBezTo>
                <a:moveTo>
                  <a:pt x="60000" y="54544"/>
                </a:moveTo>
                <a:cubicBezTo>
                  <a:pt x="56988" y="54544"/>
                  <a:pt x="54544" y="56988"/>
                  <a:pt x="54544" y="60000"/>
                </a:cubicBezTo>
                <a:cubicBezTo>
                  <a:pt x="54544" y="63011"/>
                  <a:pt x="56988" y="65455"/>
                  <a:pt x="60000" y="65455"/>
                </a:cubicBezTo>
                <a:cubicBezTo>
                  <a:pt x="63011" y="65455"/>
                  <a:pt x="65455" y="63011"/>
                  <a:pt x="65455" y="60000"/>
                </a:cubicBezTo>
                <a:cubicBezTo>
                  <a:pt x="65455" y="56988"/>
                  <a:pt x="63011" y="54544"/>
                  <a:pt x="60000" y="54544"/>
                </a:cubicBezTo>
              </a:path>
            </a:pathLst>
          </a:custGeom>
          <a:solidFill>
            <a:schemeClr val="dk2"/>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sp>
        <p:nvSpPr>
          <p:cNvPr id="239" name="Google Shape;239;p74"/>
          <p:cNvSpPr/>
          <p:nvPr/>
        </p:nvSpPr>
        <p:spPr>
          <a:xfrm>
            <a:off x="8839591" y="1479433"/>
            <a:ext cx="279327" cy="279327"/>
          </a:xfrm>
          <a:custGeom>
            <a:avLst/>
            <a:gdLst/>
            <a:ahLst/>
            <a:cxnLst/>
            <a:rect l="l" t="t" r="r" b="b"/>
            <a:pathLst>
              <a:path w="120000" h="120000" extrusionOk="0">
                <a:moveTo>
                  <a:pt x="114544" y="16361"/>
                </a:moveTo>
                <a:lnTo>
                  <a:pt x="5455" y="16361"/>
                </a:lnTo>
                <a:lnTo>
                  <a:pt x="5455" y="10911"/>
                </a:lnTo>
                <a:lnTo>
                  <a:pt x="114544" y="10911"/>
                </a:lnTo>
                <a:cubicBezTo>
                  <a:pt x="114544" y="10911"/>
                  <a:pt x="114544" y="16361"/>
                  <a:pt x="114544" y="16361"/>
                </a:cubicBezTo>
                <a:close/>
                <a:moveTo>
                  <a:pt x="109088" y="87272"/>
                </a:moveTo>
                <a:lnTo>
                  <a:pt x="10911" y="87272"/>
                </a:lnTo>
                <a:lnTo>
                  <a:pt x="10911" y="21816"/>
                </a:lnTo>
                <a:lnTo>
                  <a:pt x="109088" y="21816"/>
                </a:lnTo>
                <a:cubicBezTo>
                  <a:pt x="109088" y="21816"/>
                  <a:pt x="109088" y="87272"/>
                  <a:pt x="109088" y="87272"/>
                </a:cubicBezTo>
                <a:close/>
                <a:moveTo>
                  <a:pt x="114544" y="5455"/>
                </a:moveTo>
                <a:lnTo>
                  <a:pt x="65455" y="5455"/>
                </a:lnTo>
                <a:cubicBezTo>
                  <a:pt x="65455" y="2444"/>
                  <a:pt x="63011" y="0"/>
                  <a:pt x="60000" y="0"/>
                </a:cubicBezTo>
                <a:cubicBezTo>
                  <a:pt x="56983" y="0"/>
                  <a:pt x="54544" y="2444"/>
                  <a:pt x="54544" y="5455"/>
                </a:cubicBezTo>
                <a:lnTo>
                  <a:pt x="5455" y="5455"/>
                </a:lnTo>
                <a:cubicBezTo>
                  <a:pt x="2438" y="5455"/>
                  <a:pt x="0" y="7900"/>
                  <a:pt x="0" y="10911"/>
                </a:cubicBezTo>
                <a:lnTo>
                  <a:pt x="0" y="16361"/>
                </a:lnTo>
                <a:cubicBezTo>
                  <a:pt x="0" y="19377"/>
                  <a:pt x="2438" y="21816"/>
                  <a:pt x="5455" y="21816"/>
                </a:cubicBezTo>
                <a:lnTo>
                  <a:pt x="5455" y="87272"/>
                </a:lnTo>
                <a:cubicBezTo>
                  <a:pt x="5455" y="90288"/>
                  <a:pt x="7894" y="92727"/>
                  <a:pt x="10911" y="92727"/>
                </a:cubicBezTo>
                <a:lnTo>
                  <a:pt x="57272" y="92727"/>
                </a:lnTo>
                <a:lnTo>
                  <a:pt x="57272" y="99777"/>
                </a:lnTo>
                <a:lnTo>
                  <a:pt x="41705" y="115344"/>
                </a:lnTo>
                <a:cubicBezTo>
                  <a:pt x="41216" y="115838"/>
                  <a:pt x="40911" y="116522"/>
                  <a:pt x="40911" y="117272"/>
                </a:cubicBezTo>
                <a:cubicBezTo>
                  <a:pt x="40911" y="118777"/>
                  <a:pt x="42127" y="120000"/>
                  <a:pt x="43638" y="120000"/>
                </a:cubicBezTo>
                <a:cubicBezTo>
                  <a:pt x="44388" y="120000"/>
                  <a:pt x="45072" y="119694"/>
                  <a:pt x="45566" y="119200"/>
                </a:cubicBezTo>
                <a:lnTo>
                  <a:pt x="60000" y="104766"/>
                </a:lnTo>
                <a:lnTo>
                  <a:pt x="74433" y="119200"/>
                </a:lnTo>
                <a:cubicBezTo>
                  <a:pt x="74933" y="119694"/>
                  <a:pt x="75611" y="120000"/>
                  <a:pt x="76361" y="120000"/>
                </a:cubicBezTo>
                <a:cubicBezTo>
                  <a:pt x="77872" y="120000"/>
                  <a:pt x="79088" y="118777"/>
                  <a:pt x="79088" y="117272"/>
                </a:cubicBezTo>
                <a:cubicBezTo>
                  <a:pt x="79088" y="116522"/>
                  <a:pt x="78788" y="115838"/>
                  <a:pt x="78294" y="115344"/>
                </a:cubicBezTo>
                <a:lnTo>
                  <a:pt x="62727" y="99777"/>
                </a:lnTo>
                <a:lnTo>
                  <a:pt x="62727" y="92727"/>
                </a:lnTo>
                <a:lnTo>
                  <a:pt x="109088" y="92727"/>
                </a:lnTo>
                <a:cubicBezTo>
                  <a:pt x="112100" y="92727"/>
                  <a:pt x="114544" y="90288"/>
                  <a:pt x="114544" y="87272"/>
                </a:cubicBezTo>
                <a:lnTo>
                  <a:pt x="114544" y="21816"/>
                </a:lnTo>
                <a:cubicBezTo>
                  <a:pt x="117555" y="21816"/>
                  <a:pt x="120000" y="19377"/>
                  <a:pt x="120000" y="16361"/>
                </a:cubicBezTo>
                <a:lnTo>
                  <a:pt x="120000" y="10911"/>
                </a:lnTo>
                <a:cubicBezTo>
                  <a:pt x="120000" y="7900"/>
                  <a:pt x="117555" y="5455"/>
                  <a:pt x="114544" y="5455"/>
                </a:cubicBezTo>
                <a:moveTo>
                  <a:pt x="90000" y="32727"/>
                </a:moveTo>
                <a:cubicBezTo>
                  <a:pt x="91505" y="32727"/>
                  <a:pt x="92727" y="33950"/>
                  <a:pt x="92727" y="35455"/>
                </a:cubicBezTo>
                <a:cubicBezTo>
                  <a:pt x="92727" y="36961"/>
                  <a:pt x="91505" y="38183"/>
                  <a:pt x="90000" y="38183"/>
                </a:cubicBezTo>
                <a:cubicBezTo>
                  <a:pt x="88494" y="38183"/>
                  <a:pt x="87272" y="36961"/>
                  <a:pt x="87272" y="35455"/>
                </a:cubicBezTo>
                <a:cubicBezTo>
                  <a:pt x="87272" y="33950"/>
                  <a:pt x="88494" y="32727"/>
                  <a:pt x="90000" y="32727"/>
                </a:cubicBezTo>
                <a:moveTo>
                  <a:pt x="90000" y="43638"/>
                </a:moveTo>
                <a:cubicBezTo>
                  <a:pt x="94516" y="43638"/>
                  <a:pt x="98183" y="39977"/>
                  <a:pt x="98183" y="35455"/>
                </a:cubicBezTo>
                <a:cubicBezTo>
                  <a:pt x="98183" y="30938"/>
                  <a:pt x="94516" y="27272"/>
                  <a:pt x="90000" y="27272"/>
                </a:cubicBezTo>
                <a:cubicBezTo>
                  <a:pt x="85483" y="27272"/>
                  <a:pt x="81816" y="30938"/>
                  <a:pt x="81816" y="35455"/>
                </a:cubicBezTo>
                <a:cubicBezTo>
                  <a:pt x="81816" y="39977"/>
                  <a:pt x="85483" y="43638"/>
                  <a:pt x="90000" y="43638"/>
                </a:cubicBezTo>
                <a:moveTo>
                  <a:pt x="46788" y="45194"/>
                </a:moveTo>
                <a:lnTo>
                  <a:pt x="66255" y="64655"/>
                </a:lnTo>
                <a:cubicBezTo>
                  <a:pt x="66750" y="65150"/>
                  <a:pt x="67433" y="65455"/>
                  <a:pt x="68183" y="65455"/>
                </a:cubicBezTo>
                <a:cubicBezTo>
                  <a:pt x="68933" y="65455"/>
                  <a:pt x="69616" y="65150"/>
                  <a:pt x="70111" y="64655"/>
                </a:cubicBezTo>
                <a:lnTo>
                  <a:pt x="78794" y="55972"/>
                </a:lnTo>
                <a:lnTo>
                  <a:pt x="90000" y="70911"/>
                </a:lnTo>
                <a:lnTo>
                  <a:pt x="29644" y="70911"/>
                </a:lnTo>
                <a:cubicBezTo>
                  <a:pt x="29644" y="70911"/>
                  <a:pt x="46788" y="45194"/>
                  <a:pt x="46788" y="45194"/>
                </a:cubicBezTo>
                <a:close/>
                <a:moveTo>
                  <a:pt x="24544" y="76361"/>
                </a:moveTo>
                <a:lnTo>
                  <a:pt x="95455" y="76361"/>
                </a:lnTo>
                <a:cubicBezTo>
                  <a:pt x="96961" y="76361"/>
                  <a:pt x="98183" y="75144"/>
                  <a:pt x="98183" y="73638"/>
                </a:cubicBezTo>
                <a:cubicBezTo>
                  <a:pt x="98183" y="73022"/>
                  <a:pt x="97944" y="72483"/>
                  <a:pt x="97600" y="72027"/>
                </a:cubicBezTo>
                <a:lnTo>
                  <a:pt x="97638" y="72000"/>
                </a:lnTo>
                <a:lnTo>
                  <a:pt x="81272" y="50183"/>
                </a:lnTo>
                <a:lnTo>
                  <a:pt x="81233" y="50211"/>
                </a:lnTo>
                <a:cubicBezTo>
                  <a:pt x="80738" y="49550"/>
                  <a:pt x="79983" y="49088"/>
                  <a:pt x="79088" y="49088"/>
                </a:cubicBezTo>
                <a:cubicBezTo>
                  <a:pt x="78338" y="49088"/>
                  <a:pt x="77655" y="49394"/>
                  <a:pt x="77161" y="49888"/>
                </a:cubicBezTo>
                <a:lnTo>
                  <a:pt x="68183" y="58872"/>
                </a:lnTo>
                <a:lnTo>
                  <a:pt x="48294" y="38983"/>
                </a:lnTo>
                <a:cubicBezTo>
                  <a:pt x="47800" y="38488"/>
                  <a:pt x="47116" y="38183"/>
                  <a:pt x="46361" y="38183"/>
                </a:cubicBezTo>
                <a:cubicBezTo>
                  <a:pt x="45416" y="38183"/>
                  <a:pt x="44627" y="38694"/>
                  <a:pt x="44138" y="39427"/>
                </a:cubicBezTo>
                <a:lnTo>
                  <a:pt x="44094" y="39394"/>
                </a:lnTo>
                <a:lnTo>
                  <a:pt x="22277" y="72122"/>
                </a:lnTo>
                <a:lnTo>
                  <a:pt x="22316" y="72155"/>
                </a:lnTo>
                <a:cubicBezTo>
                  <a:pt x="22027" y="72588"/>
                  <a:pt x="21816" y="73077"/>
                  <a:pt x="21816" y="73638"/>
                </a:cubicBezTo>
                <a:cubicBezTo>
                  <a:pt x="21816" y="75144"/>
                  <a:pt x="23038" y="76361"/>
                  <a:pt x="24544" y="76361"/>
                </a:cubicBezTo>
              </a:path>
            </a:pathLst>
          </a:custGeom>
          <a:solidFill>
            <a:schemeClr val="dk2"/>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sp>
        <p:nvSpPr>
          <p:cNvPr id="240" name="Google Shape;240;p74"/>
          <p:cNvSpPr/>
          <p:nvPr/>
        </p:nvSpPr>
        <p:spPr>
          <a:xfrm>
            <a:off x="4827345" y="1463274"/>
            <a:ext cx="279327" cy="279327"/>
          </a:xfrm>
          <a:custGeom>
            <a:avLst/>
            <a:gdLst/>
            <a:ahLst/>
            <a:cxnLst/>
            <a:rect l="l" t="t" r="r" b="b"/>
            <a:pathLst>
              <a:path w="120000" h="120000" extrusionOk="0">
                <a:moveTo>
                  <a:pt x="87272" y="103638"/>
                </a:moveTo>
                <a:lnTo>
                  <a:pt x="81816" y="103638"/>
                </a:lnTo>
                <a:lnTo>
                  <a:pt x="81816" y="109088"/>
                </a:lnTo>
                <a:lnTo>
                  <a:pt x="87272" y="109088"/>
                </a:lnTo>
                <a:cubicBezTo>
                  <a:pt x="87272" y="109088"/>
                  <a:pt x="87272" y="103638"/>
                  <a:pt x="87272" y="103638"/>
                </a:cubicBezTo>
                <a:close/>
                <a:moveTo>
                  <a:pt x="87272" y="81816"/>
                </a:moveTo>
                <a:lnTo>
                  <a:pt x="81816" y="81816"/>
                </a:lnTo>
                <a:lnTo>
                  <a:pt x="81816" y="87272"/>
                </a:lnTo>
                <a:lnTo>
                  <a:pt x="87272" y="87272"/>
                </a:lnTo>
                <a:cubicBezTo>
                  <a:pt x="87272" y="87272"/>
                  <a:pt x="87272" y="81816"/>
                  <a:pt x="87272" y="81816"/>
                </a:cubicBezTo>
                <a:close/>
                <a:moveTo>
                  <a:pt x="81816" y="60000"/>
                </a:moveTo>
                <a:lnTo>
                  <a:pt x="87272" y="60000"/>
                </a:lnTo>
                <a:lnTo>
                  <a:pt x="87272" y="54544"/>
                </a:lnTo>
                <a:lnTo>
                  <a:pt x="81816" y="54544"/>
                </a:lnTo>
                <a:cubicBezTo>
                  <a:pt x="81816" y="54544"/>
                  <a:pt x="81816" y="60000"/>
                  <a:pt x="81816" y="60000"/>
                </a:cubicBezTo>
                <a:close/>
                <a:moveTo>
                  <a:pt x="87272" y="92727"/>
                </a:moveTo>
                <a:lnTo>
                  <a:pt x="81816" y="92727"/>
                </a:lnTo>
                <a:lnTo>
                  <a:pt x="81816" y="98183"/>
                </a:lnTo>
                <a:lnTo>
                  <a:pt x="87272" y="98183"/>
                </a:lnTo>
                <a:cubicBezTo>
                  <a:pt x="87272" y="98183"/>
                  <a:pt x="87272" y="92727"/>
                  <a:pt x="87272" y="92727"/>
                </a:cubicBezTo>
                <a:close/>
                <a:moveTo>
                  <a:pt x="81816" y="49088"/>
                </a:moveTo>
                <a:lnTo>
                  <a:pt x="87272" y="49088"/>
                </a:lnTo>
                <a:lnTo>
                  <a:pt x="87272" y="43638"/>
                </a:lnTo>
                <a:lnTo>
                  <a:pt x="81816" y="43638"/>
                </a:lnTo>
                <a:cubicBezTo>
                  <a:pt x="81816" y="43638"/>
                  <a:pt x="81816" y="49088"/>
                  <a:pt x="81816" y="49088"/>
                </a:cubicBezTo>
                <a:close/>
                <a:moveTo>
                  <a:pt x="109088" y="0"/>
                </a:moveTo>
                <a:lnTo>
                  <a:pt x="32727" y="0"/>
                </a:lnTo>
                <a:cubicBezTo>
                  <a:pt x="26700" y="0"/>
                  <a:pt x="21816" y="4883"/>
                  <a:pt x="21816" y="10911"/>
                </a:cubicBezTo>
                <a:lnTo>
                  <a:pt x="21816" y="13638"/>
                </a:lnTo>
                <a:cubicBezTo>
                  <a:pt x="21816" y="15144"/>
                  <a:pt x="23038" y="16361"/>
                  <a:pt x="24544" y="16361"/>
                </a:cubicBezTo>
                <a:cubicBezTo>
                  <a:pt x="26055" y="16361"/>
                  <a:pt x="27272" y="15144"/>
                  <a:pt x="27272" y="13638"/>
                </a:cubicBezTo>
                <a:lnTo>
                  <a:pt x="27272" y="10911"/>
                </a:lnTo>
                <a:cubicBezTo>
                  <a:pt x="27272" y="7900"/>
                  <a:pt x="29716" y="5455"/>
                  <a:pt x="32727" y="5455"/>
                </a:cubicBezTo>
                <a:lnTo>
                  <a:pt x="109088" y="5455"/>
                </a:lnTo>
                <a:cubicBezTo>
                  <a:pt x="112100" y="5455"/>
                  <a:pt x="114544" y="7900"/>
                  <a:pt x="114544" y="10911"/>
                </a:cubicBezTo>
                <a:lnTo>
                  <a:pt x="114544" y="87272"/>
                </a:lnTo>
                <a:cubicBezTo>
                  <a:pt x="114544" y="90283"/>
                  <a:pt x="112100" y="92727"/>
                  <a:pt x="109088" y="92727"/>
                </a:cubicBezTo>
                <a:lnTo>
                  <a:pt x="106361" y="92727"/>
                </a:lnTo>
                <a:cubicBezTo>
                  <a:pt x="104855" y="92727"/>
                  <a:pt x="103638" y="93950"/>
                  <a:pt x="103638" y="95455"/>
                </a:cubicBezTo>
                <a:cubicBezTo>
                  <a:pt x="103638" y="96961"/>
                  <a:pt x="104855" y="98183"/>
                  <a:pt x="106361" y="98183"/>
                </a:cubicBezTo>
                <a:lnTo>
                  <a:pt x="109088" y="98183"/>
                </a:lnTo>
                <a:cubicBezTo>
                  <a:pt x="115116" y="98183"/>
                  <a:pt x="120000" y="93300"/>
                  <a:pt x="120000" y="87272"/>
                </a:cubicBezTo>
                <a:lnTo>
                  <a:pt x="120000" y="10911"/>
                </a:lnTo>
                <a:cubicBezTo>
                  <a:pt x="120000" y="4883"/>
                  <a:pt x="115116" y="0"/>
                  <a:pt x="109088" y="0"/>
                </a:cubicBezTo>
                <a:moveTo>
                  <a:pt x="81816" y="38183"/>
                </a:moveTo>
                <a:lnTo>
                  <a:pt x="87272" y="38183"/>
                </a:lnTo>
                <a:lnTo>
                  <a:pt x="87272" y="32727"/>
                </a:lnTo>
                <a:lnTo>
                  <a:pt x="81816" y="32727"/>
                </a:lnTo>
                <a:cubicBezTo>
                  <a:pt x="81816" y="32727"/>
                  <a:pt x="81816" y="38183"/>
                  <a:pt x="81816" y="38183"/>
                </a:cubicBezTo>
                <a:close/>
                <a:moveTo>
                  <a:pt x="92727" y="68183"/>
                </a:moveTo>
                <a:lnTo>
                  <a:pt x="76361" y="68183"/>
                </a:lnTo>
                <a:lnTo>
                  <a:pt x="76361" y="27272"/>
                </a:lnTo>
                <a:lnTo>
                  <a:pt x="87272" y="27272"/>
                </a:lnTo>
                <a:cubicBezTo>
                  <a:pt x="90283" y="27272"/>
                  <a:pt x="92727" y="29716"/>
                  <a:pt x="92727" y="32727"/>
                </a:cubicBezTo>
                <a:cubicBezTo>
                  <a:pt x="92727" y="32727"/>
                  <a:pt x="92727" y="68183"/>
                  <a:pt x="92727" y="68183"/>
                </a:cubicBezTo>
                <a:close/>
                <a:moveTo>
                  <a:pt x="92727" y="109088"/>
                </a:moveTo>
                <a:cubicBezTo>
                  <a:pt x="92727" y="112100"/>
                  <a:pt x="90283" y="114544"/>
                  <a:pt x="87272" y="114544"/>
                </a:cubicBezTo>
                <a:lnTo>
                  <a:pt x="76361" y="114544"/>
                </a:lnTo>
                <a:lnTo>
                  <a:pt x="76361" y="73638"/>
                </a:lnTo>
                <a:lnTo>
                  <a:pt x="92727" y="73638"/>
                </a:lnTo>
                <a:cubicBezTo>
                  <a:pt x="92727" y="73638"/>
                  <a:pt x="92727" y="109088"/>
                  <a:pt x="92727" y="109088"/>
                </a:cubicBezTo>
                <a:close/>
                <a:moveTo>
                  <a:pt x="70911" y="68183"/>
                </a:moveTo>
                <a:lnTo>
                  <a:pt x="27272" y="68183"/>
                </a:lnTo>
                <a:lnTo>
                  <a:pt x="27272" y="27272"/>
                </a:lnTo>
                <a:lnTo>
                  <a:pt x="70911" y="27272"/>
                </a:lnTo>
                <a:cubicBezTo>
                  <a:pt x="70911" y="27272"/>
                  <a:pt x="70911" y="68183"/>
                  <a:pt x="70911" y="68183"/>
                </a:cubicBezTo>
                <a:close/>
                <a:moveTo>
                  <a:pt x="70911" y="114544"/>
                </a:moveTo>
                <a:lnTo>
                  <a:pt x="27272" y="114544"/>
                </a:lnTo>
                <a:lnTo>
                  <a:pt x="27272" y="73638"/>
                </a:lnTo>
                <a:lnTo>
                  <a:pt x="70911" y="73638"/>
                </a:lnTo>
                <a:cubicBezTo>
                  <a:pt x="70911" y="73638"/>
                  <a:pt x="70911" y="114544"/>
                  <a:pt x="70911" y="114544"/>
                </a:cubicBezTo>
                <a:close/>
                <a:moveTo>
                  <a:pt x="21816" y="68183"/>
                </a:moveTo>
                <a:lnTo>
                  <a:pt x="5455" y="68183"/>
                </a:lnTo>
                <a:lnTo>
                  <a:pt x="5455" y="32727"/>
                </a:lnTo>
                <a:cubicBezTo>
                  <a:pt x="5455" y="29716"/>
                  <a:pt x="7900" y="27272"/>
                  <a:pt x="10911" y="27272"/>
                </a:cubicBezTo>
                <a:lnTo>
                  <a:pt x="21816" y="27272"/>
                </a:lnTo>
                <a:cubicBezTo>
                  <a:pt x="21816" y="27272"/>
                  <a:pt x="21816" y="68183"/>
                  <a:pt x="21816" y="68183"/>
                </a:cubicBezTo>
                <a:close/>
                <a:moveTo>
                  <a:pt x="21816" y="114544"/>
                </a:moveTo>
                <a:lnTo>
                  <a:pt x="10911" y="114544"/>
                </a:lnTo>
                <a:cubicBezTo>
                  <a:pt x="7900" y="114544"/>
                  <a:pt x="5455" y="112100"/>
                  <a:pt x="5455" y="109088"/>
                </a:cubicBezTo>
                <a:lnTo>
                  <a:pt x="5455" y="73638"/>
                </a:lnTo>
                <a:lnTo>
                  <a:pt x="21816" y="73638"/>
                </a:lnTo>
                <a:cubicBezTo>
                  <a:pt x="21816" y="73638"/>
                  <a:pt x="21816" y="114544"/>
                  <a:pt x="21816" y="114544"/>
                </a:cubicBezTo>
                <a:close/>
                <a:moveTo>
                  <a:pt x="87272" y="21816"/>
                </a:moveTo>
                <a:lnTo>
                  <a:pt x="10911" y="21816"/>
                </a:lnTo>
                <a:cubicBezTo>
                  <a:pt x="4883" y="21816"/>
                  <a:pt x="0" y="26700"/>
                  <a:pt x="0" y="32727"/>
                </a:cubicBezTo>
                <a:lnTo>
                  <a:pt x="0" y="109088"/>
                </a:lnTo>
                <a:cubicBezTo>
                  <a:pt x="0" y="115116"/>
                  <a:pt x="4883" y="120000"/>
                  <a:pt x="10911" y="120000"/>
                </a:cubicBezTo>
                <a:lnTo>
                  <a:pt x="87272" y="120000"/>
                </a:lnTo>
                <a:cubicBezTo>
                  <a:pt x="93300" y="120000"/>
                  <a:pt x="98183" y="115116"/>
                  <a:pt x="98183" y="109088"/>
                </a:cubicBezTo>
                <a:lnTo>
                  <a:pt x="98183" y="32727"/>
                </a:lnTo>
                <a:cubicBezTo>
                  <a:pt x="98183" y="26700"/>
                  <a:pt x="93300" y="21816"/>
                  <a:pt x="87272" y="21816"/>
                </a:cubicBezTo>
                <a:moveTo>
                  <a:pt x="10911" y="49088"/>
                </a:moveTo>
                <a:lnTo>
                  <a:pt x="16361" y="49088"/>
                </a:lnTo>
                <a:lnTo>
                  <a:pt x="16361" y="43638"/>
                </a:lnTo>
                <a:lnTo>
                  <a:pt x="10911" y="43638"/>
                </a:lnTo>
                <a:cubicBezTo>
                  <a:pt x="10911" y="43638"/>
                  <a:pt x="10911" y="49088"/>
                  <a:pt x="10911" y="49088"/>
                </a:cubicBezTo>
                <a:close/>
                <a:moveTo>
                  <a:pt x="10911" y="60000"/>
                </a:moveTo>
                <a:lnTo>
                  <a:pt x="16361" y="60000"/>
                </a:lnTo>
                <a:lnTo>
                  <a:pt x="16361" y="54544"/>
                </a:lnTo>
                <a:lnTo>
                  <a:pt x="10911" y="54544"/>
                </a:lnTo>
                <a:cubicBezTo>
                  <a:pt x="10911" y="54544"/>
                  <a:pt x="10911" y="60000"/>
                  <a:pt x="10911" y="60000"/>
                </a:cubicBezTo>
                <a:close/>
                <a:moveTo>
                  <a:pt x="16361" y="92727"/>
                </a:moveTo>
                <a:lnTo>
                  <a:pt x="10911" y="92727"/>
                </a:lnTo>
                <a:lnTo>
                  <a:pt x="10911" y="98183"/>
                </a:lnTo>
                <a:lnTo>
                  <a:pt x="16361" y="98183"/>
                </a:lnTo>
                <a:cubicBezTo>
                  <a:pt x="16361" y="98183"/>
                  <a:pt x="16361" y="92727"/>
                  <a:pt x="16361" y="92727"/>
                </a:cubicBezTo>
                <a:close/>
                <a:moveTo>
                  <a:pt x="10911" y="38183"/>
                </a:moveTo>
                <a:lnTo>
                  <a:pt x="16361" y="38183"/>
                </a:lnTo>
                <a:lnTo>
                  <a:pt x="16361" y="32727"/>
                </a:lnTo>
                <a:lnTo>
                  <a:pt x="10911" y="32727"/>
                </a:lnTo>
                <a:cubicBezTo>
                  <a:pt x="10911" y="32727"/>
                  <a:pt x="10911" y="38183"/>
                  <a:pt x="10911" y="38183"/>
                </a:cubicBezTo>
                <a:close/>
                <a:moveTo>
                  <a:pt x="16361" y="81816"/>
                </a:moveTo>
                <a:lnTo>
                  <a:pt x="10911" y="81816"/>
                </a:lnTo>
                <a:lnTo>
                  <a:pt x="10911" y="87272"/>
                </a:lnTo>
                <a:lnTo>
                  <a:pt x="16361" y="87272"/>
                </a:lnTo>
                <a:cubicBezTo>
                  <a:pt x="16361" y="87272"/>
                  <a:pt x="16361" y="81816"/>
                  <a:pt x="16361" y="81816"/>
                </a:cubicBezTo>
                <a:close/>
                <a:moveTo>
                  <a:pt x="16361" y="103638"/>
                </a:moveTo>
                <a:lnTo>
                  <a:pt x="10911" y="103638"/>
                </a:lnTo>
                <a:lnTo>
                  <a:pt x="10911" y="109088"/>
                </a:lnTo>
                <a:lnTo>
                  <a:pt x="16361" y="109088"/>
                </a:lnTo>
                <a:cubicBezTo>
                  <a:pt x="16361" y="109088"/>
                  <a:pt x="16361" y="103638"/>
                  <a:pt x="16361" y="103638"/>
                </a:cubicBezTo>
                <a:close/>
              </a:path>
            </a:pathLst>
          </a:custGeom>
          <a:solidFill>
            <a:schemeClr val="dk2"/>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sp>
        <p:nvSpPr>
          <p:cNvPr id="241" name="Google Shape;241;p74"/>
          <p:cNvSpPr/>
          <p:nvPr/>
        </p:nvSpPr>
        <p:spPr>
          <a:xfrm>
            <a:off x="6734329" y="1506111"/>
            <a:ext cx="279327" cy="253943"/>
          </a:xfrm>
          <a:custGeom>
            <a:avLst/>
            <a:gdLst/>
            <a:ahLst/>
            <a:cxnLst/>
            <a:rect l="l" t="t" r="r" b="b"/>
            <a:pathLst>
              <a:path w="120000" h="120000" extrusionOk="0">
                <a:moveTo>
                  <a:pt x="95455" y="69000"/>
                </a:moveTo>
                <a:cubicBezTo>
                  <a:pt x="90933" y="69000"/>
                  <a:pt x="87272" y="64966"/>
                  <a:pt x="87272" y="60000"/>
                </a:cubicBezTo>
                <a:cubicBezTo>
                  <a:pt x="87272" y="55033"/>
                  <a:pt x="90933" y="51000"/>
                  <a:pt x="95455" y="51000"/>
                </a:cubicBezTo>
                <a:cubicBezTo>
                  <a:pt x="99972" y="51000"/>
                  <a:pt x="103638" y="55033"/>
                  <a:pt x="103638" y="60000"/>
                </a:cubicBezTo>
                <a:cubicBezTo>
                  <a:pt x="103638" y="64966"/>
                  <a:pt x="99972" y="69000"/>
                  <a:pt x="95455" y="69000"/>
                </a:cubicBezTo>
                <a:moveTo>
                  <a:pt x="117272" y="57000"/>
                </a:moveTo>
                <a:lnTo>
                  <a:pt x="108816" y="57000"/>
                </a:lnTo>
                <a:cubicBezTo>
                  <a:pt x="107555" y="50155"/>
                  <a:pt x="102050" y="45000"/>
                  <a:pt x="95455" y="45000"/>
                </a:cubicBezTo>
                <a:cubicBezTo>
                  <a:pt x="88855" y="45000"/>
                  <a:pt x="83355" y="50155"/>
                  <a:pt x="82094" y="57000"/>
                </a:cubicBezTo>
                <a:lnTo>
                  <a:pt x="2727" y="57000"/>
                </a:lnTo>
                <a:cubicBezTo>
                  <a:pt x="1222" y="57000"/>
                  <a:pt x="0" y="58344"/>
                  <a:pt x="0" y="60000"/>
                </a:cubicBezTo>
                <a:cubicBezTo>
                  <a:pt x="0" y="61655"/>
                  <a:pt x="1222" y="63000"/>
                  <a:pt x="2727" y="63000"/>
                </a:cubicBezTo>
                <a:lnTo>
                  <a:pt x="82094" y="63000"/>
                </a:lnTo>
                <a:cubicBezTo>
                  <a:pt x="83355" y="69844"/>
                  <a:pt x="88855" y="75000"/>
                  <a:pt x="95455" y="75000"/>
                </a:cubicBezTo>
                <a:cubicBezTo>
                  <a:pt x="102050" y="75000"/>
                  <a:pt x="107555" y="69844"/>
                  <a:pt x="108816" y="63000"/>
                </a:cubicBezTo>
                <a:lnTo>
                  <a:pt x="117272" y="63000"/>
                </a:lnTo>
                <a:cubicBezTo>
                  <a:pt x="118777" y="63000"/>
                  <a:pt x="120000" y="61655"/>
                  <a:pt x="120000" y="60000"/>
                </a:cubicBezTo>
                <a:cubicBezTo>
                  <a:pt x="120000" y="58344"/>
                  <a:pt x="118777" y="57000"/>
                  <a:pt x="117272" y="57000"/>
                </a:cubicBezTo>
                <a:moveTo>
                  <a:pt x="30000" y="6000"/>
                </a:moveTo>
                <a:cubicBezTo>
                  <a:pt x="34522" y="6000"/>
                  <a:pt x="38183" y="10033"/>
                  <a:pt x="38183" y="15000"/>
                </a:cubicBezTo>
                <a:cubicBezTo>
                  <a:pt x="38183" y="19972"/>
                  <a:pt x="34522" y="24000"/>
                  <a:pt x="30000" y="24000"/>
                </a:cubicBezTo>
                <a:cubicBezTo>
                  <a:pt x="25477" y="24000"/>
                  <a:pt x="21816" y="19972"/>
                  <a:pt x="21816" y="15000"/>
                </a:cubicBezTo>
                <a:cubicBezTo>
                  <a:pt x="21816" y="10033"/>
                  <a:pt x="25477" y="6000"/>
                  <a:pt x="30000" y="6000"/>
                </a:cubicBezTo>
                <a:moveTo>
                  <a:pt x="2727" y="18000"/>
                </a:moveTo>
                <a:lnTo>
                  <a:pt x="16638" y="18000"/>
                </a:lnTo>
                <a:cubicBezTo>
                  <a:pt x="17900" y="24844"/>
                  <a:pt x="23405" y="30000"/>
                  <a:pt x="30000" y="30000"/>
                </a:cubicBezTo>
                <a:cubicBezTo>
                  <a:pt x="36594" y="30000"/>
                  <a:pt x="42100" y="24844"/>
                  <a:pt x="43361" y="18000"/>
                </a:cubicBezTo>
                <a:lnTo>
                  <a:pt x="117272" y="18000"/>
                </a:lnTo>
                <a:cubicBezTo>
                  <a:pt x="118777" y="18000"/>
                  <a:pt x="120000" y="16661"/>
                  <a:pt x="120000" y="15000"/>
                </a:cubicBezTo>
                <a:cubicBezTo>
                  <a:pt x="120000" y="13344"/>
                  <a:pt x="118777" y="12000"/>
                  <a:pt x="117272" y="12000"/>
                </a:cubicBezTo>
                <a:lnTo>
                  <a:pt x="43361" y="12000"/>
                </a:lnTo>
                <a:cubicBezTo>
                  <a:pt x="42100" y="5155"/>
                  <a:pt x="36594" y="0"/>
                  <a:pt x="30000" y="0"/>
                </a:cubicBezTo>
                <a:cubicBezTo>
                  <a:pt x="23405" y="0"/>
                  <a:pt x="17900" y="5155"/>
                  <a:pt x="16638" y="12000"/>
                </a:cubicBezTo>
                <a:lnTo>
                  <a:pt x="2727" y="12000"/>
                </a:lnTo>
                <a:cubicBezTo>
                  <a:pt x="1222" y="12000"/>
                  <a:pt x="0" y="13344"/>
                  <a:pt x="0" y="15000"/>
                </a:cubicBezTo>
                <a:cubicBezTo>
                  <a:pt x="0" y="16661"/>
                  <a:pt x="1222" y="18000"/>
                  <a:pt x="2727" y="18000"/>
                </a:cubicBezTo>
                <a:moveTo>
                  <a:pt x="51816" y="113994"/>
                </a:moveTo>
                <a:cubicBezTo>
                  <a:pt x="47300" y="113994"/>
                  <a:pt x="43638" y="109966"/>
                  <a:pt x="43638" y="104994"/>
                </a:cubicBezTo>
                <a:cubicBezTo>
                  <a:pt x="43638" y="100027"/>
                  <a:pt x="47300" y="95994"/>
                  <a:pt x="51816" y="95994"/>
                </a:cubicBezTo>
                <a:cubicBezTo>
                  <a:pt x="56338" y="95994"/>
                  <a:pt x="60000" y="100027"/>
                  <a:pt x="60000" y="104994"/>
                </a:cubicBezTo>
                <a:cubicBezTo>
                  <a:pt x="60000" y="109966"/>
                  <a:pt x="56338" y="113994"/>
                  <a:pt x="51816" y="113994"/>
                </a:cubicBezTo>
                <a:moveTo>
                  <a:pt x="117272" y="101994"/>
                </a:moveTo>
                <a:lnTo>
                  <a:pt x="65177" y="101994"/>
                </a:lnTo>
                <a:cubicBezTo>
                  <a:pt x="63916" y="95150"/>
                  <a:pt x="58416" y="89994"/>
                  <a:pt x="51816" y="89994"/>
                </a:cubicBezTo>
                <a:cubicBezTo>
                  <a:pt x="45222" y="89994"/>
                  <a:pt x="39722" y="95150"/>
                  <a:pt x="38455" y="101994"/>
                </a:cubicBezTo>
                <a:lnTo>
                  <a:pt x="2727" y="101994"/>
                </a:lnTo>
                <a:cubicBezTo>
                  <a:pt x="1222" y="101994"/>
                  <a:pt x="0" y="103338"/>
                  <a:pt x="0" y="104994"/>
                </a:cubicBezTo>
                <a:cubicBezTo>
                  <a:pt x="0" y="106655"/>
                  <a:pt x="1222" y="107994"/>
                  <a:pt x="2727" y="107994"/>
                </a:cubicBezTo>
                <a:lnTo>
                  <a:pt x="38455" y="107994"/>
                </a:lnTo>
                <a:cubicBezTo>
                  <a:pt x="39722" y="114844"/>
                  <a:pt x="45222" y="120000"/>
                  <a:pt x="51816" y="120000"/>
                </a:cubicBezTo>
                <a:cubicBezTo>
                  <a:pt x="58416" y="120000"/>
                  <a:pt x="63916" y="114844"/>
                  <a:pt x="65177" y="107994"/>
                </a:cubicBezTo>
                <a:lnTo>
                  <a:pt x="117272" y="107994"/>
                </a:lnTo>
                <a:cubicBezTo>
                  <a:pt x="118777" y="107994"/>
                  <a:pt x="120000" y="106655"/>
                  <a:pt x="120000" y="104994"/>
                </a:cubicBezTo>
                <a:cubicBezTo>
                  <a:pt x="120000" y="103338"/>
                  <a:pt x="118777" y="101994"/>
                  <a:pt x="117272" y="101994"/>
                </a:cubicBezTo>
              </a:path>
            </a:pathLst>
          </a:custGeom>
          <a:solidFill>
            <a:schemeClr val="dk2"/>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sp>
        <p:nvSpPr>
          <p:cNvPr id="242" name="Google Shape;242;p74"/>
          <p:cNvSpPr txBox="1">
            <a:spLocks noGrp="1"/>
          </p:cNvSpPr>
          <p:nvPr>
            <p:ph type="body" idx="2"/>
          </p:nvPr>
        </p:nvSpPr>
        <p:spPr>
          <a:xfrm>
            <a:off x="2120685" y="5139323"/>
            <a:ext cx="1733046" cy="1085432"/>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43" name="Google Shape;243;p74"/>
          <p:cNvSpPr txBox="1">
            <a:spLocks noGrp="1"/>
          </p:cNvSpPr>
          <p:nvPr>
            <p:ph type="body" idx="3"/>
          </p:nvPr>
        </p:nvSpPr>
        <p:spPr>
          <a:xfrm>
            <a:off x="2130741" y="4679987"/>
            <a:ext cx="1733047" cy="36276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44" name="Google Shape;244;p74"/>
          <p:cNvSpPr txBox="1">
            <a:spLocks noGrp="1"/>
          </p:cNvSpPr>
          <p:nvPr>
            <p:ph type="body" idx="4"/>
          </p:nvPr>
        </p:nvSpPr>
        <p:spPr>
          <a:xfrm>
            <a:off x="4230092" y="5139323"/>
            <a:ext cx="1733046" cy="1085432"/>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45" name="Google Shape;245;p74"/>
          <p:cNvSpPr txBox="1">
            <a:spLocks noGrp="1"/>
          </p:cNvSpPr>
          <p:nvPr>
            <p:ph type="body" idx="5"/>
          </p:nvPr>
        </p:nvSpPr>
        <p:spPr>
          <a:xfrm>
            <a:off x="4240148" y="4679987"/>
            <a:ext cx="1733047" cy="36276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46" name="Google Shape;246;p74"/>
          <p:cNvSpPr txBox="1">
            <a:spLocks noGrp="1"/>
          </p:cNvSpPr>
          <p:nvPr>
            <p:ph type="body" idx="6"/>
          </p:nvPr>
        </p:nvSpPr>
        <p:spPr>
          <a:xfrm>
            <a:off x="6329442" y="5139323"/>
            <a:ext cx="1733046" cy="1085432"/>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47" name="Google Shape;247;p74"/>
          <p:cNvSpPr txBox="1">
            <a:spLocks noGrp="1"/>
          </p:cNvSpPr>
          <p:nvPr>
            <p:ph type="body" idx="7"/>
          </p:nvPr>
        </p:nvSpPr>
        <p:spPr>
          <a:xfrm>
            <a:off x="6339498" y="4679987"/>
            <a:ext cx="1733047" cy="36276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48" name="Google Shape;248;p74"/>
          <p:cNvSpPr txBox="1">
            <a:spLocks noGrp="1"/>
          </p:cNvSpPr>
          <p:nvPr>
            <p:ph type="body" idx="8"/>
          </p:nvPr>
        </p:nvSpPr>
        <p:spPr>
          <a:xfrm>
            <a:off x="8374876" y="5139323"/>
            <a:ext cx="1733046" cy="1085432"/>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49" name="Google Shape;249;p74"/>
          <p:cNvSpPr txBox="1">
            <a:spLocks noGrp="1"/>
          </p:cNvSpPr>
          <p:nvPr>
            <p:ph type="body" idx="9"/>
          </p:nvPr>
        </p:nvSpPr>
        <p:spPr>
          <a:xfrm>
            <a:off x="8384932" y="4679987"/>
            <a:ext cx="1733047" cy="36276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_Brained-Infographic">
  <p:cSld name="1_Brained-Infographic">
    <p:spTree>
      <p:nvGrpSpPr>
        <p:cNvPr id="1" name="Shape 250"/>
        <p:cNvGrpSpPr/>
        <p:nvPr/>
      </p:nvGrpSpPr>
      <p:grpSpPr>
        <a:xfrm>
          <a:off x="0" y="0"/>
          <a:ext cx="0" cy="0"/>
          <a:chOff x="0" y="0"/>
          <a:chExt cx="0" cy="0"/>
        </a:xfrm>
      </p:grpSpPr>
      <p:sp>
        <p:nvSpPr>
          <p:cNvPr id="251" name="Google Shape;251;p75"/>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52" name="Google Shape;252;p75"/>
          <p:cNvSpPr txBox="1">
            <a:spLocks noGrp="1"/>
          </p:cNvSpPr>
          <p:nvPr>
            <p:ph type="body" idx="1"/>
          </p:nvPr>
        </p:nvSpPr>
        <p:spPr>
          <a:xfrm>
            <a:off x="207963" y="273050"/>
            <a:ext cx="11291702" cy="298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EC07D"/>
              </a:buClr>
              <a:buSzPts val="1600"/>
              <a:buFont typeface="Arial"/>
              <a:buNone/>
              <a:defRPr sz="1600" b="0" i="0" u="none" strike="noStrike" cap="none">
                <a:solidFill>
                  <a:srgbClr val="0EC07D"/>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grpSp>
        <p:nvGrpSpPr>
          <p:cNvPr id="253" name="Google Shape;253;p75"/>
          <p:cNvGrpSpPr/>
          <p:nvPr/>
        </p:nvGrpSpPr>
        <p:grpSpPr>
          <a:xfrm>
            <a:off x="1398771" y="1953702"/>
            <a:ext cx="1620994" cy="2603950"/>
            <a:chOff x="2011515" y="1953702"/>
            <a:chExt cx="1620994" cy="2603950"/>
          </a:xfrm>
        </p:grpSpPr>
        <p:sp>
          <p:nvSpPr>
            <p:cNvPr id="254" name="Google Shape;254;p75"/>
            <p:cNvSpPr/>
            <p:nvPr/>
          </p:nvSpPr>
          <p:spPr>
            <a:xfrm>
              <a:off x="2285756" y="1953702"/>
              <a:ext cx="869950" cy="923581"/>
            </a:xfrm>
            <a:custGeom>
              <a:avLst/>
              <a:gdLst/>
              <a:ahLst/>
              <a:cxnLst/>
              <a:rect l="l" t="t" r="r" b="b"/>
              <a:pathLst>
                <a:path w="120000" h="120000" extrusionOk="0">
                  <a:moveTo>
                    <a:pt x="118690" y="79161"/>
                  </a:moveTo>
                  <a:cubicBezTo>
                    <a:pt x="116496" y="84525"/>
                    <a:pt x="110805" y="86995"/>
                    <a:pt x="105114" y="84933"/>
                  </a:cubicBezTo>
                  <a:cubicBezTo>
                    <a:pt x="102047" y="84112"/>
                    <a:pt x="100295" y="81636"/>
                    <a:pt x="98980" y="79161"/>
                  </a:cubicBezTo>
                  <a:cubicBezTo>
                    <a:pt x="98544" y="77512"/>
                    <a:pt x="96792" y="76272"/>
                    <a:pt x="95040" y="75444"/>
                  </a:cubicBezTo>
                  <a:cubicBezTo>
                    <a:pt x="93289" y="75037"/>
                    <a:pt x="91537" y="75858"/>
                    <a:pt x="90658" y="77512"/>
                  </a:cubicBezTo>
                  <a:cubicBezTo>
                    <a:pt x="73579" y="120000"/>
                    <a:pt x="73579" y="120000"/>
                    <a:pt x="73579" y="120000"/>
                  </a:cubicBezTo>
                  <a:cubicBezTo>
                    <a:pt x="43796" y="86174"/>
                    <a:pt x="43796" y="86174"/>
                    <a:pt x="43796" y="86174"/>
                  </a:cubicBezTo>
                  <a:cubicBezTo>
                    <a:pt x="44232" y="86174"/>
                    <a:pt x="44232" y="86174"/>
                    <a:pt x="44232" y="86174"/>
                  </a:cubicBezTo>
                  <a:cubicBezTo>
                    <a:pt x="48614" y="86588"/>
                    <a:pt x="52996" y="85760"/>
                    <a:pt x="56499" y="82871"/>
                  </a:cubicBezTo>
                  <a:cubicBezTo>
                    <a:pt x="63069" y="77920"/>
                    <a:pt x="63942" y="68845"/>
                    <a:pt x="58687" y="63072"/>
                  </a:cubicBezTo>
                  <a:cubicBezTo>
                    <a:pt x="53432" y="56886"/>
                    <a:pt x="43796" y="56059"/>
                    <a:pt x="37226" y="61010"/>
                  </a:cubicBezTo>
                  <a:cubicBezTo>
                    <a:pt x="33722" y="63486"/>
                    <a:pt x="31971" y="67196"/>
                    <a:pt x="31971" y="71320"/>
                  </a:cubicBezTo>
                  <a:cubicBezTo>
                    <a:pt x="31534" y="71734"/>
                    <a:pt x="31534" y="71734"/>
                    <a:pt x="31534" y="71734"/>
                  </a:cubicBezTo>
                  <a:cubicBezTo>
                    <a:pt x="0" y="35433"/>
                    <a:pt x="0" y="35433"/>
                    <a:pt x="0" y="35433"/>
                  </a:cubicBezTo>
                  <a:cubicBezTo>
                    <a:pt x="7006" y="26357"/>
                    <a:pt x="15328" y="19344"/>
                    <a:pt x="21461" y="14807"/>
                  </a:cubicBezTo>
                  <a:cubicBezTo>
                    <a:pt x="36789" y="4083"/>
                    <a:pt x="81464" y="-5819"/>
                    <a:pt x="119999" y="4083"/>
                  </a:cubicBezTo>
                  <a:cubicBezTo>
                    <a:pt x="96350" y="63072"/>
                    <a:pt x="96350" y="63072"/>
                    <a:pt x="96350" y="63072"/>
                  </a:cubicBezTo>
                  <a:cubicBezTo>
                    <a:pt x="96350" y="63072"/>
                    <a:pt x="96350" y="63072"/>
                    <a:pt x="96350" y="63072"/>
                  </a:cubicBezTo>
                  <a:cubicBezTo>
                    <a:pt x="95913" y="64721"/>
                    <a:pt x="96792" y="66783"/>
                    <a:pt x="98544" y="67196"/>
                  </a:cubicBezTo>
                  <a:cubicBezTo>
                    <a:pt x="100295" y="68023"/>
                    <a:pt x="102483" y="68023"/>
                    <a:pt x="103798" y="67196"/>
                  </a:cubicBezTo>
                  <a:cubicBezTo>
                    <a:pt x="106423" y="65548"/>
                    <a:pt x="109490" y="65548"/>
                    <a:pt x="112557" y="66369"/>
                  </a:cubicBezTo>
                  <a:cubicBezTo>
                    <a:pt x="117811" y="68437"/>
                    <a:pt x="120878" y="74209"/>
                    <a:pt x="118690" y="79161"/>
                  </a:cubicBezTo>
                  <a:close/>
                </a:path>
              </a:pathLst>
            </a:custGeom>
            <a:solidFill>
              <a:schemeClr val="accent1">
                <a:alpha val="54509"/>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55" name="Google Shape;255;p75"/>
            <p:cNvSpPr/>
            <p:nvPr/>
          </p:nvSpPr>
          <p:spPr>
            <a:xfrm>
              <a:off x="2850906" y="1994632"/>
              <a:ext cx="781603" cy="1023235"/>
            </a:xfrm>
            <a:custGeom>
              <a:avLst/>
              <a:gdLst/>
              <a:ahLst/>
              <a:cxnLst/>
              <a:rect l="l" t="t" r="r" b="b"/>
              <a:pathLst>
                <a:path w="120000" h="120000" extrusionOk="0">
                  <a:moveTo>
                    <a:pt x="119916" y="76334"/>
                  </a:moveTo>
                  <a:cubicBezTo>
                    <a:pt x="119429" y="81171"/>
                    <a:pt x="118942" y="86013"/>
                    <a:pt x="117475" y="90107"/>
                  </a:cubicBezTo>
                  <a:cubicBezTo>
                    <a:pt x="71168" y="96067"/>
                    <a:pt x="71168" y="96067"/>
                    <a:pt x="71168" y="96067"/>
                  </a:cubicBezTo>
                  <a:cubicBezTo>
                    <a:pt x="68733" y="96441"/>
                    <a:pt x="67754" y="97926"/>
                    <a:pt x="67754" y="99418"/>
                  </a:cubicBezTo>
                  <a:cubicBezTo>
                    <a:pt x="68246" y="101278"/>
                    <a:pt x="69220" y="102395"/>
                    <a:pt x="71168" y="103512"/>
                  </a:cubicBezTo>
                  <a:cubicBezTo>
                    <a:pt x="74095" y="104629"/>
                    <a:pt x="76043" y="106863"/>
                    <a:pt x="76530" y="109471"/>
                  </a:cubicBezTo>
                  <a:cubicBezTo>
                    <a:pt x="77503" y="114314"/>
                    <a:pt x="73121" y="118782"/>
                    <a:pt x="66780" y="119899"/>
                  </a:cubicBezTo>
                  <a:cubicBezTo>
                    <a:pt x="60444" y="120642"/>
                    <a:pt x="54596" y="117291"/>
                    <a:pt x="53622" y="112448"/>
                  </a:cubicBezTo>
                  <a:cubicBezTo>
                    <a:pt x="53135" y="109845"/>
                    <a:pt x="54109" y="107237"/>
                    <a:pt x="56057" y="105377"/>
                  </a:cubicBezTo>
                  <a:cubicBezTo>
                    <a:pt x="57517" y="103886"/>
                    <a:pt x="58010" y="102395"/>
                    <a:pt x="57517" y="100909"/>
                  </a:cubicBezTo>
                  <a:cubicBezTo>
                    <a:pt x="57517" y="99043"/>
                    <a:pt x="55570" y="98301"/>
                    <a:pt x="53135" y="98301"/>
                  </a:cubicBezTo>
                  <a:cubicBezTo>
                    <a:pt x="53135" y="98301"/>
                    <a:pt x="53135" y="98301"/>
                    <a:pt x="53135" y="98301"/>
                  </a:cubicBezTo>
                  <a:cubicBezTo>
                    <a:pt x="0" y="105003"/>
                    <a:pt x="0" y="105003"/>
                    <a:pt x="0" y="105003"/>
                  </a:cubicBezTo>
                  <a:cubicBezTo>
                    <a:pt x="18525" y="67766"/>
                    <a:pt x="18525" y="67766"/>
                    <a:pt x="18525" y="67766"/>
                  </a:cubicBezTo>
                  <a:cubicBezTo>
                    <a:pt x="18525" y="67766"/>
                    <a:pt x="18525" y="68140"/>
                    <a:pt x="18525" y="68140"/>
                  </a:cubicBezTo>
                  <a:cubicBezTo>
                    <a:pt x="20472" y="71491"/>
                    <a:pt x="23886" y="74100"/>
                    <a:pt x="28274" y="75585"/>
                  </a:cubicBezTo>
                  <a:cubicBezTo>
                    <a:pt x="37044" y="78194"/>
                    <a:pt x="46794" y="74842"/>
                    <a:pt x="50208" y="68140"/>
                  </a:cubicBezTo>
                  <a:cubicBezTo>
                    <a:pt x="53622" y="61438"/>
                    <a:pt x="49234" y="53993"/>
                    <a:pt x="40458" y="51384"/>
                  </a:cubicBezTo>
                  <a:cubicBezTo>
                    <a:pt x="36071" y="50267"/>
                    <a:pt x="30709" y="50641"/>
                    <a:pt x="26321" y="52127"/>
                  </a:cubicBezTo>
                  <a:cubicBezTo>
                    <a:pt x="26321" y="52127"/>
                    <a:pt x="26321" y="52127"/>
                    <a:pt x="26321" y="52501"/>
                  </a:cubicBezTo>
                  <a:cubicBezTo>
                    <a:pt x="52156" y="0"/>
                    <a:pt x="52156" y="0"/>
                    <a:pt x="52156" y="0"/>
                  </a:cubicBezTo>
                  <a:cubicBezTo>
                    <a:pt x="57517" y="1491"/>
                    <a:pt x="62879" y="2976"/>
                    <a:pt x="67754" y="5211"/>
                  </a:cubicBezTo>
                  <a:cubicBezTo>
                    <a:pt x="114067" y="23458"/>
                    <a:pt x="120889" y="48776"/>
                    <a:pt x="119916" y="76334"/>
                  </a:cubicBezTo>
                  <a:close/>
                </a:path>
              </a:pathLst>
            </a:custGeom>
            <a:solidFill>
              <a:schemeClr val="accent1">
                <a:alpha val="40000"/>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56" name="Google Shape;256;p75"/>
            <p:cNvSpPr/>
            <p:nvPr/>
          </p:nvSpPr>
          <p:spPr>
            <a:xfrm>
              <a:off x="2034932" y="2254982"/>
              <a:ext cx="758825" cy="768350"/>
            </a:xfrm>
            <a:custGeom>
              <a:avLst/>
              <a:gdLst/>
              <a:ahLst/>
              <a:cxnLst/>
              <a:rect l="l" t="t" r="r" b="b"/>
              <a:pathLst>
                <a:path w="120000" h="120000" extrusionOk="0">
                  <a:moveTo>
                    <a:pt x="67277" y="109088"/>
                  </a:moveTo>
                  <a:cubicBezTo>
                    <a:pt x="70294" y="105122"/>
                    <a:pt x="71800" y="100166"/>
                    <a:pt x="70794" y="95205"/>
                  </a:cubicBezTo>
                  <a:cubicBezTo>
                    <a:pt x="69288" y="85783"/>
                    <a:pt x="60250" y="79338"/>
                    <a:pt x="51211" y="81322"/>
                  </a:cubicBezTo>
                  <a:cubicBezTo>
                    <a:pt x="41672" y="82811"/>
                    <a:pt x="35144" y="91238"/>
                    <a:pt x="36650" y="100661"/>
                  </a:cubicBezTo>
                  <a:cubicBezTo>
                    <a:pt x="37655" y="105622"/>
                    <a:pt x="40672" y="110083"/>
                    <a:pt x="44688" y="112561"/>
                  </a:cubicBezTo>
                  <a:cubicBezTo>
                    <a:pt x="44688" y="112561"/>
                    <a:pt x="45188" y="112561"/>
                    <a:pt x="45188" y="112561"/>
                  </a:cubicBezTo>
                  <a:cubicBezTo>
                    <a:pt x="0" y="120000"/>
                    <a:pt x="0" y="120000"/>
                    <a:pt x="0" y="120000"/>
                  </a:cubicBezTo>
                  <a:cubicBezTo>
                    <a:pt x="1005" y="117522"/>
                    <a:pt x="3011" y="114544"/>
                    <a:pt x="5022" y="111572"/>
                  </a:cubicBezTo>
                  <a:cubicBezTo>
                    <a:pt x="6527" y="108594"/>
                    <a:pt x="18077" y="91733"/>
                    <a:pt x="23600" y="83305"/>
                  </a:cubicBezTo>
                  <a:cubicBezTo>
                    <a:pt x="25605" y="80333"/>
                    <a:pt x="26111" y="76861"/>
                    <a:pt x="25105" y="73883"/>
                  </a:cubicBezTo>
                  <a:cubicBezTo>
                    <a:pt x="15566" y="44133"/>
                    <a:pt x="24100" y="18844"/>
                    <a:pt x="36650" y="0"/>
                  </a:cubicBezTo>
                  <a:cubicBezTo>
                    <a:pt x="72805" y="44133"/>
                    <a:pt x="72805" y="44133"/>
                    <a:pt x="72805" y="44133"/>
                  </a:cubicBezTo>
                  <a:cubicBezTo>
                    <a:pt x="74311" y="45622"/>
                    <a:pt x="76822" y="46116"/>
                    <a:pt x="78827" y="44627"/>
                  </a:cubicBezTo>
                  <a:cubicBezTo>
                    <a:pt x="80333" y="43138"/>
                    <a:pt x="81338" y="41155"/>
                    <a:pt x="81338" y="39172"/>
                  </a:cubicBezTo>
                  <a:cubicBezTo>
                    <a:pt x="81338" y="35700"/>
                    <a:pt x="82844" y="32727"/>
                    <a:pt x="85855" y="30250"/>
                  </a:cubicBezTo>
                  <a:cubicBezTo>
                    <a:pt x="90877" y="26283"/>
                    <a:pt x="98411" y="26777"/>
                    <a:pt x="102927" y="31733"/>
                  </a:cubicBezTo>
                  <a:cubicBezTo>
                    <a:pt x="106944" y="37188"/>
                    <a:pt x="105938" y="44627"/>
                    <a:pt x="100922" y="48594"/>
                  </a:cubicBezTo>
                  <a:cubicBezTo>
                    <a:pt x="98411" y="51072"/>
                    <a:pt x="94894" y="51572"/>
                    <a:pt x="91383" y="51072"/>
                  </a:cubicBezTo>
                  <a:cubicBezTo>
                    <a:pt x="89372" y="50577"/>
                    <a:pt x="86861" y="51572"/>
                    <a:pt x="85355" y="52561"/>
                  </a:cubicBezTo>
                  <a:cubicBezTo>
                    <a:pt x="83850" y="54050"/>
                    <a:pt x="83350" y="56527"/>
                    <a:pt x="84855" y="58016"/>
                  </a:cubicBezTo>
                  <a:cubicBezTo>
                    <a:pt x="120000" y="100661"/>
                    <a:pt x="120000" y="100661"/>
                    <a:pt x="120000" y="100661"/>
                  </a:cubicBezTo>
                  <a:cubicBezTo>
                    <a:pt x="66777" y="109088"/>
                    <a:pt x="66777" y="109088"/>
                    <a:pt x="66777" y="109088"/>
                  </a:cubicBezTo>
                  <a:cubicBezTo>
                    <a:pt x="67277" y="109088"/>
                    <a:pt x="67277" y="109088"/>
                    <a:pt x="67277" y="109088"/>
                  </a:cubicBezTo>
                  <a:close/>
                </a:path>
              </a:pathLst>
            </a:custGeom>
            <a:solidFill>
              <a:schemeClr val="accent1">
                <a:alpha val="6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57" name="Google Shape;257;p75"/>
            <p:cNvSpPr/>
            <p:nvPr/>
          </p:nvSpPr>
          <p:spPr>
            <a:xfrm>
              <a:off x="2011515" y="2806550"/>
              <a:ext cx="788592" cy="852667"/>
            </a:xfrm>
            <a:custGeom>
              <a:avLst/>
              <a:gdLst/>
              <a:ahLst/>
              <a:cxnLst/>
              <a:rect l="l" t="t" r="r" b="b"/>
              <a:pathLst>
                <a:path w="120000" h="120000" extrusionOk="0">
                  <a:moveTo>
                    <a:pt x="120000" y="17550"/>
                  </a:moveTo>
                  <a:cubicBezTo>
                    <a:pt x="101641" y="62235"/>
                    <a:pt x="101641" y="62235"/>
                    <a:pt x="101641" y="62235"/>
                  </a:cubicBezTo>
                  <a:cubicBezTo>
                    <a:pt x="101641" y="62235"/>
                    <a:pt x="101641" y="62235"/>
                    <a:pt x="101158" y="62235"/>
                  </a:cubicBezTo>
                  <a:cubicBezTo>
                    <a:pt x="99709" y="57764"/>
                    <a:pt x="96324" y="54641"/>
                    <a:pt x="91496" y="52849"/>
                  </a:cubicBezTo>
                  <a:cubicBezTo>
                    <a:pt x="83282" y="50169"/>
                    <a:pt x="73620" y="54191"/>
                    <a:pt x="70234" y="62235"/>
                  </a:cubicBezTo>
                  <a:cubicBezTo>
                    <a:pt x="66855" y="69830"/>
                    <a:pt x="71200" y="78767"/>
                    <a:pt x="79897" y="81896"/>
                  </a:cubicBezTo>
                  <a:cubicBezTo>
                    <a:pt x="84248" y="83682"/>
                    <a:pt x="89559" y="83238"/>
                    <a:pt x="93427" y="81003"/>
                  </a:cubicBezTo>
                  <a:cubicBezTo>
                    <a:pt x="93910" y="81003"/>
                    <a:pt x="93910" y="81003"/>
                    <a:pt x="93910" y="81003"/>
                  </a:cubicBezTo>
                  <a:cubicBezTo>
                    <a:pt x="79897" y="115852"/>
                    <a:pt x="79897" y="115852"/>
                    <a:pt x="79897" y="115852"/>
                  </a:cubicBezTo>
                  <a:cubicBezTo>
                    <a:pt x="52841" y="122110"/>
                    <a:pt x="37868" y="119431"/>
                    <a:pt x="37868" y="119431"/>
                  </a:cubicBezTo>
                  <a:cubicBezTo>
                    <a:pt x="28200" y="118537"/>
                    <a:pt x="22406" y="108258"/>
                    <a:pt x="23372" y="101556"/>
                  </a:cubicBezTo>
                  <a:cubicBezTo>
                    <a:pt x="24820" y="94405"/>
                    <a:pt x="25303" y="91277"/>
                    <a:pt x="20958" y="88153"/>
                  </a:cubicBezTo>
                  <a:cubicBezTo>
                    <a:pt x="17089" y="85468"/>
                    <a:pt x="17089" y="81896"/>
                    <a:pt x="19021" y="80553"/>
                  </a:cubicBezTo>
                  <a:cubicBezTo>
                    <a:pt x="20958" y="79216"/>
                    <a:pt x="27717" y="76531"/>
                    <a:pt x="27717" y="76531"/>
                  </a:cubicBezTo>
                  <a:cubicBezTo>
                    <a:pt x="27717" y="76531"/>
                    <a:pt x="22889" y="73408"/>
                    <a:pt x="19986" y="72509"/>
                  </a:cubicBezTo>
                  <a:cubicBezTo>
                    <a:pt x="17089" y="71172"/>
                    <a:pt x="15641" y="66701"/>
                    <a:pt x="17089" y="64021"/>
                  </a:cubicBezTo>
                  <a:cubicBezTo>
                    <a:pt x="18538" y="61342"/>
                    <a:pt x="19021" y="54641"/>
                    <a:pt x="19021" y="54641"/>
                  </a:cubicBezTo>
                  <a:cubicBezTo>
                    <a:pt x="19021" y="54641"/>
                    <a:pt x="12261" y="51512"/>
                    <a:pt x="5013" y="47934"/>
                  </a:cubicBezTo>
                  <a:cubicBezTo>
                    <a:pt x="179" y="45703"/>
                    <a:pt x="-1268" y="42125"/>
                    <a:pt x="1145" y="35873"/>
                  </a:cubicBezTo>
                  <a:cubicBezTo>
                    <a:pt x="49461" y="28273"/>
                    <a:pt x="49461" y="28273"/>
                    <a:pt x="49461" y="28273"/>
                  </a:cubicBezTo>
                  <a:cubicBezTo>
                    <a:pt x="51393" y="28273"/>
                    <a:pt x="52841" y="26487"/>
                    <a:pt x="52841" y="24257"/>
                  </a:cubicBezTo>
                  <a:cubicBezTo>
                    <a:pt x="52358" y="22465"/>
                    <a:pt x="50910" y="20678"/>
                    <a:pt x="49461" y="19785"/>
                  </a:cubicBezTo>
                  <a:cubicBezTo>
                    <a:pt x="46564" y="17999"/>
                    <a:pt x="44628" y="15763"/>
                    <a:pt x="44145" y="12191"/>
                  </a:cubicBezTo>
                  <a:cubicBezTo>
                    <a:pt x="42696" y="6382"/>
                    <a:pt x="47047" y="1018"/>
                    <a:pt x="53324" y="125"/>
                  </a:cubicBezTo>
                  <a:cubicBezTo>
                    <a:pt x="59606" y="-767"/>
                    <a:pt x="65889" y="3254"/>
                    <a:pt x="66855" y="9062"/>
                  </a:cubicBezTo>
                  <a:cubicBezTo>
                    <a:pt x="67337" y="12191"/>
                    <a:pt x="66372" y="15319"/>
                    <a:pt x="64440" y="17550"/>
                  </a:cubicBezTo>
                  <a:cubicBezTo>
                    <a:pt x="62986" y="18892"/>
                    <a:pt x="62503" y="21128"/>
                    <a:pt x="62503" y="22914"/>
                  </a:cubicBezTo>
                  <a:cubicBezTo>
                    <a:pt x="62986" y="24700"/>
                    <a:pt x="64923" y="26043"/>
                    <a:pt x="67337" y="25594"/>
                  </a:cubicBezTo>
                  <a:lnTo>
                    <a:pt x="120000" y="17550"/>
                  </a:lnTo>
                  <a:close/>
                </a:path>
              </a:pathLst>
            </a:custGeom>
            <a:solidFill>
              <a:schemeClr val="accent1">
                <a:alpha val="84313"/>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58" name="Google Shape;258;p75"/>
            <p:cNvSpPr/>
            <p:nvPr/>
          </p:nvSpPr>
          <p:spPr>
            <a:xfrm>
              <a:off x="2499260" y="2943958"/>
              <a:ext cx="888222" cy="1000126"/>
            </a:xfrm>
            <a:custGeom>
              <a:avLst/>
              <a:gdLst/>
              <a:ahLst/>
              <a:cxnLst/>
              <a:rect l="l" t="t" r="r" b="b"/>
              <a:pathLst>
                <a:path w="120000" h="120000" extrusionOk="0">
                  <a:moveTo>
                    <a:pt x="120000" y="81905"/>
                  </a:moveTo>
                  <a:cubicBezTo>
                    <a:pt x="120000" y="94477"/>
                    <a:pt x="120000" y="109333"/>
                    <a:pt x="120000" y="109333"/>
                  </a:cubicBezTo>
                  <a:cubicBezTo>
                    <a:pt x="120000" y="109333"/>
                    <a:pt x="103269" y="120000"/>
                    <a:pt x="62950" y="120000"/>
                  </a:cubicBezTo>
                  <a:cubicBezTo>
                    <a:pt x="22626" y="120000"/>
                    <a:pt x="5901" y="109333"/>
                    <a:pt x="5901" y="109333"/>
                  </a:cubicBezTo>
                  <a:cubicBezTo>
                    <a:pt x="5901" y="91811"/>
                    <a:pt x="5901" y="91811"/>
                    <a:pt x="5901" y="91811"/>
                  </a:cubicBezTo>
                  <a:cubicBezTo>
                    <a:pt x="22199" y="52572"/>
                    <a:pt x="22199" y="52572"/>
                    <a:pt x="22199" y="52572"/>
                  </a:cubicBezTo>
                  <a:cubicBezTo>
                    <a:pt x="23059" y="51050"/>
                    <a:pt x="22199" y="49522"/>
                    <a:pt x="20485" y="48761"/>
                  </a:cubicBezTo>
                  <a:cubicBezTo>
                    <a:pt x="18765" y="48383"/>
                    <a:pt x="16624" y="48383"/>
                    <a:pt x="14904" y="49144"/>
                  </a:cubicBezTo>
                  <a:cubicBezTo>
                    <a:pt x="12763" y="50283"/>
                    <a:pt x="9329" y="50666"/>
                    <a:pt x="6755" y="49522"/>
                  </a:cubicBezTo>
                  <a:cubicBezTo>
                    <a:pt x="1180" y="48000"/>
                    <a:pt x="-1393" y="42666"/>
                    <a:pt x="753" y="37716"/>
                  </a:cubicBezTo>
                  <a:cubicBezTo>
                    <a:pt x="2467" y="33144"/>
                    <a:pt x="8469" y="30855"/>
                    <a:pt x="14050" y="32383"/>
                  </a:cubicBezTo>
                  <a:cubicBezTo>
                    <a:pt x="16624" y="33522"/>
                    <a:pt x="18765" y="35427"/>
                    <a:pt x="20052" y="37716"/>
                  </a:cubicBezTo>
                  <a:cubicBezTo>
                    <a:pt x="20485" y="39238"/>
                    <a:pt x="21772" y="40761"/>
                    <a:pt x="23486" y="41144"/>
                  </a:cubicBezTo>
                  <a:cubicBezTo>
                    <a:pt x="25200" y="41905"/>
                    <a:pt x="27347" y="41144"/>
                    <a:pt x="28201" y="39616"/>
                  </a:cubicBezTo>
                  <a:cubicBezTo>
                    <a:pt x="44932" y="0"/>
                    <a:pt x="44932" y="0"/>
                    <a:pt x="44932" y="0"/>
                  </a:cubicBezTo>
                  <a:cubicBezTo>
                    <a:pt x="73673" y="31616"/>
                    <a:pt x="73673" y="31616"/>
                    <a:pt x="73673" y="31616"/>
                  </a:cubicBezTo>
                  <a:cubicBezTo>
                    <a:pt x="73673" y="31616"/>
                    <a:pt x="73673" y="31616"/>
                    <a:pt x="73246" y="31616"/>
                  </a:cubicBezTo>
                  <a:cubicBezTo>
                    <a:pt x="69385" y="30855"/>
                    <a:pt x="65091" y="32000"/>
                    <a:pt x="61663" y="34283"/>
                  </a:cubicBezTo>
                  <a:cubicBezTo>
                    <a:pt x="55228" y="38855"/>
                    <a:pt x="54368" y="47238"/>
                    <a:pt x="59516" y="52950"/>
                  </a:cubicBezTo>
                  <a:cubicBezTo>
                    <a:pt x="64664" y="58666"/>
                    <a:pt x="74100" y="59427"/>
                    <a:pt x="80535" y="54855"/>
                  </a:cubicBezTo>
                  <a:cubicBezTo>
                    <a:pt x="83536" y="52188"/>
                    <a:pt x="85683" y="48761"/>
                    <a:pt x="85683" y="44950"/>
                  </a:cubicBezTo>
                  <a:cubicBezTo>
                    <a:pt x="85683" y="44950"/>
                    <a:pt x="85683" y="44572"/>
                    <a:pt x="85683" y="44572"/>
                  </a:cubicBezTo>
                  <a:lnTo>
                    <a:pt x="120000" y="81905"/>
                  </a:lnTo>
                  <a:close/>
                </a:path>
              </a:pathLst>
            </a:custGeom>
            <a:solidFill>
              <a:schemeClr val="accent1"/>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59" name="Google Shape;259;p75"/>
            <p:cNvSpPr/>
            <p:nvPr/>
          </p:nvSpPr>
          <p:spPr>
            <a:xfrm>
              <a:off x="2857257" y="2801083"/>
              <a:ext cx="752476" cy="771525"/>
            </a:xfrm>
            <a:custGeom>
              <a:avLst/>
              <a:gdLst/>
              <a:ahLst/>
              <a:cxnLst/>
              <a:rect l="l" t="t" r="r" b="b"/>
              <a:pathLst>
                <a:path w="120000" h="120000" extrusionOk="0">
                  <a:moveTo>
                    <a:pt x="120000" y="0"/>
                  </a:moveTo>
                  <a:cubicBezTo>
                    <a:pt x="113922" y="22716"/>
                    <a:pt x="102783" y="38022"/>
                    <a:pt x="96200" y="49877"/>
                  </a:cubicBezTo>
                  <a:cubicBezTo>
                    <a:pt x="87594" y="65677"/>
                    <a:pt x="84555" y="96294"/>
                    <a:pt x="84555" y="110122"/>
                  </a:cubicBezTo>
                  <a:cubicBezTo>
                    <a:pt x="84555" y="120000"/>
                    <a:pt x="84555" y="120000"/>
                    <a:pt x="84555" y="120000"/>
                  </a:cubicBezTo>
                  <a:cubicBezTo>
                    <a:pt x="47088" y="75555"/>
                    <a:pt x="47088" y="75555"/>
                    <a:pt x="47088" y="75555"/>
                  </a:cubicBezTo>
                  <a:cubicBezTo>
                    <a:pt x="46077" y="73577"/>
                    <a:pt x="43544" y="73577"/>
                    <a:pt x="41516" y="75061"/>
                  </a:cubicBezTo>
                  <a:cubicBezTo>
                    <a:pt x="40000" y="76050"/>
                    <a:pt x="38988" y="78022"/>
                    <a:pt x="38988" y="80494"/>
                  </a:cubicBezTo>
                  <a:cubicBezTo>
                    <a:pt x="38483" y="83455"/>
                    <a:pt x="37466" y="86911"/>
                    <a:pt x="34427" y="89383"/>
                  </a:cubicBezTo>
                  <a:cubicBezTo>
                    <a:pt x="29366" y="93333"/>
                    <a:pt x="21772" y="92344"/>
                    <a:pt x="17216" y="87405"/>
                  </a:cubicBezTo>
                  <a:cubicBezTo>
                    <a:pt x="13166" y="82466"/>
                    <a:pt x="13672" y="75061"/>
                    <a:pt x="19238" y="70616"/>
                  </a:cubicBezTo>
                  <a:cubicBezTo>
                    <a:pt x="21772" y="68644"/>
                    <a:pt x="25316" y="67655"/>
                    <a:pt x="28861" y="68150"/>
                  </a:cubicBezTo>
                  <a:cubicBezTo>
                    <a:pt x="30883" y="68644"/>
                    <a:pt x="32911" y="68150"/>
                    <a:pt x="34938" y="66666"/>
                  </a:cubicBezTo>
                  <a:cubicBezTo>
                    <a:pt x="36455" y="65183"/>
                    <a:pt x="36961" y="62716"/>
                    <a:pt x="35444" y="61233"/>
                  </a:cubicBezTo>
                  <a:cubicBezTo>
                    <a:pt x="0" y="18766"/>
                    <a:pt x="0" y="18766"/>
                    <a:pt x="0" y="18766"/>
                  </a:cubicBezTo>
                  <a:cubicBezTo>
                    <a:pt x="53166" y="10372"/>
                    <a:pt x="53166" y="10372"/>
                    <a:pt x="53166" y="10372"/>
                  </a:cubicBezTo>
                  <a:cubicBezTo>
                    <a:pt x="53166" y="10372"/>
                    <a:pt x="53166" y="10866"/>
                    <a:pt x="53166" y="10866"/>
                  </a:cubicBezTo>
                  <a:cubicBezTo>
                    <a:pt x="50127" y="14816"/>
                    <a:pt x="48605" y="19755"/>
                    <a:pt x="49116" y="24200"/>
                  </a:cubicBezTo>
                  <a:cubicBezTo>
                    <a:pt x="51138" y="33577"/>
                    <a:pt x="59744" y="40000"/>
                    <a:pt x="69366" y="38516"/>
                  </a:cubicBezTo>
                  <a:cubicBezTo>
                    <a:pt x="78988" y="37038"/>
                    <a:pt x="85572" y="28150"/>
                    <a:pt x="84050" y="18766"/>
                  </a:cubicBezTo>
                  <a:cubicBezTo>
                    <a:pt x="83038" y="13827"/>
                    <a:pt x="80000" y="9877"/>
                    <a:pt x="75950" y="7405"/>
                  </a:cubicBezTo>
                  <a:cubicBezTo>
                    <a:pt x="75444" y="6911"/>
                    <a:pt x="75444" y="6911"/>
                    <a:pt x="75444" y="6911"/>
                  </a:cubicBezTo>
                  <a:lnTo>
                    <a:pt x="120000" y="0"/>
                  </a:lnTo>
                  <a:close/>
                </a:path>
              </a:pathLst>
            </a:custGeom>
            <a:solidFill>
              <a:schemeClr val="accent1">
                <a:alpha val="24313"/>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60" name="Google Shape;260;p75"/>
            <p:cNvSpPr/>
            <p:nvPr/>
          </p:nvSpPr>
          <p:spPr>
            <a:xfrm>
              <a:off x="2668685" y="4086828"/>
              <a:ext cx="595100" cy="181898"/>
            </a:xfrm>
            <a:custGeom>
              <a:avLst/>
              <a:gdLst/>
              <a:ahLst/>
              <a:cxnLst/>
              <a:rect l="l" t="t" r="r" b="b"/>
              <a:pathLst>
                <a:path w="120000" h="120000" extrusionOk="0">
                  <a:moveTo>
                    <a:pt x="116134" y="87"/>
                  </a:moveTo>
                  <a:cubicBezTo>
                    <a:pt x="115496" y="87"/>
                    <a:pt x="114851" y="87"/>
                    <a:pt x="114213" y="2181"/>
                  </a:cubicBezTo>
                  <a:cubicBezTo>
                    <a:pt x="68758" y="88058"/>
                    <a:pt x="68758" y="88058"/>
                    <a:pt x="68758" y="88058"/>
                  </a:cubicBezTo>
                  <a:cubicBezTo>
                    <a:pt x="62994" y="98530"/>
                    <a:pt x="56591" y="98530"/>
                    <a:pt x="50832" y="88058"/>
                  </a:cubicBezTo>
                  <a:cubicBezTo>
                    <a:pt x="5377" y="2181"/>
                    <a:pt x="5377" y="2181"/>
                    <a:pt x="5377" y="2181"/>
                  </a:cubicBezTo>
                  <a:cubicBezTo>
                    <a:pt x="4095" y="-2007"/>
                    <a:pt x="1534" y="87"/>
                    <a:pt x="252" y="6370"/>
                  </a:cubicBezTo>
                  <a:cubicBezTo>
                    <a:pt x="-386" y="12654"/>
                    <a:pt x="252" y="18938"/>
                    <a:pt x="1534" y="23127"/>
                  </a:cubicBezTo>
                  <a:cubicBezTo>
                    <a:pt x="46989" y="109003"/>
                    <a:pt x="46989" y="109003"/>
                    <a:pt x="46989" y="109003"/>
                  </a:cubicBezTo>
                  <a:cubicBezTo>
                    <a:pt x="54675" y="123665"/>
                    <a:pt x="64915" y="123665"/>
                    <a:pt x="72601" y="109003"/>
                  </a:cubicBezTo>
                  <a:cubicBezTo>
                    <a:pt x="118056" y="23127"/>
                    <a:pt x="118056" y="23127"/>
                    <a:pt x="118056" y="23127"/>
                  </a:cubicBezTo>
                  <a:cubicBezTo>
                    <a:pt x="119977" y="18938"/>
                    <a:pt x="120616" y="12654"/>
                    <a:pt x="119333" y="6370"/>
                  </a:cubicBezTo>
                  <a:cubicBezTo>
                    <a:pt x="118694" y="2181"/>
                    <a:pt x="117417" y="87"/>
                    <a:pt x="116134" y="87"/>
                  </a:cubicBezTo>
                  <a:close/>
                </a:path>
              </a:pathLst>
            </a:custGeom>
            <a:solidFill>
              <a:schemeClr val="accent1">
                <a:alpha val="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61" name="Google Shape;261;p75"/>
            <p:cNvSpPr/>
            <p:nvPr/>
          </p:nvSpPr>
          <p:spPr>
            <a:xfrm>
              <a:off x="2668685" y="4229703"/>
              <a:ext cx="595100" cy="181898"/>
            </a:xfrm>
            <a:custGeom>
              <a:avLst/>
              <a:gdLst/>
              <a:ahLst/>
              <a:cxnLst/>
              <a:rect l="l" t="t" r="r" b="b"/>
              <a:pathLst>
                <a:path w="120000" h="120000" extrusionOk="0">
                  <a:moveTo>
                    <a:pt x="116134" y="87"/>
                  </a:moveTo>
                  <a:cubicBezTo>
                    <a:pt x="115496" y="87"/>
                    <a:pt x="114851" y="2181"/>
                    <a:pt x="114213" y="2181"/>
                  </a:cubicBezTo>
                  <a:cubicBezTo>
                    <a:pt x="68758" y="88058"/>
                    <a:pt x="68758" y="88058"/>
                    <a:pt x="68758" y="88058"/>
                  </a:cubicBezTo>
                  <a:cubicBezTo>
                    <a:pt x="62994" y="98530"/>
                    <a:pt x="56591" y="98530"/>
                    <a:pt x="50832" y="88058"/>
                  </a:cubicBezTo>
                  <a:cubicBezTo>
                    <a:pt x="5377" y="2181"/>
                    <a:pt x="5377" y="2181"/>
                    <a:pt x="5377" y="2181"/>
                  </a:cubicBezTo>
                  <a:cubicBezTo>
                    <a:pt x="4095" y="-2007"/>
                    <a:pt x="1534" y="87"/>
                    <a:pt x="252" y="6370"/>
                  </a:cubicBezTo>
                  <a:cubicBezTo>
                    <a:pt x="-386" y="12654"/>
                    <a:pt x="252" y="21032"/>
                    <a:pt x="1534" y="25221"/>
                  </a:cubicBezTo>
                  <a:cubicBezTo>
                    <a:pt x="46989" y="109003"/>
                    <a:pt x="46989" y="109003"/>
                    <a:pt x="46989" y="109003"/>
                  </a:cubicBezTo>
                  <a:cubicBezTo>
                    <a:pt x="54675" y="123665"/>
                    <a:pt x="64915" y="123665"/>
                    <a:pt x="72601" y="109003"/>
                  </a:cubicBezTo>
                  <a:cubicBezTo>
                    <a:pt x="118056" y="25221"/>
                    <a:pt x="118056" y="25221"/>
                    <a:pt x="118056" y="25221"/>
                  </a:cubicBezTo>
                  <a:cubicBezTo>
                    <a:pt x="119977" y="21032"/>
                    <a:pt x="120616" y="12654"/>
                    <a:pt x="119333" y="6370"/>
                  </a:cubicBezTo>
                  <a:cubicBezTo>
                    <a:pt x="118694" y="2181"/>
                    <a:pt x="117417" y="87"/>
                    <a:pt x="116134" y="87"/>
                  </a:cubicBezTo>
                  <a:close/>
                </a:path>
              </a:pathLst>
            </a:custGeom>
            <a:solidFill>
              <a:schemeClr val="accent1">
                <a:alpha val="4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62" name="Google Shape;262;p75"/>
            <p:cNvSpPr/>
            <p:nvPr/>
          </p:nvSpPr>
          <p:spPr>
            <a:xfrm>
              <a:off x="2668685" y="4374692"/>
              <a:ext cx="595100" cy="182960"/>
            </a:xfrm>
            <a:custGeom>
              <a:avLst/>
              <a:gdLst/>
              <a:ahLst/>
              <a:cxnLst/>
              <a:rect l="l" t="t" r="r" b="b"/>
              <a:pathLst>
                <a:path w="120000" h="120000" extrusionOk="0">
                  <a:moveTo>
                    <a:pt x="116134" y="780"/>
                  </a:moveTo>
                  <a:cubicBezTo>
                    <a:pt x="115496" y="780"/>
                    <a:pt x="114851" y="780"/>
                    <a:pt x="114213" y="780"/>
                  </a:cubicBezTo>
                  <a:cubicBezTo>
                    <a:pt x="68758" y="86160"/>
                    <a:pt x="68758" y="86160"/>
                    <a:pt x="68758" y="86160"/>
                  </a:cubicBezTo>
                  <a:cubicBezTo>
                    <a:pt x="62994" y="96572"/>
                    <a:pt x="56591" y="96572"/>
                    <a:pt x="50832" y="86160"/>
                  </a:cubicBezTo>
                  <a:cubicBezTo>
                    <a:pt x="5377" y="780"/>
                    <a:pt x="5377" y="780"/>
                    <a:pt x="5377" y="780"/>
                  </a:cubicBezTo>
                  <a:cubicBezTo>
                    <a:pt x="4095" y="-1301"/>
                    <a:pt x="1534" y="780"/>
                    <a:pt x="252" y="7028"/>
                  </a:cubicBezTo>
                  <a:cubicBezTo>
                    <a:pt x="-386" y="13275"/>
                    <a:pt x="252" y="19522"/>
                    <a:pt x="1534" y="23687"/>
                  </a:cubicBezTo>
                  <a:cubicBezTo>
                    <a:pt x="46989" y="109067"/>
                    <a:pt x="46989" y="109067"/>
                    <a:pt x="46989" y="109067"/>
                  </a:cubicBezTo>
                  <a:cubicBezTo>
                    <a:pt x="54675" y="123644"/>
                    <a:pt x="64915" y="123644"/>
                    <a:pt x="72601" y="109067"/>
                  </a:cubicBezTo>
                  <a:cubicBezTo>
                    <a:pt x="118056" y="23687"/>
                    <a:pt x="118056" y="23687"/>
                    <a:pt x="118056" y="23687"/>
                  </a:cubicBezTo>
                  <a:cubicBezTo>
                    <a:pt x="119977" y="19522"/>
                    <a:pt x="120616" y="13275"/>
                    <a:pt x="119333" y="7028"/>
                  </a:cubicBezTo>
                  <a:cubicBezTo>
                    <a:pt x="118694" y="2863"/>
                    <a:pt x="117417" y="780"/>
                    <a:pt x="116134" y="780"/>
                  </a:cubicBezTo>
                  <a:close/>
                </a:path>
              </a:pathLst>
            </a:custGeom>
            <a:solidFill>
              <a:schemeClr val="accent1">
                <a:alpha val="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263" name="Google Shape;263;p75"/>
          <p:cNvGrpSpPr/>
          <p:nvPr/>
        </p:nvGrpSpPr>
        <p:grpSpPr>
          <a:xfrm>
            <a:off x="5202409" y="1953702"/>
            <a:ext cx="1620896" cy="2603950"/>
            <a:chOff x="6077203" y="1953702"/>
            <a:chExt cx="1620896" cy="2603950"/>
          </a:xfrm>
        </p:grpSpPr>
        <p:sp>
          <p:nvSpPr>
            <p:cNvPr id="264" name="Google Shape;264;p75"/>
            <p:cNvSpPr/>
            <p:nvPr/>
          </p:nvSpPr>
          <p:spPr>
            <a:xfrm>
              <a:off x="6351344" y="1953702"/>
              <a:ext cx="873126" cy="923581"/>
            </a:xfrm>
            <a:custGeom>
              <a:avLst/>
              <a:gdLst/>
              <a:ahLst/>
              <a:cxnLst/>
              <a:rect l="l" t="t" r="r" b="b"/>
              <a:pathLst>
                <a:path w="120000" h="120000" extrusionOk="0">
                  <a:moveTo>
                    <a:pt x="118254" y="79161"/>
                  </a:moveTo>
                  <a:cubicBezTo>
                    <a:pt x="116509" y="84525"/>
                    <a:pt x="110398" y="86995"/>
                    <a:pt x="104728" y="84933"/>
                  </a:cubicBezTo>
                  <a:cubicBezTo>
                    <a:pt x="102107" y="84112"/>
                    <a:pt x="99927" y="81636"/>
                    <a:pt x="98617" y="79161"/>
                  </a:cubicBezTo>
                  <a:cubicBezTo>
                    <a:pt x="98182" y="77512"/>
                    <a:pt x="96872" y="76272"/>
                    <a:pt x="95126" y="75444"/>
                  </a:cubicBezTo>
                  <a:cubicBezTo>
                    <a:pt x="93381" y="75037"/>
                    <a:pt x="91201" y="75858"/>
                    <a:pt x="90761" y="77512"/>
                  </a:cubicBezTo>
                  <a:cubicBezTo>
                    <a:pt x="73309" y="120000"/>
                    <a:pt x="73309" y="120000"/>
                    <a:pt x="73309" y="120000"/>
                  </a:cubicBezTo>
                  <a:cubicBezTo>
                    <a:pt x="44070" y="86174"/>
                    <a:pt x="44070" y="86174"/>
                    <a:pt x="44070" y="86174"/>
                  </a:cubicBezTo>
                  <a:cubicBezTo>
                    <a:pt x="44070" y="86174"/>
                    <a:pt x="44070" y="86174"/>
                    <a:pt x="44510" y="86174"/>
                  </a:cubicBezTo>
                  <a:cubicBezTo>
                    <a:pt x="48436" y="86588"/>
                    <a:pt x="52801" y="85760"/>
                    <a:pt x="56292" y="82871"/>
                  </a:cubicBezTo>
                  <a:cubicBezTo>
                    <a:pt x="62838" y="77920"/>
                    <a:pt x="63707" y="68845"/>
                    <a:pt x="58472" y="63072"/>
                  </a:cubicBezTo>
                  <a:cubicBezTo>
                    <a:pt x="53236" y="56886"/>
                    <a:pt x="43635" y="56059"/>
                    <a:pt x="37089" y="61010"/>
                  </a:cubicBezTo>
                  <a:cubicBezTo>
                    <a:pt x="34034" y="63486"/>
                    <a:pt x="31853" y="67196"/>
                    <a:pt x="31853" y="71320"/>
                  </a:cubicBezTo>
                  <a:cubicBezTo>
                    <a:pt x="31853" y="71734"/>
                    <a:pt x="31853" y="71734"/>
                    <a:pt x="31853" y="71734"/>
                  </a:cubicBezTo>
                  <a:cubicBezTo>
                    <a:pt x="0" y="35433"/>
                    <a:pt x="0" y="35433"/>
                    <a:pt x="0" y="35433"/>
                  </a:cubicBezTo>
                  <a:cubicBezTo>
                    <a:pt x="6980" y="26357"/>
                    <a:pt x="15271" y="19344"/>
                    <a:pt x="21382" y="14807"/>
                  </a:cubicBezTo>
                  <a:cubicBezTo>
                    <a:pt x="36654" y="4083"/>
                    <a:pt x="81600" y="-5819"/>
                    <a:pt x="120000" y="4083"/>
                  </a:cubicBezTo>
                  <a:cubicBezTo>
                    <a:pt x="96437" y="63072"/>
                    <a:pt x="96437" y="63072"/>
                    <a:pt x="96437" y="63072"/>
                  </a:cubicBezTo>
                  <a:cubicBezTo>
                    <a:pt x="96437" y="63072"/>
                    <a:pt x="96437" y="63072"/>
                    <a:pt x="96437" y="63072"/>
                  </a:cubicBezTo>
                  <a:cubicBezTo>
                    <a:pt x="95561" y="64721"/>
                    <a:pt x="96437" y="66783"/>
                    <a:pt x="98182" y="67196"/>
                  </a:cubicBezTo>
                  <a:cubicBezTo>
                    <a:pt x="99927" y="68023"/>
                    <a:pt x="102107" y="68023"/>
                    <a:pt x="103852" y="67196"/>
                  </a:cubicBezTo>
                  <a:cubicBezTo>
                    <a:pt x="106032" y="65548"/>
                    <a:pt x="109523" y="65548"/>
                    <a:pt x="112143" y="66369"/>
                  </a:cubicBezTo>
                  <a:cubicBezTo>
                    <a:pt x="117814" y="68437"/>
                    <a:pt x="120434" y="74209"/>
                    <a:pt x="118254" y="79161"/>
                  </a:cubicBezTo>
                  <a:close/>
                </a:path>
              </a:pathLst>
            </a:custGeom>
            <a:solidFill>
              <a:schemeClr val="accent3">
                <a:alpha val="54509"/>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65" name="Google Shape;265;p75"/>
            <p:cNvSpPr/>
            <p:nvPr/>
          </p:nvSpPr>
          <p:spPr>
            <a:xfrm>
              <a:off x="6916495" y="1994632"/>
              <a:ext cx="781604" cy="1023235"/>
            </a:xfrm>
            <a:custGeom>
              <a:avLst/>
              <a:gdLst/>
              <a:ahLst/>
              <a:cxnLst/>
              <a:rect l="l" t="t" r="r" b="b"/>
              <a:pathLst>
                <a:path w="120000" h="120000" extrusionOk="0">
                  <a:moveTo>
                    <a:pt x="119916" y="76334"/>
                  </a:moveTo>
                  <a:cubicBezTo>
                    <a:pt x="119429" y="81171"/>
                    <a:pt x="118942" y="86013"/>
                    <a:pt x="117962" y="90107"/>
                  </a:cubicBezTo>
                  <a:cubicBezTo>
                    <a:pt x="71168" y="96067"/>
                    <a:pt x="71168" y="96067"/>
                    <a:pt x="71168" y="96067"/>
                  </a:cubicBezTo>
                  <a:cubicBezTo>
                    <a:pt x="69220" y="96441"/>
                    <a:pt x="67754" y="97926"/>
                    <a:pt x="68246" y="99418"/>
                  </a:cubicBezTo>
                  <a:cubicBezTo>
                    <a:pt x="68246" y="101278"/>
                    <a:pt x="69707" y="102395"/>
                    <a:pt x="71168" y="103512"/>
                  </a:cubicBezTo>
                  <a:cubicBezTo>
                    <a:pt x="74095" y="104629"/>
                    <a:pt x="76043" y="106863"/>
                    <a:pt x="76530" y="109471"/>
                  </a:cubicBezTo>
                  <a:cubicBezTo>
                    <a:pt x="77990" y="114314"/>
                    <a:pt x="73608" y="118782"/>
                    <a:pt x="67267" y="119899"/>
                  </a:cubicBezTo>
                  <a:cubicBezTo>
                    <a:pt x="60931" y="120642"/>
                    <a:pt x="54596" y="117291"/>
                    <a:pt x="53622" y="112448"/>
                  </a:cubicBezTo>
                  <a:cubicBezTo>
                    <a:pt x="53135" y="109845"/>
                    <a:pt x="54109" y="107237"/>
                    <a:pt x="56057" y="105377"/>
                  </a:cubicBezTo>
                  <a:cubicBezTo>
                    <a:pt x="57517" y="103886"/>
                    <a:pt x="58010" y="102395"/>
                    <a:pt x="58010" y="100909"/>
                  </a:cubicBezTo>
                  <a:cubicBezTo>
                    <a:pt x="57517" y="99043"/>
                    <a:pt x="55570" y="98301"/>
                    <a:pt x="53622" y="98301"/>
                  </a:cubicBezTo>
                  <a:cubicBezTo>
                    <a:pt x="53622" y="98301"/>
                    <a:pt x="53622" y="98301"/>
                    <a:pt x="53135" y="98301"/>
                  </a:cubicBezTo>
                  <a:cubicBezTo>
                    <a:pt x="0" y="105003"/>
                    <a:pt x="0" y="105003"/>
                    <a:pt x="0" y="105003"/>
                  </a:cubicBezTo>
                  <a:cubicBezTo>
                    <a:pt x="18525" y="67766"/>
                    <a:pt x="18525" y="67766"/>
                    <a:pt x="18525" y="67766"/>
                  </a:cubicBezTo>
                  <a:cubicBezTo>
                    <a:pt x="18525" y="67766"/>
                    <a:pt x="18525" y="68140"/>
                    <a:pt x="19012" y="68140"/>
                  </a:cubicBezTo>
                  <a:cubicBezTo>
                    <a:pt x="20472" y="71491"/>
                    <a:pt x="23886" y="74100"/>
                    <a:pt x="28761" y="75585"/>
                  </a:cubicBezTo>
                  <a:cubicBezTo>
                    <a:pt x="37531" y="78194"/>
                    <a:pt x="46794" y="74842"/>
                    <a:pt x="50208" y="68140"/>
                  </a:cubicBezTo>
                  <a:cubicBezTo>
                    <a:pt x="53622" y="61438"/>
                    <a:pt x="49234" y="53993"/>
                    <a:pt x="40458" y="51384"/>
                  </a:cubicBezTo>
                  <a:cubicBezTo>
                    <a:pt x="36071" y="50267"/>
                    <a:pt x="30709" y="50641"/>
                    <a:pt x="26808" y="52127"/>
                  </a:cubicBezTo>
                  <a:cubicBezTo>
                    <a:pt x="26321" y="52127"/>
                    <a:pt x="26321" y="52127"/>
                    <a:pt x="26321" y="52501"/>
                  </a:cubicBezTo>
                  <a:cubicBezTo>
                    <a:pt x="52156" y="0"/>
                    <a:pt x="52156" y="0"/>
                    <a:pt x="52156" y="0"/>
                  </a:cubicBezTo>
                  <a:cubicBezTo>
                    <a:pt x="57517" y="1491"/>
                    <a:pt x="62879" y="2976"/>
                    <a:pt x="68246" y="5211"/>
                  </a:cubicBezTo>
                  <a:cubicBezTo>
                    <a:pt x="114067" y="23458"/>
                    <a:pt x="120889" y="48776"/>
                    <a:pt x="119916" y="76334"/>
                  </a:cubicBezTo>
                  <a:close/>
                </a:path>
              </a:pathLst>
            </a:custGeom>
            <a:solidFill>
              <a:schemeClr val="accent3">
                <a:alpha val="40000"/>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66" name="Google Shape;266;p75"/>
            <p:cNvSpPr/>
            <p:nvPr/>
          </p:nvSpPr>
          <p:spPr>
            <a:xfrm>
              <a:off x="6100521" y="2254982"/>
              <a:ext cx="758825" cy="768350"/>
            </a:xfrm>
            <a:custGeom>
              <a:avLst/>
              <a:gdLst/>
              <a:ahLst/>
              <a:cxnLst/>
              <a:rect l="l" t="t" r="r" b="b"/>
              <a:pathLst>
                <a:path w="120000" h="120000" extrusionOk="0">
                  <a:moveTo>
                    <a:pt x="67277" y="109088"/>
                  </a:moveTo>
                  <a:cubicBezTo>
                    <a:pt x="70794" y="105122"/>
                    <a:pt x="71800" y="100166"/>
                    <a:pt x="71294" y="95205"/>
                  </a:cubicBezTo>
                  <a:cubicBezTo>
                    <a:pt x="69788" y="85783"/>
                    <a:pt x="60755" y="79338"/>
                    <a:pt x="51211" y="81322"/>
                  </a:cubicBezTo>
                  <a:cubicBezTo>
                    <a:pt x="41672" y="82811"/>
                    <a:pt x="35144" y="91238"/>
                    <a:pt x="36650" y="100661"/>
                  </a:cubicBezTo>
                  <a:cubicBezTo>
                    <a:pt x="37655" y="105622"/>
                    <a:pt x="40672" y="110083"/>
                    <a:pt x="44688" y="112561"/>
                  </a:cubicBezTo>
                  <a:cubicBezTo>
                    <a:pt x="45188" y="112561"/>
                    <a:pt x="45188" y="112561"/>
                    <a:pt x="45188" y="112561"/>
                  </a:cubicBezTo>
                  <a:cubicBezTo>
                    <a:pt x="0" y="120000"/>
                    <a:pt x="0" y="120000"/>
                    <a:pt x="0" y="120000"/>
                  </a:cubicBezTo>
                  <a:cubicBezTo>
                    <a:pt x="1505" y="117522"/>
                    <a:pt x="3011" y="114544"/>
                    <a:pt x="5022" y="111572"/>
                  </a:cubicBezTo>
                  <a:cubicBezTo>
                    <a:pt x="7027" y="108594"/>
                    <a:pt x="18077" y="91733"/>
                    <a:pt x="23600" y="83305"/>
                  </a:cubicBezTo>
                  <a:cubicBezTo>
                    <a:pt x="25605" y="80333"/>
                    <a:pt x="26111" y="76861"/>
                    <a:pt x="25105" y="73883"/>
                  </a:cubicBezTo>
                  <a:cubicBezTo>
                    <a:pt x="15566" y="44133"/>
                    <a:pt x="24100" y="18844"/>
                    <a:pt x="36650" y="0"/>
                  </a:cubicBezTo>
                  <a:cubicBezTo>
                    <a:pt x="73305" y="44133"/>
                    <a:pt x="73305" y="44133"/>
                    <a:pt x="73305" y="44133"/>
                  </a:cubicBezTo>
                  <a:cubicBezTo>
                    <a:pt x="74311" y="45622"/>
                    <a:pt x="76822" y="46116"/>
                    <a:pt x="78827" y="44627"/>
                  </a:cubicBezTo>
                  <a:cubicBezTo>
                    <a:pt x="80333" y="43138"/>
                    <a:pt x="81338" y="41155"/>
                    <a:pt x="81338" y="39172"/>
                  </a:cubicBezTo>
                  <a:cubicBezTo>
                    <a:pt x="81838" y="35700"/>
                    <a:pt x="83350" y="32727"/>
                    <a:pt x="85855" y="30250"/>
                  </a:cubicBezTo>
                  <a:cubicBezTo>
                    <a:pt x="90877" y="26283"/>
                    <a:pt x="98411" y="26777"/>
                    <a:pt x="102927" y="31733"/>
                  </a:cubicBezTo>
                  <a:cubicBezTo>
                    <a:pt x="106944" y="37188"/>
                    <a:pt x="106444" y="44627"/>
                    <a:pt x="100922" y="48594"/>
                  </a:cubicBezTo>
                  <a:cubicBezTo>
                    <a:pt x="98411" y="51072"/>
                    <a:pt x="94894" y="51572"/>
                    <a:pt x="91383" y="51072"/>
                  </a:cubicBezTo>
                  <a:cubicBezTo>
                    <a:pt x="89372" y="50577"/>
                    <a:pt x="87366" y="51572"/>
                    <a:pt x="85355" y="52561"/>
                  </a:cubicBezTo>
                  <a:cubicBezTo>
                    <a:pt x="83850" y="54050"/>
                    <a:pt x="83350" y="56527"/>
                    <a:pt x="84855" y="58016"/>
                  </a:cubicBezTo>
                  <a:cubicBezTo>
                    <a:pt x="120000" y="100661"/>
                    <a:pt x="120000" y="100661"/>
                    <a:pt x="120000" y="100661"/>
                  </a:cubicBezTo>
                  <a:cubicBezTo>
                    <a:pt x="67277" y="109088"/>
                    <a:pt x="67277" y="109088"/>
                    <a:pt x="67277" y="109088"/>
                  </a:cubicBezTo>
                  <a:cubicBezTo>
                    <a:pt x="67277" y="109088"/>
                    <a:pt x="67277" y="109088"/>
                    <a:pt x="67277" y="109088"/>
                  </a:cubicBezTo>
                  <a:close/>
                </a:path>
              </a:pathLst>
            </a:custGeom>
            <a:solidFill>
              <a:schemeClr val="accent3">
                <a:alpha val="6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67" name="Google Shape;267;p75"/>
            <p:cNvSpPr/>
            <p:nvPr/>
          </p:nvSpPr>
          <p:spPr>
            <a:xfrm>
              <a:off x="6077203" y="2806550"/>
              <a:ext cx="788493" cy="852667"/>
            </a:xfrm>
            <a:custGeom>
              <a:avLst/>
              <a:gdLst/>
              <a:ahLst/>
              <a:cxnLst/>
              <a:rect l="l" t="t" r="r" b="b"/>
              <a:pathLst>
                <a:path w="120000" h="120000" extrusionOk="0">
                  <a:moveTo>
                    <a:pt x="120000" y="17550"/>
                  </a:moveTo>
                  <a:cubicBezTo>
                    <a:pt x="101638" y="62235"/>
                    <a:pt x="101638" y="62235"/>
                    <a:pt x="101638" y="62235"/>
                  </a:cubicBezTo>
                  <a:cubicBezTo>
                    <a:pt x="101638" y="62235"/>
                    <a:pt x="101638" y="62235"/>
                    <a:pt x="101638" y="62235"/>
                  </a:cubicBezTo>
                  <a:cubicBezTo>
                    <a:pt x="99707" y="57764"/>
                    <a:pt x="96321" y="54641"/>
                    <a:pt x="91975" y="52849"/>
                  </a:cubicBezTo>
                  <a:cubicBezTo>
                    <a:pt x="83277" y="50169"/>
                    <a:pt x="73613" y="54191"/>
                    <a:pt x="70227" y="62235"/>
                  </a:cubicBezTo>
                  <a:cubicBezTo>
                    <a:pt x="66847" y="69830"/>
                    <a:pt x="71193" y="78767"/>
                    <a:pt x="79891" y="81896"/>
                  </a:cubicBezTo>
                  <a:cubicBezTo>
                    <a:pt x="84726" y="83682"/>
                    <a:pt x="89555" y="83238"/>
                    <a:pt x="93906" y="81003"/>
                  </a:cubicBezTo>
                  <a:cubicBezTo>
                    <a:pt x="93906" y="81003"/>
                    <a:pt x="93906" y="81003"/>
                    <a:pt x="94389" y="81003"/>
                  </a:cubicBezTo>
                  <a:cubicBezTo>
                    <a:pt x="79891" y="115852"/>
                    <a:pt x="79891" y="115852"/>
                    <a:pt x="79891" y="115852"/>
                  </a:cubicBezTo>
                  <a:cubicBezTo>
                    <a:pt x="53315" y="122110"/>
                    <a:pt x="37856" y="119431"/>
                    <a:pt x="37856" y="119431"/>
                  </a:cubicBezTo>
                  <a:cubicBezTo>
                    <a:pt x="28187" y="118537"/>
                    <a:pt x="22392" y="108258"/>
                    <a:pt x="23358" y="101556"/>
                  </a:cubicBezTo>
                  <a:cubicBezTo>
                    <a:pt x="24807" y="94405"/>
                    <a:pt x="25290" y="91277"/>
                    <a:pt x="20944" y="88153"/>
                  </a:cubicBezTo>
                  <a:cubicBezTo>
                    <a:pt x="17075" y="85468"/>
                    <a:pt x="17075" y="81896"/>
                    <a:pt x="19007" y="80553"/>
                  </a:cubicBezTo>
                  <a:cubicBezTo>
                    <a:pt x="20944" y="79216"/>
                    <a:pt x="27704" y="76531"/>
                    <a:pt x="27704" y="76531"/>
                  </a:cubicBezTo>
                  <a:cubicBezTo>
                    <a:pt x="27704" y="76531"/>
                    <a:pt x="22875" y="73408"/>
                    <a:pt x="19972" y="72509"/>
                  </a:cubicBezTo>
                  <a:cubicBezTo>
                    <a:pt x="17075" y="71172"/>
                    <a:pt x="15626" y="66701"/>
                    <a:pt x="17075" y="64021"/>
                  </a:cubicBezTo>
                  <a:cubicBezTo>
                    <a:pt x="18524" y="61342"/>
                    <a:pt x="19007" y="54641"/>
                    <a:pt x="19007" y="54641"/>
                  </a:cubicBezTo>
                  <a:cubicBezTo>
                    <a:pt x="19007" y="54641"/>
                    <a:pt x="12729" y="51512"/>
                    <a:pt x="5480" y="47934"/>
                  </a:cubicBezTo>
                  <a:cubicBezTo>
                    <a:pt x="162" y="45703"/>
                    <a:pt x="-1285" y="42125"/>
                    <a:pt x="1128" y="35873"/>
                  </a:cubicBezTo>
                  <a:cubicBezTo>
                    <a:pt x="49452" y="28273"/>
                    <a:pt x="49452" y="28273"/>
                    <a:pt x="49452" y="28273"/>
                  </a:cubicBezTo>
                  <a:cubicBezTo>
                    <a:pt x="51866" y="28273"/>
                    <a:pt x="52832" y="26487"/>
                    <a:pt x="52832" y="24257"/>
                  </a:cubicBezTo>
                  <a:cubicBezTo>
                    <a:pt x="52349" y="22465"/>
                    <a:pt x="51383" y="20678"/>
                    <a:pt x="49452" y="19785"/>
                  </a:cubicBezTo>
                  <a:cubicBezTo>
                    <a:pt x="46554" y="17999"/>
                    <a:pt x="44617" y="15763"/>
                    <a:pt x="44134" y="12191"/>
                  </a:cubicBezTo>
                  <a:cubicBezTo>
                    <a:pt x="43168" y="6382"/>
                    <a:pt x="47520" y="1018"/>
                    <a:pt x="53798" y="125"/>
                  </a:cubicBezTo>
                  <a:cubicBezTo>
                    <a:pt x="60081" y="-767"/>
                    <a:pt x="65881" y="3254"/>
                    <a:pt x="66847" y="9062"/>
                  </a:cubicBezTo>
                  <a:cubicBezTo>
                    <a:pt x="67330" y="12191"/>
                    <a:pt x="66364" y="15319"/>
                    <a:pt x="64433" y="17550"/>
                  </a:cubicBezTo>
                  <a:cubicBezTo>
                    <a:pt x="62978" y="18892"/>
                    <a:pt x="62495" y="21128"/>
                    <a:pt x="62978" y="22914"/>
                  </a:cubicBezTo>
                  <a:cubicBezTo>
                    <a:pt x="62978" y="24700"/>
                    <a:pt x="65398" y="26043"/>
                    <a:pt x="67330" y="25594"/>
                  </a:cubicBezTo>
                  <a:lnTo>
                    <a:pt x="120000" y="17550"/>
                  </a:lnTo>
                  <a:close/>
                </a:path>
              </a:pathLst>
            </a:custGeom>
            <a:solidFill>
              <a:schemeClr val="accent3">
                <a:alpha val="84313"/>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68" name="Google Shape;268;p75"/>
            <p:cNvSpPr/>
            <p:nvPr/>
          </p:nvSpPr>
          <p:spPr>
            <a:xfrm>
              <a:off x="6565236" y="2943958"/>
              <a:ext cx="891009" cy="1000126"/>
            </a:xfrm>
            <a:custGeom>
              <a:avLst/>
              <a:gdLst/>
              <a:ahLst/>
              <a:cxnLst/>
              <a:rect l="l" t="t" r="r" b="b"/>
              <a:pathLst>
                <a:path w="120000" h="120000" extrusionOk="0">
                  <a:moveTo>
                    <a:pt x="120000" y="81905"/>
                  </a:moveTo>
                  <a:cubicBezTo>
                    <a:pt x="120000" y="94477"/>
                    <a:pt x="120000" y="109333"/>
                    <a:pt x="120000" y="109333"/>
                  </a:cubicBezTo>
                  <a:cubicBezTo>
                    <a:pt x="120000" y="109333"/>
                    <a:pt x="102897" y="120000"/>
                    <a:pt x="62698" y="120000"/>
                  </a:cubicBezTo>
                  <a:cubicBezTo>
                    <a:pt x="22505" y="120000"/>
                    <a:pt x="5830" y="109333"/>
                    <a:pt x="5830" y="109333"/>
                  </a:cubicBezTo>
                  <a:cubicBezTo>
                    <a:pt x="5830" y="91811"/>
                    <a:pt x="5830" y="91811"/>
                    <a:pt x="5830" y="91811"/>
                  </a:cubicBezTo>
                  <a:cubicBezTo>
                    <a:pt x="22505" y="52572"/>
                    <a:pt x="22505" y="52572"/>
                    <a:pt x="22505" y="52572"/>
                  </a:cubicBezTo>
                  <a:cubicBezTo>
                    <a:pt x="22932" y="51050"/>
                    <a:pt x="22078" y="49522"/>
                    <a:pt x="20369" y="48761"/>
                  </a:cubicBezTo>
                  <a:cubicBezTo>
                    <a:pt x="18660" y="48383"/>
                    <a:pt x="16945" y="48383"/>
                    <a:pt x="15236" y="49144"/>
                  </a:cubicBezTo>
                  <a:cubicBezTo>
                    <a:pt x="12672" y="50283"/>
                    <a:pt x="9675" y="50666"/>
                    <a:pt x="6684" y="49522"/>
                  </a:cubicBezTo>
                  <a:cubicBezTo>
                    <a:pt x="1551" y="48000"/>
                    <a:pt x="-1439" y="42666"/>
                    <a:pt x="697" y="37716"/>
                  </a:cubicBezTo>
                  <a:cubicBezTo>
                    <a:pt x="2839" y="33144"/>
                    <a:pt x="8393" y="30855"/>
                    <a:pt x="13954" y="32383"/>
                  </a:cubicBezTo>
                  <a:cubicBezTo>
                    <a:pt x="16945" y="33522"/>
                    <a:pt x="19087" y="35427"/>
                    <a:pt x="19941" y="37716"/>
                  </a:cubicBezTo>
                  <a:cubicBezTo>
                    <a:pt x="20369" y="39238"/>
                    <a:pt x="22078" y="40761"/>
                    <a:pt x="23787" y="41144"/>
                  </a:cubicBezTo>
                  <a:cubicBezTo>
                    <a:pt x="25502" y="41905"/>
                    <a:pt x="27211" y="41144"/>
                    <a:pt x="28065" y="39616"/>
                  </a:cubicBezTo>
                  <a:cubicBezTo>
                    <a:pt x="44741" y="0"/>
                    <a:pt x="44741" y="0"/>
                    <a:pt x="44741" y="0"/>
                  </a:cubicBezTo>
                  <a:cubicBezTo>
                    <a:pt x="73819" y="31616"/>
                    <a:pt x="73819" y="31616"/>
                    <a:pt x="73819" y="31616"/>
                  </a:cubicBezTo>
                  <a:cubicBezTo>
                    <a:pt x="73392" y="31616"/>
                    <a:pt x="73392" y="31616"/>
                    <a:pt x="73392" y="31616"/>
                  </a:cubicBezTo>
                  <a:cubicBezTo>
                    <a:pt x="69113" y="30855"/>
                    <a:pt x="64840" y="32000"/>
                    <a:pt x="61416" y="34283"/>
                  </a:cubicBezTo>
                  <a:cubicBezTo>
                    <a:pt x="55001" y="38855"/>
                    <a:pt x="54147" y="47238"/>
                    <a:pt x="59280" y="52950"/>
                  </a:cubicBezTo>
                  <a:cubicBezTo>
                    <a:pt x="64413" y="58666"/>
                    <a:pt x="73819" y="59427"/>
                    <a:pt x="80234" y="54855"/>
                  </a:cubicBezTo>
                  <a:cubicBezTo>
                    <a:pt x="83652" y="52188"/>
                    <a:pt x="85361" y="48761"/>
                    <a:pt x="85788" y="44950"/>
                  </a:cubicBezTo>
                  <a:cubicBezTo>
                    <a:pt x="85788" y="44950"/>
                    <a:pt x="85788" y="44572"/>
                    <a:pt x="85788" y="44572"/>
                  </a:cubicBezTo>
                  <a:lnTo>
                    <a:pt x="120000" y="81905"/>
                  </a:lnTo>
                  <a:close/>
                </a:path>
              </a:pathLst>
            </a:custGeom>
            <a:solidFill>
              <a:schemeClr val="accent3"/>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69" name="Google Shape;269;p75"/>
            <p:cNvSpPr/>
            <p:nvPr/>
          </p:nvSpPr>
          <p:spPr>
            <a:xfrm>
              <a:off x="6922846" y="2801083"/>
              <a:ext cx="752476" cy="771525"/>
            </a:xfrm>
            <a:custGeom>
              <a:avLst/>
              <a:gdLst/>
              <a:ahLst/>
              <a:cxnLst/>
              <a:rect l="l" t="t" r="r" b="b"/>
              <a:pathLst>
                <a:path w="120000" h="120000" extrusionOk="0">
                  <a:moveTo>
                    <a:pt x="120000" y="0"/>
                  </a:moveTo>
                  <a:cubicBezTo>
                    <a:pt x="114427" y="22716"/>
                    <a:pt x="102783" y="38022"/>
                    <a:pt x="96200" y="49877"/>
                  </a:cubicBezTo>
                  <a:cubicBezTo>
                    <a:pt x="88100" y="65677"/>
                    <a:pt x="85061" y="96294"/>
                    <a:pt x="85061" y="110122"/>
                  </a:cubicBezTo>
                  <a:cubicBezTo>
                    <a:pt x="85061" y="120000"/>
                    <a:pt x="85061" y="120000"/>
                    <a:pt x="85061" y="120000"/>
                  </a:cubicBezTo>
                  <a:cubicBezTo>
                    <a:pt x="47594" y="75555"/>
                    <a:pt x="47594" y="75555"/>
                    <a:pt x="47594" y="75555"/>
                  </a:cubicBezTo>
                  <a:cubicBezTo>
                    <a:pt x="46077" y="73577"/>
                    <a:pt x="43544" y="73577"/>
                    <a:pt x="41516" y="75061"/>
                  </a:cubicBezTo>
                  <a:cubicBezTo>
                    <a:pt x="40000" y="76050"/>
                    <a:pt x="38988" y="78022"/>
                    <a:pt x="38988" y="80494"/>
                  </a:cubicBezTo>
                  <a:cubicBezTo>
                    <a:pt x="38988" y="83455"/>
                    <a:pt x="37466" y="86911"/>
                    <a:pt x="34427" y="89383"/>
                  </a:cubicBezTo>
                  <a:cubicBezTo>
                    <a:pt x="29366" y="93333"/>
                    <a:pt x="21772" y="92344"/>
                    <a:pt x="17216" y="87405"/>
                  </a:cubicBezTo>
                  <a:cubicBezTo>
                    <a:pt x="13166" y="82466"/>
                    <a:pt x="14177" y="75061"/>
                    <a:pt x="19238" y="70616"/>
                  </a:cubicBezTo>
                  <a:cubicBezTo>
                    <a:pt x="21772" y="68644"/>
                    <a:pt x="25316" y="67655"/>
                    <a:pt x="28861" y="68150"/>
                  </a:cubicBezTo>
                  <a:cubicBezTo>
                    <a:pt x="30883" y="68644"/>
                    <a:pt x="33416" y="68150"/>
                    <a:pt x="34938" y="66666"/>
                  </a:cubicBezTo>
                  <a:cubicBezTo>
                    <a:pt x="36455" y="65183"/>
                    <a:pt x="36961" y="62716"/>
                    <a:pt x="35444" y="61233"/>
                  </a:cubicBezTo>
                  <a:cubicBezTo>
                    <a:pt x="0" y="18766"/>
                    <a:pt x="0" y="18766"/>
                    <a:pt x="0" y="18766"/>
                  </a:cubicBezTo>
                  <a:cubicBezTo>
                    <a:pt x="53672" y="10372"/>
                    <a:pt x="53672" y="10372"/>
                    <a:pt x="53672" y="10372"/>
                  </a:cubicBezTo>
                  <a:cubicBezTo>
                    <a:pt x="53166" y="10372"/>
                    <a:pt x="53166" y="10866"/>
                    <a:pt x="53166" y="10866"/>
                  </a:cubicBezTo>
                  <a:cubicBezTo>
                    <a:pt x="50127" y="14816"/>
                    <a:pt x="48605" y="19755"/>
                    <a:pt x="49622" y="24200"/>
                  </a:cubicBezTo>
                  <a:cubicBezTo>
                    <a:pt x="51138" y="33577"/>
                    <a:pt x="60255" y="40000"/>
                    <a:pt x="69366" y="38516"/>
                  </a:cubicBezTo>
                  <a:cubicBezTo>
                    <a:pt x="78988" y="37038"/>
                    <a:pt x="85572" y="28150"/>
                    <a:pt x="84050" y="18766"/>
                  </a:cubicBezTo>
                  <a:cubicBezTo>
                    <a:pt x="83038" y="13827"/>
                    <a:pt x="80000" y="9877"/>
                    <a:pt x="75950" y="7405"/>
                  </a:cubicBezTo>
                  <a:cubicBezTo>
                    <a:pt x="75950" y="6911"/>
                    <a:pt x="75444" y="6911"/>
                    <a:pt x="75444" y="6911"/>
                  </a:cubicBezTo>
                  <a:lnTo>
                    <a:pt x="120000" y="0"/>
                  </a:lnTo>
                  <a:close/>
                </a:path>
              </a:pathLst>
            </a:custGeom>
            <a:solidFill>
              <a:schemeClr val="accent3">
                <a:alpha val="24313"/>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70" name="Google Shape;270;p75"/>
            <p:cNvSpPr/>
            <p:nvPr/>
          </p:nvSpPr>
          <p:spPr>
            <a:xfrm>
              <a:off x="6734329" y="4086828"/>
              <a:ext cx="595044" cy="181898"/>
            </a:xfrm>
            <a:custGeom>
              <a:avLst/>
              <a:gdLst/>
              <a:ahLst/>
              <a:cxnLst/>
              <a:rect l="l" t="t" r="r" b="b"/>
              <a:pathLst>
                <a:path w="120000" h="120000" extrusionOk="0">
                  <a:moveTo>
                    <a:pt x="116134" y="87"/>
                  </a:moveTo>
                  <a:cubicBezTo>
                    <a:pt x="115495" y="87"/>
                    <a:pt x="114851" y="87"/>
                    <a:pt x="114212" y="2181"/>
                  </a:cubicBezTo>
                  <a:cubicBezTo>
                    <a:pt x="68753" y="88058"/>
                    <a:pt x="68753" y="88058"/>
                    <a:pt x="68753" y="88058"/>
                  </a:cubicBezTo>
                  <a:cubicBezTo>
                    <a:pt x="63633" y="98530"/>
                    <a:pt x="56585" y="98530"/>
                    <a:pt x="50825" y="88058"/>
                  </a:cubicBezTo>
                  <a:cubicBezTo>
                    <a:pt x="6005" y="2181"/>
                    <a:pt x="6005" y="2181"/>
                    <a:pt x="6005" y="2181"/>
                  </a:cubicBezTo>
                  <a:cubicBezTo>
                    <a:pt x="4084" y="-2007"/>
                    <a:pt x="1523" y="87"/>
                    <a:pt x="240" y="6370"/>
                  </a:cubicBezTo>
                  <a:cubicBezTo>
                    <a:pt x="-397" y="12654"/>
                    <a:pt x="240" y="18938"/>
                    <a:pt x="2162" y="23127"/>
                  </a:cubicBezTo>
                  <a:cubicBezTo>
                    <a:pt x="46982" y="109003"/>
                    <a:pt x="46982" y="109003"/>
                    <a:pt x="46982" y="109003"/>
                  </a:cubicBezTo>
                  <a:cubicBezTo>
                    <a:pt x="55307" y="123665"/>
                    <a:pt x="64910" y="123665"/>
                    <a:pt x="72597" y="109003"/>
                  </a:cubicBezTo>
                  <a:cubicBezTo>
                    <a:pt x="118055" y="23127"/>
                    <a:pt x="118055" y="23127"/>
                    <a:pt x="118055" y="23127"/>
                  </a:cubicBezTo>
                  <a:cubicBezTo>
                    <a:pt x="119977" y="18938"/>
                    <a:pt x="120616" y="12654"/>
                    <a:pt x="119333" y="6370"/>
                  </a:cubicBezTo>
                  <a:cubicBezTo>
                    <a:pt x="118694" y="2181"/>
                    <a:pt x="117417" y="87"/>
                    <a:pt x="116134" y="87"/>
                  </a:cubicBezTo>
                  <a:close/>
                </a:path>
              </a:pathLst>
            </a:custGeom>
            <a:solidFill>
              <a:schemeClr val="accent3">
                <a:alpha val="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71" name="Google Shape;271;p75"/>
            <p:cNvSpPr/>
            <p:nvPr/>
          </p:nvSpPr>
          <p:spPr>
            <a:xfrm>
              <a:off x="6734329" y="4229703"/>
              <a:ext cx="595044" cy="181898"/>
            </a:xfrm>
            <a:custGeom>
              <a:avLst/>
              <a:gdLst/>
              <a:ahLst/>
              <a:cxnLst/>
              <a:rect l="l" t="t" r="r" b="b"/>
              <a:pathLst>
                <a:path w="120000" h="120000" extrusionOk="0">
                  <a:moveTo>
                    <a:pt x="116134" y="87"/>
                  </a:moveTo>
                  <a:cubicBezTo>
                    <a:pt x="115495" y="87"/>
                    <a:pt x="114851" y="2181"/>
                    <a:pt x="114212" y="2181"/>
                  </a:cubicBezTo>
                  <a:cubicBezTo>
                    <a:pt x="68753" y="88058"/>
                    <a:pt x="68753" y="88058"/>
                    <a:pt x="68753" y="88058"/>
                  </a:cubicBezTo>
                  <a:cubicBezTo>
                    <a:pt x="63633" y="98530"/>
                    <a:pt x="56585" y="98530"/>
                    <a:pt x="50825" y="88058"/>
                  </a:cubicBezTo>
                  <a:cubicBezTo>
                    <a:pt x="6005" y="2181"/>
                    <a:pt x="6005" y="2181"/>
                    <a:pt x="6005" y="2181"/>
                  </a:cubicBezTo>
                  <a:cubicBezTo>
                    <a:pt x="4084" y="-2007"/>
                    <a:pt x="1523" y="87"/>
                    <a:pt x="240" y="6370"/>
                  </a:cubicBezTo>
                  <a:cubicBezTo>
                    <a:pt x="-397" y="12654"/>
                    <a:pt x="240" y="21032"/>
                    <a:pt x="2162" y="25221"/>
                  </a:cubicBezTo>
                  <a:cubicBezTo>
                    <a:pt x="46982" y="109003"/>
                    <a:pt x="46982" y="109003"/>
                    <a:pt x="46982" y="109003"/>
                  </a:cubicBezTo>
                  <a:cubicBezTo>
                    <a:pt x="55307" y="123665"/>
                    <a:pt x="64910" y="123665"/>
                    <a:pt x="72597" y="109003"/>
                  </a:cubicBezTo>
                  <a:cubicBezTo>
                    <a:pt x="118055" y="25221"/>
                    <a:pt x="118055" y="25221"/>
                    <a:pt x="118055" y="25221"/>
                  </a:cubicBezTo>
                  <a:cubicBezTo>
                    <a:pt x="119977" y="21032"/>
                    <a:pt x="120616" y="12654"/>
                    <a:pt x="119333" y="6370"/>
                  </a:cubicBezTo>
                  <a:cubicBezTo>
                    <a:pt x="118694" y="2181"/>
                    <a:pt x="117417" y="87"/>
                    <a:pt x="116134" y="87"/>
                  </a:cubicBezTo>
                  <a:close/>
                </a:path>
              </a:pathLst>
            </a:custGeom>
            <a:solidFill>
              <a:schemeClr val="accent3">
                <a:alpha val="4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72" name="Google Shape;272;p75"/>
            <p:cNvSpPr/>
            <p:nvPr/>
          </p:nvSpPr>
          <p:spPr>
            <a:xfrm>
              <a:off x="6734329" y="4374692"/>
              <a:ext cx="595044" cy="182960"/>
            </a:xfrm>
            <a:custGeom>
              <a:avLst/>
              <a:gdLst/>
              <a:ahLst/>
              <a:cxnLst/>
              <a:rect l="l" t="t" r="r" b="b"/>
              <a:pathLst>
                <a:path w="120000" h="120000" extrusionOk="0">
                  <a:moveTo>
                    <a:pt x="116134" y="780"/>
                  </a:moveTo>
                  <a:cubicBezTo>
                    <a:pt x="115495" y="780"/>
                    <a:pt x="114851" y="780"/>
                    <a:pt x="114212" y="780"/>
                  </a:cubicBezTo>
                  <a:cubicBezTo>
                    <a:pt x="68753" y="86160"/>
                    <a:pt x="68753" y="86160"/>
                    <a:pt x="68753" y="86160"/>
                  </a:cubicBezTo>
                  <a:cubicBezTo>
                    <a:pt x="63633" y="96572"/>
                    <a:pt x="56585" y="96572"/>
                    <a:pt x="50825" y="86160"/>
                  </a:cubicBezTo>
                  <a:cubicBezTo>
                    <a:pt x="6005" y="780"/>
                    <a:pt x="6005" y="780"/>
                    <a:pt x="6005" y="780"/>
                  </a:cubicBezTo>
                  <a:cubicBezTo>
                    <a:pt x="4084" y="-1301"/>
                    <a:pt x="1523" y="780"/>
                    <a:pt x="240" y="7028"/>
                  </a:cubicBezTo>
                  <a:cubicBezTo>
                    <a:pt x="-397" y="13275"/>
                    <a:pt x="240" y="19522"/>
                    <a:pt x="2162" y="23687"/>
                  </a:cubicBezTo>
                  <a:cubicBezTo>
                    <a:pt x="46982" y="109067"/>
                    <a:pt x="46982" y="109067"/>
                    <a:pt x="46982" y="109067"/>
                  </a:cubicBezTo>
                  <a:cubicBezTo>
                    <a:pt x="55307" y="123644"/>
                    <a:pt x="64910" y="123644"/>
                    <a:pt x="72597" y="109067"/>
                  </a:cubicBezTo>
                  <a:cubicBezTo>
                    <a:pt x="118055" y="23687"/>
                    <a:pt x="118055" y="23687"/>
                    <a:pt x="118055" y="23687"/>
                  </a:cubicBezTo>
                  <a:cubicBezTo>
                    <a:pt x="119977" y="19522"/>
                    <a:pt x="120616" y="13275"/>
                    <a:pt x="119333" y="7028"/>
                  </a:cubicBezTo>
                  <a:cubicBezTo>
                    <a:pt x="118694" y="2863"/>
                    <a:pt x="117417" y="780"/>
                    <a:pt x="116134" y="780"/>
                  </a:cubicBezTo>
                  <a:close/>
                </a:path>
              </a:pathLst>
            </a:custGeom>
            <a:solidFill>
              <a:schemeClr val="accent3">
                <a:alpha val="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273" name="Google Shape;273;p75"/>
          <p:cNvSpPr/>
          <p:nvPr/>
        </p:nvSpPr>
        <p:spPr>
          <a:xfrm>
            <a:off x="2181013" y="1481729"/>
            <a:ext cx="279327" cy="279327"/>
          </a:xfrm>
          <a:custGeom>
            <a:avLst/>
            <a:gdLst/>
            <a:ahLst/>
            <a:cxnLst/>
            <a:rect l="l" t="t" r="r" b="b"/>
            <a:pathLst>
              <a:path w="120000" h="120000" extrusionOk="0">
                <a:moveTo>
                  <a:pt x="97116" y="71977"/>
                </a:moveTo>
                <a:cubicBezTo>
                  <a:pt x="94833" y="68100"/>
                  <a:pt x="92088" y="64072"/>
                  <a:pt x="88950" y="59972"/>
                </a:cubicBezTo>
                <a:cubicBezTo>
                  <a:pt x="92072" y="55905"/>
                  <a:pt x="94844" y="51883"/>
                  <a:pt x="97116" y="48022"/>
                </a:cubicBezTo>
                <a:cubicBezTo>
                  <a:pt x="107833" y="51005"/>
                  <a:pt x="114544" y="55266"/>
                  <a:pt x="114544" y="60000"/>
                </a:cubicBezTo>
                <a:cubicBezTo>
                  <a:pt x="114544" y="64733"/>
                  <a:pt x="107833" y="68994"/>
                  <a:pt x="97116" y="71977"/>
                </a:cubicBezTo>
                <a:moveTo>
                  <a:pt x="98566" y="98572"/>
                </a:moveTo>
                <a:cubicBezTo>
                  <a:pt x="95222" y="101916"/>
                  <a:pt x="87444" y="100155"/>
                  <a:pt x="77755" y="94694"/>
                </a:cubicBezTo>
                <a:cubicBezTo>
                  <a:pt x="78877" y="90338"/>
                  <a:pt x="79805" y="85588"/>
                  <a:pt x="80483" y="80488"/>
                </a:cubicBezTo>
                <a:cubicBezTo>
                  <a:pt x="85583" y="79811"/>
                  <a:pt x="90338" y="78877"/>
                  <a:pt x="94688" y="77755"/>
                </a:cubicBezTo>
                <a:cubicBezTo>
                  <a:pt x="100155" y="87444"/>
                  <a:pt x="101916" y="95222"/>
                  <a:pt x="98566" y="98572"/>
                </a:cubicBezTo>
                <a:moveTo>
                  <a:pt x="85577" y="64227"/>
                </a:moveTo>
                <a:cubicBezTo>
                  <a:pt x="87983" y="67327"/>
                  <a:pt x="90105" y="70344"/>
                  <a:pt x="91966" y="73250"/>
                </a:cubicBezTo>
                <a:cubicBezTo>
                  <a:pt x="88611" y="73983"/>
                  <a:pt x="84972" y="74605"/>
                  <a:pt x="81094" y="75094"/>
                </a:cubicBezTo>
                <a:cubicBezTo>
                  <a:pt x="81283" y="73083"/>
                  <a:pt x="81416" y="71022"/>
                  <a:pt x="81538" y="68938"/>
                </a:cubicBezTo>
                <a:cubicBezTo>
                  <a:pt x="82944" y="67372"/>
                  <a:pt x="84277" y="65800"/>
                  <a:pt x="85577" y="64227"/>
                </a:cubicBezTo>
                <a:moveTo>
                  <a:pt x="85566" y="55733"/>
                </a:moveTo>
                <a:cubicBezTo>
                  <a:pt x="84277" y="54177"/>
                  <a:pt x="82933" y="52616"/>
                  <a:pt x="81538" y="51061"/>
                </a:cubicBezTo>
                <a:cubicBezTo>
                  <a:pt x="81416" y="48983"/>
                  <a:pt x="81283" y="46916"/>
                  <a:pt x="81094" y="44911"/>
                </a:cubicBezTo>
                <a:cubicBezTo>
                  <a:pt x="84972" y="45394"/>
                  <a:pt x="88611" y="46016"/>
                  <a:pt x="91966" y="46750"/>
                </a:cubicBezTo>
                <a:cubicBezTo>
                  <a:pt x="90116" y="49638"/>
                  <a:pt x="87955" y="52655"/>
                  <a:pt x="85566" y="55733"/>
                </a:cubicBezTo>
                <a:moveTo>
                  <a:pt x="98566" y="21427"/>
                </a:moveTo>
                <a:cubicBezTo>
                  <a:pt x="101916" y="24777"/>
                  <a:pt x="100155" y="32555"/>
                  <a:pt x="94688" y="42244"/>
                </a:cubicBezTo>
                <a:cubicBezTo>
                  <a:pt x="90338" y="41122"/>
                  <a:pt x="85583" y="40188"/>
                  <a:pt x="80483" y="39511"/>
                </a:cubicBezTo>
                <a:cubicBezTo>
                  <a:pt x="79805" y="34411"/>
                  <a:pt x="78877" y="29661"/>
                  <a:pt x="77755" y="25305"/>
                </a:cubicBezTo>
                <a:cubicBezTo>
                  <a:pt x="87444" y="19844"/>
                  <a:pt x="95222" y="18083"/>
                  <a:pt x="98566" y="21427"/>
                </a:cubicBezTo>
                <a:moveTo>
                  <a:pt x="76211" y="66733"/>
                </a:moveTo>
                <a:cubicBezTo>
                  <a:pt x="74711" y="68350"/>
                  <a:pt x="73177" y="69961"/>
                  <a:pt x="71566" y="71572"/>
                </a:cubicBezTo>
                <a:cubicBezTo>
                  <a:pt x="69961" y="73177"/>
                  <a:pt x="68350" y="74716"/>
                  <a:pt x="66733" y="76216"/>
                </a:cubicBezTo>
                <a:cubicBezTo>
                  <a:pt x="64522" y="76294"/>
                  <a:pt x="62288" y="76361"/>
                  <a:pt x="60000" y="76361"/>
                </a:cubicBezTo>
                <a:cubicBezTo>
                  <a:pt x="57705" y="76361"/>
                  <a:pt x="55472" y="76294"/>
                  <a:pt x="53261" y="76216"/>
                </a:cubicBezTo>
                <a:cubicBezTo>
                  <a:pt x="51650" y="74716"/>
                  <a:pt x="50033" y="73177"/>
                  <a:pt x="48427" y="71572"/>
                </a:cubicBezTo>
                <a:cubicBezTo>
                  <a:pt x="46822" y="69961"/>
                  <a:pt x="45288" y="68350"/>
                  <a:pt x="43783" y="66733"/>
                </a:cubicBezTo>
                <a:cubicBezTo>
                  <a:pt x="43700" y="64522"/>
                  <a:pt x="43638" y="62288"/>
                  <a:pt x="43638" y="60000"/>
                </a:cubicBezTo>
                <a:cubicBezTo>
                  <a:pt x="43638" y="57711"/>
                  <a:pt x="43700" y="55477"/>
                  <a:pt x="43783" y="53261"/>
                </a:cubicBezTo>
                <a:cubicBezTo>
                  <a:pt x="45288" y="51650"/>
                  <a:pt x="46822" y="50038"/>
                  <a:pt x="48427" y="48427"/>
                </a:cubicBezTo>
                <a:cubicBezTo>
                  <a:pt x="50033" y="46822"/>
                  <a:pt x="51650" y="45283"/>
                  <a:pt x="53261" y="43783"/>
                </a:cubicBezTo>
                <a:cubicBezTo>
                  <a:pt x="55472" y="43705"/>
                  <a:pt x="57705" y="43638"/>
                  <a:pt x="60000" y="43638"/>
                </a:cubicBezTo>
                <a:cubicBezTo>
                  <a:pt x="62288" y="43638"/>
                  <a:pt x="64522" y="43705"/>
                  <a:pt x="66733" y="43783"/>
                </a:cubicBezTo>
                <a:cubicBezTo>
                  <a:pt x="68350" y="45283"/>
                  <a:pt x="69961" y="46822"/>
                  <a:pt x="71566" y="48427"/>
                </a:cubicBezTo>
                <a:cubicBezTo>
                  <a:pt x="73177" y="50038"/>
                  <a:pt x="74711" y="51650"/>
                  <a:pt x="76211" y="53261"/>
                </a:cubicBezTo>
                <a:cubicBezTo>
                  <a:pt x="76294" y="55477"/>
                  <a:pt x="76361" y="57711"/>
                  <a:pt x="76361" y="60000"/>
                </a:cubicBezTo>
                <a:cubicBezTo>
                  <a:pt x="76361" y="62288"/>
                  <a:pt x="76294" y="64522"/>
                  <a:pt x="76211" y="66733"/>
                </a:cubicBezTo>
                <a:moveTo>
                  <a:pt x="73250" y="91972"/>
                </a:moveTo>
                <a:cubicBezTo>
                  <a:pt x="70344" y="90105"/>
                  <a:pt x="67333" y="87983"/>
                  <a:pt x="64227" y="85577"/>
                </a:cubicBezTo>
                <a:cubicBezTo>
                  <a:pt x="65800" y="84277"/>
                  <a:pt x="67372" y="82950"/>
                  <a:pt x="68938" y="81538"/>
                </a:cubicBezTo>
                <a:cubicBezTo>
                  <a:pt x="71016" y="81416"/>
                  <a:pt x="73083" y="81283"/>
                  <a:pt x="75094" y="81094"/>
                </a:cubicBezTo>
                <a:cubicBezTo>
                  <a:pt x="74605" y="84972"/>
                  <a:pt x="73977" y="88611"/>
                  <a:pt x="73250" y="91972"/>
                </a:cubicBezTo>
                <a:moveTo>
                  <a:pt x="60000" y="114544"/>
                </a:moveTo>
                <a:cubicBezTo>
                  <a:pt x="55266" y="114544"/>
                  <a:pt x="51005" y="107833"/>
                  <a:pt x="48016" y="97116"/>
                </a:cubicBezTo>
                <a:cubicBezTo>
                  <a:pt x="51883" y="94844"/>
                  <a:pt x="55900" y="92072"/>
                  <a:pt x="59972" y="88950"/>
                </a:cubicBezTo>
                <a:cubicBezTo>
                  <a:pt x="64066" y="92088"/>
                  <a:pt x="68100" y="94833"/>
                  <a:pt x="71983" y="97116"/>
                </a:cubicBezTo>
                <a:cubicBezTo>
                  <a:pt x="68994" y="107833"/>
                  <a:pt x="64733" y="114544"/>
                  <a:pt x="60000" y="114544"/>
                </a:cubicBezTo>
                <a:moveTo>
                  <a:pt x="44905" y="81094"/>
                </a:moveTo>
                <a:cubicBezTo>
                  <a:pt x="46916" y="81283"/>
                  <a:pt x="48977" y="81416"/>
                  <a:pt x="51055" y="81538"/>
                </a:cubicBezTo>
                <a:cubicBezTo>
                  <a:pt x="52616" y="82938"/>
                  <a:pt x="54172" y="84277"/>
                  <a:pt x="55733" y="85572"/>
                </a:cubicBezTo>
                <a:cubicBezTo>
                  <a:pt x="52655" y="87955"/>
                  <a:pt x="49638" y="90116"/>
                  <a:pt x="46750" y="91972"/>
                </a:cubicBezTo>
                <a:cubicBezTo>
                  <a:pt x="46016" y="88611"/>
                  <a:pt x="45394" y="84972"/>
                  <a:pt x="44905" y="81094"/>
                </a:cubicBezTo>
                <a:moveTo>
                  <a:pt x="46750" y="28027"/>
                </a:moveTo>
                <a:cubicBezTo>
                  <a:pt x="49655" y="29894"/>
                  <a:pt x="52666" y="32011"/>
                  <a:pt x="55766" y="34422"/>
                </a:cubicBezTo>
                <a:cubicBezTo>
                  <a:pt x="54200" y="35722"/>
                  <a:pt x="52627" y="37055"/>
                  <a:pt x="51055" y="38466"/>
                </a:cubicBezTo>
                <a:cubicBezTo>
                  <a:pt x="48977" y="38583"/>
                  <a:pt x="46916" y="38716"/>
                  <a:pt x="44905" y="38905"/>
                </a:cubicBezTo>
                <a:cubicBezTo>
                  <a:pt x="45394" y="35027"/>
                  <a:pt x="46016" y="31388"/>
                  <a:pt x="46750" y="28027"/>
                </a:cubicBezTo>
                <a:moveTo>
                  <a:pt x="60000" y="5455"/>
                </a:moveTo>
                <a:cubicBezTo>
                  <a:pt x="64733" y="5455"/>
                  <a:pt x="68994" y="12172"/>
                  <a:pt x="71983" y="22883"/>
                </a:cubicBezTo>
                <a:cubicBezTo>
                  <a:pt x="68116" y="25155"/>
                  <a:pt x="64094" y="27927"/>
                  <a:pt x="60022" y="31050"/>
                </a:cubicBezTo>
                <a:cubicBezTo>
                  <a:pt x="55927" y="27911"/>
                  <a:pt x="51894" y="25166"/>
                  <a:pt x="48016" y="22883"/>
                </a:cubicBezTo>
                <a:cubicBezTo>
                  <a:pt x="51005" y="12172"/>
                  <a:pt x="55266" y="5455"/>
                  <a:pt x="60000" y="5455"/>
                </a:cubicBezTo>
                <a:moveTo>
                  <a:pt x="75094" y="38905"/>
                </a:moveTo>
                <a:cubicBezTo>
                  <a:pt x="73083" y="38716"/>
                  <a:pt x="71016" y="38583"/>
                  <a:pt x="68938" y="38466"/>
                </a:cubicBezTo>
                <a:cubicBezTo>
                  <a:pt x="67383" y="37061"/>
                  <a:pt x="65822" y="35722"/>
                  <a:pt x="64266" y="34433"/>
                </a:cubicBezTo>
                <a:cubicBezTo>
                  <a:pt x="67344" y="32044"/>
                  <a:pt x="70361" y="29883"/>
                  <a:pt x="73250" y="28027"/>
                </a:cubicBezTo>
                <a:cubicBezTo>
                  <a:pt x="73977" y="31388"/>
                  <a:pt x="74605" y="35027"/>
                  <a:pt x="75094" y="38905"/>
                </a:cubicBezTo>
                <a:moveTo>
                  <a:pt x="39511" y="39511"/>
                </a:moveTo>
                <a:cubicBezTo>
                  <a:pt x="34411" y="40188"/>
                  <a:pt x="29661" y="41122"/>
                  <a:pt x="25305" y="42244"/>
                </a:cubicBezTo>
                <a:cubicBezTo>
                  <a:pt x="19844" y="32555"/>
                  <a:pt x="18083" y="24777"/>
                  <a:pt x="21433" y="21427"/>
                </a:cubicBezTo>
                <a:cubicBezTo>
                  <a:pt x="24777" y="18083"/>
                  <a:pt x="32555" y="19844"/>
                  <a:pt x="42244" y="25305"/>
                </a:cubicBezTo>
                <a:cubicBezTo>
                  <a:pt x="41122" y="29661"/>
                  <a:pt x="40188" y="34411"/>
                  <a:pt x="39511" y="39511"/>
                </a:cubicBezTo>
                <a:moveTo>
                  <a:pt x="21433" y="98572"/>
                </a:moveTo>
                <a:cubicBezTo>
                  <a:pt x="18083" y="95222"/>
                  <a:pt x="19844" y="87444"/>
                  <a:pt x="25305" y="77755"/>
                </a:cubicBezTo>
                <a:cubicBezTo>
                  <a:pt x="29661" y="78877"/>
                  <a:pt x="34411" y="79811"/>
                  <a:pt x="39511" y="80488"/>
                </a:cubicBezTo>
                <a:cubicBezTo>
                  <a:pt x="40188" y="85588"/>
                  <a:pt x="41122" y="90338"/>
                  <a:pt x="42244" y="94694"/>
                </a:cubicBezTo>
                <a:cubicBezTo>
                  <a:pt x="32555" y="100155"/>
                  <a:pt x="24777" y="101916"/>
                  <a:pt x="21433" y="98572"/>
                </a:cubicBezTo>
                <a:moveTo>
                  <a:pt x="38905" y="75094"/>
                </a:moveTo>
                <a:cubicBezTo>
                  <a:pt x="35027" y="74605"/>
                  <a:pt x="31388" y="73983"/>
                  <a:pt x="28027" y="73250"/>
                </a:cubicBezTo>
                <a:cubicBezTo>
                  <a:pt x="29883" y="70361"/>
                  <a:pt x="32044" y="67344"/>
                  <a:pt x="34427" y="64266"/>
                </a:cubicBezTo>
                <a:cubicBezTo>
                  <a:pt x="35716" y="65822"/>
                  <a:pt x="37061" y="67383"/>
                  <a:pt x="38461" y="68938"/>
                </a:cubicBezTo>
                <a:cubicBezTo>
                  <a:pt x="38577" y="71022"/>
                  <a:pt x="38711" y="73083"/>
                  <a:pt x="38905" y="75094"/>
                </a:cubicBezTo>
                <a:moveTo>
                  <a:pt x="38461" y="51061"/>
                </a:moveTo>
                <a:cubicBezTo>
                  <a:pt x="37050" y="52627"/>
                  <a:pt x="35716" y="54200"/>
                  <a:pt x="34422" y="55772"/>
                </a:cubicBezTo>
                <a:cubicBezTo>
                  <a:pt x="32016" y="52672"/>
                  <a:pt x="29894" y="49655"/>
                  <a:pt x="28027" y="46750"/>
                </a:cubicBezTo>
                <a:cubicBezTo>
                  <a:pt x="31388" y="46016"/>
                  <a:pt x="35027" y="45394"/>
                  <a:pt x="38905" y="44911"/>
                </a:cubicBezTo>
                <a:cubicBezTo>
                  <a:pt x="38711" y="46916"/>
                  <a:pt x="38577" y="48977"/>
                  <a:pt x="38461" y="51061"/>
                </a:cubicBezTo>
                <a:moveTo>
                  <a:pt x="5455" y="60000"/>
                </a:moveTo>
                <a:cubicBezTo>
                  <a:pt x="5455" y="55266"/>
                  <a:pt x="12166" y="51005"/>
                  <a:pt x="22883" y="48022"/>
                </a:cubicBezTo>
                <a:cubicBezTo>
                  <a:pt x="25166" y="51900"/>
                  <a:pt x="27905" y="55927"/>
                  <a:pt x="31044" y="60027"/>
                </a:cubicBezTo>
                <a:cubicBezTo>
                  <a:pt x="27927" y="64094"/>
                  <a:pt x="25155" y="68122"/>
                  <a:pt x="22883" y="71977"/>
                </a:cubicBezTo>
                <a:cubicBezTo>
                  <a:pt x="12166" y="68994"/>
                  <a:pt x="5455" y="64733"/>
                  <a:pt x="5455" y="60000"/>
                </a:cubicBezTo>
                <a:moveTo>
                  <a:pt x="120000" y="60000"/>
                </a:moveTo>
                <a:cubicBezTo>
                  <a:pt x="120000" y="53466"/>
                  <a:pt x="112072" y="47616"/>
                  <a:pt x="99544" y="43627"/>
                </a:cubicBezTo>
                <a:cubicBezTo>
                  <a:pt x="105566" y="31944"/>
                  <a:pt x="107050" y="22194"/>
                  <a:pt x="102427" y="17572"/>
                </a:cubicBezTo>
                <a:cubicBezTo>
                  <a:pt x="97805" y="12955"/>
                  <a:pt x="88055" y="14433"/>
                  <a:pt x="76377" y="20455"/>
                </a:cubicBezTo>
                <a:cubicBezTo>
                  <a:pt x="72383" y="7927"/>
                  <a:pt x="66533" y="0"/>
                  <a:pt x="60000" y="0"/>
                </a:cubicBezTo>
                <a:cubicBezTo>
                  <a:pt x="53461" y="0"/>
                  <a:pt x="47616" y="7927"/>
                  <a:pt x="43622" y="20455"/>
                </a:cubicBezTo>
                <a:cubicBezTo>
                  <a:pt x="31944" y="14433"/>
                  <a:pt x="22194" y="12955"/>
                  <a:pt x="17572" y="17572"/>
                </a:cubicBezTo>
                <a:cubicBezTo>
                  <a:pt x="12950" y="22194"/>
                  <a:pt x="14433" y="31944"/>
                  <a:pt x="20455" y="43627"/>
                </a:cubicBezTo>
                <a:cubicBezTo>
                  <a:pt x="7922" y="47616"/>
                  <a:pt x="0" y="53466"/>
                  <a:pt x="0" y="60000"/>
                </a:cubicBezTo>
                <a:cubicBezTo>
                  <a:pt x="0" y="66533"/>
                  <a:pt x="7922" y="72383"/>
                  <a:pt x="20455" y="76377"/>
                </a:cubicBezTo>
                <a:cubicBezTo>
                  <a:pt x="14433" y="88061"/>
                  <a:pt x="12950" y="97805"/>
                  <a:pt x="17572" y="102427"/>
                </a:cubicBezTo>
                <a:cubicBezTo>
                  <a:pt x="22194" y="107044"/>
                  <a:pt x="31944" y="105566"/>
                  <a:pt x="43622" y="99544"/>
                </a:cubicBezTo>
                <a:cubicBezTo>
                  <a:pt x="47616" y="112072"/>
                  <a:pt x="53461" y="120000"/>
                  <a:pt x="60000" y="120000"/>
                </a:cubicBezTo>
                <a:cubicBezTo>
                  <a:pt x="66533" y="120000"/>
                  <a:pt x="72383" y="112072"/>
                  <a:pt x="76377" y="99544"/>
                </a:cubicBezTo>
                <a:cubicBezTo>
                  <a:pt x="88055" y="105566"/>
                  <a:pt x="97805" y="107044"/>
                  <a:pt x="102427" y="102427"/>
                </a:cubicBezTo>
                <a:cubicBezTo>
                  <a:pt x="107050" y="97805"/>
                  <a:pt x="105566" y="88061"/>
                  <a:pt x="99544" y="76377"/>
                </a:cubicBezTo>
                <a:cubicBezTo>
                  <a:pt x="112072" y="72383"/>
                  <a:pt x="120000" y="66533"/>
                  <a:pt x="120000" y="60000"/>
                </a:cubicBezTo>
                <a:moveTo>
                  <a:pt x="60000" y="54544"/>
                </a:moveTo>
                <a:cubicBezTo>
                  <a:pt x="56988" y="54544"/>
                  <a:pt x="54544" y="56988"/>
                  <a:pt x="54544" y="60000"/>
                </a:cubicBezTo>
                <a:cubicBezTo>
                  <a:pt x="54544" y="63011"/>
                  <a:pt x="56988" y="65455"/>
                  <a:pt x="60000" y="65455"/>
                </a:cubicBezTo>
                <a:cubicBezTo>
                  <a:pt x="63011" y="65455"/>
                  <a:pt x="65455" y="63011"/>
                  <a:pt x="65455" y="60000"/>
                </a:cubicBezTo>
                <a:cubicBezTo>
                  <a:pt x="65455" y="56988"/>
                  <a:pt x="63011" y="54544"/>
                  <a:pt x="60000" y="54544"/>
                </a:cubicBezTo>
              </a:path>
            </a:pathLst>
          </a:custGeom>
          <a:solidFill>
            <a:schemeClr val="dk2"/>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sp>
        <p:nvSpPr>
          <p:cNvPr id="274" name="Google Shape;274;p75"/>
          <p:cNvSpPr/>
          <p:nvPr/>
        </p:nvSpPr>
        <p:spPr>
          <a:xfrm>
            <a:off x="5952311" y="1471483"/>
            <a:ext cx="279327" cy="279327"/>
          </a:xfrm>
          <a:custGeom>
            <a:avLst/>
            <a:gdLst/>
            <a:ahLst/>
            <a:cxnLst/>
            <a:rect l="l" t="t" r="r" b="b"/>
            <a:pathLst>
              <a:path w="120000" h="120000" extrusionOk="0">
                <a:moveTo>
                  <a:pt x="87272" y="103638"/>
                </a:moveTo>
                <a:lnTo>
                  <a:pt x="81816" y="103638"/>
                </a:lnTo>
                <a:lnTo>
                  <a:pt x="81816" y="109088"/>
                </a:lnTo>
                <a:lnTo>
                  <a:pt x="87272" y="109088"/>
                </a:lnTo>
                <a:cubicBezTo>
                  <a:pt x="87272" y="109088"/>
                  <a:pt x="87272" y="103638"/>
                  <a:pt x="87272" y="103638"/>
                </a:cubicBezTo>
                <a:close/>
                <a:moveTo>
                  <a:pt x="87272" y="81816"/>
                </a:moveTo>
                <a:lnTo>
                  <a:pt x="81816" y="81816"/>
                </a:lnTo>
                <a:lnTo>
                  <a:pt x="81816" y="87272"/>
                </a:lnTo>
                <a:lnTo>
                  <a:pt x="87272" y="87272"/>
                </a:lnTo>
                <a:cubicBezTo>
                  <a:pt x="87272" y="87272"/>
                  <a:pt x="87272" y="81816"/>
                  <a:pt x="87272" y="81816"/>
                </a:cubicBezTo>
                <a:close/>
                <a:moveTo>
                  <a:pt x="81816" y="60000"/>
                </a:moveTo>
                <a:lnTo>
                  <a:pt x="87272" y="60000"/>
                </a:lnTo>
                <a:lnTo>
                  <a:pt x="87272" y="54544"/>
                </a:lnTo>
                <a:lnTo>
                  <a:pt x="81816" y="54544"/>
                </a:lnTo>
                <a:cubicBezTo>
                  <a:pt x="81816" y="54544"/>
                  <a:pt x="81816" y="60000"/>
                  <a:pt x="81816" y="60000"/>
                </a:cubicBezTo>
                <a:close/>
                <a:moveTo>
                  <a:pt x="87272" y="92727"/>
                </a:moveTo>
                <a:lnTo>
                  <a:pt x="81816" y="92727"/>
                </a:lnTo>
                <a:lnTo>
                  <a:pt x="81816" y="98183"/>
                </a:lnTo>
                <a:lnTo>
                  <a:pt x="87272" y="98183"/>
                </a:lnTo>
                <a:cubicBezTo>
                  <a:pt x="87272" y="98183"/>
                  <a:pt x="87272" y="92727"/>
                  <a:pt x="87272" y="92727"/>
                </a:cubicBezTo>
                <a:close/>
                <a:moveTo>
                  <a:pt x="81816" y="49088"/>
                </a:moveTo>
                <a:lnTo>
                  <a:pt x="87272" y="49088"/>
                </a:lnTo>
                <a:lnTo>
                  <a:pt x="87272" y="43638"/>
                </a:lnTo>
                <a:lnTo>
                  <a:pt x="81816" y="43638"/>
                </a:lnTo>
                <a:cubicBezTo>
                  <a:pt x="81816" y="43638"/>
                  <a:pt x="81816" y="49088"/>
                  <a:pt x="81816" y="49088"/>
                </a:cubicBezTo>
                <a:close/>
                <a:moveTo>
                  <a:pt x="109088" y="0"/>
                </a:moveTo>
                <a:lnTo>
                  <a:pt x="32727" y="0"/>
                </a:lnTo>
                <a:cubicBezTo>
                  <a:pt x="26700" y="0"/>
                  <a:pt x="21816" y="4883"/>
                  <a:pt x="21816" y="10911"/>
                </a:cubicBezTo>
                <a:lnTo>
                  <a:pt x="21816" y="13638"/>
                </a:lnTo>
                <a:cubicBezTo>
                  <a:pt x="21816" y="15144"/>
                  <a:pt x="23038" y="16361"/>
                  <a:pt x="24544" y="16361"/>
                </a:cubicBezTo>
                <a:cubicBezTo>
                  <a:pt x="26055" y="16361"/>
                  <a:pt x="27272" y="15144"/>
                  <a:pt x="27272" y="13638"/>
                </a:cubicBezTo>
                <a:lnTo>
                  <a:pt x="27272" y="10911"/>
                </a:lnTo>
                <a:cubicBezTo>
                  <a:pt x="27272" y="7900"/>
                  <a:pt x="29716" y="5455"/>
                  <a:pt x="32727" y="5455"/>
                </a:cubicBezTo>
                <a:lnTo>
                  <a:pt x="109088" y="5455"/>
                </a:lnTo>
                <a:cubicBezTo>
                  <a:pt x="112100" y="5455"/>
                  <a:pt x="114544" y="7900"/>
                  <a:pt x="114544" y="10911"/>
                </a:cubicBezTo>
                <a:lnTo>
                  <a:pt x="114544" y="87272"/>
                </a:lnTo>
                <a:cubicBezTo>
                  <a:pt x="114544" y="90283"/>
                  <a:pt x="112100" y="92727"/>
                  <a:pt x="109088" y="92727"/>
                </a:cubicBezTo>
                <a:lnTo>
                  <a:pt x="106361" y="92727"/>
                </a:lnTo>
                <a:cubicBezTo>
                  <a:pt x="104855" y="92727"/>
                  <a:pt x="103638" y="93950"/>
                  <a:pt x="103638" y="95455"/>
                </a:cubicBezTo>
                <a:cubicBezTo>
                  <a:pt x="103638" y="96961"/>
                  <a:pt x="104855" y="98183"/>
                  <a:pt x="106361" y="98183"/>
                </a:cubicBezTo>
                <a:lnTo>
                  <a:pt x="109088" y="98183"/>
                </a:lnTo>
                <a:cubicBezTo>
                  <a:pt x="115116" y="98183"/>
                  <a:pt x="120000" y="93300"/>
                  <a:pt x="120000" y="87272"/>
                </a:cubicBezTo>
                <a:lnTo>
                  <a:pt x="120000" y="10911"/>
                </a:lnTo>
                <a:cubicBezTo>
                  <a:pt x="120000" y="4883"/>
                  <a:pt x="115116" y="0"/>
                  <a:pt x="109088" y="0"/>
                </a:cubicBezTo>
                <a:moveTo>
                  <a:pt x="81816" y="38183"/>
                </a:moveTo>
                <a:lnTo>
                  <a:pt x="87272" y="38183"/>
                </a:lnTo>
                <a:lnTo>
                  <a:pt x="87272" y="32727"/>
                </a:lnTo>
                <a:lnTo>
                  <a:pt x="81816" y="32727"/>
                </a:lnTo>
                <a:cubicBezTo>
                  <a:pt x="81816" y="32727"/>
                  <a:pt x="81816" y="38183"/>
                  <a:pt x="81816" y="38183"/>
                </a:cubicBezTo>
                <a:close/>
                <a:moveTo>
                  <a:pt x="92727" y="68183"/>
                </a:moveTo>
                <a:lnTo>
                  <a:pt x="76361" y="68183"/>
                </a:lnTo>
                <a:lnTo>
                  <a:pt x="76361" y="27272"/>
                </a:lnTo>
                <a:lnTo>
                  <a:pt x="87272" y="27272"/>
                </a:lnTo>
                <a:cubicBezTo>
                  <a:pt x="90283" y="27272"/>
                  <a:pt x="92727" y="29716"/>
                  <a:pt x="92727" y="32727"/>
                </a:cubicBezTo>
                <a:cubicBezTo>
                  <a:pt x="92727" y="32727"/>
                  <a:pt x="92727" y="68183"/>
                  <a:pt x="92727" y="68183"/>
                </a:cubicBezTo>
                <a:close/>
                <a:moveTo>
                  <a:pt x="92727" y="109088"/>
                </a:moveTo>
                <a:cubicBezTo>
                  <a:pt x="92727" y="112100"/>
                  <a:pt x="90283" y="114544"/>
                  <a:pt x="87272" y="114544"/>
                </a:cubicBezTo>
                <a:lnTo>
                  <a:pt x="76361" y="114544"/>
                </a:lnTo>
                <a:lnTo>
                  <a:pt x="76361" y="73638"/>
                </a:lnTo>
                <a:lnTo>
                  <a:pt x="92727" y="73638"/>
                </a:lnTo>
                <a:cubicBezTo>
                  <a:pt x="92727" y="73638"/>
                  <a:pt x="92727" y="109088"/>
                  <a:pt x="92727" y="109088"/>
                </a:cubicBezTo>
                <a:close/>
                <a:moveTo>
                  <a:pt x="70911" y="68183"/>
                </a:moveTo>
                <a:lnTo>
                  <a:pt x="27272" y="68183"/>
                </a:lnTo>
                <a:lnTo>
                  <a:pt x="27272" y="27272"/>
                </a:lnTo>
                <a:lnTo>
                  <a:pt x="70911" y="27272"/>
                </a:lnTo>
                <a:cubicBezTo>
                  <a:pt x="70911" y="27272"/>
                  <a:pt x="70911" y="68183"/>
                  <a:pt x="70911" y="68183"/>
                </a:cubicBezTo>
                <a:close/>
                <a:moveTo>
                  <a:pt x="70911" y="114544"/>
                </a:moveTo>
                <a:lnTo>
                  <a:pt x="27272" y="114544"/>
                </a:lnTo>
                <a:lnTo>
                  <a:pt x="27272" y="73638"/>
                </a:lnTo>
                <a:lnTo>
                  <a:pt x="70911" y="73638"/>
                </a:lnTo>
                <a:cubicBezTo>
                  <a:pt x="70911" y="73638"/>
                  <a:pt x="70911" y="114544"/>
                  <a:pt x="70911" y="114544"/>
                </a:cubicBezTo>
                <a:close/>
                <a:moveTo>
                  <a:pt x="21816" y="68183"/>
                </a:moveTo>
                <a:lnTo>
                  <a:pt x="5455" y="68183"/>
                </a:lnTo>
                <a:lnTo>
                  <a:pt x="5455" y="32727"/>
                </a:lnTo>
                <a:cubicBezTo>
                  <a:pt x="5455" y="29716"/>
                  <a:pt x="7900" y="27272"/>
                  <a:pt x="10911" y="27272"/>
                </a:cubicBezTo>
                <a:lnTo>
                  <a:pt x="21816" y="27272"/>
                </a:lnTo>
                <a:cubicBezTo>
                  <a:pt x="21816" y="27272"/>
                  <a:pt x="21816" y="68183"/>
                  <a:pt x="21816" y="68183"/>
                </a:cubicBezTo>
                <a:close/>
                <a:moveTo>
                  <a:pt x="21816" y="114544"/>
                </a:moveTo>
                <a:lnTo>
                  <a:pt x="10911" y="114544"/>
                </a:lnTo>
                <a:cubicBezTo>
                  <a:pt x="7900" y="114544"/>
                  <a:pt x="5455" y="112100"/>
                  <a:pt x="5455" y="109088"/>
                </a:cubicBezTo>
                <a:lnTo>
                  <a:pt x="5455" y="73638"/>
                </a:lnTo>
                <a:lnTo>
                  <a:pt x="21816" y="73638"/>
                </a:lnTo>
                <a:cubicBezTo>
                  <a:pt x="21816" y="73638"/>
                  <a:pt x="21816" y="114544"/>
                  <a:pt x="21816" y="114544"/>
                </a:cubicBezTo>
                <a:close/>
                <a:moveTo>
                  <a:pt x="87272" y="21816"/>
                </a:moveTo>
                <a:lnTo>
                  <a:pt x="10911" y="21816"/>
                </a:lnTo>
                <a:cubicBezTo>
                  <a:pt x="4883" y="21816"/>
                  <a:pt x="0" y="26700"/>
                  <a:pt x="0" y="32727"/>
                </a:cubicBezTo>
                <a:lnTo>
                  <a:pt x="0" y="109088"/>
                </a:lnTo>
                <a:cubicBezTo>
                  <a:pt x="0" y="115116"/>
                  <a:pt x="4883" y="120000"/>
                  <a:pt x="10911" y="120000"/>
                </a:cubicBezTo>
                <a:lnTo>
                  <a:pt x="87272" y="120000"/>
                </a:lnTo>
                <a:cubicBezTo>
                  <a:pt x="93300" y="120000"/>
                  <a:pt x="98183" y="115116"/>
                  <a:pt x="98183" y="109088"/>
                </a:cubicBezTo>
                <a:lnTo>
                  <a:pt x="98183" y="32727"/>
                </a:lnTo>
                <a:cubicBezTo>
                  <a:pt x="98183" y="26700"/>
                  <a:pt x="93300" y="21816"/>
                  <a:pt x="87272" y="21816"/>
                </a:cubicBezTo>
                <a:moveTo>
                  <a:pt x="10911" y="49088"/>
                </a:moveTo>
                <a:lnTo>
                  <a:pt x="16361" y="49088"/>
                </a:lnTo>
                <a:lnTo>
                  <a:pt x="16361" y="43638"/>
                </a:lnTo>
                <a:lnTo>
                  <a:pt x="10911" y="43638"/>
                </a:lnTo>
                <a:cubicBezTo>
                  <a:pt x="10911" y="43638"/>
                  <a:pt x="10911" y="49088"/>
                  <a:pt x="10911" y="49088"/>
                </a:cubicBezTo>
                <a:close/>
                <a:moveTo>
                  <a:pt x="10911" y="60000"/>
                </a:moveTo>
                <a:lnTo>
                  <a:pt x="16361" y="60000"/>
                </a:lnTo>
                <a:lnTo>
                  <a:pt x="16361" y="54544"/>
                </a:lnTo>
                <a:lnTo>
                  <a:pt x="10911" y="54544"/>
                </a:lnTo>
                <a:cubicBezTo>
                  <a:pt x="10911" y="54544"/>
                  <a:pt x="10911" y="60000"/>
                  <a:pt x="10911" y="60000"/>
                </a:cubicBezTo>
                <a:close/>
                <a:moveTo>
                  <a:pt x="16361" y="92727"/>
                </a:moveTo>
                <a:lnTo>
                  <a:pt x="10911" y="92727"/>
                </a:lnTo>
                <a:lnTo>
                  <a:pt x="10911" y="98183"/>
                </a:lnTo>
                <a:lnTo>
                  <a:pt x="16361" y="98183"/>
                </a:lnTo>
                <a:cubicBezTo>
                  <a:pt x="16361" y="98183"/>
                  <a:pt x="16361" y="92727"/>
                  <a:pt x="16361" y="92727"/>
                </a:cubicBezTo>
                <a:close/>
                <a:moveTo>
                  <a:pt x="10911" y="38183"/>
                </a:moveTo>
                <a:lnTo>
                  <a:pt x="16361" y="38183"/>
                </a:lnTo>
                <a:lnTo>
                  <a:pt x="16361" y="32727"/>
                </a:lnTo>
                <a:lnTo>
                  <a:pt x="10911" y="32727"/>
                </a:lnTo>
                <a:cubicBezTo>
                  <a:pt x="10911" y="32727"/>
                  <a:pt x="10911" y="38183"/>
                  <a:pt x="10911" y="38183"/>
                </a:cubicBezTo>
                <a:close/>
                <a:moveTo>
                  <a:pt x="16361" y="81816"/>
                </a:moveTo>
                <a:lnTo>
                  <a:pt x="10911" y="81816"/>
                </a:lnTo>
                <a:lnTo>
                  <a:pt x="10911" y="87272"/>
                </a:lnTo>
                <a:lnTo>
                  <a:pt x="16361" y="87272"/>
                </a:lnTo>
                <a:cubicBezTo>
                  <a:pt x="16361" y="87272"/>
                  <a:pt x="16361" y="81816"/>
                  <a:pt x="16361" y="81816"/>
                </a:cubicBezTo>
                <a:close/>
                <a:moveTo>
                  <a:pt x="16361" y="103638"/>
                </a:moveTo>
                <a:lnTo>
                  <a:pt x="10911" y="103638"/>
                </a:lnTo>
                <a:lnTo>
                  <a:pt x="10911" y="109088"/>
                </a:lnTo>
                <a:lnTo>
                  <a:pt x="16361" y="109088"/>
                </a:lnTo>
                <a:cubicBezTo>
                  <a:pt x="16361" y="109088"/>
                  <a:pt x="16361" y="103638"/>
                  <a:pt x="16361" y="103638"/>
                </a:cubicBezTo>
                <a:close/>
              </a:path>
            </a:pathLst>
          </a:custGeom>
          <a:solidFill>
            <a:schemeClr val="dk2"/>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sp>
        <p:nvSpPr>
          <p:cNvPr id="275" name="Google Shape;275;p75"/>
          <p:cNvSpPr/>
          <p:nvPr/>
        </p:nvSpPr>
        <p:spPr>
          <a:xfrm>
            <a:off x="9969811" y="1496867"/>
            <a:ext cx="279327" cy="253943"/>
          </a:xfrm>
          <a:custGeom>
            <a:avLst/>
            <a:gdLst/>
            <a:ahLst/>
            <a:cxnLst/>
            <a:rect l="l" t="t" r="r" b="b"/>
            <a:pathLst>
              <a:path w="120000" h="120000" extrusionOk="0">
                <a:moveTo>
                  <a:pt x="95455" y="69000"/>
                </a:moveTo>
                <a:cubicBezTo>
                  <a:pt x="90933" y="69000"/>
                  <a:pt x="87272" y="64966"/>
                  <a:pt x="87272" y="60000"/>
                </a:cubicBezTo>
                <a:cubicBezTo>
                  <a:pt x="87272" y="55033"/>
                  <a:pt x="90933" y="51000"/>
                  <a:pt x="95455" y="51000"/>
                </a:cubicBezTo>
                <a:cubicBezTo>
                  <a:pt x="99972" y="51000"/>
                  <a:pt x="103638" y="55033"/>
                  <a:pt x="103638" y="60000"/>
                </a:cubicBezTo>
                <a:cubicBezTo>
                  <a:pt x="103638" y="64966"/>
                  <a:pt x="99972" y="69000"/>
                  <a:pt x="95455" y="69000"/>
                </a:cubicBezTo>
                <a:moveTo>
                  <a:pt x="117272" y="57000"/>
                </a:moveTo>
                <a:lnTo>
                  <a:pt x="108816" y="57000"/>
                </a:lnTo>
                <a:cubicBezTo>
                  <a:pt x="107555" y="50155"/>
                  <a:pt x="102050" y="45000"/>
                  <a:pt x="95455" y="45000"/>
                </a:cubicBezTo>
                <a:cubicBezTo>
                  <a:pt x="88855" y="45000"/>
                  <a:pt x="83355" y="50155"/>
                  <a:pt x="82094" y="57000"/>
                </a:cubicBezTo>
                <a:lnTo>
                  <a:pt x="2727" y="57000"/>
                </a:lnTo>
                <a:cubicBezTo>
                  <a:pt x="1222" y="57000"/>
                  <a:pt x="0" y="58344"/>
                  <a:pt x="0" y="60000"/>
                </a:cubicBezTo>
                <a:cubicBezTo>
                  <a:pt x="0" y="61655"/>
                  <a:pt x="1222" y="63000"/>
                  <a:pt x="2727" y="63000"/>
                </a:cubicBezTo>
                <a:lnTo>
                  <a:pt x="82094" y="63000"/>
                </a:lnTo>
                <a:cubicBezTo>
                  <a:pt x="83355" y="69844"/>
                  <a:pt x="88855" y="75000"/>
                  <a:pt x="95455" y="75000"/>
                </a:cubicBezTo>
                <a:cubicBezTo>
                  <a:pt x="102050" y="75000"/>
                  <a:pt x="107555" y="69844"/>
                  <a:pt x="108816" y="63000"/>
                </a:cubicBezTo>
                <a:lnTo>
                  <a:pt x="117272" y="63000"/>
                </a:lnTo>
                <a:cubicBezTo>
                  <a:pt x="118777" y="63000"/>
                  <a:pt x="120000" y="61655"/>
                  <a:pt x="120000" y="60000"/>
                </a:cubicBezTo>
                <a:cubicBezTo>
                  <a:pt x="120000" y="58344"/>
                  <a:pt x="118777" y="57000"/>
                  <a:pt x="117272" y="57000"/>
                </a:cubicBezTo>
                <a:moveTo>
                  <a:pt x="30000" y="6000"/>
                </a:moveTo>
                <a:cubicBezTo>
                  <a:pt x="34522" y="6000"/>
                  <a:pt x="38183" y="10033"/>
                  <a:pt x="38183" y="15000"/>
                </a:cubicBezTo>
                <a:cubicBezTo>
                  <a:pt x="38183" y="19972"/>
                  <a:pt x="34522" y="24000"/>
                  <a:pt x="30000" y="24000"/>
                </a:cubicBezTo>
                <a:cubicBezTo>
                  <a:pt x="25477" y="24000"/>
                  <a:pt x="21816" y="19972"/>
                  <a:pt x="21816" y="15000"/>
                </a:cubicBezTo>
                <a:cubicBezTo>
                  <a:pt x="21816" y="10033"/>
                  <a:pt x="25477" y="6000"/>
                  <a:pt x="30000" y="6000"/>
                </a:cubicBezTo>
                <a:moveTo>
                  <a:pt x="2727" y="18000"/>
                </a:moveTo>
                <a:lnTo>
                  <a:pt x="16638" y="18000"/>
                </a:lnTo>
                <a:cubicBezTo>
                  <a:pt x="17900" y="24844"/>
                  <a:pt x="23405" y="30000"/>
                  <a:pt x="30000" y="30000"/>
                </a:cubicBezTo>
                <a:cubicBezTo>
                  <a:pt x="36594" y="30000"/>
                  <a:pt x="42100" y="24844"/>
                  <a:pt x="43361" y="18000"/>
                </a:cubicBezTo>
                <a:lnTo>
                  <a:pt x="117272" y="18000"/>
                </a:lnTo>
                <a:cubicBezTo>
                  <a:pt x="118777" y="18000"/>
                  <a:pt x="120000" y="16661"/>
                  <a:pt x="120000" y="15000"/>
                </a:cubicBezTo>
                <a:cubicBezTo>
                  <a:pt x="120000" y="13344"/>
                  <a:pt x="118777" y="12000"/>
                  <a:pt x="117272" y="12000"/>
                </a:cubicBezTo>
                <a:lnTo>
                  <a:pt x="43361" y="12000"/>
                </a:lnTo>
                <a:cubicBezTo>
                  <a:pt x="42100" y="5155"/>
                  <a:pt x="36594" y="0"/>
                  <a:pt x="30000" y="0"/>
                </a:cubicBezTo>
                <a:cubicBezTo>
                  <a:pt x="23405" y="0"/>
                  <a:pt x="17900" y="5155"/>
                  <a:pt x="16638" y="12000"/>
                </a:cubicBezTo>
                <a:lnTo>
                  <a:pt x="2727" y="12000"/>
                </a:lnTo>
                <a:cubicBezTo>
                  <a:pt x="1222" y="12000"/>
                  <a:pt x="0" y="13344"/>
                  <a:pt x="0" y="15000"/>
                </a:cubicBezTo>
                <a:cubicBezTo>
                  <a:pt x="0" y="16661"/>
                  <a:pt x="1222" y="18000"/>
                  <a:pt x="2727" y="18000"/>
                </a:cubicBezTo>
                <a:moveTo>
                  <a:pt x="51816" y="113994"/>
                </a:moveTo>
                <a:cubicBezTo>
                  <a:pt x="47300" y="113994"/>
                  <a:pt x="43638" y="109966"/>
                  <a:pt x="43638" y="104994"/>
                </a:cubicBezTo>
                <a:cubicBezTo>
                  <a:pt x="43638" y="100027"/>
                  <a:pt x="47300" y="95994"/>
                  <a:pt x="51816" y="95994"/>
                </a:cubicBezTo>
                <a:cubicBezTo>
                  <a:pt x="56338" y="95994"/>
                  <a:pt x="60000" y="100027"/>
                  <a:pt x="60000" y="104994"/>
                </a:cubicBezTo>
                <a:cubicBezTo>
                  <a:pt x="60000" y="109966"/>
                  <a:pt x="56338" y="113994"/>
                  <a:pt x="51816" y="113994"/>
                </a:cubicBezTo>
                <a:moveTo>
                  <a:pt x="117272" y="101994"/>
                </a:moveTo>
                <a:lnTo>
                  <a:pt x="65177" y="101994"/>
                </a:lnTo>
                <a:cubicBezTo>
                  <a:pt x="63916" y="95150"/>
                  <a:pt x="58416" y="89994"/>
                  <a:pt x="51816" y="89994"/>
                </a:cubicBezTo>
                <a:cubicBezTo>
                  <a:pt x="45222" y="89994"/>
                  <a:pt x="39722" y="95150"/>
                  <a:pt x="38455" y="101994"/>
                </a:cubicBezTo>
                <a:lnTo>
                  <a:pt x="2727" y="101994"/>
                </a:lnTo>
                <a:cubicBezTo>
                  <a:pt x="1222" y="101994"/>
                  <a:pt x="0" y="103338"/>
                  <a:pt x="0" y="104994"/>
                </a:cubicBezTo>
                <a:cubicBezTo>
                  <a:pt x="0" y="106655"/>
                  <a:pt x="1222" y="107994"/>
                  <a:pt x="2727" y="107994"/>
                </a:cubicBezTo>
                <a:lnTo>
                  <a:pt x="38455" y="107994"/>
                </a:lnTo>
                <a:cubicBezTo>
                  <a:pt x="39722" y="114844"/>
                  <a:pt x="45222" y="120000"/>
                  <a:pt x="51816" y="120000"/>
                </a:cubicBezTo>
                <a:cubicBezTo>
                  <a:pt x="58416" y="120000"/>
                  <a:pt x="63916" y="114844"/>
                  <a:pt x="65177" y="107994"/>
                </a:cubicBezTo>
                <a:lnTo>
                  <a:pt x="117272" y="107994"/>
                </a:lnTo>
                <a:cubicBezTo>
                  <a:pt x="118777" y="107994"/>
                  <a:pt x="120000" y="106655"/>
                  <a:pt x="120000" y="104994"/>
                </a:cubicBezTo>
                <a:cubicBezTo>
                  <a:pt x="120000" y="103338"/>
                  <a:pt x="118777" y="101994"/>
                  <a:pt x="117272" y="101994"/>
                </a:cubicBezTo>
              </a:path>
            </a:pathLst>
          </a:custGeom>
          <a:solidFill>
            <a:schemeClr val="dk2"/>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sp>
        <p:nvSpPr>
          <p:cNvPr id="276" name="Google Shape;276;p75"/>
          <p:cNvSpPr txBox="1">
            <a:spLocks noGrp="1"/>
          </p:cNvSpPr>
          <p:nvPr>
            <p:ph type="body" idx="2"/>
          </p:nvPr>
        </p:nvSpPr>
        <p:spPr>
          <a:xfrm>
            <a:off x="442709" y="5129363"/>
            <a:ext cx="3658029" cy="1085432"/>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77" name="Google Shape;277;p75"/>
          <p:cNvSpPr txBox="1">
            <a:spLocks noGrp="1"/>
          </p:cNvSpPr>
          <p:nvPr>
            <p:ph type="body" idx="3"/>
          </p:nvPr>
        </p:nvSpPr>
        <p:spPr>
          <a:xfrm>
            <a:off x="443342" y="4670026"/>
            <a:ext cx="3644936" cy="372727"/>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800"/>
              <a:buFont typeface="Arial"/>
              <a:buNone/>
              <a:defRPr sz="18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grpSp>
        <p:nvGrpSpPr>
          <p:cNvPr id="278" name="Google Shape;278;p75"/>
          <p:cNvGrpSpPr/>
          <p:nvPr/>
        </p:nvGrpSpPr>
        <p:grpSpPr>
          <a:xfrm>
            <a:off x="9228128" y="1953702"/>
            <a:ext cx="1620994" cy="2603950"/>
            <a:chOff x="2011515" y="1953702"/>
            <a:chExt cx="1620994" cy="2603950"/>
          </a:xfrm>
        </p:grpSpPr>
        <p:sp>
          <p:nvSpPr>
            <p:cNvPr id="279" name="Google Shape;279;p75"/>
            <p:cNvSpPr/>
            <p:nvPr/>
          </p:nvSpPr>
          <p:spPr>
            <a:xfrm>
              <a:off x="2285756" y="1953702"/>
              <a:ext cx="869950" cy="923581"/>
            </a:xfrm>
            <a:custGeom>
              <a:avLst/>
              <a:gdLst/>
              <a:ahLst/>
              <a:cxnLst/>
              <a:rect l="l" t="t" r="r" b="b"/>
              <a:pathLst>
                <a:path w="120000" h="120000" extrusionOk="0">
                  <a:moveTo>
                    <a:pt x="118690" y="79161"/>
                  </a:moveTo>
                  <a:cubicBezTo>
                    <a:pt x="116496" y="84525"/>
                    <a:pt x="110805" y="86995"/>
                    <a:pt x="105114" y="84933"/>
                  </a:cubicBezTo>
                  <a:cubicBezTo>
                    <a:pt x="102047" y="84112"/>
                    <a:pt x="100295" y="81636"/>
                    <a:pt x="98980" y="79161"/>
                  </a:cubicBezTo>
                  <a:cubicBezTo>
                    <a:pt x="98544" y="77512"/>
                    <a:pt x="96792" y="76272"/>
                    <a:pt x="95040" y="75444"/>
                  </a:cubicBezTo>
                  <a:cubicBezTo>
                    <a:pt x="93289" y="75037"/>
                    <a:pt x="91537" y="75858"/>
                    <a:pt x="90658" y="77512"/>
                  </a:cubicBezTo>
                  <a:cubicBezTo>
                    <a:pt x="73579" y="120000"/>
                    <a:pt x="73579" y="120000"/>
                    <a:pt x="73579" y="120000"/>
                  </a:cubicBezTo>
                  <a:cubicBezTo>
                    <a:pt x="43796" y="86174"/>
                    <a:pt x="43796" y="86174"/>
                    <a:pt x="43796" y="86174"/>
                  </a:cubicBezTo>
                  <a:cubicBezTo>
                    <a:pt x="44232" y="86174"/>
                    <a:pt x="44232" y="86174"/>
                    <a:pt x="44232" y="86174"/>
                  </a:cubicBezTo>
                  <a:cubicBezTo>
                    <a:pt x="48614" y="86588"/>
                    <a:pt x="52996" y="85760"/>
                    <a:pt x="56499" y="82871"/>
                  </a:cubicBezTo>
                  <a:cubicBezTo>
                    <a:pt x="63069" y="77920"/>
                    <a:pt x="63942" y="68845"/>
                    <a:pt x="58687" y="63072"/>
                  </a:cubicBezTo>
                  <a:cubicBezTo>
                    <a:pt x="53432" y="56886"/>
                    <a:pt x="43796" y="56059"/>
                    <a:pt x="37226" y="61010"/>
                  </a:cubicBezTo>
                  <a:cubicBezTo>
                    <a:pt x="33722" y="63486"/>
                    <a:pt x="31971" y="67196"/>
                    <a:pt x="31971" y="71320"/>
                  </a:cubicBezTo>
                  <a:cubicBezTo>
                    <a:pt x="31534" y="71734"/>
                    <a:pt x="31534" y="71734"/>
                    <a:pt x="31534" y="71734"/>
                  </a:cubicBezTo>
                  <a:cubicBezTo>
                    <a:pt x="0" y="35433"/>
                    <a:pt x="0" y="35433"/>
                    <a:pt x="0" y="35433"/>
                  </a:cubicBezTo>
                  <a:cubicBezTo>
                    <a:pt x="7006" y="26357"/>
                    <a:pt x="15328" y="19344"/>
                    <a:pt x="21461" y="14807"/>
                  </a:cubicBezTo>
                  <a:cubicBezTo>
                    <a:pt x="36789" y="4083"/>
                    <a:pt x="81464" y="-5819"/>
                    <a:pt x="119999" y="4083"/>
                  </a:cubicBezTo>
                  <a:cubicBezTo>
                    <a:pt x="96350" y="63072"/>
                    <a:pt x="96350" y="63072"/>
                    <a:pt x="96350" y="63072"/>
                  </a:cubicBezTo>
                  <a:cubicBezTo>
                    <a:pt x="96350" y="63072"/>
                    <a:pt x="96350" y="63072"/>
                    <a:pt x="96350" y="63072"/>
                  </a:cubicBezTo>
                  <a:cubicBezTo>
                    <a:pt x="95913" y="64721"/>
                    <a:pt x="96792" y="66783"/>
                    <a:pt x="98544" y="67196"/>
                  </a:cubicBezTo>
                  <a:cubicBezTo>
                    <a:pt x="100295" y="68023"/>
                    <a:pt x="102483" y="68023"/>
                    <a:pt x="103798" y="67196"/>
                  </a:cubicBezTo>
                  <a:cubicBezTo>
                    <a:pt x="106423" y="65548"/>
                    <a:pt x="109490" y="65548"/>
                    <a:pt x="112557" y="66369"/>
                  </a:cubicBezTo>
                  <a:cubicBezTo>
                    <a:pt x="117811" y="68437"/>
                    <a:pt x="120878" y="74209"/>
                    <a:pt x="118690" y="79161"/>
                  </a:cubicBezTo>
                  <a:close/>
                </a:path>
              </a:pathLst>
            </a:custGeom>
            <a:solidFill>
              <a:schemeClr val="accent1">
                <a:alpha val="54509"/>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80" name="Google Shape;280;p75"/>
            <p:cNvSpPr/>
            <p:nvPr/>
          </p:nvSpPr>
          <p:spPr>
            <a:xfrm>
              <a:off x="2850906" y="1994632"/>
              <a:ext cx="781603" cy="1023235"/>
            </a:xfrm>
            <a:custGeom>
              <a:avLst/>
              <a:gdLst/>
              <a:ahLst/>
              <a:cxnLst/>
              <a:rect l="l" t="t" r="r" b="b"/>
              <a:pathLst>
                <a:path w="120000" h="120000" extrusionOk="0">
                  <a:moveTo>
                    <a:pt x="119916" y="76334"/>
                  </a:moveTo>
                  <a:cubicBezTo>
                    <a:pt x="119429" y="81171"/>
                    <a:pt x="118942" y="86013"/>
                    <a:pt x="117475" y="90107"/>
                  </a:cubicBezTo>
                  <a:cubicBezTo>
                    <a:pt x="71168" y="96067"/>
                    <a:pt x="71168" y="96067"/>
                    <a:pt x="71168" y="96067"/>
                  </a:cubicBezTo>
                  <a:cubicBezTo>
                    <a:pt x="68733" y="96441"/>
                    <a:pt x="67754" y="97926"/>
                    <a:pt x="67754" y="99418"/>
                  </a:cubicBezTo>
                  <a:cubicBezTo>
                    <a:pt x="68246" y="101278"/>
                    <a:pt x="69220" y="102395"/>
                    <a:pt x="71168" y="103512"/>
                  </a:cubicBezTo>
                  <a:cubicBezTo>
                    <a:pt x="74095" y="104629"/>
                    <a:pt x="76043" y="106863"/>
                    <a:pt x="76530" y="109471"/>
                  </a:cubicBezTo>
                  <a:cubicBezTo>
                    <a:pt x="77503" y="114314"/>
                    <a:pt x="73121" y="118782"/>
                    <a:pt x="66780" y="119899"/>
                  </a:cubicBezTo>
                  <a:cubicBezTo>
                    <a:pt x="60444" y="120642"/>
                    <a:pt x="54596" y="117291"/>
                    <a:pt x="53622" y="112448"/>
                  </a:cubicBezTo>
                  <a:cubicBezTo>
                    <a:pt x="53135" y="109845"/>
                    <a:pt x="54109" y="107237"/>
                    <a:pt x="56057" y="105377"/>
                  </a:cubicBezTo>
                  <a:cubicBezTo>
                    <a:pt x="57517" y="103886"/>
                    <a:pt x="58010" y="102395"/>
                    <a:pt x="57517" y="100909"/>
                  </a:cubicBezTo>
                  <a:cubicBezTo>
                    <a:pt x="57517" y="99043"/>
                    <a:pt x="55570" y="98301"/>
                    <a:pt x="53135" y="98301"/>
                  </a:cubicBezTo>
                  <a:cubicBezTo>
                    <a:pt x="53135" y="98301"/>
                    <a:pt x="53135" y="98301"/>
                    <a:pt x="53135" y="98301"/>
                  </a:cubicBezTo>
                  <a:cubicBezTo>
                    <a:pt x="0" y="105003"/>
                    <a:pt x="0" y="105003"/>
                    <a:pt x="0" y="105003"/>
                  </a:cubicBezTo>
                  <a:cubicBezTo>
                    <a:pt x="18525" y="67766"/>
                    <a:pt x="18525" y="67766"/>
                    <a:pt x="18525" y="67766"/>
                  </a:cubicBezTo>
                  <a:cubicBezTo>
                    <a:pt x="18525" y="67766"/>
                    <a:pt x="18525" y="68140"/>
                    <a:pt x="18525" y="68140"/>
                  </a:cubicBezTo>
                  <a:cubicBezTo>
                    <a:pt x="20472" y="71491"/>
                    <a:pt x="23886" y="74100"/>
                    <a:pt x="28274" y="75585"/>
                  </a:cubicBezTo>
                  <a:cubicBezTo>
                    <a:pt x="37044" y="78194"/>
                    <a:pt x="46794" y="74842"/>
                    <a:pt x="50208" y="68140"/>
                  </a:cubicBezTo>
                  <a:cubicBezTo>
                    <a:pt x="53622" y="61438"/>
                    <a:pt x="49234" y="53993"/>
                    <a:pt x="40458" y="51384"/>
                  </a:cubicBezTo>
                  <a:cubicBezTo>
                    <a:pt x="36071" y="50267"/>
                    <a:pt x="30709" y="50641"/>
                    <a:pt x="26321" y="52127"/>
                  </a:cubicBezTo>
                  <a:cubicBezTo>
                    <a:pt x="26321" y="52127"/>
                    <a:pt x="26321" y="52127"/>
                    <a:pt x="26321" y="52501"/>
                  </a:cubicBezTo>
                  <a:cubicBezTo>
                    <a:pt x="52156" y="0"/>
                    <a:pt x="52156" y="0"/>
                    <a:pt x="52156" y="0"/>
                  </a:cubicBezTo>
                  <a:cubicBezTo>
                    <a:pt x="57517" y="1491"/>
                    <a:pt x="62879" y="2976"/>
                    <a:pt x="67754" y="5211"/>
                  </a:cubicBezTo>
                  <a:cubicBezTo>
                    <a:pt x="114067" y="23458"/>
                    <a:pt x="120889" y="48776"/>
                    <a:pt x="119916" y="76334"/>
                  </a:cubicBezTo>
                  <a:close/>
                </a:path>
              </a:pathLst>
            </a:custGeom>
            <a:solidFill>
              <a:schemeClr val="accent1">
                <a:alpha val="40000"/>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81" name="Google Shape;281;p75"/>
            <p:cNvSpPr/>
            <p:nvPr/>
          </p:nvSpPr>
          <p:spPr>
            <a:xfrm>
              <a:off x="2034932" y="2254982"/>
              <a:ext cx="758825" cy="768350"/>
            </a:xfrm>
            <a:custGeom>
              <a:avLst/>
              <a:gdLst/>
              <a:ahLst/>
              <a:cxnLst/>
              <a:rect l="l" t="t" r="r" b="b"/>
              <a:pathLst>
                <a:path w="120000" h="120000" extrusionOk="0">
                  <a:moveTo>
                    <a:pt x="67277" y="109088"/>
                  </a:moveTo>
                  <a:cubicBezTo>
                    <a:pt x="70294" y="105122"/>
                    <a:pt x="71800" y="100166"/>
                    <a:pt x="70794" y="95205"/>
                  </a:cubicBezTo>
                  <a:cubicBezTo>
                    <a:pt x="69288" y="85783"/>
                    <a:pt x="60250" y="79338"/>
                    <a:pt x="51211" y="81322"/>
                  </a:cubicBezTo>
                  <a:cubicBezTo>
                    <a:pt x="41672" y="82811"/>
                    <a:pt x="35144" y="91238"/>
                    <a:pt x="36650" y="100661"/>
                  </a:cubicBezTo>
                  <a:cubicBezTo>
                    <a:pt x="37655" y="105622"/>
                    <a:pt x="40672" y="110083"/>
                    <a:pt x="44688" y="112561"/>
                  </a:cubicBezTo>
                  <a:cubicBezTo>
                    <a:pt x="44688" y="112561"/>
                    <a:pt x="45188" y="112561"/>
                    <a:pt x="45188" y="112561"/>
                  </a:cubicBezTo>
                  <a:cubicBezTo>
                    <a:pt x="0" y="120000"/>
                    <a:pt x="0" y="120000"/>
                    <a:pt x="0" y="120000"/>
                  </a:cubicBezTo>
                  <a:cubicBezTo>
                    <a:pt x="1005" y="117522"/>
                    <a:pt x="3011" y="114544"/>
                    <a:pt x="5022" y="111572"/>
                  </a:cubicBezTo>
                  <a:cubicBezTo>
                    <a:pt x="6527" y="108594"/>
                    <a:pt x="18077" y="91733"/>
                    <a:pt x="23600" y="83305"/>
                  </a:cubicBezTo>
                  <a:cubicBezTo>
                    <a:pt x="25605" y="80333"/>
                    <a:pt x="26111" y="76861"/>
                    <a:pt x="25105" y="73883"/>
                  </a:cubicBezTo>
                  <a:cubicBezTo>
                    <a:pt x="15566" y="44133"/>
                    <a:pt x="24100" y="18844"/>
                    <a:pt x="36650" y="0"/>
                  </a:cubicBezTo>
                  <a:cubicBezTo>
                    <a:pt x="72805" y="44133"/>
                    <a:pt x="72805" y="44133"/>
                    <a:pt x="72805" y="44133"/>
                  </a:cubicBezTo>
                  <a:cubicBezTo>
                    <a:pt x="74311" y="45622"/>
                    <a:pt x="76822" y="46116"/>
                    <a:pt x="78827" y="44627"/>
                  </a:cubicBezTo>
                  <a:cubicBezTo>
                    <a:pt x="80333" y="43138"/>
                    <a:pt x="81338" y="41155"/>
                    <a:pt x="81338" y="39172"/>
                  </a:cubicBezTo>
                  <a:cubicBezTo>
                    <a:pt x="81338" y="35700"/>
                    <a:pt x="82844" y="32727"/>
                    <a:pt x="85855" y="30250"/>
                  </a:cubicBezTo>
                  <a:cubicBezTo>
                    <a:pt x="90877" y="26283"/>
                    <a:pt x="98411" y="26777"/>
                    <a:pt x="102927" y="31733"/>
                  </a:cubicBezTo>
                  <a:cubicBezTo>
                    <a:pt x="106944" y="37188"/>
                    <a:pt x="105938" y="44627"/>
                    <a:pt x="100922" y="48594"/>
                  </a:cubicBezTo>
                  <a:cubicBezTo>
                    <a:pt x="98411" y="51072"/>
                    <a:pt x="94894" y="51572"/>
                    <a:pt x="91383" y="51072"/>
                  </a:cubicBezTo>
                  <a:cubicBezTo>
                    <a:pt x="89372" y="50577"/>
                    <a:pt x="86861" y="51572"/>
                    <a:pt x="85355" y="52561"/>
                  </a:cubicBezTo>
                  <a:cubicBezTo>
                    <a:pt x="83850" y="54050"/>
                    <a:pt x="83350" y="56527"/>
                    <a:pt x="84855" y="58016"/>
                  </a:cubicBezTo>
                  <a:cubicBezTo>
                    <a:pt x="120000" y="100661"/>
                    <a:pt x="120000" y="100661"/>
                    <a:pt x="120000" y="100661"/>
                  </a:cubicBezTo>
                  <a:cubicBezTo>
                    <a:pt x="66777" y="109088"/>
                    <a:pt x="66777" y="109088"/>
                    <a:pt x="66777" y="109088"/>
                  </a:cubicBezTo>
                  <a:cubicBezTo>
                    <a:pt x="67277" y="109088"/>
                    <a:pt x="67277" y="109088"/>
                    <a:pt x="67277" y="109088"/>
                  </a:cubicBezTo>
                  <a:close/>
                </a:path>
              </a:pathLst>
            </a:custGeom>
            <a:solidFill>
              <a:schemeClr val="accent1">
                <a:alpha val="6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82" name="Google Shape;282;p75"/>
            <p:cNvSpPr/>
            <p:nvPr/>
          </p:nvSpPr>
          <p:spPr>
            <a:xfrm>
              <a:off x="2011515" y="2806550"/>
              <a:ext cx="788592" cy="852667"/>
            </a:xfrm>
            <a:custGeom>
              <a:avLst/>
              <a:gdLst/>
              <a:ahLst/>
              <a:cxnLst/>
              <a:rect l="l" t="t" r="r" b="b"/>
              <a:pathLst>
                <a:path w="120000" h="120000" extrusionOk="0">
                  <a:moveTo>
                    <a:pt x="120000" y="17550"/>
                  </a:moveTo>
                  <a:cubicBezTo>
                    <a:pt x="101641" y="62235"/>
                    <a:pt x="101641" y="62235"/>
                    <a:pt x="101641" y="62235"/>
                  </a:cubicBezTo>
                  <a:cubicBezTo>
                    <a:pt x="101641" y="62235"/>
                    <a:pt x="101641" y="62235"/>
                    <a:pt x="101158" y="62235"/>
                  </a:cubicBezTo>
                  <a:cubicBezTo>
                    <a:pt x="99709" y="57764"/>
                    <a:pt x="96324" y="54641"/>
                    <a:pt x="91496" y="52849"/>
                  </a:cubicBezTo>
                  <a:cubicBezTo>
                    <a:pt x="83282" y="50169"/>
                    <a:pt x="73620" y="54191"/>
                    <a:pt x="70234" y="62235"/>
                  </a:cubicBezTo>
                  <a:cubicBezTo>
                    <a:pt x="66855" y="69830"/>
                    <a:pt x="71200" y="78767"/>
                    <a:pt x="79897" y="81896"/>
                  </a:cubicBezTo>
                  <a:cubicBezTo>
                    <a:pt x="84248" y="83682"/>
                    <a:pt x="89559" y="83238"/>
                    <a:pt x="93427" y="81003"/>
                  </a:cubicBezTo>
                  <a:cubicBezTo>
                    <a:pt x="93910" y="81003"/>
                    <a:pt x="93910" y="81003"/>
                    <a:pt x="93910" y="81003"/>
                  </a:cubicBezTo>
                  <a:cubicBezTo>
                    <a:pt x="79897" y="115852"/>
                    <a:pt x="79897" y="115852"/>
                    <a:pt x="79897" y="115852"/>
                  </a:cubicBezTo>
                  <a:cubicBezTo>
                    <a:pt x="52841" y="122110"/>
                    <a:pt x="37868" y="119431"/>
                    <a:pt x="37868" y="119431"/>
                  </a:cubicBezTo>
                  <a:cubicBezTo>
                    <a:pt x="28200" y="118537"/>
                    <a:pt x="22406" y="108258"/>
                    <a:pt x="23372" y="101556"/>
                  </a:cubicBezTo>
                  <a:cubicBezTo>
                    <a:pt x="24820" y="94405"/>
                    <a:pt x="25303" y="91277"/>
                    <a:pt x="20958" y="88153"/>
                  </a:cubicBezTo>
                  <a:cubicBezTo>
                    <a:pt x="17089" y="85468"/>
                    <a:pt x="17089" y="81896"/>
                    <a:pt x="19021" y="80553"/>
                  </a:cubicBezTo>
                  <a:cubicBezTo>
                    <a:pt x="20958" y="79216"/>
                    <a:pt x="27717" y="76531"/>
                    <a:pt x="27717" y="76531"/>
                  </a:cubicBezTo>
                  <a:cubicBezTo>
                    <a:pt x="27717" y="76531"/>
                    <a:pt x="22889" y="73408"/>
                    <a:pt x="19986" y="72509"/>
                  </a:cubicBezTo>
                  <a:cubicBezTo>
                    <a:pt x="17089" y="71172"/>
                    <a:pt x="15641" y="66701"/>
                    <a:pt x="17089" y="64021"/>
                  </a:cubicBezTo>
                  <a:cubicBezTo>
                    <a:pt x="18538" y="61342"/>
                    <a:pt x="19021" y="54641"/>
                    <a:pt x="19021" y="54641"/>
                  </a:cubicBezTo>
                  <a:cubicBezTo>
                    <a:pt x="19021" y="54641"/>
                    <a:pt x="12261" y="51512"/>
                    <a:pt x="5013" y="47934"/>
                  </a:cubicBezTo>
                  <a:cubicBezTo>
                    <a:pt x="179" y="45703"/>
                    <a:pt x="-1268" y="42125"/>
                    <a:pt x="1145" y="35873"/>
                  </a:cubicBezTo>
                  <a:cubicBezTo>
                    <a:pt x="49461" y="28273"/>
                    <a:pt x="49461" y="28273"/>
                    <a:pt x="49461" y="28273"/>
                  </a:cubicBezTo>
                  <a:cubicBezTo>
                    <a:pt x="51393" y="28273"/>
                    <a:pt x="52841" y="26487"/>
                    <a:pt x="52841" y="24257"/>
                  </a:cubicBezTo>
                  <a:cubicBezTo>
                    <a:pt x="52358" y="22465"/>
                    <a:pt x="50910" y="20678"/>
                    <a:pt x="49461" y="19785"/>
                  </a:cubicBezTo>
                  <a:cubicBezTo>
                    <a:pt x="46564" y="17999"/>
                    <a:pt x="44628" y="15763"/>
                    <a:pt x="44145" y="12191"/>
                  </a:cubicBezTo>
                  <a:cubicBezTo>
                    <a:pt x="42696" y="6382"/>
                    <a:pt x="47047" y="1018"/>
                    <a:pt x="53324" y="125"/>
                  </a:cubicBezTo>
                  <a:cubicBezTo>
                    <a:pt x="59606" y="-767"/>
                    <a:pt x="65889" y="3254"/>
                    <a:pt x="66855" y="9062"/>
                  </a:cubicBezTo>
                  <a:cubicBezTo>
                    <a:pt x="67337" y="12191"/>
                    <a:pt x="66372" y="15319"/>
                    <a:pt x="64440" y="17550"/>
                  </a:cubicBezTo>
                  <a:cubicBezTo>
                    <a:pt x="62986" y="18892"/>
                    <a:pt x="62503" y="21128"/>
                    <a:pt x="62503" y="22914"/>
                  </a:cubicBezTo>
                  <a:cubicBezTo>
                    <a:pt x="62986" y="24700"/>
                    <a:pt x="64923" y="26043"/>
                    <a:pt x="67337" y="25594"/>
                  </a:cubicBezTo>
                  <a:lnTo>
                    <a:pt x="120000" y="17550"/>
                  </a:lnTo>
                  <a:close/>
                </a:path>
              </a:pathLst>
            </a:custGeom>
            <a:solidFill>
              <a:schemeClr val="accent1">
                <a:alpha val="84313"/>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83" name="Google Shape;283;p75"/>
            <p:cNvSpPr/>
            <p:nvPr/>
          </p:nvSpPr>
          <p:spPr>
            <a:xfrm>
              <a:off x="2499260" y="2943958"/>
              <a:ext cx="888222" cy="1000126"/>
            </a:xfrm>
            <a:custGeom>
              <a:avLst/>
              <a:gdLst/>
              <a:ahLst/>
              <a:cxnLst/>
              <a:rect l="l" t="t" r="r" b="b"/>
              <a:pathLst>
                <a:path w="120000" h="120000" extrusionOk="0">
                  <a:moveTo>
                    <a:pt x="120000" y="81905"/>
                  </a:moveTo>
                  <a:cubicBezTo>
                    <a:pt x="120000" y="94477"/>
                    <a:pt x="120000" y="109333"/>
                    <a:pt x="120000" y="109333"/>
                  </a:cubicBezTo>
                  <a:cubicBezTo>
                    <a:pt x="120000" y="109333"/>
                    <a:pt x="103269" y="120000"/>
                    <a:pt x="62950" y="120000"/>
                  </a:cubicBezTo>
                  <a:cubicBezTo>
                    <a:pt x="22626" y="120000"/>
                    <a:pt x="5901" y="109333"/>
                    <a:pt x="5901" y="109333"/>
                  </a:cubicBezTo>
                  <a:cubicBezTo>
                    <a:pt x="5901" y="91811"/>
                    <a:pt x="5901" y="91811"/>
                    <a:pt x="5901" y="91811"/>
                  </a:cubicBezTo>
                  <a:cubicBezTo>
                    <a:pt x="22199" y="52572"/>
                    <a:pt x="22199" y="52572"/>
                    <a:pt x="22199" y="52572"/>
                  </a:cubicBezTo>
                  <a:cubicBezTo>
                    <a:pt x="23059" y="51050"/>
                    <a:pt x="22199" y="49522"/>
                    <a:pt x="20485" y="48761"/>
                  </a:cubicBezTo>
                  <a:cubicBezTo>
                    <a:pt x="18765" y="48383"/>
                    <a:pt x="16624" y="48383"/>
                    <a:pt x="14904" y="49144"/>
                  </a:cubicBezTo>
                  <a:cubicBezTo>
                    <a:pt x="12763" y="50283"/>
                    <a:pt x="9329" y="50666"/>
                    <a:pt x="6755" y="49522"/>
                  </a:cubicBezTo>
                  <a:cubicBezTo>
                    <a:pt x="1180" y="48000"/>
                    <a:pt x="-1393" y="42666"/>
                    <a:pt x="753" y="37716"/>
                  </a:cubicBezTo>
                  <a:cubicBezTo>
                    <a:pt x="2467" y="33144"/>
                    <a:pt x="8469" y="30855"/>
                    <a:pt x="14050" y="32383"/>
                  </a:cubicBezTo>
                  <a:cubicBezTo>
                    <a:pt x="16624" y="33522"/>
                    <a:pt x="18765" y="35427"/>
                    <a:pt x="20052" y="37716"/>
                  </a:cubicBezTo>
                  <a:cubicBezTo>
                    <a:pt x="20485" y="39238"/>
                    <a:pt x="21772" y="40761"/>
                    <a:pt x="23486" y="41144"/>
                  </a:cubicBezTo>
                  <a:cubicBezTo>
                    <a:pt x="25200" y="41905"/>
                    <a:pt x="27347" y="41144"/>
                    <a:pt x="28201" y="39616"/>
                  </a:cubicBezTo>
                  <a:cubicBezTo>
                    <a:pt x="44932" y="0"/>
                    <a:pt x="44932" y="0"/>
                    <a:pt x="44932" y="0"/>
                  </a:cubicBezTo>
                  <a:cubicBezTo>
                    <a:pt x="73673" y="31616"/>
                    <a:pt x="73673" y="31616"/>
                    <a:pt x="73673" y="31616"/>
                  </a:cubicBezTo>
                  <a:cubicBezTo>
                    <a:pt x="73673" y="31616"/>
                    <a:pt x="73673" y="31616"/>
                    <a:pt x="73246" y="31616"/>
                  </a:cubicBezTo>
                  <a:cubicBezTo>
                    <a:pt x="69385" y="30855"/>
                    <a:pt x="65091" y="32000"/>
                    <a:pt x="61663" y="34283"/>
                  </a:cubicBezTo>
                  <a:cubicBezTo>
                    <a:pt x="55228" y="38855"/>
                    <a:pt x="54368" y="47238"/>
                    <a:pt x="59516" y="52950"/>
                  </a:cubicBezTo>
                  <a:cubicBezTo>
                    <a:pt x="64664" y="58666"/>
                    <a:pt x="74100" y="59427"/>
                    <a:pt x="80535" y="54855"/>
                  </a:cubicBezTo>
                  <a:cubicBezTo>
                    <a:pt x="83536" y="52188"/>
                    <a:pt x="85683" y="48761"/>
                    <a:pt x="85683" y="44950"/>
                  </a:cubicBezTo>
                  <a:cubicBezTo>
                    <a:pt x="85683" y="44950"/>
                    <a:pt x="85683" y="44572"/>
                    <a:pt x="85683" y="44572"/>
                  </a:cubicBezTo>
                  <a:lnTo>
                    <a:pt x="120000" y="81905"/>
                  </a:lnTo>
                  <a:close/>
                </a:path>
              </a:pathLst>
            </a:custGeom>
            <a:solidFill>
              <a:schemeClr val="accent1"/>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84" name="Google Shape;284;p75"/>
            <p:cNvSpPr/>
            <p:nvPr/>
          </p:nvSpPr>
          <p:spPr>
            <a:xfrm>
              <a:off x="2857257" y="2801083"/>
              <a:ext cx="752476" cy="771525"/>
            </a:xfrm>
            <a:custGeom>
              <a:avLst/>
              <a:gdLst/>
              <a:ahLst/>
              <a:cxnLst/>
              <a:rect l="l" t="t" r="r" b="b"/>
              <a:pathLst>
                <a:path w="120000" h="120000" extrusionOk="0">
                  <a:moveTo>
                    <a:pt x="120000" y="0"/>
                  </a:moveTo>
                  <a:cubicBezTo>
                    <a:pt x="113922" y="22716"/>
                    <a:pt x="102783" y="38022"/>
                    <a:pt x="96200" y="49877"/>
                  </a:cubicBezTo>
                  <a:cubicBezTo>
                    <a:pt x="87594" y="65677"/>
                    <a:pt x="84555" y="96294"/>
                    <a:pt x="84555" y="110122"/>
                  </a:cubicBezTo>
                  <a:cubicBezTo>
                    <a:pt x="84555" y="120000"/>
                    <a:pt x="84555" y="120000"/>
                    <a:pt x="84555" y="120000"/>
                  </a:cubicBezTo>
                  <a:cubicBezTo>
                    <a:pt x="47088" y="75555"/>
                    <a:pt x="47088" y="75555"/>
                    <a:pt x="47088" y="75555"/>
                  </a:cubicBezTo>
                  <a:cubicBezTo>
                    <a:pt x="46077" y="73577"/>
                    <a:pt x="43544" y="73577"/>
                    <a:pt x="41516" y="75061"/>
                  </a:cubicBezTo>
                  <a:cubicBezTo>
                    <a:pt x="40000" y="76050"/>
                    <a:pt x="38988" y="78022"/>
                    <a:pt x="38988" y="80494"/>
                  </a:cubicBezTo>
                  <a:cubicBezTo>
                    <a:pt x="38483" y="83455"/>
                    <a:pt x="37466" y="86911"/>
                    <a:pt x="34427" y="89383"/>
                  </a:cubicBezTo>
                  <a:cubicBezTo>
                    <a:pt x="29366" y="93333"/>
                    <a:pt x="21772" y="92344"/>
                    <a:pt x="17216" y="87405"/>
                  </a:cubicBezTo>
                  <a:cubicBezTo>
                    <a:pt x="13166" y="82466"/>
                    <a:pt x="13672" y="75061"/>
                    <a:pt x="19238" y="70616"/>
                  </a:cubicBezTo>
                  <a:cubicBezTo>
                    <a:pt x="21772" y="68644"/>
                    <a:pt x="25316" y="67655"/>
                    <a:pt x="28861" y="68150"/>
                  </a:cubicBezTo>
                  <a:cubicBezTo>
                    <a:pt x="30883" y="68644"/>
                    <a:pt x="32911" y="68150"/>
                    <a:pt x="34938" y="66666"/>
                  </a:cubicBezTo>
                  <a:cubicBezTo>
                    <a:pt x="36455" y="65183"/>
                    <a:pt x="36961" y="62716"/>
                    <a:pt x="35444" y="61233"/>
                  </a:cubicBezTo>
                  <a:cubicBezTo>
                    <a:pt x="0" y="18766"/>
                    <a:pt x="0" y="18766"/>
                    <a:pt x="0" y="18766"/>
                  </a:cubicBezTo>
                  <a:cubicBezTo>
                    <a:pt x="53166" y="10372"/>
                    <a:pt x="53166" y="10372"/>
                    <a:pt x="53166" y="10372"/>
                  </a:cubicBezTo>
                  <a:cubicBezTo>
                    <a:pt x="53166" y="10372"/>
                    <a:pt x="53166" y="10866"/>
                    <a:pt x="53166" y="10866"/>
                  </a:cubicBezTo>
                  <a:cubicBezTo>
                    <a:pt x="50127" y="14816"/>
                    <a:pt x="48605" y="19755"/>
                    <a:pt x="49116" y="24200"/>
                  </a:cubicBezTo>
                  <a:cubicBezTo>
                    <a:pt x="51138" y="33577"/>
                    <a:pt x="59744" y="40000"/>
                    <a:pt x="69366" y="38516"/>
                  </a:cubicBezTo>
                  <a:cubicBezTo>
                    <a:pt x="78988" y="37038"/>
                    <a:pt x="85572" y="28150"/>
                    <a:pt x="84050" y="18766"/>
                  </a:cubicBezTo>
                  <a:cubicBezTo>
                    <a:pt x="83038" y="13827"/>
                    <a:pt x="80000" y="9877"/>
                    <a:pt x="75950" y="7405"/>
                  </a:cubicBezTo>
                  <a:cubicBezTo>
                    <a:pt x="75444" y="6911"/>
                    <a:pt x="75444" y="6911"/>
                    <a:pt x="75444" y="6911"/>
                  </a:cubicBezTo>
                  <a:lnTo>
                    <a:pt x="120000" y="0"/>
                  </a:lnTo>
                  <a:close/>
                </a:path>
              </a:pathLst>
            </a:custGeom>
            <a:solidFill>
              <a:schemeClr val="accent1">
                <a:alpha val="24313"/>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85" name="Google Shape;285;p75"/>
            <p:cNvSpPr/>
            <p:nvPr/>
          </p:nvSpPr>
          <p:spPr>
            <a:xfrm>
              <a:off x="2668685" y="4086828"/>
              <a:ext cx="595100" cy="181898"/>
            </a:xfrm>
            <a:custGeom>
              <a:avLst/>
              <a:gdLst/>
              <a:ahLst/>
              <a:cxnLst/>
              <a:rect l="l" t="t" r="r" b="b"/>
              <a:pathLst>
                <a:path w="120000" h="120000" extrusionOk="0">
                  <a:moveTo>
                    <a:pt x="116134" y="87"/>
                  </a:moveTo>
                  <a:cubicBezTo>
                    <a:pt x="115496" y="87"/>
                    <a:pt x="114851" y="87"/>
                    <a:pt x="114213" y="2181"/>
                  </a:cubicBezTo>
                  <a:cubicBezTo>
                    <a:pt x="68758" y="88058"/>
                    <a:pt x="68758" y="88058"/>
                    <a:pt x="68758" y="88058"/>
                  </a:cubicBezTo>
                  <a:cubicBezTo>
                    <a:pt x="62994" y="98530"/>
                    <a:pt x="56591" y="98530"/>
                    <a:pt x="50832" y="88058"/>
                  </a:cubicBezTo>
                  <a:cubicBezTo>
                    <a:pt x="5377" y="2181"/>
                    <a:pt x="5377" y="2181"/>
                    <a:pt x="5377" y="2181"/>
                  </a:cubicBezTo>
                  <a:cubicBezTo>
                    <a:pt x="4095" y="-2007"/>
                    <a:pt x="1534" y="87"/>
                    <a:pt x="252" y="6370"/>
                  </a:cubicBezTo>
                  <a:cubicBezTo>
                    <a:pt x="-386" y="12654"/>
                    <a:pt x="252" y="18938"/>
                    <a:pt x="1534" y="23127"/>
                  </a:cubicBezTo>
                  <a:cubicBezTo>
                    <a:pt x="46989" y="109003"/>
                    <a:pt x="46989" y="109003"/>
                    <a:pt x="46989" y="109003"/>
                  </a:cubicBezTo>
                  <a:cubicBezTo>
                    <a:pt x="54675" y="123665"/>
                    <a:pt x="64915" y="123665"/>
                    <a:pt x="72601" y="109003"/>
                  </a:cubicBezTo>
                  <a:cubicBezTo>
                    <a:pt x="118056" y="23127"/>
                    <a:pt x="118056" y="23127"/>
                    <a:pt x="118056" y="23127"/>
                  </a:cubicBezTo>
                  <a:cubicBezTo>
                    <a:pt x="119977" y="18938"/>
                    <a:pt x="120616" y="12654"/>
                    <a:pt x="119333" y="6370"/>
                  </a:cubicBezTo>
                  <a:cubicBezTo>
                    <a:pt x="118694" y="2181"/>
                    <a:pt x="117417" y="87"/>
                    <a:pt x="116134" y="87"/>
                  </a:cubicBezTo>
                  <a:close/>
                </a:path>
              </a:pathLst>
            </a:custGeom>
            <a:solidFill>
              <a:schemeClr val="accent1">
                <a:alpha val="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86" name="Google Shape;286;p75"/>
            <p:cNvSpPr/>
            <p:nvPr/>
          </p:nvSpPr>
          <p:spPr>
            <a:xfrm>
              <a:off x="2668685" y="4229703"/>
              <a:ext cx="595100" cy="181898"/>
            </a:xfrm>
            <a:custGeom>
              <a:avLst/>
              <a:gdLst/>
              <a:ahLst/>
              <a:cxnLst/>
              <a:rect l="l" t="t" r="r" b="b"/>
              <a:pathLst>
                <a:path w="120000" h="120000" extrusionOk="0">
                  <a:moveTo>
                    <a:pt x="116134" y="87"/>
                  </a:moveTo>
                  <a:cubicBezTo>
                    <a:pt x="115496" y="87"/>
                    <a:pt x="114851" y="2181"/>
                    <a:pt x="114213" y="2181"/>
                  </a:cubicBezTo>
                  <a:cubicBezTo>
                    <a:pt x="68758" y="88058"/>
                    <a:pt x="68758" y="88058"/>
                    <a:pt x="68758" y="88058"/>
                  </a:cubicBezTo>
                  <a:cubicBezTo>
                    <a:pt x="62994" y="98530"/>
                    <a:pt x="56591" y="98530"/>
                    <a:pt x="50832" y="88058"/>
                  </a:cubicBezTo>
                  <a:cubicBezTo>
                    <a:pt x="5377" y="2181"/>
                    <a:pt x="5377" y="2181"/>
                    <a:pt x="5377" y="2181"/>
                  </a:cubicBezTo>
                  <a:cubicBezTo>
                    <a:pt x="4095" y="-2007"/>
                    <a:pt x="1534" y="87"/>
                    <a:pt x="252" y="6370"/>
                  </a:cubicBezTo>
                  <a:cubicBezTo>
                    <a:pt x="-386" y="12654"/>
                    <a:pt x="252" y="21032"/>
                    <a:pt x="1534" y="25221"/>
                  </a:cubicBezTo>
                  <a:cubicBezTo>
                    <a:pt x="46989" y="109003"/>
                    <a:pt x="46989" y="109003"/>
                    <a:pt x="46989" y="109003"/>
                  </a:cubicBezTo>
                  <a:cubicBezTo>
                    <a:pt x="54675" y="123665"/>
                    <a:pt x="64915" y="123665"/>
                    <a:pt x="72601" y="109003"/>
                  </a:cubicBezTo>
                  <a:cubicBezTo>
                    <a:pt x="118056" y="25221"/>
                    <a:pt x="118056" y="25221"/>
                    <a:pt x="118056" y="25221"/>
                  </a:cubicBezTo>
                  <a:cubicBezTo>
                    <a:pt x="119977" y="21032"/>
                    <a:pt x="120616" y="12654"/>
                    <a:pt x="119333" y="6370"/>
                  </a:cubicBezTo>
                  <a:cubicBezTo>
                    <a:pt x="118694" y="2181"/>
                    <a:pt x="117417" y="87"/>
                    <a:pt x="116134" y="87"/>
                  </a:cubicBezTo>
                  <a:close/>
                </a:path>
              </a:pathLst>
            </a:custGeom>
            <a:solidFill>
              <a:schemeClr val="accent1">
                <a:alpha val="4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87" name="Google Shape;287;p75"/>
            <p:cNvSpPr/>
            <p:nvPr/>
          </p:nvSpPr>
          <p:spPr>
            <a:xfrm>
              <a:off x="2668685" y="4374692"/>
              <a:ext cx="595100" cy="182960"/>
            </a:xfrm>
            <a:custGeom>
              <a:avLst/>
              <a:gdLst/>
              <a:ahLst/>
              <a:cxnLst/>
              <a:rect l="l" t="t" r="r" b="b"/>
              <a:pathLst>
                <a:path w="120000" h="120000" extrusionOk="0">
                  <a:moveTo>
                    <a:pt x="116134" y="780"/>
                  </a:moveTo>
                  <a:cubicBezTo>
                    <a:pt x="115496" y="780"/>
                    <a:pt x="114851" y="780"/>
                    <a:pt x="114213" y="780"/>
                  </a:cubicBezTo>
                  <a:cubicBezTo>
                    <a:pt x="68758" y="86160"/>
                    <a:pt x="68758" y="86160"/>
                    <a:pt x="68758" y="86160"/>
                  </a:cubicBezTo>
                  <a:cubicBezTo>
                    <a:pt x="62994" y="96572"/>
                    <a:pt x="56591" y="96572"/>
                    <a:pt x="50832" y="86160"/>
                  </a:cubicBezTo>
                  <a:cubicBezTo>
                    <a:pt x="5377" y="780"/>
                    <a:pt x="5377" y="780"/>
                    <a:pt x="5377" y="780"/>
                  </a:cubicBezTo>
                  <a:cubicBezTo>
                    <a:pt x="4095" y="-1301"/>
                    <a:pt x="1534" y="780"/>
                    <a:pt x="252" y="7028"/>
                  </a:cubicBezTo>
                  <a:cubicBezTo>
                    <a:pt x="-386" y="13275"/>
                    <a:pt x="252" y="19522"/>
                    <a:pt x="1534" y="23687"/>
                  </a:cubicBezTo>
                  <a:cubicBezTo>
                    <a:pt x="46989" y="109067"/>
                    <a:pt x="46989" y="109067"/>
                    <a:pt x="46989" y="109067"/>
                  </a:cubicBezTo>
                  <a:cubicBezTo>
                    <a:pt x="54675" y="123644"/>
                    <a:pt x="64915" y="123644"/>
                    <a:pt x="72601" y="109067"/>
                  </a:cubicBezTo>
                  <a:cubicBezTo>
                    <a:pt x="118056" y="23687"/>
                    <a:pt x="118056" y="23687"/>
                    <a:pt x="118056" y="23687"/>
                  </a:cubicBezTo>
                  <a:cubicBezTo>
                    <a:pt x="119977" y="19522"/>
                    <a:pt x="120616" y="13275"/>
                    <a:pt x="119333" y="7028"/>
                  </a:cubicBezTo>
                  <a:cubicBezTo>
                    <a:pt x="118694" y="2863"/>
                    <a:pt x="117417" y="780"/>
                    <a:pt x="116134" y="780"/>
                  </a:cubicBezTo>
                  <a:close/>
                </a:path>
              </a:pathLst>
            </a:custGeom>
            <a:solidFill>
              <a:schemeClr val="accent1">
                <a:alpha val="9411"/>
              </a:schemeClr>
            </a:solidFill>
            <a:ln>
              <a:noFill/>
            </a:ln>
          </p:spPr>
          <p:txBody>
            <a:bodyPr spcFirstLastPara="1" wrap="square" lIns="45700" tIns="45700" rIns="45700"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288" name="Google Shape;288;p75"/>
          <p:cNvSpPr txBox="1">
            <a:spLocks noGrp="1"/>
          </p:cNvSpPr>
          <p:nvPr>
            <p:ph type="body" idx="4"/>
          </p:nvPr>
        </p:nvSpPr>
        <p:spPr>
          <a:xfrm>
            <a:off x="4364610" y="5129363"/>
            <a:ext cx="3726654" cy="1085432"/>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89" name="Google Shape;289;p75"/>
          <p:cNvSpPr txBox="1">
            <a:spLocks noGrp="1"/>
          </p:cNvSpPr>
          <p:nvPr>
            <p:ph type="body" idx="5"/>
          </p:nvPr>
        </p:nvSpPr>
        <p:spPr>
          <a:xfrm>
            <a:off x="4376387" y="4670026"/>
            <a:ext cx="3713315" cy="372727"/>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800"/>
              <a:buFont typeface="Arial"/>
              <a:buNone/>
              <a:defRPr sz="18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90" name="Google Shape;290;p75"/>
          <p:cNvSpPr txBox="1">
            <a:spLocks noGrp="1"/>
          </p:cNvSpPr>
          <p:nvPr>
            <p:ph type="body" idx="6"/>
          </p:nvPr>
        </p:nvSpPr>
        <p:spPr>
          <a:xfrm>
            <a:off x="8267578" y="5129363"/>
            <a:ext cx="3610195" cy="1085432"/>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91" name="Google Shape;291;p75"/>
          <p:cNvSpPr txBox="1">
            <a:spLocks noGrp="1"/>
          </p:cNvSpPr>
          <p:nvPr>
            <p:ph type="body" idx="7"/>
          </p:nvPr>
        </p:nvSpPr>
        <p:spPr>
          <a:xfrm>
            <a:off x="8277634" y="4670026"/>
            <a:ext cx="3597273" cy="372727"/>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800"/>
              <a:buFont typeface="Arial"/>
              <a:buNone/>
              <a:defRPr sz="18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quared-Infographic">
  <p:cSld name="Squared-Infographic">
    <p:spTree>
      <p:nvGrpSpPr>
        <p:cNvPr id="1" name="Shape 292"/>
        <p:cNvGrpSpPr/>
        <p:nvPr/>
      </p:nvGrpSpPr>
      <p:grpSpPr>
        <a:xfrm>
          <a:off x="0" y="0"/>
          <a:ext cx="0" cy="0"/>
          <a:chOff x="0" y="0"/>
          <a:chExt cx="0" cy="0"/>
        </a:xfrm>
      </p:grpSpPr>
      <p:sp>
        <p:nvSpPr>
          <p:cNvPr id="293" name="Google Shape;293;p76"/>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94" name="Google Shape;294;p76"/>
          <p:cNvSpPr txBox="1">
            <a:spLocks noGrp="1"/>
          </p:cNvSpPr>
          <p:nvPr>
            <p:ph type="body" idx="1"/>
          </p:nvPr>
        </p:nvSpPr>
        <p:spPr>
          <a:xfrm>
            <a:off x="207963" y="273050"/>
            <a:ext cx="11291702" cy="298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EC07D"/>
              </a:buClr>
              <a:buSzPts val="1600"/>
              <a:buFont typeface="Arial"/>
              <a:buNone/>
              <a:defRPr sz="1600" b="0" i="0" u="none" strike="noStrike" cap="none">
                <a:solidFill>
                  <a:srgbClr val="0EC07D"/>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grpSp>
        <p:nvGrpSpPr>
          <p:cNvPr id="295" name="Google Shape;295;p76"/>
          <p:cNvGrpSpPr/>
          <p:nvPr/>
        </p:nvGrpSpPr>
        <p:grpSpPr>
          <a:xfrm>
            <a:off x="0" y="5025802"/>
            <a:ext cx="12192001" cy="144981"/>
            <a:chOff x="1751419" y="4036682"/>
            <a:chExt cx="9944457" cy="58272"/>
          </a:xfrm>
        </p:grpSpPr>
        <p:sp>
          <p:nvSpPr>
            <p:cNvPr id="296" name="Google Shape;296;p76"/>
            <p:cNvSpPr/>
            <p:nvPr/>
          </p:nvSpPr>
          <p:spPr>
            <a:xfrm>
              <a:off x="3040807" y="4036682"/>
              <a:ext cx="1683494" cy="50961"/>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Roboto"/>
                <a:ea typeface="Roboto"/>
                <a:cs typeface="Roboto"/>
                <a:sym typeface="Roboto"/>
              </a:endParaRPr>
            </a:p>
          </p:txBody>
        </p:sp>
        <p:sp>
          <p:nvSpPr>
            <p:cNvPr id="297" name="Google Shape;297;p76"/>
            <p:cNvSpPr/>
            <p:nvPr/>
          </p:nvSpPr>
          <p:spPr>
            <a:xfrm>
              <a:off x="4724303" y="4036682"/>
              <a:ext cx="1715155" cy="50961"/>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Roboto"/>
                <a:ea typeface="Roboto"/>
                <a:cs typeface="Roboto"/>
                <a:sym typeface="Roboto"/>
              </a:endParaRPr>
            </a:p>
          </p:txBody>
        </p:sp>
        <p:sp>
          <p:nvSpPr>
            <p:cNvPr id="298" name="Google Shape;298;p76"/>
            <p:cNvSpPr/>
            <p:nvPr/>
          </p:nvSpPr>
          <p:spPr>
            <a:xfrm>
              <a:off x="6183638" y="4036682"/>
              <a:ext cx="2211550" cy="50961"/>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Roboto"/>
                <a:ea typeface="Roboto"/>
                <a:cs typeface="Roboto"/>
                <a:sym typeface="Roboto"/>
              </a:endParaRPr>
            </a:p>
          </p:txBody>
        </p:sp>
        <p:sp>
          <p:nvSpPr>
            <p:cNvPr id="299" name="Google Shape;299;p76"/>
            <p:cNvSpPr/>
            <p:nvPr/>
          </p:nvSpPr>
          <p:spPr>
            <a:xfrm>
              <a:off x="8326640" y="4036682"/>
              <a:ext cx="1967596" cy="58272"/>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Roboto"/>
                <a:ea typeface="Roboto"/>
                <a:cs typeface="Roboto"/>
                <a:sym typeface="Roboto"/>
              </a:endParaRPr>
            </a:p>
          </p:txBody>
        </p:sp>
        <p:sp>
          <p:nvSpPr>
            <p:cNvPr id="300" name="Google Shape;300;p76"/>
            <p:cNvSpPr/>
            <p:nvPr/>
          </p:nvSpPr>
          <p:spPr>
            <a:xfrm>
              <a:off x="1751419" y="4036682"/>
              <a:ext cx="1289385" cy="50961"/>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Roboto"/>
                <a:ea typeface="Roboto"/>
                <a:cs typeface="Roboto"/>
                <a:sym typeface="Roboto"/>
              </a:endParaRPr>
            </a:p>
          </p:txBody>
        </p:sp>
        <p:sp>
          <p:nvSpPr>
            <p:cNvPr id="301" name="Google Shape;301;p76"/>
            <p:cNvSpPr/>
            <p:nvPr/>
          </p:nvSpPr>
          <p:spPr>
            <a:xfrm>
              <a:off x="10294236" y="4036682"/>
              <a:ext cx="1401640" cy="5799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Roboto"/>
                <a:ea typeface="Roboto"/>
                <a:cs typeface="Roboto"/>
                <a:sym typeface="Roboto"/>
              </a:endParaRPr>
            </a:p>
          </p:txBody>
        </p:sp>
      </p:grpSp>
      <p:grpSp>
        <p:nvGrpSpPr>
          <p:cNvPr id="302" name="Google Shape;302;p76"/>
          <p:cNvGrpSpPr/>
          <p:nvPr/>
        </p:nvGrpSpPr>
        <p:grpSpPr>
          <a:xfrm>
            <a:off x="1217471" y="2920934"/>
            <a:ext cx="1304470" cy="2431269"/>
            <a:chOff x="1217471" y="1893408"/>
            <a:chExt cx="1304470" cy="2431269"/>
          </a:xfrm>
        </p:grpSpPr>
        <p:grpSp>
          <p:nvGrpSpPr>
            <p:cNvPr id="303" name="Google Shape;303;p76"/>
            <p:cNvGrpSpPr/>
            <p:nvPr/>
          </p:nvGrpSpPr>
          <p:grpSpPr>
            <a:xfrm>
              <a:off x="1217471" y="2766893"/>
              <a:ext cx="1304470" cy="1557784"/>
              <a:chOff x="1217471" y="2766893"/>
              <a:chExt cx="1304470" cy="1557784"/>
            </a:xfrm>
          </p:grpSpPr>
          <p:grpSp>
            <p:nvGrpSpPr>
              <p:cNvPr id="304" name="Google Shape;304;p76"/>
              <p:cNvGrpSpPr/>
              <p:nvPr/>
            </p:nvGrpSpPr>
            <p:grpSpPr>
              <a:xfrm>
                <a:off x="1217471" y="2766893"/>
                <a:ext cx="1304470" cy="1557784"/>
                <a:chOff x="1199541" y="3267114"/>
                <a:chExt cx="1304470" cy="1557784"/>
              </a:xfrm>
            </p:grpSpPr>
            <p:sp>
              <p:nvSpPr>
                <p:cNvPr id="305" name="Google Shape;305;p76"/>
                <p:cNvSpPr/>
                <p:nvPr/>
              </p:nvSpPr>
              <p:spPr>
                <a:xfrm rot="10800000" flipH="1">
                  <a:off x="1199541" y="3267114"/>
                  <a:ext cx="1304470" cy="1020141"/>
                </a:xfrm>
                <a:prstGeom prst="triangle">
                  <a:avLst>
                    <a:gd name="adj" fmla="val 50000"/>
                  </a:avLst>
                </a:prstGeom>
                <a:gradFill>
                  <a:gsLst>
                    <a:gs pos="0">
                      <a:schemeClr val="accent1"/>
                    </a:gs>
                    <a:gs pos="100000">
                      <a:srgbClr val="DDD9C3">
                        <a:alpha val="0"/>
                      </a:srgbClr>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6" name="Google Shape;306;p76"/>
                <p:cNvSpPr/>
                <p:nvPr/>
              </p:nvSpPr>
              <p:spPr>
                <a:xfrm>
                  <a:off x="1540736" y="4239007"/>
                  <a:ext cx="585891" cy="585891"/>
                </a:xfrm>
                <a:prstGeom prst="roundRect">
                  <a:avLst>
                    <a:gd name="adj" fmla="val 16667"/>
                  </a:avLst>
                </a:prstGeom>
                <a:gradFill>
                  <a:gsLst>
                    <a:gs pos="0">
                      <a:srgbClr val="4AC990"/>
                    </a:gs>
                    <a:gs pos="50000">
                      <a:srgbClr val="12C884"/>
                    </a:gs>
                    <a:gs pos="100000">
                      <a:srgbClr val="08B876"/>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307" name="Google Shape;307;p76"/>
              <p:cNvSpPr/>
              <p:nvPr/>
            </p:nvSpPr>
            <p:spPr>
              <a:xfrm>
                <a:off x="1718423" y="3882698"/>
                <a:ext cx="279327" cy="279327"/>
              </a:xfrm>
              <a:custGeom>
                <a:avLst/>
                <a:gdLst/>
                <a:ahLst/>
                <a:cxnLst/>
                <a:rect l="l" t="t" r="r" b="b"/>
                <a:pathLst>
                  <a:path w="120000" h="120000" extrusionOk="0">
                    <a:moveTo>
                      <a:pt x="97116" y="71977"/>
                    </a:moveTo>
                    <a:cubicBezTo>
                      <a:pt x="94833" y="68100"/>
                      <a:pt x="92088" y="64072"/>
                      <a:pt x="88950" y="59972"/>
                    </a:cubicBezTo>
                    <a:cubicBezTo>
                      <a:pt x="92072" y="55905"/>
                      <a:pt x="94844" y="51883"/>
                      <a:pt x="97116" y="48022"/>
                    </a:cubicBezTo>
                    <a:cubicBezTo>
                      <a:pt x="107833" y="51005"/>
                      <a:pt x="114544" y="55266"/>
                      <a:pt x="114544" y="60000"/>
                    </a:cubicBezTo>
                    <a:cubicBezTo>
                      <a:pt x="114544" y="64733"/>
                      <a:pt x="107833" y="68994"/>
                      <a:pt x="97116" y="71977"/>
                    </a:cubicBezTo>
                    <a:moveTo>
                      <a:pt x="98566" y="98572"/>
                    </a:moveTo>
                    <a:cubicBezTo>
                      <a:pt x="95222" y="101916"/>
                      <a:pt x="87444" y="100155"/>
                      <a:pt x="77755" y="94694"/>
                    </a:cubicBezTo>
                    <a:cubicBezTo>
                      <a:pt x="78877" y="90338"/>
                      <a:pt x="79805" y="85588"/>
                      <a:pt x="80483" y="80488"/>
                    </a:cubicBezTo>
                    <a:cubicBezTo>
                      <a:pt x="85583" y="79811"/>
                      <a:pt x="90338" y="78877"/>
                      <a:pt x="94688" y="77755"/>
                    </a:cubicBezTo>
                    <a:cubicBezTo>
                      <a:pt x="100155" y="87444"/>
                      <a:pt x="101916" y="95222"/>
                      <a:pt x="98566" y="98572"/>
                    </a:cubicBezTo>
                    <a:moveTo>
                      <a:pt x="85577" y="64227"/>
                    </a:moveTo>
                    <a:cubicBezTo>
                      <a:pt x="87983" y="67327"/>
                      <a:pt x="90105" y="70344"/>
                      <a:pt x="91966" y="73250"/>
                    </a:cubicBezTo>
                    <a:cubicBezTo>
                      <a:pt x="88611" y="73983"/>
                      <a:pt x="84972" y="74605"/>
                      <a:pt x="81094" y="75094"/>
                    </a:cubicBezTo>
                    <a:cubicBezTo>
                      <a:pt x="81283" y="73083"/>
                      <a:pt x="81416" y="71022"/>
                      <a:pt x="81538" y="68938"/>
                    </a:cubicBezTo>
                    <a:cubicBezTo>
                      <a:pt x="82944" y="67372"/>
                      <a:pt x="84277" y="65800"/>
                      <a:pt x="85577" y="64227"/>
                    </a:cubicBezTo>
                    <a:moveTo>
                      <a:pt x="85566" y="55733"/>
                    </a:moveTo>
                    <a:cubicBezTo>
                      <a:pt x="84277" y="54177"/>
                      <a:pt x="82933" y="52616"/>
                      <a:pt x="81538" y="51061"/>
                    </a:cubicBezTo>
                    <a:cubicBezTo>
                      <a:pt x="81416" y="48983"/>
                      <a:pt x="81283" y="46916"/>
                      <a:pt x="81094" y="44911"/>
                    </a:cubicBezTo>
                    <a:cubicBezTo>
                      <a:pt x="84972" y="45394"/>
                      <a:pt x="88611" y="46016"/>
                      <a:pt x="91966" y="46750"/>
                    </a:cubicBezTo>
                    <a:cubicBezTo>
                      <a:pt x="90116" y="49638"/>
                      <a:pt x="87955" y="52655"/>
                      <a:pt x="85566" y="55733"/>
                    </a:cubicBezTo>
                    <a:moveTo>
                      <a:pt x="98566" y="21427"/>
                    </a:moveTo>
                    <a:cubicBezTo>
                      <a:pt x="101916" y="24777"/>
                      <a:pt x="100155" y="32555"/>
                      <a:pt x="94688" y="42244"/>
                    </a:cubicBezTo>
                    <a:cubicBezTo>
                      <a:pt x="90338" y="41122"/>
                      <a:pt x="85583" y="40188"/>
                      <a:pt x="80483" y="39511"/>
                    </a:cubicBezTo>
                    <a:cubicBezTo>
                      <a:pt x="79805" y="34411"/>
                      <a:pt x="78877" y="29661"/>
                      <a:pt x="77755" y="25305"/>
                    </a:cubicBezTo>
                    <a:cubicBezTo>
                      <a:pt x="87444" y="19844"/>
                      <a:pt x="95222" y="18083"/>
                      <a:pt x="98566" y="21427"/>
                    </a:cubicBezTo>
                    <a:moveTo>
                      <a:pt x="76211" y="66733"/>
                    </a:moveTo>
                    <a:cubicBezTo>
                      <a:pt x="74711" y="68350"/>
                      <a:pt x="73177" y="69961"/>
                      <a:pt x="71566" y="71572"/>
                    </a:cubicBezTo>
                    <a:cubicBezTo>
                      <a:pt x="69961" y="73177"/>
                      <a:pt x="68350" y="74716"/>
                      <a:pt x="66733" y="76216"/>
                    </a:cubicBezTo>
                    <a:cubicBezTo>
                      <a:pt x="64522" y="76294"/>
                      <a:pt x="62288" y="76361"/>
                      <a:pt x="60000" y="76361"/>
                    </a:cubicBezTo>
                    <a:cubicBezTo>
                      <a:pt x="57705" y="76361"/>
                      <a:pt x="55472" y="76294"/>
                      <a:pt x="53261" y="76216"/>
                    </a:cubicBezTo>
                    <a:cubicBezTo>
                      <a:pt x="51650" y="74716"/>
                      <a:pt x="50033" y="73177"/>
                      <a:pt x="48427" y="71572"/>
                    </a:cubicBezTo>
                    <a:cubicBezTo>
                      <a:pt x="46822" y="69961"/>
                      <a:pt x="45288" y="68350"/>
                      <a:pt x="43783" y="66733"/>
                    </a:cubicBezTo>
                    <a:cubicBezTo>
                      <a:pt x="43700" y="64522"/>
                      <a:pt x="43638" y="62288"/>
                      <a:pt x="43638" y="60000"/>
                    </a:cubicBezTo>
                    <a:cubicBezTo>
                      <a:pt x="43638" y="57711"/>
                      <a:pt x="43700" y="55477"/>
                      <a:pt x="43783" y="53261"/>
                    </a:cubicBezTo>
                    <a:cubicBezTo>
                      <a:pt x="45288" y="51650"/>
                      <a:pt x="46822" y="50038"/>
                      <a:pt x="48427" y="48427"/>
                    </a:cubicBezTo>
                    <a:cubicBezTo>
                      <a:pt x="50033" y="46822"/>
                      <a:pt x="51650" y="45283"/>
                      <a:pt x="53261" y="43783"/>
                    </a:cubicBezTo>
                    <a:cubicBezTo>
                      <a:pt x="55472" y="43705"/>
                      <a:pt x="57705" y="43638"/>
                      <a:pt x="60000" y="43638"/>
                    </a:cubicBezTo>
                    <a:cubicBezTo>
                      <a:pt x="62288" y="43638"/>
                      <a:pt x="64522" y="43705"/>
                      <a:pt x="66733" y="43783"/>
                    </a:cubicBezTo>
                    <a:cubicBezTo>
                      <a:pt x="68350" y="45283"/>
                      <a:pt x="69961" y="46822"/>
                      <a:pt x="71566" y="48427"/>
                    </a:cubicBezTo>
                    <a:cubicBezTo>
                      <a:pt x="73177" y="50038"/>
                      <a:pt x="74711" y="51650"/>
                      <a:pt x="76211" y="53261"/>
                    </a:cubicBezTo>
                    <a:cubicBezTo>
                      <a:pt x="76294" y="55477"/>
                      <a:pt x="76361" y="57711"/>
                      <a:pt x="76361" y="60000"/>
                    </a:cubicBezTo>
                    <a:cubicBezTo>
                      <a:pt x="76361" y="62288"/>
                      <a:pt x="76294" y="64522"/>
                      <a:pt x="76211" y="66733"/>
                    </a:cubicBezTo>
                    <a:moveTo>
                      <a:pt x="73250" y="91972"/>
                    </a:moveTo>
                    <a:cubicBezTo>
                      <a:pt x="70344" y="90105"/>
                      <a:pt x="67333" y="87983"/>
                      <a:pt x="64227" y="85577"/>
                    </a:cubicBezTo>
                    <a:cubicBezTo>
                      <a:pt x="65800" y="84277"/>
                      <a:pt x="67372" y="82950"/>
                      <a:pt x="68938" y="81538"/>
                    </a:cubicBezTo>
                    <a:cubicBezTo>
                      <a:pt x="71016" y="81416"/>
                      <a:pt x="73083" y="81283"/>
                      <a:pt x="75094" y="81094"/>
                    </a:cubicBezTo>
                    <a:cubicBezTo>
                      <a:pt x="74605" y="84972"/>
                      <a:pt x="73977" y="88611"/>
                      <a:pt x="73250" y="91972"/>
                    </a:cubicBezTo>
                    <a:moveTo>
                      <a:pt x="60000" y="114544"/>
                    </a:moveTo>
                    <a:cubicBezTo>
                      <a:pt x="55266" y="114544"/>
                      <a:pt x="51005" y="107833"/>
                      <a:pt x="48016" y="97116"/>
                    </a:cubicBezTo>
                    <a:cubicBezTo>
                      <a:pt x="51883" y="94844"/>
                      <a:pt x="55900" y="92072"/>
                      <a:pt x="59972" y="88950"/>
                    </a:cubicBezTo>
                    <a:cubicBezTo>
                      <a:pt x="64066" y="92088"/>
                      <a:pt x="68100" y="94833"/>
                      <a:pt x="71983" y="97116"/>
                    </a:cubicBezTo>
                    <a:cubicBezTo>
                      <a:pt x="68994" y="107833"/>
                      <a:pt x="64733" y="114544"/>
                      <a:pt x="60000" y="114544"/>
                    </a:cubicBezTo>
                    <a:moveTo>
                      <a:pt x="44905" y="81094"/>
                    </a:moveTo>
                    <a:cubicBezTo>
                      <a:pt x="46916" y="81283"/>
                      <a:pt x="48977" y="81416"/>
                      <a:pt x="51055" y="81538"/>
                    </a:cubicBezTo>
                    <a:cubicBezTo>
                      <a:pt x="52616" y="82938"/>
                      <a:pt x="54172" y="84277"/>
                      <a:pt x="55733" y="85572"/>
                    </a:cubicBezTo>
                    <a:cubicBezTo>
                      <a:pt x="52655" y="87955"/>
                      <a:pt x="49638" y="90116"/>
                      <a:pt x="46750" y="91972"/>
                    </a:cubicBezTo>
                    <a:cubicBezTo>
                      <a:pt x="46016" y="88611"/>
                      <a:pt x="45394" y="84972"/>
                      <a:pt x="44905" y="81094"/>
                    </a:cubicBezTo>
                    <a:moveTo>
                      <a:pt x="46750" y="28027"/>
                    </a:moveTo>
                    <a:cubicBezTo>
                      <a:pt x="49655" y="29894"/>
                      <a:pt x="52666" y="32011"/>
                      <a:pt x="55766" y="34422"/>
                    </a:cubicBezTo>
                    <a:cubicBezTo>
                      <a:pt x="54200" y="35722"/>
                      <a:pt x="52627" y="37055"/>
                      <a:pt x="51055" y="38466"/>
                    </a:cubicBezTo>
                    <a:cubicBezTo>
                      <a:pt x="48977" y="38583"/>
                      <a:pt x="46916" y="38716"/>
                      <a:pt x="44905" y="38905"/>
                    </a:cubicBezTo>
                    <a:cubicBezTo>
                      <a:pt x="45394" y="35027"/>
                      <a:pt x="46016" y="31388"/>
                      <a:pt x="46750" y="28027"/>
                    </a:cubicBezTo>
                    <a:moveTo>
                      <a:pt x="60000" y="5455"/>
                    </a:moveTo>
                    <a:cubicBezTo>
                      <a:pt x="64733" y="5455"/>
                      <a:pt x="68994" y="12172"/>
                      <a:pt x="71983" y="22883"/>
                    </a:cubicBezTo>
                    <a:cubicBezTo>
                      <a:pt x="68116" y="25155"/>
                      <a:pt x="64094" y="27927"/>
                      <a:pt x="60022" y="31050"/>
                    </a:cubicBezTo>
                    <a:cubicBezTo>
                      <a:pt x="55927" y="27911"/>
                      <a:pt x="51894" y="25166"/>
                      <a:pt x="48016" y="22883"/>
                    </a:cubicBezTo>
                    <a:cubicBezTo>
                      <a:pt x="51005" y="12172"/>
                      <a:pt x="55266" y="5455"/>
                      <a:pt x="60000" y="5455"/>
                    </a:cubicBezTo>
                    <a:moveTo>
                      <a:pt x="75094" y="38905"/>
                    </a:moveTo>
                    <a:cubicBezTo>
                      <a:pt x="73083" y="38716"/>
                      <a:pt x="71016" y="38583"/>
                      <a:pt x="68938" y="38466"/>
                    </a:cubicBezTo>
                    <a:cubicBezTo>
                      <a:pt x="67383" y="37061"/>
                      <a:pt x="65822" y="35722"/>
                      <a:pt x="64266" y="34433"/>
                    </a:cubicBezTo>
                    <a:cubicBezTo>
                      <a:pt x="67344" y="32044"/>
                      <a:pt x="70361" y="29883"/>
                      <a:pt x="73250" y="28027"/>
                    </a:cubicBezTo>
                    <a:cubicBezTo>
                      <a:pt x="73977" y="31388"/>
                      <a:pt x="74605" y="35027"/>
                      <a:pt x="75094" y="38905"/>
                    </a:cubicBezTo>
                    <a:moveTo>
                      <a:pt x="39511" y="39511"/>
                    </a:moveTo>
                    <a:cubicBezTo>
                      <a:pt x="34411" y="40188"/>
                      <a:pt x="29661" y="41122"/>
                      <a:pt x="25305" y="42244"/>
                    </a:cubicBezTo>
                    <a:cubicBezTo>
                      <a:pt x="19844" y="32555"/>
                      <a:pt x="18083" y="24777"/>
                      <a:pt x="21433" y="21427"/>
                    </a:cubicBezTo>
                    <a:cubicBezTo>
                      <a:pt x="24777" y="18083"/>
                      <a:pt x="32555" y="19844"/>
                      <a:pt x="42244" y="25305"/>
                    </a:cubicBezTo>
                    <a:cubicBezTo>
                      <a:pt x="41122" y="29661"/>
                      <a:pt x="40188" y="34411"/>
                      <a:pt x="39511" y="39511"/>
                    </a:cubicBezTo>
                    <a:moveTo>
                      <a:pt x="21433" y="98572"/>
                    </a:moveTo>
                    <a:cubicBezTo>
                      <a:pt x="18083" y="95222"/>
                      <a:pt x="19844" y="87444"/>
                      <a:pt x="25305" y="77755"/>
                    </a:cubicBezTo>
                    <a:cubicBezTo>
                      <a:pt x="29661" y="78877"/>
                      <a:pt x="34411" y="79811"/>
                      <a:pt x="39511" y="80488"/>
                    </a:cubicBezTo>
                    <a:cubicBezTo>
                      <a:pt x="40188" y="85588"/>
                      <a:pt x="41122" y="90338"/>
                      <a:pt x="42244" y="94694"/>
                    </a:cubicBezTo>
                    <a:cubicBezTo>
                      <a:pt x="32555" y="100155"/>
                      <a:pt x="24777" y="101916"/>
                      <a:pt x="21433" y="98572"/>
                    </a:cubicBezTo>
                    <a:moveTo>
                      <a:pt x="38905" y="75094"/>
                    </a:moveTo>
                    <a:cubicBezTo>
                      <a:pt x="35027" y="74605"/>
                      <a:pt x="31388" y="73983"/>
                      <a:pt x="28027" y="73250"/>
                    </a:cubicBezTo>
                    <a:cubicBezTo>
                      <a:pt x="29883" y="70361"/>
                      <a:pt x="32044" y="67344"/>
                      <a:pt x="34427" y="64266"/>
                    </a:cubicBezTo>
                    <a:cubicBezTo>
                      <a:pt x="35716" y="65822"/>
                      <a:pt x="37061" y="67383"/>
                      <a:pt x="38461" y="68938"/>
                    </a:cubicBezTo>
                    <a:cubicBezTo>
                      <a:pt x="38577" y="71022"/>
                      <a:pt x="38711" y="73083"/>
                      <a:pt x="38905" y="75094"/>
                    </a:cubicBezTo>
                    <a:moveTo>
                      <a:pt x="38461" y="51061"/>
                    </a:moveTo>
                    <a:cubicBezTo>
                      <a:pt x="37050" y="52627"/>
                      <a:pt x="35716" y="54200"/>
                      <a:pt x="34422" y="55772"/>
                    </a:cubicBezTo>
                    <a:cubicBezTo>
                      <a:pt x="32016" y="52672"/>
                      <a:pt x="29894" y="49655"/>
                      <a:pt x="28027" y="46750"/>
                    </a:cubicBezTo>
                    <a:cubicBezTo>
                      <a:pt x="31388" y="46016"/>
                      <a:pt x="35027" y="45394"/>
                      <a:pt x="38905" y="44911"/>
                    </a:cubicBezTo>
                    <a:cubicBezTo>
                      <a:pt x="38711" y="46916"/>
                      <a:pt x="38577" y="48977"/>
                      <a:pt x="38461" y="51061"/>
                    </a:cubicBezTo>
                    <a:moveTo>
                      <a:pt x="5455" y="60000"/>
                    </a:moveTo>
                    <a:cubicBezTo>
                      <a:pt x="5455" y="55266"/>
                      <a:pt x="12166" y="51005"/>
                      <a:pt x="22883" y="48022"/>
                    </a:cubicBezTo>
                    <a:cubicBezTo>
                      <a:pt x="25166" y="51900"/>
                      <a:pt x="27905" y="55927"/>
                      <a:pt x="31044" y="60027"/>
                    </a:cubicBezTo>
                    <a:cubicBezTo>
                      <a:pt x="27927" y="64094"/>
                      <a:pt x="25155" y="68122"/>
                      <a:pt x="22883" y="71977"/>
                    </a:cubicBezTo>
                    <a:cubicBezTo>
                      <a:pt x="12166" y="68994"/>
                      <a:pt x="5455" y="64733"/>
                      <a:pt x="5455" y="60000"/>
                    </a:cubicBezTo>
                    <a:moveTo>
                      <a:pt x="120000" y="60000"/>
                    </a:moveTo>
                    <a:cubicBezTo>
                      <a:pt x="120000" y="53466"/>
                      <a:pt x="112072" y="47616"/>
                      <a:pt x="99544" y="43627"/>
                    </a:cubicBezTo>
                    <a:cubicBezTo>
                      <a:pt x="105566" y="31944"/>
                      <a:pt x="107050" y="22194"/>
                      <a:pt x="102427" y="17572"/>
                    </a:cubicBezTo>
                    <a:cubicBezTo>
                      <a:pt x="97805" y="12955"/>
                      <a:pt x="88055" y="14433"/>
                      <a:pt x="76377" y="20455"/>
                    </a:cubicBezTo>
                    <a:cubicBezTo>
                      <a:pt x="72383" y="7927"/>
                      <a:pt x="66533" y="0"/>
                      <a:pt x="60000" y="0"/>
                    </a:cubicBezTo>
                    <a:cubicBezTo>
                      <a:pt x="53461" y="0"/>
                      <a:pt x="47616" y="7927"/>
                      <a:pt x="43622" y="20455"/>
                    </a:cubicBezTo>
                    <a:cubicBezTo>
                      <a:pt x="31944" y="14433"/>
                      <a:pt x="22194" y="12955"/>
                      <a:pt x="17572" y="17572"/>
                    </a:cubicBezTo>
                    <a:cubicBezTo>
                      <a:pt x="12950" y="22194"/>
                      <a:pt x="14433" y="31944"/>
                      <a:pt x="20455" y="43627"/>
                    </a:cubicBezTo>
                    <a:cubicBezTo>
                      <a:pt x="7922" y="47616"/>
                      <a:pt x="0" y="53466"/>
                      <a:pt x="0" y="60000"/>
                    </a:cubicBezTo>
                    <a:cubicBezTo>
                      <a:pt x="0" y="66533"/>
                      <a:pt x="7922" y="72383"/>
                      <a:pt x="20455" y="76377"/>
                    </a:cubicBezTo>
                    <a:cubicBezTo>
                      <a:pt x="14433" y="88061"/>
                      <a:pt x="12950" y="97805"/>
                      <a:pt x="17572" y="102427"/>
                    </a:cubicBezTo>
                    <a:cubicBezTo>
                      <a:pt x="22194" y="107044"/>
                      <a:pt x="31944" y="105566"/>
                      <a:pt x="43622" y="99544"/>
                    </a:cubicBezTo>
                    <a:cubicBezTo>
                      <a:pt x="47616" y="112072"/>
                      <a:pt x="53461" y="120000"/>
                      <a:pt x="60000" y="120000"/>
                    </a:cubicBezTo>
                    <a:cubicBezTo>
                      <a:pt x="66533" y="120000"/>
                      <a:pt x="72383" y="112072"/>
                      <a:pt x="76377" y="99544"/>
                    </a:cubicBezTo>
                    <a:cubicBezTo>
                      <a:pt x="88055" y="105566"/>
                      <a:pt x="97805" y="107044"/>
                      <a:pt x="102427" y="102427"/>
                    </a:cubicBezTo>
                    <a:cubicBezTo>
                      <a:pt x="107050" y="97805"/>
                      <a:pt x="105566" y="88061"/>
                      <a:pt x="99544" y="76377"/>
                    </a:cubicBezTo>
                    <a:cubicBezTo>
                      <a:pt x="112072" y="72383"/>
                      <a:pt x="120000" y="66533"/>
                      <a:pt x="120000" y="60000"/>
                    </a:cubicBezTo>
                    <a:moveTo>
                      <a:pt x="60000" y="54544"/>
                    </a:moveTo>
                    <a:cubicBezTo>
                      <a:pt x="56988" y="54544"/>
                      <a:pt x="54544" y="56988"/>
                      <a:pt x="54544" y="60000"/>
                    </a:cubicBezTo>
                    <a:cubicBezTo>
                      <a:pt x="54544" y="63011"/>
                      <a:pt x="56988" y="65455"/>
                      <a:pt x="60000" y="65455"/>
                    </a:cubicBezTo>
                    <a:cubicBezTo>
                      <a:pt x="63011" y="65455"/>
                      <a:pt x="65455" y="63011"/>
                      <a:pt x="65455" y="60000"/>
                    </a:cubicBezTo>
                    <a:cubicBezTo>
                      <a:pt x="65455" y="56988"/>
                      <a:pt x="63011" y="54544"/>
                      <a:pt x="60000" y="54544"/>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grpSp>
        <p:grpSp>
          <p:nvGrpSpPr>
            <p:cNvPr id="308" name="Google Shape;308;p76"/>
            <p:cNvGrpSpPr/>
            <p:nvPr/>
          </p:nvGrpSpPr>
          <p:grpSpPr>
            <a:xfrm>
              <a:off x="1289951" y="1893408"/>
              <a:ext cx="1136271" cy="1246506"/>
              <a:chOff x="627304" y="1987183"/>
              <a:chExt cx="1594615" cy="1749317"/>
            </a:xfrm>
          </p:grpSpPr>
          <p:sp>
            <p:nvSpPr>
              <p:cNvPr id="309" name="Google Shape;309;p76"/>
              <p:cNvSpPr/>
              <p:nvPr/>
            </p:nvSpPr>
            <p:spPr>
              <a:xfrm>
                <a:off x="1424612" y="2476575"/>
                <a:ext cx="797307" cy="1259925"/>
              </a:xfrm>
              <a:custGeom>
                <a:avLst/>
                <a:gdLst/>
                <a:ahLst/>
                <a:cxnLst/>
                <a:rect l="l" t="t" r="r" b="b"/>
                <a:pathLst>
                  <a:path w="120000" h="120000" extrusionOk="0">
                    <a:moveTo>
                      <a:pt x="120000" y="0"/>
                    </a:moveTo>
                    <a:lnTo>
                      <a:pt x="120000" y="73388"/>
                    </a:lnTo>
                    <a:lnTo>
                      <a:pt x="447" y="120000"/>
                    </a:lnTo>
                    <a:lnTo>
                      <a:pt x="0" y="46894"/>
                    </a:lnTo>
                    <a:lnTo>
                      <a:pt x="120000" y="0"/>
                    </a:lnTo>
                    <a:lnTo>
                      <a:pt x="120000" y="0"/>
                    </a:lnTo>
                    <a:close/>
                  </a:path>
                </a:pathLst>
              </a:custGeom>
              <a:solidFill>
                <a:srgbClr val="14906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10" name="Google Shape;310;p76"/>
              <p:cNvSpPr/>
              <p:nvPr/>
            </p:nvSpPr>
            <p:spPr>
              <a:xfrm>
                <a:off x="627304" y="2476575"/>
                <a:ext cx="800283" cy="1259925"/>
              </a:xfrm>
              <a:custGeom>
                <a:avLst/>
                <a:gdLst/>
                <a:ahLst/>
                <a:cxnLst/>
                <a:rect l="l" t="t" r="r" b="b"/>
                <a:pathLst>
                  <a:path w="120000" h="120000" extrusionOk="0">
                    <a:moveTo>
                      <a:pt x="120000" y="120000"/>
                    </a:moveTo>
                    <a:lnTo>
                      <a:pt x="119553" y="46894"/>
                    </a:lnTo>
                    <a:lnTo>
                      <a:pt x="0" y="0"/>
                    </a:lnTo>
                    <a:lnTo>
                      <a:pt x="446" y="73388"/>
                    </a:lnTo>
                    <a:lnTo>
                      <a:pt x="120000" y="120000"/>
                    </a:lnTo>
                    <a:lnTo>
                      <a:pt x="120000" y="120000"/>
                    </a:lnTo>
                    <a:close/>
                  </a:path>
                </a:pathLst>
              </a:custGeom>
              <a:solidFill>
                <a:srgbClr val="65E9B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11" name="Google Shape;311;p76"/>
              <p:cNvSpPr/>
              <p:nvPr/>
            </p:nvSpPr>
            <p:spPr>
              <a:xfrm>
                <a:off x="627304" y="1987183"/>
                <a:ext cx="1594614" cy="981760"/>
              </a:xfrm>
              <a:custGeom>
                <a:avLst/>
                <a:gdLst/>
                <a:ahLst/>
                <a:cxnLst/>
                <a:rect l="l" t="t" r="r" b="b"/>
                <a:pathLst>
                  <a:path w="120000" h="120000" extrusionOk="0">
                    <a:moveTo>
                      <a:pt x="60000" y="120000"/>
                    </a:moveTo>
                    <a:lnTo>
                      <a:pt x="120000" y="59818"/>
                    </a:lnTo>
                    <a:lnTo>
                      <a:pt x="60000" y="0"/>
                    </a:lnTo>
                    <a:lnTo>
                      <a:pt x="0" y="59818"/>
                    </a:lnTo>
                    <a:lnTo>
                      <a:pt x="60000" y="120000"/>
                    </a:lnTo>
                    <a:lnTo>
                      <a:pt x="60000" y="12000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grpSp>
        <p:nvGrpSpPr>
          <p:cNvPr id="312" name="Google Shape;312;p76"/>
          <p:cNvGrpSpPr/>
          <p:nvPr/>
        </p:nvGrpSpPr>
        <p:grpSpPr>
          <a:xfrm>
            <a:off x="3286748" y="2920934"/>
            <a:ext cx="1304470" cy="2483739"/>
            <a:chOff x="3326504" y="1893408"/>
            <a:chExt cx="1304470" cy="2483739"/>
          </a:xfrm>
        </p:grpSpPr>
        <p:grpSp>
          <p:nvGrpSpPr>
            <p:cNvPr id="313" name="Google Shape;313;p76"/>
            <p:cNvGrpSpPr/>
            <p:nvPr/>
          </p:nvGrpSpPr>
          <p:grpSpPr>
            <a:xfrm>
              <a:off x="3326504" y="2772528"/>
              <a:ext cx="1304470" cy="1604619"/>
              <a:chOff x="3326504" y="2772528"/>
              <a:chExt cx="1304470" cy="1604619"/>
            </a:xfrm>
          </p:grpSpPr>
          <p:grpSp>
            <p:nvGrpSpPr>
              <p:cNvPr id="314" name="Google Shape;314;p76"/>
              <p:cNvGrpSpPr/>
              <p:nvPr/>
            </p:nvGrpSpPr>
            <p:grpSpPr>
              <a:xfrm>
                <a:off x="3326504" y="2772528"/>
                <a:ext cx="1304470" cy="1604619"/>
                <a:chOff x="3269602" y="3277053"/>
                <a:chExt cx="1304470" cy="1593145"/>
              </a:xfrm>
            </p:grpSpPr>
            <p:sp>
              <p:nvSpPr>
                <p:cNvPr id="315" name="Google Shape;315;p76"/>
                <p:cNvSpPr/>
                <p:nvPr/>
              </p:nvSpPr>
              <p:spPr>
                <a:xfrm rot="10800000" flipH="1">
                  <a:off x="3269602" y="3277053"/>
                  <a:ext cx="1304470" cy="1020141"/>
                </a:xfrm>
                <a:prstGeom prst="triangle">
                  <a:avLst>
                    <a:gd name="adj" fmla="val 50000"/>
                  </a:avLst>
                </a:prstGeom>
                <a:gradFill>
                  <a:gsLst>
                    <a:gs pos="0">
                      <a:schemeClr val="accent2"/>
                    </a:gs>
                    <a:gs pos="100000">
                      <a:srgbClr val="DDD9C3">
                        <a:alpha val="0"/>
                      </a:srgbClr>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6" name="Google Shape;316;p76"/>
                <p:cNvSpPr/>
                <p:nvPr/>
              </p:nvSpPr>
              <p:spPr>
                <a:xfrm>
                  <a:off x="3621767" y="4284307"/>
                  <a:ext cx="585891" cy="585891"/>
                </a:xfrm>
                <a:prstGeom prst="roundRect">
                  <a:avLst>
                    <a:gd name="adj" fmla="val 16667"/>
                  </a:avLst>
                </a:prstGeom>
                <a:gradFill>
                  <a:gsLst>
                    <a:gs pos="0">
                      <a:srgbClr val="4AC990"/>
                    </a:gs>
                    <a:gs pos="50000">
                      <a:srgbClr val="12C884"/>
                    </a:gs>
                    <a:gs pos="100000">
                      <a:srgbClr val="08B876"/>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317" name="Google Shape;317;p76"/>
              <p:cNvSpPr/>
              <p:nvPr/>
            </p:nvSpPr>
            <p:spPr>
              <a:xfrm>
                <a:off x="3839076" y="3922923"/>
                <a:ext cx="279327" cy="279327"/>
              </a:xfrm>
              <a:custGeom>
                <a:avLst/>
                <a:gdLst/>
                <a:ahLst/>
                <a:cxnLst/>
                <a:rect l="l" t="t" r="r" b="b"/>
                <a:pathLst>
                  <a:path w="120000" h="120000" extrusionOk="0">
                    <a:moveTo>
                      <a:pt x="60000" y="114544"/>
                    </a:moveTo>
                    <a:cubicBezTo>
                      <a:pt x="29872" y="114544"/>
                      <a:pt x="5455" y="90127"/>
                      <a:pt x="5455" y="60000"/>
                    </a:cubicBezTo>
                    <a:cubicBezTo>
                      <a:pt x="5455" y="29872"/>
                      <a:pt x="29872" y="5455"/>
                      <a:pt x="60000" y="5455"/>
                    </a:cubicBezTo>
                    <a:cubicBezTo>
                      <a:pt x="90127" y="5455"/>
                      <a:pt x="114544" y="29872"/>
                      <a:pt x="114544" y="60000"/>
                    </a:cubicBezTo>
                    <a:cubicBezTo>
                      <a:pt x="114544" y="90127"/>
                      <a:pt x="90127" y="114544"/>
                      <a:pt x="60000" y="114544"/>
                    </a:cubicBezTo>
                    <a:moveTo>
                      <a:pt x="101555" y="103216"/>
                    </a:moveTo>
                    <a:cubicBezTo>
                      <a:pt x="112905" y="92300"/>
                      <a:pt x="120000" y="76994"/>
                      <a:pt x="120000" y="60000"/>
                    </a:cubicBezTo>
                    <a:cubicBezTo>
                      <a:pt x="120000" y="26861"/>
                      <a:pt x="93133" y="0"/>
                      <a:pt x="60000" y="0"/>
                    </a:cubicBezTo>
                    <a:cubicBezTo>
                      <a:pt x="26866" y="0"/>
                      <a:pt x="0" y="26861"/>
                      <a:pt x="0" y="60000"/>
                    </a:cubicBezTo>
                    <a:cubicBezTo>
                      <a:pt x="0" y="76994"/>
                      <a:pt x="7094" y="92300"/>
                      <a:pt x="18444" y="103216"/>
                    </a:cubicBezTo>
                    <a:lnTo>
                      <a:pt x="11705" y="115344"/>
                    </a:lnTo>
                    <a:cubicBezTo>
                      <a:pt x="11216" y="115838"/>
                      <a:pt x="10911" y="116522"/>
                      <a:pt x="10911" y="117272"/>
                    </a:cubicBezTo>
                    <a:cubicBezTo>
                      <a:pt x="10911" y="118777"/>
                      <a:pt x="12133" y="120000"/>
                      <a:pt x="13638" y="120000"/>
                    </a:cubicBezTo>
                    <a:cubicBezTo>
                      <a:pt x="14388" y="120000"/>
                      <a:pt x="15072" y="119694"/>
                      <a:pt x="15566" y="119200"/>
                    </a:cubicBezTo>
                    <a:cubicBezTo>
                      <a:pt x="15877" y="118888"/>
                      <a:pt x="16077" y="118483"/>
                      <a:pt x="16205" y="118044"/>
                    </a:cubicBezTo>
                    <a:lnTo>
                      <a:pt x="22466" y="106772"/>
                    </a:lnTo>
                    <a:cubicBezTo>
                      <a:pt x="32750" y="115033"/>
                      <a:pt x="45788" y="120000"/>
                      <a:pt x="60000" y="120000"/>
                    </a:cubicBezTo>
                    <a:cubicBezTo>
                      <a:pt x="74211" y="120000"/>
                      <a:pt x="87250" y="115033"/>
                      <a:pt x="97527" y="106772"/>
                    </a:cubicBezTo>
                    <a:lnTo>
                      <a:pt x="103794" y="118044"/>
                    </a:lnTo>
                    <a:cubicBezTo>
                      <a:pt x="104127" y="119166"/>
                      <a:pt x="105127" y="120000"/>
                      <a:pt x="106361" y="120000"/>
                    </a:cubicBezTo>
                    <a:cubicBezTo>
                      <a:pt x="107866" y="120000"/>
                      <a:pt x="109088" y="118777"/>
                      <a:pt x="109088" y="117272"/>
                    </a:cubicBezTo>
                    <a:cubicBezTo>
                      <a:pt x="109088" y="116522"/>
                      <a:pt x="108783" y="115838"/>
                      <a:pt x="108294" y="115344"/>
                    </a:cubicBezTo>
                    <a:cubicBezTo>
                      <a:pt x="108294" y="115344"/>
                      <a:pt x="101555" y="103216"/>
                      <a:pt x="101555" y="103216"/>
                    </a:cubicBezTo>
                    <a:close/>
                    <a:moveTo>
                      <a:pt x="60000" y="92727"/>
                    </a:moveTo>
                    <a:cubicBezTo>
                      <a:pt x="41927" y="92727"/>
                      <a:pt x="27272" y="78072"/>
                      <a:pt x="27272" y="60000"/>
                    </a:cubicBezTo>
                    <a:cubicBezTo>
                      <a:pt x="27272" y="41927"/>
                      <a:pt x="41927" y="27272"/>
                      <a:pt x="60000" y="27272"/>
                    </a:cubicBezTo>
                    <a:cubicBezTo>
                      <a:pt x="78072" y="27272"/>
                      <a:pt x="92727" y="41927"/>
                      <a:pt x="92727" y="60000"/>
                    </a:cubicBezTo>
                    <a:cubicBezTo>
                      <a:pt x="92727" y="78072"/>
                      <a:pt x="78072" y="92727"/>
                      <a:pt x="60000" y="92727"/>
                    </a:cubicBezTo>
                    <a:moveTo>
                      <a:pt x="60000" y="21816"/>
                    </a:moveTo>
                    <a:cubicBezTo>
                      <a:pt x="38911" y="21816"/>
                      <a:pt x="21816" y="38911"/>
                      <a:pt x="21816" y="60000"/>
                    </a:cubicBezTo>
                    <a:cubicBezTo>
                      <a:pt x="21816" y="81088"/>
                      <a:pt x="38911" y="98183"/>
                      <a:pt x="60000" y="98183"/>
                    </a:cubicBezTo>
                    <a:cubicBezTo>
                      <a:pt x="81088" y="98183"/>
                      <a:pt x="98183" y="81088"/>
                      <a:pt x="98183" y="60000"/>
                    </a:cubicBezTo>
                    <a:cubicBezTo>
                      <a:pt x="98183" y="38911"/>
                      <a:pt x="81088" y="21816"/>
                      <a:pt x="60000" y="21816"/>
                    </a:cubicBezTo>
                    <a:moveTo>
                      <a:pt x="60000" y="70911"/>
                    </a:moveTo>
                    <a:cubicBezTo>
                      <a:pt x="53977" y="70911"/>
                      <a:pt x="49088" y="66022"/>
                      <a:pt x="49088" y="60000"/>
                    </a:cubicBezTo>
                    <a:cubicBezTo>
                      <a:pt x="49088" y="53977"/>
                      <a:pt x="53977" y="49088"/>
                      <a:pt x="60000" y="49088"/>
                    </a:cubicBezTo>
                    <a:cubicBezTo>
                      <a:pt x="66022" y="49088"/>
                      <a:pt x="70911" y="53977"/>
                      <a:pt x="70911" y="60000"/>
                    </a:cubicBezTo>
                    <a:cubicBezTo>
                      <a:pt x="70911" y="66022"/>
                      <a:pt x="66022" y="70911"/>
                      <a:pt x="60000" y="70911"/>
                    </a:cubicBezTo>
                    <a:moveTo>
                      <a:pt x="60000" y="43638"/>
                    </a:moveTo>
                    <a:cubicBezTo>
                      <a:pt x="50961" y="43638"/>
                      <a:pt x="43638" y="50961"/>
                      <a:pt x="43638" y="60000"/>
                    </a:cubicBezTo>
                    <a:cubicBezTo>
                      <a:pt x="43638" y="69038"/>
                      <a:pt x="50961" y="76361"/>
                      <a:pt x="60000" y="76361"/>
                    </a:cubicBezTo>
                    <a:cubicBezTo>
                      <a:pt x="69038" y="76361"/>
                      <a:pt x="76361" y="69038"/>
                      <a:pt x="76361" y="60000"/>
                    </a:cubicBezTo>
                    <a:cubicBezTo>
                      <a:pt x="76361" y="50961"/>
                      <a:pt x="69038" y="43638"/>
                      <a:pt x="60000" y="43638"/>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grpSp>
        <p:grpSp>
          <p:nvGrpSpPr>
            <p:cNvPr id="318" name="Google Shape;318;p76"/>
            <p:cNvGrpSpPr/>
            <p:nvPr/>
          </p:nvGrpSpPr>
          <p:grpSpPr>
            <a:xfrm>
              <a:off x="3410604" y="1893408"/>
              <a:ext cx="1136271" cy="1246506"/>
              <a:chOff x="627304" y="1987183"/>
              <a:chExt cx="1594615" cy="1749317"/>
            </a:xfrm>
          </p:grpSpPr>
          <p:sp>
            <p:nvSpPr>
              <p:cNvPr id="319" name="Google Shape;319;p76"/>
              <p:cNvSpPr/>
              <p:nvPr/>
            </p:nvSpPr>
            <p:spPr>
              <a:xfrm>
                <a:off x="1424612" y="2476575"/>
                <a:ext cx="797307" cy="1259925"/>
              </a:xfrm>
              <a:custGeom>
                <a:avLst/>
                <a:gdLst/>
                <a:ahLst/>
                <a:cxnLst/>
                <a:rect l="l" t="t" r="r" b="b"/>
                <a:pathLst>
                  <a:path w="120000" h="120000" extrusionOk="0">
                    <a:moveTo>
                      <a:pt x="120000" y="0"/>
                    </a:moveTo>
                    <a:lnTo>
                      <a:pt x="120000" y="73388"/>
                    </a:lnTo>
                    <a:lnTo>
                      <a:pt x="447" y="120000"/>
                    </a:lnTo>
                    <a:lnTo>
                      <a:pt x="0" y="46894"/>
                    </a:lnTo>
                    <a:lnTo>
                      <a:pt x="120000" y="0"/>
                    </a:lnTo>
                    <a:lnTo>
                      <a:pt x="120000" y="0"/>
                    </a:lnTo>
                    <a:close/>
                  </a:path>
                </a:pathLst>
              </a:custGeom>
              <a:solidFill>
                <a:srgbClr val="14906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20" name="Google Shape;320;p76"/>
              <p:cNvSpPr/>
              <p:nvPr/>
            </p:nvSpPr>
            <p:spPr>
              <a:xfrm>
                <a:off x="627304" y="2476575"/>
                <a:ext cx="800283" cy="1259925"/>
              </a:xfrm>
              <a:custGeom>
                <a:avLst/>
                <a:gdLst/>
                <a:ahLst/>
                <a:cxnLst/>
                <a:rect l="l" t="t" r="r" b="b"/>
                <a:pathLst>
                  <a:path w="120000" h="120000" extrusionOk="0">
                    <a:moveTo>
                      <a:pt x="120000" y="120000"/>
                    </a:moveTo>
                    <a:lnTo>
                      <a:pt x="119553" y="46894"/>
                    </a:lnTo>
                    <a:lnTo>
                      <a:pt x="0" y="0"/>
                    </a:lnTo>
                    <a:lnTo>
                      <a:pt x="446" y="73388"/>
                    </a:lnTo>
                    <a:lnTo>
                      <a:pt x="120000" y="120000"/>
                    </a:lnTo>
                    <a:lnTo>
                      <a:pt x="120000" y="120000"/>
                    </a:lnTo>
                    <a:close/>
                  </a:path>
                </a:pathLst>
              </a:custGeom>
              <a:solidFill>
                <a:srgbClr val="65E9B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21" name="Google Shape;321;p76"/>
              <p:cNvSpPr/>
              <p:nvPr/>
            </p:nvSpPr>
            <p:spPr>
              <a:xfrm>
                <a:off x="627304" y="1987183"/>
                <a:ext cx="1594614" cy="981760"/>
              </a:xfrm>
              <a:custGeom>
                <a:avLst/>
                <a:gdLst/>
                <a:ahLst/>
                <a:cxnLst/>
                <a:rect l="l" t="t" r="r" b="b"/>
                <a:pathLst>
                  <a:path w="120000" h="120000" extrusionOk="0">
                    <a:moveTo>
                      <a:pt x="60000" y="120000"/>
                    </a:moveTo>
                    <a:lnTo>
                      <a:pt x="120000" y="59818"/>
                    </a:lnTo>
                    <a:lnTo>
                      <a:pt x="60000" y="0"/>
                    </a:lnTo>
                    <a:lnTo>
                      <a:pt x="0" y="59818"/>
                    </a:lnTo>
                    <a:lnTo>
                      <a:pt x="60000" y="120000"/>
                    </a:lnTo>
                    <a:lnTo>
                      <a:pt x="60000" y="12000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grpSp>
        <p:nvGrpSpPr>
          <p:cNvPr id="322" name="Google Shape;322;p76"/>
          <p:cNvGrpSpPr/>
          <p:nvPr/>
        </p:nvGrpSpPr>
        <p:grpSpPr>
          <a:xfrm>
            <a:off x="5362701" y="2917613"/>
            <a:ext cx="1304470" cy="2426375"/>
            <a:chOff x="5452152" y="1890087"/>
            <a:chExt cx="1304470" cy="2426375"/>
          </a:xfrm>
        </p:grpSpPr>
        <p:grpSp>
          <p:nvGrpSpPr>
            <p:cNvPr id="323" name="Google Shape;323;p76"/>
            <p:cNvGrpSpPr/>
            <p:nvPr/>
          </p:nvGrpSpPr>
          <p:grpSpPr>
            <a:xfrm>
              <a:off x="5452152" y="2763572"/>
              <a:ext cx="1304470" cy="1552890"/>
              <a:chOff x="5452152" y="2763572"/>
              <a:chExt cx="1304470" cy="1552890"/>
            </a:xfrm>
          </p:grpSpPr>
          <p:grpSp>
            <p:nvGrpSpPr>
              <p:cNvPr id="324" name="Google Shape;324;p76"/>
              <p:cNvGrpSpPr/>
              <p:nvPr/>
            </p:nvGrpSpPr>
            <p:grpSpPr>
              <a:xfrm>
                <a:off x="5452152" y="2763572"/>
                <a:ext cx="1304470" cy="1552890"/>
                <a:chOff x="5960996" y="3267114"/>
                <a:chExt cx="1304470" cy="1559509"/>
              </a:xfrm>
            </p:grpSpPr>
            <p:sp>
              <p:nvSpPr>
                <p:cNvPr id="325" name="Google Shape;325;p76"/>
                <p:cNvSpPr/>
                <p:nvPr/>
              </p:nvSpPr>
              <p:spPr>
                <a:xfrm rot="10800000" flipH="1">
                  <a:off x="5960996" y="3267114"/>
                  <a:ext cx="1304470" cy="1020141"/>
                </a:xfrm>
                <a:prstGeom prst="triangle">
                  <a:avLst>
                    <a:gd name="adj" fmla="val 50000"/>
                  </a:avLst>
                </a:prstGeom>
                <a:gradFill>
                  <a:gsLst>
                    <a:gs pos="0">
                      <a:schemeClr val="accent3"/>
                    </a:gs>
                    <a:gs pos="100000">
                      <a:srgbClr val="DDD9C3">
                        <a:alpha val="0"/>
                      </a:srgbClr>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6" name="Google Shape;326;p76"/>
                <p:cNvSpPr/>
                <p:nvPr/>
              </p:nvSpPr>
              <p:spPr>
                <a:xfrm>
                  <a:off x="6312532" y="4240732"/>
                  <a:ext cx="585891" cy="585891"/>
                </a:xfrm>
                <a:prstGeom prst="roundRect">
                  <a:avLst>
                    <a:gd name="adj" fmla="val 16667"/>
                  </a:avLst>
                </a:prstGeom>
                <a:gradFill>
                  <a:gsLst>
                    <a:gs pos="0">
                      <a:srgbClr val="6A798A"/>
                    </a:gs>
                    <a:gs pos="50000">
                      <a:srgbClr val="54677D"/>
                    </a:gs>
                    <a:gs pos="100000">
                      <a:srgbClr val="485A6F"/>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327" name="Google Shape;327;p76"/>
              <p:cNvSpPr/>
              <p:nvPr/>
            </p:nvSpPr>
            <p:spPr>
              <a:xfrm>
                <a:off x="5981437" y="3879214"/>
                <a:ext cx="279327" cy="279327"/>
              </a:xfrm>
              <a:custGeom>
                <a:avLst/>
                <a:gdLst/>
                <a:ahLst/>
                <a:cxnLst/>
                <a:rect l="l" t="t" r="r" b="b"/>
                <a:pathLst>
                  <a:path w="120000" h="120000" extrusionOk="0">
                    <a:moveTo>
                      <a:pt x="87272" y="103638"/>
                    </a:moveTo>
                    <a:lnTo>
                      <a:pt x="81816" y="103638"/>
                    </a:lnTo>
                    <a:lnTo>
                      <a:pt x="81816" y="109088"/>
                    </a:lnTo>
                    <a:lnTo>
                      <a:pt x="87272" y="109088"/>
                    </a:lnTo>
                    <a:cubicBezTo>
                      <a:pt x="87272" y="109088"/>
                      <a:pt x="87272" y="103638"/>
                      <a:pt x="87272" y="103638"/>
                    </a:cubicBezTo>
                    <a:close/>
                    <a:moveTo>
                      <a:pt x="87272" y="81816"/>
                    </a:moveTo>
                    <a:lnTo>
                      <a:pt x="81816" y="81816"/>
                    </a:lnTo>
                    <a:lnTo>
                      <a:pt x="81816" y="87272"/>
                    </a:lnTo>
                    <a:lnTo>
                      <a:pt x="87272" y="87272"/>
                    </a:lnTo>
                    <a:cubicBezTo>
                      <a:pt x="87272" y="87272"/>
                      <a:pt x="87272" y="81816"/>
                      <a:pt x="87272" y="81816"/>
                    </a:cubicBezTo>
                    <a:close/>
                    <a:moveTo>
                      <a:pt x="81816" y="60000"/>
                    </a:moveTo>
                    <a:lnTo>
                      <a:pt x="87272" y="60000"/>
                    </a:lnTo>
                    <a:lnTo>
                      <a:pt x="87272" y="54544"/>
                    </a:lnTo>
                    <a:lnTo>
                      <a:pt x="81816" y="54544"/>
                    </a:lnTo>
                    <a:cubicBezTo>
                      <a:pt x="81816" y="54544"/>
                      <a:pt x="81816" y="60000"/>
                      <a:pt x="81816" y="60000"/>
                    </a:cubicBezTo>
                    <a:close/>
                    <a:moveTo>
                      <a:pt x="87272" y="92727"/>
                    </a:moveTo>
                    <a:lnTo>
                      <a:pt x="81816" y="92727"/>
                    </a:lnTo>
                    <a:lnTo>
                      <a:pt x="81816" y="98183"/>
                    </a:lnTo>
                    <a:lnTo>
                      <a:pt x="87272" y="98183"/>
                    </a:lnTo>
                    <a:cubicBezTo>
                      <a:pt x="87272" y="98183"/>
                      <a:pt x="87272" y="92727"/>
                      <a:pt x="87272" y="92727"/>
                    </a:cubicBezTo>
                    <a:close/>
                    <a:moveTo>
                      <a:pt x="81816" y="49088"/>
                    </a:moveTo>
                    <a:lnTo>
                      <a:pt x="87272" y="49088"/>
                    </a:lnTo>
                    <a:lnTo>
                      <a:pt x="87272" y="43638"/>
                    </a:lnTo>
                    <a:lnTo>
                      <a:pt x="81816" y="43638"/>
                    </a:lnTo>
                    <a:cubicBezTo>
                      <a:pt x="81816" y="43638"/>
                      <a:pt x="81816" y="49088"/>
                      <a:pt x="81816" y="49088"/>
                    </a:cubicBezTo>
                    <a:close/>
                    <a:moveTo>
                      <a:pt x="109088" y="0"/>
                    </a:moveTo>
                    <a:lnTo>
                      <a:pt x="32727" y="0"/>
                    </a:lnTo>
                    <a:cubicBezTo>
                      <a:pt x="26700" y="0"/>
                      <a:pt x="21816" y="4883"/>
                      <a:pt x="21816" y="10911"/>
                    </a:cubicBezTo>
                    <a:lnTo>
                      <a:pt x="21816" y="13638"/>
                    </a:lnTo>
                    <a:cubicBezTo>
                      <a:pt x="21816" y="15144"/>
                      <a:pt x="23038" y="16361"/>
                      <a:pt x="24544" y="16361"/>
                    </a:cubicBezTo>
                    <a:cubicBezTo>
                      <a:pt x="26055" y="16361"/>
                      <a:pt x="27272" y="15144"/>
                      <a:pt x="27272" y="13638"/>
                    </a:cubicBezTo>
                    <a:lnTo>
                      <a:pt x="27272" y="10911"/>
                    </a:lnTo>
                    <a:cubicBezTo>
                      <a:pt x="27272" y="7900"/>
                      <a:pt x="29716" y="5455"/>
                      <a:pt x="32727" y="5455"/>
                    </a:cubicBezTo>
                    <a:lnTo>
                      <a:pt x="109088" y="5455"/>
                    </a:lnTo>
                    <a:cubicBezTo>
                      <a:pt x="112100" y="5455"/>
                      <a:pt x="114544" y="7900"/>
                      <a:pt x="114544" y="10911"/>
                    </a:cubicBezTo>
                    <a:lnTo>
                      <a:pt x="114544" y="87272"/>
                    </a:lnTo>
                    <a:cubicBezTo>
                      <a:pt x="114544" y="90283"/>
                      <a:pt x="112100" y="92727"/>
                      <a:pt x="109088" y="92727"/>
                    </a:cubicBezTo>
                    <a:lnTo>
                      <a:pt x="106361" y="92727"/>
                    </a:lnTo>
                    <a:cubicBezTo>
                      <a:pt x="104855" y="92727"/>
                      <a:pt x="103638" y="93950"/>
                      <a:pt x="103638" y="95455"/>
                    </a:cubicBezTo>
                    <a:cubicBezTo>
                      <a:pt x="103638" y="96961"/>
                      <a:pt x="104855" y="98183"/>
                      <a:pt x="106361" y="98183"/>
                    </a:cubicBezTo>
                    <a:lnTo>
                      <a:pt x="109088" y="98183"/>
                    </a:lnTo>
                    <a:cubicBezTo>
                      <a:pt x="115116" y="98183"/>
                      <a:pt x="120000" y="93300"/>
                      <a:pt x="120000" y="87272"/>
                    </a:cubicBezTo>
                    <a:lnTo>
                      <a:pt x="120000" y="10911"/>
                    </a:lnTo>
                    <a:cubicBezTo>
                      <a:pt x="120000" y="4883"/>
                      <a:pt x="115116" y="0"/>
                      <a:pt x="109088" y="0"/>
                    </a:cubicBezTo>
                    <a:moveTo>
                      <a:pt x="81816" y="38183"/>
                    </a:moveTo>
                    <a:lnTo>
                      <a:pt x="87272" y="38183"/>
                    </a:lnTo>
                    <a:lnTo>
                      <a:pt x="87272" y="32727"/>
                    </a:lnTo>
                    <a:lnTo>
                      <a:pt x="81816" y="32727"/>
                    </a:lnTo>
                    <a:cubicBezTo>
                      <a:pt x="81816" y="32727"/>
                      <a:pt x="81816" y="38183"/>
                      <a:pt x="81816" y="38183"/>
                    </a:cubicBezTo>
                    <a:close/>
                    <a:moveTo>
                      <a:pt x="92727" y="68183"/>
                    </a:moveTo>
                    <a:lnTo>
                      <a:pt x="76361" y="68183"/>
                    </a:lnTo>
                    <a:lnTo>
                      <a:pt x="76361" y="27272"/>
                    </a:lnTo>
                    <a:lnTo>
                      <a:pt x="87272" y="27272"/>
                    </a:lnTo>
                    <a:cubicBezTo>
                      <a:pt x="90283" y="27272"/>
                      <a:pt x="92727" y="29716"/>
                      <a:pt x="92727" y="32727"/>
                    </a:cubicBezTo>
                    <a:cubicBezTo>
                      <a:pt x="92727" y="32727"/>
                      <a:pt x="92727" y="68183"/>
                      <a:pt x="92727" y="68183"/>
                    </a:cubicBezTo>
                    <a:close/>
                    <a:moveTo>
                      <a:pt x="92727" y="109088"/>
                    </a:moveTo>
                    <a:cubicBezTo>
                      <a:pt x="92727" y="112100"/>
                      <a:pt x="90283" y="114544"/>
                      <a:pt x="87272" y="114544"/>
                    </a:cubicBezTo>
                    <a:lnTo>
                      <a:pt x="76361" y="114544"/>
                    </a:lnTo>
                    <a:lnTo>
                      <a:pt x="76361" y="73638"/>
                    </a:lnTo>
                    <a:lnTo>
                      <a:pt x="92727" y="73638"/>
                    </a:lnTo>
                    <a:cubicBezTo>
                      <a:pt x="92727" y="73638"/>
                      <a:pt x="92727" y="109088"/>
                      <a:pt x="92727" y="109088"/>
                    </a:cubicBezTo>
                    <a:close/>
                    <a:moveTo>
                      <a:pt x="70911" y="68183"/>
                    </a:moveTo>
                    <a:lnTo>
                      <a:pt x="27272" y="68183"/>
                    </a:lnTo>
                    <a:lnTo>
                      <a:pt x="27272" y="27272"/>
                    </a:lnTo>
                    <a:lnTo>
                      <a:pt x="70911" y="27272"/>
                    </a:lnTo>
                    <a:cubicBezTo>
                      <a:pt x="70911" y="27272"/>
                      <a:pt x="70911" y="68183"/>
                      <a:pt x="70911" y="68183"/>
                    </a:cubicBezTo>
                    <a:close/>
                    <a:moveTo>
                      <a:pt x="70911" y="114544"/>
                    </a:moveTo>
                    <a:lnTo>
                      <a:pt x="27272" y="114544"/>
                    </a:lnTo>
                    <a:lnTo>
                      <a:pt x="27272" y="73638"/>
                    </a:lnTo>
                    <a:lnTo>
                      <a:pt x="70911" y="73638"/>
                    </a:lnTo>
                    <a:cubicBezTo>
                      <a:pt x="70911" y="73638"/>
                      <a:pt x="70911" y="114544"/>
                      <a:pt x="70911" y="114544"/>
                    </a:cubicBezTo>
                    <a:close/>
                    <a:moveTo>
                      <a:pt x="21816" y="68183"/>
                    </a:moveTo>
                    <a:lnTo>
                      <a:pt x="5455" y="68183"/>
                    </a:lnTo>
                    <a:lnTo>
                      <a:pt x="5455" y="32727"/>
                    </a:lnTo>
                    <a:cubicBezTo>
                      <a:pt x="5455" y="29716"/>
                      <a:pt x="7900" y="27272"/>
                      <a:pt x="10911" y="27272"/>
                    </a:cubicBezTo>
                    <a:lnTo>
                      <a:pt x="21816" y="27272"/>
                    </a:lnTo>
                    <a:cubicBezTo>
                      <a:pt x="21816" y="27272"/>
                      <a:pt x="21816" y="68183"/>
                      <a:pt x="21816" y="68183"/>
                    </a:cubicBezTo>
                    <a:close/>
                    <a:moveTo>
                      <a:pt x="21816" y="114544"/>
                    </a:moveTo>
                    <a:lnTo>
                      <a:pt x="10911" y="114544"/>
                    </a:lnTo>
                    <a:cubicBezTo>
                      <a:pt x="7900" y="114544"/>
                      <a:pt x="5455" y="112100"/>
                      <a:pt x="5455" y="109088"/>
                    </a:cubicBezTo>
                    <a:lnTo>
                      <a:pt x="5455" y="73638"/>
                    </a:lnTo>
                    <a:lnTo>
                      <a:pt x="21816" y="73638"/>
                    </a:lnTo>
                    <a:cubicBezTo>
                      <a:pt x="21816" y="73638"/>
                      <a:pt x="21816" y="114544"/>
                      <a:pt x="21816" y="114544"/>
                    </a:cubicBezTo>
                    <a:close/>
                    <a:moveTo>
                      <a:pt x="87272" y="21816"/>
                    </a:moveTo>
                    <a:lnTo>
                      <a:pt x="10911" y="21816"/>
                    </a:lnTo>
                    <a:cubicBezTo>
                      <a:pt x="4883" y="21816"/>
                      <a:pt x="0" y="26700"/>
                      <a:pt x="0" y="32727"/>
                    </a:cubicBezTo>
                    <a:lnTo>
                      <a:pt x="0" y="109088"/>
                    </a:lnTo>
                    <a:cubicBezTo>
                      <a:pt x="0" y="115116"/>
                      <a:pt x="4883" y="120000"/>
                      <a:pt x="10911" y="120000"/>
                    </a:cubicBezTo>
                    <a:lnTo>
                      <a:pt x="87272" y="120000"/>
                    </a:lnTo>
                    <a:cubicBezTo>
                      <a:pt x="93300" y="120000"/>
                      <a:pt x="98183" y="115116"/>
                      <a:pt x="98183" y="109088"/>
                    </a:cubicBezTo>
                    <a:lnTo>
                      <a:pt x="98183" y="32727"/>
                    </a:lnTo>
                    <a:cubicBezTo>
                      <a:pt x="98183" y="26700"/>
                      <a:pt x="93300" y="21816"/>
                      <a:pt x="87272" y="21816"/>
                    </a:cubicBezTo>
                    <a:moveTo>
                      <a:pt x="10911" y="49088"/>
                    </a:moveTo>
                    <a:lnTo>
                      <a:pt x="16361" y="49088"/>
                    </a:lnTo>
                    <a:lnTo>
                      <a:pt x="16361" y="43638"/>
                    </a:lnTo>
                    <a:lnTo>
                      <a:pt x="10911" y="43638"/>
                    </a:lnTo>
                    <a:cubicBezTo>
                      <a:pt x="10911" y="43638"/>
                      <a:pt x="10911" y="49088"/>
                      <a:pt x="10911" y="49088"/>
                    </a:cubicBezTo>
                    <a:close/>
                    <a:moveTo>
                      <a:pt x="10911" y="60000"/>
                    </a:moveTo>
                    <a:lnTo>
                      <a:pt x="16361" y="60000"/>
                    </a:lnTo>
                    <a:lnTo>
                      <a:pt x="16361" y="54544"/>
                    </a:lnTo>
                    <a:lnTo>
                      <a:pt x="10911" y="54544"/>
                    </a:lnTo>
                    <a:cubicBezTo>
                      <a:pt x="10911" y="54544"/>
                      <a:pt x="10911" y="60000"/>
                      <a:pt x="10911" y="60000"/>
                    </a:cubicBezTo>
                    <a:close/>
                    <a:moveTo>
                      <a:pt x="16361" y="92727"/>
                    </a:moveTo>
                    <a:lnTo>
                      <a:pt x="10911" y="92727"/>
                    </a:lnTo>
                    <a:lnTo>
                      <a:pt x="10911" y="98183"/>
                    </a:lnTo>
                    <a:lnTo>
                      <a:pt x="16361" y="98183"/>
                    </a:lnTo>
                    <a:cubicBezTo>
                      <a:pt x="16361" y="98183"/>
                      <a:pt x="16361" y="92727"/>
                      <a:pt x="16361" y="92727"/>
                    </a:cubicBezTo>
                    <a:close/>
                    <a:moveTo>
                      <a:pt x="10911" y="38183"/>
                    </a:moveTo>
                    <a:lnTo>
                      <a:pt x="16361" y="38183"/>
                    </a:lnTo>
                    <a:lnTo>
                      <a:pt x="16361" y="32727"/>
                    </a:lnTo>
                    <a:lnTo>
                      <a:pt x="10911" y="32727"/>
                    </a:lnTo>
                    <a:cubicBezTo>
                      <a:pt x="10911" y="32727"/>
                      <a:pt x="10911" y="38183"/>
                      <a:pt x="10911" y="38183"/>
                    </a:cubicBezTo>
                    <a:close/>
                    <a:moveTo>
                      <a:pt x="16361" y="81816"/>
                    </a:moveTo>
                    <a:lnTo>
                      <a:pt x="10911" y="81816"/>
                    </a:lnTo>
                    <a:lnTo>
                      <a:pt x="10911" y="87272"/>
                    </a:lnTo>
                    <a:lnTo>
                      <a:pt x="16361" y="87272"/>
                    </a:lnTo>
                    <a:cubicBezTo>
                      <a:pt x="16361" y="87272"/>
                      <a:pt x="16361" y="81816"/>
                      <a:pt x="16361" y="81816"/>
                    </a:cubicBezTo>
                    <a:close/>
                    <a:moveTo>
                      <a:pt x="16361" y="103638"/>
                    </a:moveTo>
                    <a:lnTo>
                      <a:pt x="10911" y="103638"/>
                    </a:lnTo>
                    <a:lnTo>
                      <a:pt x="10911" y="109088"/>
                    </a:lnTo>
                    <a:lnTo>
                      <a:pt x="16361" y="109088"/>
                    </a:lnTo>
                    <a:cubicBezTo>
                      <a:pt x="16361" y="109088"/>
                      <a:pt x="16361" y="103638"/>
                      <a:pt x="16361" y="103638"/>
                    </a:cubicBezTo>
                    <a:close/>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grpSp>
        <p:grpSp>
          <p:nvGrpSpPr>
            <p:cNvPr id="328" name="Google Shape;328;p76"/>
            <p:cNvGrpSpPr/>
            <p:nvPr/>
          </p:nvGrpSpPr>
          <p:grpSpPr>
            <a:xfrm>
              <a:off x="5556109" y="1890087"/>
              <a:ext cx="1136271" cy="1246506"/>
              <a:chOff x="627304" y="1987183"/>
              <a:chExt cx="1594615" cy="1749317"/>
            </a:xfrm>
          </p:grpSpPr>
          <p:sp>
            <p:nvSpPr>
              <p:cNvPr id="329" name="Google Shape;329;p76"/>
              <p:cNvSpPr/>
              <p:nvPr/>
            </p:nvSpPr>
            <p:spPr>
              <a:xfrm>
                <a:off x="1424612" y="2476575"/>
                <a:ext cx="797307" cy="1259925"/>
              </a:xfrm>
              <a:custGeom>
                <a:avLst/>
                <a:gdLst/>
                <a:ahLst/>
                <a:cxnLst/>
                <a:rect l="l" t="t" r="r" b="b"/>
                <a:pathLst>
                  <a:path w="120000" h="120000" extrusionOk="0">
                    <a:moveTo>
                      <a:pt x="120000" y="0"/>
                    </a:moveTo>
                    <a:lnTo>
                      <a:pt x="120000" y="73388"/>
                    </a:lnTo>
                    <a:lnTo>
                      <a:pt x="447" y="120000"/>
                    </a:lnTo>
                    <a:lnTo>
                      <a:pt x="0" y="46894"/>
                    </a:lnTo>
                    <a:lnTo>
                      <a:pt x="120000" y="0"/>
                    </a:lnTo>
                    <a:lnTo>
                      <a:pt x="120000" y="0"/>
                    </a:lnTo>
                    <a:close/>
                  </a:path>
                </a:pathLst>
              </a:custGeom>
              <a:solidFill>
                <a:srgbClr val="404E5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30" name="Google Shape;330;p76"/>
              <p:cNvSpPr/>
              <p:nvPr/>
            </p:nvSpPr>
            <p:spPr>
              <a:xfrm>
                <a:off x="627304" y="2476575"/>
                <a:ext cx="800283" cy="1259925"/>
              </a:xfrm>
              <a:custGeom>
                <a:avLst/>
                <a:gdLst/>
                <a:ahLst/>
                <a:cxnLst/>
                <a:rect l="l" t="t" r="r" b="b"/>
                <a:pathLst>
                  <a:path w="120000" h="120000" extrusionOk="0">
                    <a:moveTo>
                      <a:pt x="120000" y="120000"/>
                    </a:moveTo>
                    <a:lnTo>
                      <a:pt x="119553" y="46894"/>
                    </a:lnTo>
                    <a:lnTo>
                      <a:pt x="0" y="0"/>
                    </a:lnTo>
                    <a:lnTo>
                      <a:pt x="446" y="73388"/>
                    </a:lnTo>
                    <a:lnTo>
                      <a:pt x="120000" y="120000"/>
                    </a:lnTo>
                    <a:lnTo>
                      <a:pt x="120000" y="120000"/>
                    </a:lnTo>
                    <a:close/>
                  </a:path>
                </a:pathLst>
              </a:custGeom>
              <a:solidFill>
                <a:srgbClr val="93A3B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31" name="Google Shape;331;p76"/>
              <p:cNvSpPr/>
              <p:nvPr/>
            </p:nvSpPr>
            <p:spPr>
              <a:xfrm>
                <a:off x="627304" y="1987183"/>
                <a:ext cx="1594614" cy="981760"/>
              </a:xfrm>
              <a:custGeom>
                <a:avLst/>
                <a:gdLst/>
                <a:ahLst/>
                <a:cxnLst/>
                <a:rect l="l" t="t" r="r" b="b"/>
                <a:pathLst>
                  <a:path w="120000" h="120000" extrusionOk="0">
                    <a:moveTo>
                      <a:pt x="60000" y="120000"/>
                    </a:moveTo>
                    <a:lnTo>
                      <a:pt x="120000" y="59818"/>
                    </a:lnTo>
                    <a:lnTo>
                      <a:pt x="60000" y="0"/>
                    </a:lnTo>
                    <a:lnTo>
                      <a:pt x="0" y="59818"/>
                    </a:lnTo>
                    <a:lnTo>
                      <a:pt x="60000" y="120000"/>
                    </a:lnTo>
                    <a:lnTo>
                      <a:pt x="60000" y="120000"/>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grpSp>
        <p:nvGrpSpPr>
          <p:cNvPr id="332" name="Google Shape;332;p76"/>
          <p:cNvGrpSpPr/>
          <p:nvPr/>
        </p:nvGrpSpPr>
        <p:grpSpPr>
          <a:xfrm>
            <a:off x="7695802" y="2917613"/>
            <a:ext cx="1304470" cy="2434590"/>
            <a:chOff x="7521759" y="1890087"/>
            <a:chExt cx="1304470" cy="2434590"/>
          </a:xfrm>
        </p:grpSpPr>
        <p:grpSp>
          <p:nvGrpSpPr>
            <p:cNvPr id="333" name="Google Shape;333;p76"/>
            <p:cNvGrpSpPr/>
            <p:nvPr/>
          </p:nvGrpSpPr>
          <p:grpSpPr>
            <a:xfrm>
              <a:off x="7521759" y="2766893"/>
              <a:ext cx="1304470" cy="1557784"/>
              <a:chOff x="7521759" y="2766893"/>
              <a:chExt cx="1304470" cy="1557784"/>
            </a:xfrm>
          </p:grpSpPr>
          <p:grpSp>
            <p:nvGrpSpPr>
              <p:cNvPr id="334" name="Google Shape;334;p76"/>
              <p:cNvGrpSpPr/>
              <p:nvPr/>
            </p:nvGrpSpPr>
            <p:grpSpPr>
              <a:xfrm>
                <a:off x="7521759" y="2766893"/>
                <a:ext cx="1304470" cy="1557784"/>
                <a:chOff x="7980910" y="3267114"/>
                <a:chExt cx="1304470" cy="1557784"/>
              </a:xfrm>
            </p:grpSpPr>
            <p:sp>
              <p:nvSpPr>
                <p:cNvPr id="335" name="Google Shape;335;p76"/>
                <p:cNvSpPr/>
                <p:nvPr/>
              </p:nvSpPr>
              <p:spPr>
                <a:xfrm rot="10800000" flipH="1">
                  <a:off x="7980910" y="3267114"/>
                  <a:ext cx="1304470" cy="1020141"/>
                </a:xfrm>
                <a:prstGeom prst="triangle">
                  <a:avLst>
                    <a:gd name="adj" fmla="val 50000"/>
                  </a:avLst>
                </a:prstGeom>
                <a:gradFill>
                  <a:gsLst>
                    <a:gs pos="0">
                      <a:schemeClr val="accent4"/>
                    </a:gs>
                    <a:gs pos="100000">
                      <a:srgbClr val="DDD9C3">
                        <a:alpha val="0"/>
                      </a:srgbClr>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6" name="Google Shape;336;p76"/>
                <p:cNvSpPr/>
                <p:nvPr/>
              </p:nvSpPr>
              <p:spPr>
                <a:xfrm>
                  <a:off x="8347954" y="4239007"/>
                  <a:ext cx="585891" cy="585891"/>
                </a:xfrm>
                <a:prstGeom prst="roundRect">
                  <a:avLst>
                    <a:gd name="adj" fmla="val 16667"/>
                  </a:avLst>
                </a:prstGeom>
                <a:gradFill>
                  <a:gsLst>
                    <a:gs pos="0">
                      <a:srgbClr val="5E697B"/>
                    </a:gs>
                    <a:gs pos="50000">
                      <a:srgbClr val="42536A"/>
                    </a:gs>
                    <a:gs pos="100000">
                      <a:srgbClr val="38495F"/>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337" name="Google Shape;337;p76"/>
              <p:cNvSpPr/>
              <p:nvPr/>
            </p:nvSpPr>
            <p:spPr>
              <a:xfrm>
                <a:off x="8050613" y="3892069"/>
                <a:ext cx="279327" cy="279327"/>
              </a:xfrm>
              <a:custGeom>
                <a:avLst/>
                <a:gdLst/>
                <a:ahLst/>
                <a:cxnLst/>
                <a:rect l="l" t="t" r="r" b="b"/>
                <a:pathLst>
                  <a:path w="120000" h="120000" extrusionOk="0">
                    <a:moveTo>
                      <a:pt x="114544" y="16361"/>
                    </a:moveTo>
                    <a:lnTo>
                      <a:pt x="5455" y="16361"/>
                    </a:lnTo>
                    <a:lnTo>
                      <a:pt x="5455" y="10911"/>
                    </a:lnTo>
                    <a:lnTo>
                      <a:pt x="114544" y="10911"/>
                    </a:lnTo>
                    <a:cubicBezTo>
                      <a:pt x="114544" y="10911"/>
                      <a:pt x="114544" y="16361"/>
                      <a:pt x="114544" y="16361"/>
                    </a:cubicBezTo>
                    <a:close/>
                    <a:moveTo>
                      <a:pt x="109088" y="87272"/>
                    </a:moveTo>
                    <a:lnTo>
                      <a:pt x="10911" y="87272"/>
                    </a:lnTo>
                    <a:lnTo>
                      <a:pt x="10911" y="21816"/>
                    </a:lnTo>
                    <a:lnTo>
                      <a:pt x="109088" y="21816"/>
                    </a:lnTo>
                    <a:cubicBezTo>
                      <a:pt x="109088" y="21816"/>
                      <a:pt x="109088" y="87272"/>
                      <a:pt x="109088" y="87272"/>
                    </a:cubicBezTo>
                    <a:close/>
                    <a:moveTo>
                      <a:pt x="114544" y="5455"/>
                    </a:moveTo>
                    <a:lnTo>
                      <a:pt x="65455" y="5455"/>
                    </a:lnTo>
                    <a:cubicBezTo>
                      <a:pt x="65455" y="2444"/>
                      <a:pt x="63011" y="0"/>
                      <a:pt x="60000" y="0"/>
                    </a:cubicBezTo>
                    <a:cubicBezTo>
                      <a:pt x="56983" y="0"/>
                      <a:pt x="54544" y="2444"/>
                      <a:pt x="54544" y="5455"/>
                    </a:cubicBezTo>
                    <a:lnTo>
                      <a:pt x="5455" y="5455"/>
                    </a:lnTo>
                    <a:cubicBezTo>
                      <a:pt x="2438" y="5455"/>
                      <a:pt x="0" y="7900"/>
                      <a:pt x="0" y="10911"/>
                    </a:cubicBezTo>
                    <a:lnTo>
                      <a:pt x="0" y="16361"/>
                    </a:lnTo>
                    <a:cubicBezTo>
                      <a:pt x="0" y="19377"/>
                      <a:pt x="2438" y="21816"/>
                      <a:pt x="5455" y="21816"/>
                    </a:cubicBezTo>
                    <a:lnTo>
                      <a:pt x="5455" y="87272"/>
                    </a:lnTo>
                    <a:cubicBezTo>
                      <a:pt x="5455" y="90288"/>
                      <a:pt x="7894" y="92727"/>
                      <a:pt x="10911" y="92727"/>
                    </a:cubicBezTo>
                    <a:lnTo>
                      <a:pt x="57272" y="92727"/>
                    </a:lnTo>
                    <a:lnTo>
                      <a:pt x="57272" y="99777"/>
                    </a:lnTo>
                    <a:lnTo>
                      <a:pt x="41705" y="115344"/>
                    </a:lnTo>
                    <a:cubicBezTo>
                      <a:pt x="41216" y="115838"/>
                      <a:pt x="40911" y="116522"/>
                      <a:pt x="40911" y="117272"/>
                    </a:cubicBezTo>
                    <a:cubicBezTo>
                      <a:pt x="40911" y="118777"/>
                      <a:pt x="42127" y="120000"/>
                      <a:pt x="43638" y="120000"/>
                    </a:cubicBezTo>
                    <a:cubicBezTo>
                      <a:pt x="44388" y="120000"/>
                      <a:pt x="45072" y="119694"/>
                      <a:pt x="45566" y="119200"/>
                    </a:cubicBezTo>
                    <a:lnTo>
                      <a:pt x="60000" y="104766"/>
                    </a:lnTo>
                    <a:lnTo>
                      <a:pt x="74433" y="119200"/>
                    </a:lnTo>
                    <a:cubicBezTo>
                      <a:pt x="74933" y="119694"/>
                      <a:pt x="75611" y="120000"/>
                      <a:pt x="76361" y="120000"/>
                    </a:cubicBezTo>
                    <a:cubicBezTo>
                      <a:pt x="77872" y="120000"/>
                      <a:pt x="79088" y="118777"/>
                      <a:pt x="79088" y="117272"/>
                    </a:cubicBezTo>
                    <a:cubicBezTo>
                      <a:pt x="79088" y="116522"/>
                      <a:pt x="78788" y="115838"/>
                      <a:pt x="78294" y="115344"/>
                    </a:cubicBezTo>
                    <a:lnTo>
                      <a:pt x="62727" y="99777"/>
                    </a:lnTo>
                    <a:lnTo>
                      <a:pt x="62727" y="92727"/>
                    </a:lnTo>
                    <a:lnTo>
                      <a:pt x="109088" y="92727"/>
                    </a:lnTo>
                    <a:cubicBezTo>
                      <a:pt x="112100" y="92727"/>
                      <a:pt x="114544" y="90288"/>
                      <a:pt x="114544" y="87272"/>
                    </a:cubicBezTo>
                    <a:lnTo>
                      <a:pt x="114544" y="21816"/>
                    </a:lnTo>
                    <a:cubicBezTo>
                      <a:pt x="117555" y="21816"/>
                      <a:pt x="120000" y="19377"/>
                      <a:pt x="120000" y="16361"/>
                    </a:cubicBezTo>
                    <a:lnTo>
                      <a:pt x="120000" y="10911"/>
                    </a:lnTo>
                    <a:cubicBezTo>
                      <a:pt x="120000" y="7900"/>
                      <a:pt x="117555" y="5455"/>
                      <a:pt x="114544" y="5455"/>
                    </a:cubicBezTo>
                    <a:moveTo>
                      <a:pt x="90000" y="32727"/>
                    </a:moveTo>
                    <a:cubicBezTo>
                      <a:pt x="91505" y="32727"/>
                      <a:pt x="92727" y="33950"/>
                      <a:pt x="92727" y="35455"/>
                    </a:cubicBezTo>
                    <a:cubicBezTo>
                      <a:pt x="92727" y="36961"/>
                      <a:pt x="91505" y="38183"/>
                      <a:pt x="90000" y="38183"/>
                    </a:cubicBezTo>
                    <a:cubicBezTo>
                      <a:pt x="88494" y="38183"/>
                      <a:pt x="87272" y="36961"/>
                      <a:pt x="87272" y="35455"/>
                    </a:cubicBezTo>
                    <a:cubicBezTo>
                      <a:pt x="87272" y="33950"/>
                      <a:pt x="88494" y="32727"/>
                      <a:pt x="90000" y="32727"/>
                    </a:cubicBezTo>
                    <a:moveTo>
                      <a:pt x="90000" y="43638"/>
                    </a:moveTo>
                    <a:cubicBezTo>
                      <a:pt x="94516" y="43638"/>
                      <a:pt x="98183" y="39977"/>
                      <a:pt x="98183" y="35455"/>
                    </a:cubicBezTo>
                    <a:cubicBezTo>
                      <a:pt x="98183" y="30938"/>
                      <a:pt x="94516" y="27272"/>
                      <a:pt x="90000" y="27272"/>
                    </a:cubicBezTo>
                    <a:cubicBezTo>
                      <a:pt x="85483" y="27272"/>
                      <a:pt x="81816" y="30938"/>
                      <a:pt x="81816" y="35455"/>
                    </a:cubicBezTo>
                    <a:cubicBezTo>
                      <a:pt x="81816" y="39977"/>
                      <a:pt x="85483" y="43638"/>
                      <a:pt x="90000" y="43638"/>
                    </a:cubicBezTo>
                    <a:moveTo>
                      <a:pt x="46788" y="45194"/>
                    </a:moveTo>
                    <a:lnTo>
                      <a:pt x="66255" y="64655"/>
                    </a:lnTo>
                    <a:cubicBezTo>
                      <a:pt x="66750" y="65150"/>
                      <a:pt x="67433" y="65455"/>
                      <a:pt x="68183" y="65455"/>
                    </a:cubicBezTo>
                    <a:cubicBezTo>
                      <a:pt x="68933" y="65455"/>
                      <a:pt x="69616" y="65150"/>
                      <a:pt x="70111" y="64655"/>
                    </a:cubicBezTo>
                    <a:lnTo>
                      <a:pt x="78794" y="55972"/>
                    </a:lnTo>
                    <a:lnTo>
                      <a:pt x="90000" y="70911"/>
                    </a:lnTo>
                    <a:lnTo>
                      <a:pt x="29644" y="70911"/>
                    </a:lnTo>
                    <a:cubicBezTo>
                      <a:pt x="29644" y="70911"/>
                      <a:pt x="46788" y="45194"/>
                      <a:pt x="46788" y="45194"/>
                    </a:cubicBezTo>
                    <a:close/>
                    <a:moveTo>
                      <a:pt x="24544" y="76361"/>
                    </a:moveTo>
                    <a:lnTo>
                      <a:pt x="95455" y="76361"/>
                    </a:lnTo>
                    <a:cubicBezTo>
                      <a:pt x="96961" y="76361"/>
                      <a:pt x="98183" y="75144"/>
                      <a:pt x="98183" y="73638"/>
                    </a:cubicBezTo>
                    <a:cubicBezTo>
                      <a:pt x="98183" y="73022"/>
                      <a:pt x="97944" y="72483"/>
                      <a:pt x="97600" y="72027"/>
                    </a:cubicBezTo>
                    <a:lnTo>
                      <a:pt x="97638" y="72000"/>
                    </a:lnTo>
                    <a:lnTo>
                      <a:pt x="81272" y="50183"/>
                    </a:lnTo>
                    <a:lnTo>
                      <a:pt x="81233" y="50211"/>
                    </a:lnTo>
                    <a:cubicBezTo>
                      <a:pt x="80738" y="49550"/>
                      <a:pt x="79983" y="49088"/>
                      <a:pt x="79088" y="49088"/>
                    </a:cubicBezTo>
                    <a:cubicBezTo>
                      <a:pt x="78338" y="49088"/>
                      <a:pt x="77655" y="49394"/>
                      <a:pt x="77161" y="49888"/>
                    </a:cubicBezTo>
                    <a:lnTo>
                      <a:pt x="68183" y="58872"/>
                    </a:lnTo>
                    <a:lnTo>
                      <a:pt x="48294" y="38983"/>
                    </a:lnTo>
                    <a:cubicBezTo>
                      <a:pt x="47800" y="38488"/>
                      <a:pt x="47116" y="38183"/>
                      <a:pt x="46361" y="38183"/>
                    </a:cubicBezTo>
                    <a:cubicBezTo>
                      <a:pt x="45416" y="38183"/>
                      <a:pt x="44627" y="38694"/>
                      <a:pt x="44138" y="39427"/>
                    </a:cubicBezTo>
                    <a:lnTo>
                      <a:pt x="44094" y="39394"/>
                    </a:lnTo>
                    <a:lnTo>
                      <a:pt x="22277" y="72122"/>
                    </a:lnTo>
                    <a:lnTo>
                      <a:pt x="22316" y="72155"/>
                    </a:lnTo>
                    <a:cubicBezTo>
                      <a:pt x="22027" y="72588"/>
                      <a:pt x="21816" y="73077"/>
                      <a:pt x="21816" y="73638"/>
                    </a:cubicBezTo>
                    <a:cubicBezTo>
                      <a:pt x="21816" y="75144"/>
                      <a:pt x="23038" y="76361"/>
                      <a:pt x="24544" y="76361"/>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grpSp>
        <p:grpSp>
          <p:nvGrpSpPr>
            <p:cNvPr id="338" name="Google Shape;338;p76"/>
            <p:cNvGrpSpPr/>
            <p:nvPr/>
          </p:nvGrpSpPr>
          <p:grpSpPr>
            <a:xfrm>
              <a:off x="7622141" y="1890087"/>
              <a:ext cx="1136271" cy="1246506"/>
              <a:chOff x="627304" y="1987183"/>
              <a:chExt cx="1594615" cy="1749317"/>
            </a:xfrm>
          </p:grpSpPr>
          <p:sp>
            <p:nvSpPr>
              <p:cNvPr id="339" name="Google Shape;339;p76"/>
              <p:cNvSpPr/>
              <p:nvPr/>
            </p:nvSpPr>
            <p:spPr>
              <a:xfrm>
                <a:off x="1424612" y="2476575"/>
                <a:ext cx="797307" cy="1259925"/>
              </a:xfrm>
              <a:custGeom>
                <a:avLst/>
                <a:gdLst/>
                <a:ahLst/>
                <a:cxnLst/>
                <a:rect l="l" t="t" r="r" b="b"/>
                <a:pathLst>
                  <a:path w="120000" h="120000" extrusionOk="0">
                    <a:moveTo>
                      <a:pt x="120000" y="0"/>
                    </a:moveTo>
                    <a:lnTo>
                      <a:pt x="120000" y="73388"/>
                    </a:lnTo>
                    <a:lnTo>
                      <a:pt x="447" y="120000"/>
                    </a:lnTo>
                    <a:lnTo>
                      <a:pt x="0" y="46894"/>
                    </a:lnTo>
                    <a:lnTo>
                      <a:pt x="120000" y="0"/>
                    </a:lnTo>
                    <a:lnTo>
                      <a:pt x="120000" y="0"/>
                    </a:lnTo>
                    <a:close/>
                  </a:path>
                </a:pathLst>
              </a:custGeom>
              <a:solidFill>
                <a:srgbClr val="323F4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40" name="Google Shape;340;p76"/>
              <p:cNvSpPr/>
              <p:nvPr/>
            </p:nvSpPr>
            <p:spPr>
              <a:xfrm>
                <a:off x="627304" y="2476575"/>
                <a:ext cx="800283" cy="1259925"/>
              </a:xfrm>
              <a:custGeom>
                <a:avLst/>
                <a:gdLst/>
                <a:ahLst/>
                <a:cxnLst/>
                <a:rect l="l" t="t" r="r" b="b"/>
                <a:pathLst>
                  <a:path w="120000" h="120000" extrusionOk="0">
                    <a:moveTo>
                      <a:pt x="120000" y="120000"/>
                    </a:moveTo>
                    <a:lnTo>
                      <a:pt x="119553" y="46894"/>
                    </a:lnTo>
                    <a:lnTo>
                      <a:pt x="0" y="0"/>
                    </a:lnTo>
                    <a:lnTo>
                      <a:pt x="446" y="73388"/>
                    </a:lnTo>
                    <a:lnTo>
                      <a:pt x="120000" y="120000"/>
                    </a:lnTo>
                    <a:lnTo>
                      <a:pt x="120000" y="120000"/>
                    </a:lnTo>
                    <a:close/>
                  </a:path>
                </a:pathLst>
              </a:custGeom>
              <a:solidFill>
                <a:srgbClr val="8296B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41" name="Google Shape;341;p76"/>
              <p:cNvSpPr/>
              <p:nvPr/>
            </p:nvSpPr>
            <p:spPr>
              <a:xfrm>
                <a:off x="627304" y="1987183"/>
                <a:ext cx="1594614" cy="981760"/>
              </a:xfrm>
              <a:custGeom>
                <a:avLst/>
                <a:gdLst/>
                <a:ahLst/>
                <a:cxnLst/>
                <a:rect l="l" t="t" r="r" b="b"/>
                <a:pathLst>
                  <a:path w="120000" h="120000" extrusionOk="0">
                    <a:moveTo>
                      <a:pt x="60000" y="120000"/>
                    </a:moveTo>
                    <a:lnTo>
                      <a:pt x="120000" y="59818"/>
                    </a:lnTo>
                    <a:lnTo>
                      <a:pt x="60000" y="0"/>
                    </a:lnTo>
                    <a:lnTo>
                      <a:pt x="0" y="59818"/>
                    </a:lnTo>
                    <a:lnTo>
                      <a:pt x="60000" y="120000"/>
                    </a:lnTo>
                    <a:lnTo>
                      <a:pt x="60000" y="120000"/>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grpSp>
        <p:nvGrpSpPr>
          <p:cNvPr id="342" name="Google Shape;342;p76"/>
          <p:cNvGrpSpPr/>
          <p:nvPr/>
        </p:nvGrpSpPr>
        <p:grpSpPr>
          <a:xfrm>
            <a:off x="10039725" y="2881865"/>
            <a:ext cx="1304470" cy="2435707"/>
            <a:chOff x="9646841" y="1888970"/>
            <a:chExt cx="1304470" cy="2435707"/>
          </a:xfrm>
        </p:grpSpPr>
        <p:grpSp>
          <p:nvGrpSpPr>
            <p:cNvPr id="343" name="Google Shape;343;p76"/>
            <p:cNvGrpSpPr/>
            <p:nvPr/>
          </p:nvGrpSpPr>
          <p:grpSpPr>
            <a:xfrm>
              <a:off x="9646841" y="2766893"/>
              <a:ext cx="1304470" cy="1557784"/>
              <a:chOff x="9646841" y="2766893"/>
              <a:chExt cx="1304470" cy="1557784"/>
            </a:xfrm>
          </p:grpSpPr>
          <p:grpSp>
            <p:nvGrpSpPr>
              <p:cNvPr id="344" name="Google Shape;344;p76"/>
              <p:cNvGrpSpPr/>
              <p:nvPr/>
            </p:nvGrpSpPr>
            <p:grpSpPr>
              <a:xfrm>
                <a:off x="9646841" y="2766893"/>
                <a:ext cx="1304470" cy="1557784"/>
                <a:chOff x="9539460" y="3267114"/>
                <a:chExt cx="1304470" cy="1557784"/>
              </a:xfrm>
            </p:grpSpPr>
            <p:sp>
              <p:nvSpPr>
                <p:cNvPr id="345" name="Google Shape;345;p76"/>
                <p:cNvSpPr/>
                <p:nvPr/>
              </p:nvSpPr>
              <p:spPr>
                <a:xfrm rot="10800000" flipH="1">
                  <a:off x="9539460" y="3267114"/>
                  <a:ext cx="1304470" cy="1020141"/>
                </a:xfrm>
                <a:prstGeom prst="triangle">
                  <a:avLst>
                    <a:gd name="adj" fmla="val 50000"/>
                  </a:avLst>
                </a:prstGeom>
                <a:gradFill>
                  <a:gsLst>
                    <a:gs pos="0">
                      <a:schemeClr val="accent5"/>
                    </a:gs>
                    <a:gs pos="100000">
                      <a:srgbClr val="DDD9C3">
                        <a:alpha val="0"/>
                      </a:srgbClr>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46" name="Google Shape;346;p76"/>
                <p:cNvSpPr/>
                <p:nvPr/>
              </p:nvSpPr>
              <p:spPr>
                <a:xfrm>
                  <a:off x="9904781" y="4239007"/>
                  <a:ext cx="585891" cy="585891"/>
                </a:xfrm>
                <a:prstGeom prst="roundRect">
                  <a:avLst>
                    <a:gd name="adj" fmla="val 16667"/>
                  </a:avLst>
                </a:prstGeom>
                <a:gradFill>
                  <a:gsLst>
                    <a:gs pos="0">
                      <a:srgbClr val="4AC990"/>
                    </a:gs>
                    <a:gs pos="50000">
                      <a:srgbClr val="12C884"/>
                    </a:gs>
                    <a:gs pos="100000">
                      <a:srgbClr val="08B876"/>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347" name="Google Shape;347;p76"/>
              <p:cNvSpPr/>
              <p:nvPr/>
            </p:nvSpPr>
            <p:spPr>
              <a:xfrm>
                <a:off x="10159411" y="3879214"/>
                <a:ext cx="279327" cy="279327"/>
              </a:xfrm>
              <a:custGeom>
                <a:avLst/>
                <a:gdLst/>
                <a:ahLst/>
                <a:cxnLst/>
                <a:rect l="l" t="t" r="r" b="b"/>
                <a:pathLst>
                  <a:path w="120000" h="120000" extrusionOk="0">
                    <a:moveTo>
                      <a:pt x="113072" y="62383"/>
                    </a:moveTo>
                    <a:lnTo>
                      <a:pt x="113088" y="62411"/>
                    </a:lnTo>
                    <a:lnTo>
                      <a:pt x="61272" y="89683"/>
                    </a:lnTo>
                    <a:lnTo>
                      <a:pt x="61255" y="89655"/>
                    </a:lnTo>
                    <a:cubicBezTo>
                      <a:pt x="60872" y="89855"/>
                      <a:pt x="60461" y="90000"/>
                      <a:pt x="60000" y="90000"/>
                    </a:cubicBezTo>
                    <a:cubicBezTo>
                      <a:pt x="59538" y="90000"/>
                      <a:pt x="59127" y="89855"/>
                      <a:pt x="58744" y="89655"/>
                    </a:cubicBezTo>
                    <a:lnTo>
                      <a:pt x="58727" y="89683"/>
                    </a:lnTo>
                    <a:lnTo>
                      <a:pt x="6911" y="62411"/>
                    </a:lnTo>
                    <a:lnTo>
                      <a:pt x="6927" y="62383"/>
                    </a:lnTo>
                    <a:cubicBezTo>
                      <a:pt x="6061" y="61927"/>
                      <a:pt x="5455" y="61044"/>
                      <a:pt x="5455" y="60000"/>
                    </a:cubicBezTo>
                    <a:cubicBezTo>
                      <a:pt x="5455" y="58955"/>
                      <a:pt x="6061" y="58072"/>
                      <a:pt x="6927" y="57616"/>
                    </a:cubicBezTo>
                    <a:lnTo>
                      <a:pt x="6911" y="57588"/>
                    </a:lnTo>
                    <a:lnTo>
                      <a:pt x="19788" y="50811"/>
                    </a:lnTo>
                    <a:lnTo>
                      <a:pt x="56183" y="69966"/>
                    </a:lnTo>
                    <a:lnTo>
                      <a:pt x="56205" y="69933"/>
                    </a:lnTo>
                    <a:cubicBezTo>
                      <a:pt x="57344" y="70538"/>
                      <a:pt x="58622" y="70911"/>
                      <a:pt x="60000" y="70911"/>
                    </a:cubicBezTo>
                    <a:cubicBezTo>
                      <a:pt x="61377" y="70911"/>
                      <a:pt x="62655" y="70538"/>
                      <a:pt x="63794" y="69933"/>
                    </a:cubicBezTo>
                    <a:lnTo>
                      <a:pt x="63811" y="69966"/>
                    </a:lnTo>
                    <a:lnTo>
                      <a:pt x="100211" y="50811"/>
                    </a:lnTo>
                    <a:lnTo>
                      <a:pt x="113088" y="57588"/>
                    </a:lnTo>
                    <a:lnTo>
                      <a:pt x="113072" y="57616"/>
                    </a:lnTo>
                    <a:cubicBezTo>
                      <a:pt x="113938" y="58072"/>
                      <a:pt x="114544" y="58955"/>
                      <a:pt x="114544" y="60000"/>
                    </a:cubicBezTo>
                    <a:cubicBezTo>
                      <a:pt x="114544" y="61044"/>
                      <a:pt x="113938" y="61927"/>
                      <a:pt x="113072" y="62383"/>
                    </a:cubicBezTo>
                    <a:moveTo>
                      <a:pt x="113088" y="82133"/>
                    </a:moveTo>
                    <a:lnTo>
                      <a:pt x="113072" y="82166"/>
                    </a:lnTo>
                    <a:cubicBezTo>
                      <a:pt x="113938" y="82622"/>
                      <a:pt x="114544" y="83500"/>
                      <a:pt x="114544" y="84544"/>
                    </a:cubicBezTo>
                    <a:cubicBezTo>
                      <a:pt x="114544" y="85594"/>
                      <a:pt x="113938" y="86472"/>
                      <a:pt x="113072" y="86927"/>
                    </a:cubicBezTo>
                    <a:lnTo>
                      <a:pt x="113088" y="86961"/>
                    </a:lnTo>
                    <a:lnTo>
                      <a:pt x="61272" y="114233"/>
                    </a:lnTo>
                    <a:lnTo>
                      <a:pt x="61255" y="114200"/>
                    </a:lnTo>
                    <a:cubicBezTo>
                      <a:pt x="60872" y="114400"/>
                      <a:pt x="60461" y="114544"/>
                      <a:pt x="60000" y="114544"/>
                    </a:cubicBezTo>
                    <a:cubicBezTo>
                      <a:pt x="59538" y="114544"/>
                      <a:pt x="59127" y="114400"/>
                      <a:pt x="58744" y="114200"/>
                    </a:cubicBezTo>
                    <a:lnTo>
                      <a:pt x="58727" y="114233"/>
                    </a:lnTo>
                    <a:lnTo>
                      <a:pt x="6911" y="86961"/>
                    </a:lnTo>
                    <a:lnTo>
                      <a:pt x="6927" y="86927"/>
                    </a:lnTo>
                    <a:cubicBezTo>
                      <a:pt x="6061" y="86472"/>
                      <a:pt x="5455" y="85594"/>
                      <a:pt x="5455" y="84544"/>
                    </a:cubicBezTo>
                    <a:cubicBezTo>
                      <a:pt x="5455" y="83500"/>
                      <a:pt x="6061" y="82622"/>
                      <a:pt x="6927" y="82166"/>
                    </a:cubicBezTo>
                    <a:lnTo>
                      <a:pt x="6911" y="82133"/>
                    </a:lnTo>
                    <a:lnTo>
                      <a:pt x="19788" y="75355"/>
                    </a:lnTo>
                    <a:lnTo>
                      <a:pt x="56183" y="94511"/>
                    </a:lnTo>
                    <a:lnTo>
                      <a:pt x="56205" y="94477"/>
                    </a:lnTo>
                    <a:cubicBezTo>
                      <a:pt x="57344" y="95083"/>
                      <a:pt x="58622" y="95455"/>
                      <a:pt x="60000" y="95455"/>
                    </a:cubicBezTo>
                    <a:cubicBezTo>
                      <a:pt x="61377" y="95455"/>
                      <a:pt x="62655" y="95083"/>
                      <a:pt x="63794" y="94477"/>
                    </a:cubicBezTo>
                    <a:lnTo>
                      <a:pt x="63811" y="94511"/>
                    </a:lnTo>
                    <a:lnTo>
                      <a:pt x="100211" y="75355"/>
                    </a:lnTo>
                    <a:cubicBezTo>
                      <a:pt x="100211" y="75355"/>
                      <a:pt x="113088" y="82133"/>
                      <a:pt x="113088" y="82133"/>
                    </a:cubicBezTo>
                    <a:close/>
                    <a:moveTo>
                      <a:pt x="6911" y="37866"/>
                    </a:moveTo>
                    <a:lnTo>
                      <a:pt x="6927" y="37838"/>
                    </a:lnTo>
                    <a:cubicBezTo>
                      <a:pt x="6061" y="37377"/>
                      <a:pt x="5455" y="36500"/>
                      <a:pt x="5455" y="35455"/>
                    </a:cubicBezTo>
                    <a:cubicBezTo>
                      <a:pt x="5455" y="34411"/>
                      <a:pt x="6061" y="33527"/>
                      <a:pt x="6927" y="33072"/>
                    </a:cubicBezTo>
                    <a:lnTo>
                      <a:pt x="6911" y="33038"/>
                    </a:lnTo>
                    <a:lnTo>
                      <a:pt x="58727" y="5766"/>
                    </a:lnTo>
                    <a:lnTo>
                      <a:pt x="58744" y="5800"/>
                    </a:lnTo>
                    <a:cubicBezTo>
                      <a:pt x="59127" y="5600"/>
                      <a:pt x="59538" y="5455"/>
                      <a:pt x="60000" y="5455"/>
                    </a:cubicBezTo>
                    <a:cubicBezTo>
                      <a:pt x="60461" y="5455"/>
                      <a:pt x="60872" y="5600"/>
                      <a:pt x="61255" y="5800"/>
                    </a:cubicBezTo>
                    <a:lnTo>
                      <a:pt x="61272" y="5766"/>
                    </a:lnTo>
                    <a:lnTo>
                      <a:pt x="113088" y="33038"/>
                    </a:lnTo>
                    <a:lnTo>
                      <a:pt x="113072" y="33072"/>
                    </a:lnTo>
                    <a:cubicBezTo>
                      <a:pt x="113938" y="33527"/>
                      <a:pt x="114544" y="34411"/>
                      <a:pt x="114544" y="35455"/>
                    </a:cubicBezTo>
                    <a:cubicBezTo>
                      <a:pt x="114544" y="36500"/>
                      <a:pt x="113938" y="37377"/>
                      <a:pt x="113072" y="37838"/>
                    </a:cubicBezTo>
                    <a:lnTo>
                      <a:pt x="113088" y="37866"/>
                    </a:lnTo>
                    <a:lnTo>
                      <a:pt x="61272" y="65138"/>
                    </a:lnTo>
                    <a:lnTo>
                      <a:pt x="61255" y="65111"/>
                    </a:lnTo>
                    <a:cubicBezTo>
                      <a:pt x="60872" y="65311"/>
                      <a:pt x="60461" y="65455"/>
                      <a:pt x="60000" y="65455"/>
                    </a:cubicBezTo>
                    <a:cubicBezTo>
                      <a:pt x="59538" y="65455"/>
                      <a:pt x="59127" y="65311"/>
                      <a:pt x="58744" y="65111"/>
                    </a:cubicBezTo>
                    <a:lnTo>
                      <a:pt x="58727" y="65138"/>
                    </a:lnTo>
                    <a:cubicBezTo>
                      <a:pt x="58727" y="65138"/>
                      <a:pt x="6911" y="37866"/>
                      <a:pt x="6911" y="37866"/>
                    </a:cubicBezTo>
                    <a:close/>
                    <a:moveTo>
                      <a:pt x="120000" y="60000"/>
                    </a:moveTo>
                    <a:cubicBezTo>
                      <a:pt x="120000" y="56855"/>
                      <a:pt x="118211" y="54161"/>
                      <a:pt x="115611" y="52794"/>
                    </a:cubicBezTo>
                    <a:lnTo>
                      <a:pt x="115627" y="52761"/>
                    </a:lnTo>
                    <a:lnTo>
                      <a:pt x="106066" y="47727"/>
                    </a:lnTo>
                    <a:lnTo>
                      <a:pt x="115627" y="42694"/>
                    </a:lnTo>
                    <a:lnTo>
                      <a:pt x="115611" y="42661"/>
                    </a:lnTo>
                    <a:cubicBezTo>
                      <a:pt x="118211" y="41294"/>
                      <a:pt x="120000" y="38600"/>
                      <a:pt x="120000" y="35455"/>
                    </a:cubicBezTo>
                    <a:cubicBezTo>
                      <a:pt x="120000" y="32311"/>
                      <a:pt x="118211" y="29616"/>
                      <a:pt x="115611" y="28250"/>
                    </a:cubicBezTo>
                    <a:lnTo>
                      <a:pt x="115627" y="28216"/>
                    </a:lnTo>
                    <a:lnTo>
                      <a:pt x="63811" y="944"/>
                    </a:lnTo>
                    <a:lnTo>
                      <a:pt x="63794" y="972"/>
                    </a:lnTo>
                    <a:cubicBezTo>
                      <a:pt x="62655" y="372"/>
                      <a:pt x="61377" y="0"/>
                      <a:pt x="60000" y="0"/>
                    </a:cubicBezTo>
                    <a:cubicBezTo>
                      <a:pt x="58622" y="0"/>
                      <a:pt x="57344" y="372"/>
                      <a:pt x="56205" y="972"/>
                    </a:cubicBezTo>
                    <a:lnTo>
                      <a:pt x="56183" y="944"/>
                    </a:lnTo>
                    <a:lnTo>
                      <a:pt x="4366" y="28216"/>
                    </a:lnTo>
                    <a:lnTo>
                      <a:pt x="4388" y="28250"/>
                    </a:lnTo>
                    <a:cubicBezTo>
                      <a:pt x="1788" y="29616"/>
                      <a:pt x="0" y="32311"/>
                      <a:pt x="0" y="35455"/>
                    </a:cubicBezTo>
                    <a:cubicBezTo>
                      <a:pt x="0" y="38600"/>
                      <a:pt x="1788" y="41294"/>
                      <a:pt x="4388" y="42661"/>
                    </a:cubicBezTo>
                    <a:lnTo>
                      <a:pt x="4366" y="42694"/>
                    </a:lnTo>
                    <a:lnTo>
                      <a:pt x="13933" y="47727"/>
                    </a:lnTo>
                    <a:lnTo>
                      <a:pt x="4366" y="52761"/>
                    </a:lnTo>
                    <a:lnTo>
                      <a:pt x="4388" y="52794"/>
                    </a:lnTo>
                    <a:cubicBezTo>
                      <a:pt x="1788" y="54161"/>
                      <a:pt x="0" y="56855"/>
                      <a:pt x="0" y="60000"/>
                    </a:cubicBezTo>
                    <a:cubicBezTo>
                      <a:pt x="0" y="63144"/>
                      <a:pt x="1788" y="65838"/>
                      <a:pt x="4388" y="67205"/>
                    </a:cubicBezTo>
                    <a:lnTo>
                      <a:pt x="4366" y="67238"/>
                    </a:lnTo>
                    <a:lnTo>
                      <a:pt x="13933" y="72272"/>
                    </a:lnTo>
                    <a:lnTo>
                      <a:pt x="4366" y="77305"/>
                    </a:lnTo>
                    <a:lnTo>
                      <a:pt x="4388" y="77338"/>
                    </a:lnTo>
                    <a:cubicBezTo>
                      <a:pt x="1788" y="78705"/>
                      <a:pt x="0" y="81400"/>
                      <a:pt x="0" y="84544"/>
                    </a:cubicBezTo>
                    <a:cubicBezTo>
                      <a:pt x="0" y="87688"/>
                      <a:pt x="1788" y="90383"/>
                      <a:pt x="4388" y="91750"/>
                    </a:cubicBezTo>
                    <a:lnTo>
                      <a:pt x="4366" y="91783"/>
                    </a:lnTo>
                    <a:lnTo>
                      <a:pt x="56183" y="119055"/>
                    </a:lnTo>
                    <a:lnTo>
                      <a:pt x="56205" y="119027"/>
                    </a:lnTo>
                    <a:cubicBezTo>
                      <a:pt x="57344" y="119627"/>
                      <a:pt x="58622" y="120000"/>
                      <a:pt x="60000" y="120000"/>
                    </a:cubicBezTo>
                    <a:cubicBezTo>
                      <a:pt x="61377" y="120000"/>
                      <a:pt x="62655" y="119627"/>
                      <a:pt x="63794" y="119027"/>
                    </a:cubicBezTo>
                    <a:lnTo>
                      <a:pt x="63811" y="119055"/>
                    </a:lnTo>
                    <a:lnTo>
                      <a:pt x="115627" y="91783"/>
                    </a:lnTo>
                    <a:lnTo>
                      <a:pt x="115611" y="91750"/>
                    </a:lnTo>
                    <a:cubicBezTo>
                      <a:pt x="118211" y="90383"/>
                      <a:pt x="120000" y="87688"/>
                      <a:pt x="120000" y="84544"/>
                    </a:cubicBezTo>
                    <a:cubicBezTo>
                      <a:pt x="120000" y="81400"/>
                      <a:pt x="118211" y="78705"/>
                      <a:pt x="115611" y="77338"/>
                    </a:cubicBezTo>
                    <a:lnTo>
                      <a:pt x="115627" y="77305"/>
                    </a:lnTo>
                    <a:lnTo>
                      <a:pt x="106066" y="72272"/>
                    </a:lnTo>
                    <a:lnTo>
                      <a:pt x="115627" y="67238"/>
                    </a:lnTo>
                    <a:lnTo>
                      <a:pt x="115611" y="67205"/>
                    </a:lnTo>
                    <a:cubicBezTo>
                      <a:pt x="118211" y="65838"/>
                      <a:pt x="120000" y="63144"/>
                      <a:pt x="120000" y="60000"/>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grpSp>
        <p:grpSp>
          <p:nvGrpSpPr>
            <p:cNvPr id="348" name="Google Shape;348;p76"/>
            <p:cNvGrpSpPr/>
            <p:nvPr/>
          </p:nvGrpSpPr>
          <p:grpSpPr>
            <a:xfrm>
              <a:off x="9755990" y="1888970"/>
              <a:ext cx="1136271" cy="1246506"/>
              <a:chOff x="627304" y="1987183"/>
              <a:chExt cx="1594615" cy="1749317"/>
            </a:xfrm>
          </p:grpSpPr>
          <p:sp>
            <p:nvSpPr>
              <p:cNvPr id="349" name="Google Shape;349;p76"/>
              <p:cNvSpPr/>
              <p:nvPr/>
            </p:nvSpPr>
            <p:spPr>
              <a:xfrm>
                <a:off x="1424612" y="2476575"/>
                <a:ext cx="797307" cy="1259925"/>
              </a:xfrm>
              <a:custGeom>
                <a:avLst/>
                <a:gdLst/>
                <a:ahLst/>
                <a:cxnLst/>
                <a:rect l="l" t="t" r="r" b="b"/>
                <a:pathLst>
                  <a:path w="120000" h="120000" extrusionOk="0">
                    <a:moveTo>
                      <a:pt x="120000" y="0"/>
                    </a:moveTo>
                    <a:lnTo>
                      <a:pt x="120000" y="73388"/>
                    </a:lnTo>
                    <a:lnTo>
                      <a:pt x="447" y="120000"/>
                    </a:lnTo>
                    <a:lnTo>
                      <a:pt x="0" y="46894"/>
                    </a:lnTo>
                    <a:lnTo>
                      <a:pt x="120000" y="0"/>
                    </a:lnTo>
                    <a:lnTo>
                      <a:pt x="120000" y="0"/>
                    </a:lnTo>
                    <a:close/>
                  </a:path>
                </a:pathLst>
              </a:custGeom>
              <a:solidFill>
                <a:srgbClr val="14906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50" name="Google Shape;350;p76"/>
              <p:cNvSpPr/>
              <p:nvPr/>
            </p:nvSpPr>
            <p:spPr>
              <a:xfrm>
                <a:off x="627304" y="2476575"/>
                <a:ext cx="800283" cy="1259925"/>
              </a:xfrm>
              <a:custGeom>
                <a:avLst/>
                <a:gdLst/>
                <a:ahLst/>
                <a:cxnLst/>
                <a:rect l="l" t="t" r="r" b="b"/>
                <a:pathLst>
                  <a:path w="120000" h="120000" extrusionOk="0">
                    <a:moveTo>
                      <a:pt x="120000" y="120000"/>
                    </a:moveTo>
                    <a:lnTo>
                      <a:pt x="119553" y="46894"/>
                    </a:lnTo>
                    <a:lnTo>
                      <a:pt x="0" y="0"/>
                    </a:lnTo>
                    <a:lnTo>
                      <a:pt x="446" y="73388"/>
                    </a:lnTo>
                    <a:lnTo>
                      <a:pt x="120000" y="120000"/>
                    </a:lnTo>
                    <a:lnTo>
                      <a:pt x="120000" y="120000"/>
                    </a:lnTo>
                    <a:close/>
                  </a:path>
                </a:pathLst>
              </a:custGeom>
              <a:solidFill>
                <a:srgbClr val="65E9B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51" name="Google Shape;351;p76"/>
              <p:cNvSpPr/>
              <p:nvPr/>
            </p:nvSpPr>
            <p:spPr>
              <a:xfrm>
                <a:off x="627304" y="1987183"/>
                <a:ext cx="1594614" cy="981760"/>
              </a:xfrm>
              <a:custGeom>
                <a:avLst/>
                <a:gdLst/>
                <a:ahLst/>
                <a:cxnLst/>
                <a:rect l="l" t="t" r="r" b="b"/>
                <a:pathLst>
                  <a:path w="120000" h="120000" extrusionOk="0">
                    <a:moveTo>
                      <a:pt x="60000" y="120000"/>
                    </a:moveTo>
                    <a:lnTo>
                      <a:pt x="120000" y="59818"/>
                    </a:lnTo>
                    <a:lnTo>
                      <a:pt x="60000" y="0"/>
                    </a:lnTo>
                    <a:lnTo>
                      <a:pt x="0" y="59818"/>
                    </a:lnTo>
                    <a:lnTo>
                      <a:pt x="60000" y="120000"/>
                    </a:lnTo>
                    <a:lnTo>
                      <a:pt x="60000" y="12000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sp>
        <p:nvSpPr>
          <p:cNvPr id="352" name="Google Shape;352;p76"/>
          <p:cNvSpPr txBox="1">
            <a:spLocks noGrp="1"/>
          </p:cNvSpPr>
          <p:nvPr>
            <p:ph type="body" idx="2"/>
          </p:nvPr>
        </p:nvSpPr>
        <p:spPr>
          <a:xfrm>
            <a:off x="868842" y="5707711"/>
            <a:ext cx="1733047" cy="36276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353" name="Google Shape;353;p76"/>
          <p:cNvSpPr txBox="1">
            <a:spLocks noGrp="1"/>
          </p:cNvSpPr>
          <p:nvPr>
            <p:ph type="body" idx="3"/>
          </p:nvPr>
        </p:nvSpPr>
        <p:spPr>
          <a:xfrm>
            <a:off x="3081061" y="5721632"/>
            <a:ext cx="1733047" cy="36276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354" name="Google Shape;354;p76"/>
          <p:cNvSpPr txBox="1">
            <a:spLocks noGrp="1"/>
          </p:cNvSpPr>
          <p:nvPr>
            <p:ph type="body" idx="4"/>
          </p:nvPr>
        </p:nvSpPr>
        <p:spPr>
          <a:xfrm>
            <a:off x="5293281" y="5707711"/>
            <a:ext cx="1733047" cy="36276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355" name="Google Shape;355;p76"/>
          <p:cNvSpPr txBox="1">
            <a:spLocks noGrp="1"/>
          </p:cNvSpPr>
          <p:nvPr>
            <p:ph type="body" idx="5"/>
          </p:nvPr>
        </p:nvSpPr>
        <p:spPr>
          <a:xfrm>
            <a:off x="7412699" y="5707711"/>
            <a:ext cx="1733047" cy="36276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356" name="Google Shape;356;p76"/>
          <p:cNvSpPr txBox="1">
            <a:spLocks noGrp="1"/>
          </p:cNvSpPr>
          <p:nvPr>
            <p:ph type="body" idx="6"/>
          </p:nvPr>
        </p:nvSpPr>
        <p:spPr>
          <a:xfrm>
            <a:off x="9532117" y="5707711"/>
            <a:ext cx="1899629" cy="36276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357" name="Google Shape;357;p76"/>
          <p:cNvSpPr txBox="1">
            <a:spLocks noGrp="1"/>
          </p:cNvSpPr>
          <p:nvPr>
            <p:ph type="body" idx="7"/>
          </p:nvPr>
        </p:nvSpPr>
        <p:spPr>
          <a:xfrm>
            <a:off x="514350" y="1304995"/>
            <a:ext cx="10273812" cy="145328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1pPr>
            <a:lvl2pPr marL="914400" marR="0" lvl="1" indent="-342900" algn="l" rtl="0">
              <a:lnSpc>
                <a:spcPct val="100000"/>
              </a:lnSpc>
              <a:spcBef>
                <a:spcPts val="838"/>
              </a:spcBef>
              <a:spcAft>
                <a:spcPts val="0"/>
              </a:spcAft>
              <a:buClr>
                <a:srgbClr val="000000"/>
              </a:buClr>
              <a:buSzPts val="1800"/>
              <a:buFont typeface="Noto Sans Symbols"/>
              <a:buChar char="⭲"/>
              <a:defRPr sz="1800" b="0" i="0" u="none" strike="noStrike" cap="none">
                <a:solidFill>
                  <a:srgbClr val="000000"/>
                </a:solidFill>
                <a:latin typeface="Arial"/>
                <a:ea typeface="Arial"/>
                <a:cs typeface="Arial"/>
                <a:sym typeface="Arial"/>
              </a:defRPr>
            </a:lvl2pPr>
            <a:lvl3pPr marL="1371600" marR="0" lvl="2" indent="-330200" algn="l" rtl="0">
              <a:lnSpc>
                <a:spcPct val="100000"/>
              </a:lnSpc>
              <a:spcBef>
                <a:spcPts val="838"/>
              </a:spcBef>
              <a:spcAft>
                <a:spcPts val="0"/>
              </a:spcAft>
              <a:buClr>
                <a:srgbClr val="000000"/>
              </a:buClr>
              <a:buSzPts val="1600"/>
              <a:buFont typeface="Noto Sans Symbols"/>
              <a:buChar char="⮡"/>
              <a:defRPr sz="1600" b="0" i="0" u="none" strike="noStrike" cap="none">
                <a:solidFill>
                  <a:srgbClr val="000000"/>
                </a:solidFill>
                <a:latin typeface="Arial"/>
                <a:ea typeface="Arial"/>
                <a:cs typeface="Arial"/>
                <a:sym typeface="Arial"/>
              </a:defRPr>
            </a:lvl3pPr>
            <a:lvl4pPr marL="1828800" marR="0" lvl="3" indent="-323850" algn="l" rtl="0">
              <a:lnSpc>
                <a:spcPct val="100000"/>
              </a:lnSpc>
              <a:spcBef>
                <a:spcPts val="838"/>
              </a:spcBef>
              <a:spcAft>
                <a:spcPts val="0"/>
              </a:spcAft>
              <a:buClr>
                <a:srgbClr val="000000"/>
              </a:buClr>
              <a:buSzPts val="1500"/>
              <a:buFont typeface="Noto Sans Symbols"/>
              <a:buChar char="⭢"/>
              <a:defRPr sz="1500" b="0" i="0" u="none" strike="noStrike" cap="none">
                <a:solidFill>
                  <a:srgbClr val="000000"/>
                </a:solidFill>
                <a:latin typeface="Arial"/>
                <a:ea typeface="Arial"/>
                <a:cs typeface="Arial"/>
                <a:sym typeface="Arial"/>
              </a:defRPr>
            </a:lvl4pPr>
            <a:lvl5pPr marL="2286000" marR="0" lvl="4" indent="-298450" algn="l" rtl="0">
              <a:lnSpc>
                <a:spcPct val="100000"/>
              </a:lnSpc>
              <a:spcBef>
                <a:spcPts val="838"/>
              </a:spcBef>
              <a:spcAft>
                <a:spcPts val="0"/>
              </a:spcAft>
              <a:buClr>
                <a:srgbClr val="000000"/>
              </a:buClr>
              <a:buSzPts val="1100"/>
              <a:buFont typeface="Noto Sans Symbols"/>
              <a:buChar char="→"/>
              <a:defRPr sz="1100" b="0" i="0" u="none" strike="noStrike" cap="none">
                <a:solidFill>
                  <a:srgbClr val="000000"/>
                </a:solidFill>
                <a:latin typeface="Arial"/>
                <a:ea typeface="Arial"/>
                <a:cs typeface="Arial"/>
                <a:sym typeface="Arial"/>
              </a:defRPr>
            </a:lvl5pPr>
            <a:lvl6pPr marL="2743200" marR="0" lvl="5" indent="-228600" algn="l" rtl="0">
              <a:lnSpc>
                <a:spcPct val="100000"/>
              </a:lnSpc>
              <a:spcBef>
                <a:spcPts val="838"/>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Squared-Infographic">
  <p:cSld name="1_Squared-Infographic">
    <p:spTree>
      <p:nvGrpSpPr>
        <p:cNvPr id="1" name="Shape 358"/>
        <p:cNvGrpSpPr/>
        <p:nvPr/>
      </p:nvGrpSpPr>
      <p:grpSpPr>
        <a:xfrm>
          <a:off x="0" y="0"/>
          <a:ext cx="0" cy="0"/>
          <a:chOff x="0" y="0"/>
          <a:chExt cx="0" cy="0"/>
        </a:xfrm>
      </p:grpSpPr>
      <p:sp>
        <p:nvSpPr>
          <p:cNvPr id="359" name="Google Shape;359;p77"/>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60" name="Google Shape;360;p77"/>
          <p:cNvSpPr txBox="1">
            <a:spLocks noGrp="1"/>
          </p:cNvSpPr>
          <p:nvPr>
            <p:ph type="body" idx="1"/>
          </p:nvPr>
        </p:nvSpPr>
        <p:spPr>
          <a:xfrm>
            <a:off x="207963" y="273050"/>
            <a:ext cx="11291702" cy="298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EC07D"/>
              </a:buClr>
              <a:buSzPts val="1600"/>
              <a:buFont typeface="Arial"/>
              <a:buNone/>
              <a:defRPr sz="1600" b="0" i="0" u="none" strike="noStrike" cap="none">
                <a:solidFill>
                  <a:srgbClr val="0EC07D"/>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grpSp>
        <p:nvGrpSpPr>
          <p:cNvPr id="361" name="Google Shape;361;p77"/>
          <p:cNvGrpSpPr/>
          <p:nvPr/>
        </p:nvGrpSpPr>
        <p:grpSpPr>
          <a:xfrm>
            <a:off x="0" y="3998260"/>
            <a:ext cx="12192001" cy="126791"/>
            <a:chOff x="1751419" y="4036682"/>
            <a:chExt cx="9944457" cy="50961"/>
          </a:xfrm>
        </p:grpSpPr>
        <p:sp>
          <p:nvSpPr>
            <p:cNvPr id="362" name="Google Shape;362;p77"/>
            <p:cNvSpPr/>
            <p:nvPr/>
          </p:nvSpPr>
          <p:spPr>
            <a:xfrm>
              <a:off x="3040807" y="4036682"/>
              <a:ext cx="1683494" cy="50961"/>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Roboto"/>
                <a:ea typeface="Roboto"/>
                <a:cs typeface="Roboto"/>
                <a:sym typeface="Roboto"/>
              </a:endParaRPr>
            </a:p>
          </p:txBody>
        </p:sp>
        <p:sp>
          <p:nvSpPr>
            <p:cNvPr id="363" name="Google Shape;363;p77"/>
            <p:cNvSpPr/>
            <p:nvPr/>
          </p:nvSpPr>
          <p:spPr>
            <a:xfrm>
              <a:off x="4724303" y="4036682"/>
              <a:ext cx="1715155" cy="50961"/>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Roboto"/>
                <a:ea typeface="Roboto"/>
                <a:cs typeface="Roboto"/>
                <a:sym typeface="Roboto"/>
              </a:endParaRPr>
            </a:p>
          </p:txBody>
        </p:sp>
        <p:sp>
          <p:nvSpPr>
            <p:cNvPr id="364" name="Google Shape;364;p77"/>
            <p:cNvSpPr/>
            <p:nvPr/>
          </p:nvSpPr>
          <p:spPr>
            <a:xfrm>
              <a:off x="6435557" y="4036682"/>
              <a:ext cx="1661571" cy="50961"/>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Roboto"/>
                <a:ea typeface="Roboto"/>
                <a:cs typeface="Roboto"/>
                <a:sym typeface="Roboto"/>
              </a:endParaRPr>
            </a:p>
          </p:txBody>
        </p:sp>
        <p:sp>
          <p:nvSpPr>
            <p:cNvPr id="365" name="Google Shape;365;p77"/>
            <p:cNvSpPr/>
            <p:nvPr/>
          </p:nvSpPr>
          <p:spPr>
            <a:xfrm>
              <a:off x="8087642" y="4036682"/>
              <a:ext cx="1720740" cy="50961"/>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Roboto"/>
                <a:ea typeface="Roboto"/>
                <a:cs typeface="Roboto"/>
                <a:sym typeface="Roboto"/>
              </a:endParaRPr>
            </a:p>
          </p:txBody>
        </p:sp>
        <p:sp>
          <p:nvSpPr>
            <p:cNvPr id="366" name="Google Shape;366;p77"/>
            <p:cNvSpPr/>
            <p:nvPr/>
          </p:nvSpPr>
          <p:spPr>
            <a:xfrm>
              <a:off x="1751419" y="4036682"/>
              <a:ext cx="1289385" cy="50961"/>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Roboto"/>
                <a:ea typeface="Roboto"/>
                <a:cs typeface="Roboto"/>
                <a:sym typeface="Roboto"/>
              </a:endParaRPr>
            </a:p>
          </p:txBody>
        </p:sp>
        <p:sp>
          <p:nvSpPr>
            <p:cNvPr id="367" name="Google Shape;367;p77"/>
            <p:cNvSpPr/>
            <p:nvPr/>
          </p:nvSpPr>
          <p:spPr>
            <a:xfrm>
              <a:off x="9808382" y="4036682"/>
              <a:ext cx="1887494" cy="50961"/>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Roboto"/>
                <a:ea typeface="Roboto"/>
                <a:cs typeface="Roboto"/>
                <a:sym typeface="Roboto"/>
              </a:endParaRPr>
            </a:p>
          </p:txBody>
        </p:sp>
      </p:grpSp>
      <p:grpSp>
        <p:nvGrpSpPr>
          <p:cNvPr id="368" name="Google Shape;368;p77"/>
          <p:cNvGrpSpPr/>
          <p:nvPr/>
        </p:nvGrpSpPr>
        <p:grpSpPr>
          <a:xfrm>
            <a:off x="1217471" y="1893408"/>
            <a:ext cx="1304470" cy="2431269"/>
            <a:chOff x="1217471" y="1893408"/>
            <a:chExt cx="1304470" cy="2431269"/>
          </a:xfrm>
        </p:grpSpPr>
        <p:grpSp>
          <p:nvGrpSpPr>
            <p:cNvPr id="369" name="Google Shape;369;p77"/>
            <p:cNvGrpSpPr/>
            <p:nvPr/>
          </p:nvGrpSpPr>
          <p:grpSpPr>
            <a:xfrm>
              <a:off x="1217471" y="2766893"/>
              <a:ext cx="1304470" cy="1557784"/>
              <a:chOff x="1217471" y="2766893"/>
              <a:chExt cx="1304470" cy="1557784"/>
            </a:xfrm>
          </p:grpSpPr>
          <p:grpSp>
            <p:nvGrpSpPr>
              <p:cNvPr id="370" name="Google Shape;370;p77"/>
              <p:cNvGrpSpPr/>
              <p:nvPr/>
            </p:nvGrpSpPr>
            <p:grpSpPr>
              <a:xfrm>
                <a:off x="1217471" y="2766893"/>
                <a:ext cx="1304470" cy="1557784"/>
                <a:chOff x="1199541" y="3267114"/>
                <a:chExt cx="1304470" cy="1557784"/>
              </a:xfrm>
            </p:grpSpPr>
            <p:sp>
              <p:nvSpPr>
                <p:cNvPr id="371" name="Google Shape;371;p77"/>
                <p:cNvSpPr/>
                <p:nvPr/>
              </p:nvSpPr>
              <p:spPr>
                <a:xfrm rot="10800000" flipH="1">
                  <a:off x="1199541" y="3267114"/>
                  <a:ext cx="1304470" cy="1020141"/>
                </a:xfrm>
                <a:prstGeom prst="triangle">
                  <a:avLst>
                    <a:gd name="adj" fmla="val 50000"/>
                  </a:avLst>
                </a:prstGeom>
                <a:gradFill>
                  <a:gsLst>
                    <a:gs pos="0">
                      <a:schemeClr val="accent1"/>
                    </a:gs>
                    <a:gs pos="100000">
                      <a:srgbClr val="DDD9C3">
                        <a:alpha val="0"/>
                      </a:srgbClr>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72" name="Google Shape;372;p77"/>
                <p:cNvSpPr/>
                <p:nvPr/>
              </p:nvSpPr>
              <p:spPr>
                <a:xfrm>
                  <a:off x="1540736" y="4239007"/>
                  <a:ext cx="585891" cy="585891"/>
                </a:xfrm>
                <a:prstGeom prst="roundRect">
                  <a:avLst>
                    <a:gd name="adj" fmla="val 16667"/>
                  </a:avLst>
                </a:prstGeom>
                <a:gradFill>
                  <a:gsLst>
                    <a:gs pos="0">
                      <a:srgbClr val="4AC990"/>
                    </a:gs>
                    <a:gs pos="50000">
                      <a:srgbClr val="12C884"/>
                    </a:gs>
                    <a:gs pos="100000">
                      <a:srgbClr val="08B876"/>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373" name="Google Shape;373;p77"/>
              <p:cNvSpPr/>
              <p:nvPr/>
            </p:nvSpPr>
            <p:spPr>
              <a:xfrm>
                <a:off x="1718423" y="3882698"/>
                <a:ext cx="279327" cy="279327"/>
              </a:xfrm>
              <a:custGeom>
                <a:avLst/>
                <a:gdLst/>
                <a:ahLst/>
                <a:cxnLst/>
                <a:rect l="l" t="t" r="r" b="b"/>
                <a:pathLst>
                  <a:path w="120000" h="120000" extrusionOk="0">
                    <a:moveTo>
                      <a:pt x="97116" y="71977"/>
                    </a:moveTo>
                    <a:cubicBezTo>
                      <a:pt x="94833" y="68100"/>
                      <a:pt x="92088" y="64072"/>
                      <a:pt x="88950" y="59972"/>
                    </a:cubicBezTo>
                    <a:cubicBezTo>
                      <a:pt x="92072" y="55905"/>
                      <a:pt x="94844" y="51883"/>
                      <a:pt x="97116" y="48022"/>
                    </a:cubicBezTo>
                    <a:cubicBezTo>
                      <a:pt x="107833" y="51005"/>
                      <a:pt x="114544" y="55266"/>
                      <a:pt x="114544" y="60000"/>
                    </a:cubicBezTo>
                    <a:cubicBezTo>
                      <a:pt x="114544" y="64733"/>
                      <a:pt x="107833" y="68994"/>
                      <a:pt x="97116" y="71977"/>
                    </a:cubicBezTo>
                    <a:moveTo>
                      <a:pt x="98566" y="98572"/>
                    </a:moveTo>
                    <a:cubicBezTo>
                      <a:pt x="95222" y="101916"/>
                      <a:pt x="87444" y="100155"/>
                      <a:pt x="77755" y="94694"/>
                    </a:cubicBezTo>
                    <a:cubicBezTo>
                      <a:pt x="78877" y="90338"/>
                      <a:pt x="79805" y="85588"/>
                      <a:pt x="80483" y="80488"/>
                    </a:cubicBezTo>
                    <a:cubicBezTo>
                      <a:pt x="85583" y="79811"/>
                      <a:pt x="90338" y="78877"/>
                      <a:pt x="94688" y="77755"/>
                    </a:cubicBezTo>
                    <a:cubicBezTo>
                      <a:pt x="100155" y="87444"/>
                      <a:pt x="101916" y="95222"/>
                      <a:pt x="98566" y="98572"/>
                    </a:cubicBezTo>
                    <a:moveTo>
                      <a:pt x="85577" y="64227"/>
                    </a:moveTo>
                    <a:cubicBezTo>
                      <a:pt x="87983" y="67327"/>
                      <a:pt x="90105" y="70344"/>
                      <a:pt x="91966" y="73250"/>
                    </a:cubicBezTo>
                    <a:cubicBezTo>
                      <a:pt x="88611" y="73983"/>
                      <a:pt x="84972" y="74605"/>
                      <a:pt x="81094" y="75094"/>
                    </a:cubicBezTo>
                    <a:cubicBezTo>
                      <a:pt x="81283" y="73083"/>
                      <a:pt x="81416" y="71022"/>
                      <a:pt x="81538" y="68938"/>
                    </a:cubicBezTo>
                    <a:cubicBezTo>
                      <a:pt x="82944" y="67372"/>
                      <a:pt x="84277" y="65800"/>
                      <a:pt x="85577" y="64227"/>
                    </a:cubicBezTo>
                    <a:moveTo>
                      <a:pt x="85566" y="55733"/>
                    </a:moveTo>
                    <a:cubicBezTo>
                      <a:pt x="84277" y="54177"/>
                      <a:pt x="82933" y="52616"/>
                      <a:pt x="81538" y="51061"/>
                    </a:cubicBezTo>
                    <a:cubicBezTo>
                      <a:pt x="81416" y="48983"/>
                      <a:pt x="81283" y="46916"/>
                      <a:pt x="81094" y="44911"/>
                    </a:cubicBezTo>
                    <a:cubicBezTo>
                      <a:pt x="84972" y="45394"/>
                      <a:pt x="88611" y="46016"/>
                      <a:pt x="91966" y="46750"/>
                    </a:cubicBezTo>
                    <a:cubicBezTo>
                      <a:pt x="90116" y="49638"/>
                      <a:pt x="87955" y="52655"/>
                      <a:pt x="85566" y="55733"/>
                    </a:cubicBezTo>
                    <a:moveTo>
                      <a:pt x="98566" y="21427"/>
                    </a:moveTo>
                    <a:cubicBezTo>
                      <a:pt x="101916" y="24777"/>
                      <a:pt x="100155" y="32555"/>
                      <a:pt x="94688" y="42244"/>
                    </a:cubicBezTo>
                    <a:cubicBezTo>
                      <a:pt x="90338" y="41122"/>
                      <a:pt x="85583" y="40188"/>
                      <a:pt x="80483" y="39511"/>
                    </a:cubicBezTo>
                    <a:cubicBezTo>
                      <a:pt x="79805" y="34411"/>
                      <a:pt x="78877" y="29661"/>
                      <a:pt x="77755" y="25305"/>
                    </a:cubicBezTo>
                    <a:cubicBezTo>
                      <a:pt x="87444" y="19844"/>
                      <a:pt x="95222" y="18083"/>
                      <a:pt x="98566" y="21427"/>
                    </a:cubicBezTo>
                    <a:moveTo>
                      <a:pt x="76211" y="66733"/>
                    </a:moveTo>
                    <a:cubicBezTo>
                      <a:pt x="74711" y="68350"/>
                      <a:pt x="73177" y="69961"/>
                      <a:pt x="71566" y="71572"/>
                    </a:cubicBezTo>
                    <a:cubicBezTo>
                      <a:pt x="69961" y="73177"/>
                      <a:pt x="68350" y="74716"/>
                      <a:pt x="66733" y="76216"/>
                    </a:cubicBezTo>
                    <a:cubicBezTo>
                      <a:pt x="64522" y="76294"/>
                      <a:pt x="62288" y="76361"/>
                      <a:pt x="60000" y="76361"/>
                    </a:cubicBezTo>
                    <a:cubicBezTo>
                      <a:pt x="57705" y="76361"/>
                      <a:pt x="55472" y="76294"/>
                      <a:pt x="53261" y="76216"/>
                    </a:cubicBezTo>
                    <a:cubicBezTo>
                      <a:pt x="51650" y="74716"/>
                      <a:pt x="50033" y="73177"/>
                      <a:pt x="48427" y="71572"/>
                    </a:cubicBezTo>
                    <a:cubicBezTo>
                      <a:pt x="46822" y="69961"/>
                      <a:pt x="45288" y="68350"/>
                      <a:pt x="43783" y="66733"/>
                    </a:cubicBezTo>
                    <a:cubicBezTo>
                      <a:pt x="43700" y="64522"/>
                      <a:pt x="43638" y="62288"/>
                      <a:pt x="43638" y="60000"/>
                    </a:cubicBezTo>
                    <a:cubicBezTo>
                      <a:pt x="43638" y="57711"/>
                      <a:pt x="43700" y="55477"/>
                      <a:pt x="43783" y="53261"/>
                    </a:cubicBezTo>
                    <a:cubicBezTo>
                      <a:pt x="45288" y="51650"/>
                      <a:pt x="46822" y="50038"/>
                      <a:pt x="48427" y="48427"/>
                    </a:cubicBezTo>
                    <a:cubicBezTo>
                      <a:pt x="50033" y="46822"/>
                      <a:pt x="51650" y="45283"/>
                      <a:pt x="53261" y="43783"/>
                    </a:cubicBezTo>
                    <a:cubicBezTo>
                      <a:pt x="55472" y="43705"/>
                      <a:pt x="57705" y="43638"/>
                      <a:pt x="60000" y="43638"/>
                    </a:cubicBezTo>
                    <a:cubicBezTo>
                      <a:pt x="62288" y="43638"/>
                      <a:pt x="64522" y="43705"/>
                      <a:pt x="66733" y="43783"/>
                    </a:cubicBezTo>
                    <a:cubicBezTo>
                      <a:pt x="68350" y="45283"/>
                      <a:pt x="69961" y="46822"/>
                      <a:pt x="71566" y="48427"/>
                    </a:cubicBezTo>
                    <a:cubicBezTo>
                      <a:pt x="73177" y="50038"/>
                      <a:pt x="74711" y="51650"/>
                      <a:pt x="76211" y="53261"/>
                    </a:cubicBezTo>
                    <a:cubicBezTo>
                      <a:pt x="76294" y="55477"/>
                      <a:pt x="76361" y="57711"/>
                      <a:pt x="76361" y="60000"/>
                    </a:cubicBezTo>
                    <a:cubicBezTo>
                      <a:pt x="76361" y="62288"/>
                      <a:pt x="76294" y="64522"/>
                      <a:pt x="76211" y="66733"/>
                    </a:cubicBezTo>
                    <a:moveTo>
                      <a:pt x="73250" y="91972"/>
                    </a:moveTo>
                    <a:cubicBezTo>
                      <a:pt x="70344" y="90105"/>
                      <a:pt x="67333" y="87983"/>
                      <a:pt x="64227" y="85577"/>
                    </a:cubicBezTo>
                    <a:cubicBezTo>
                      <a:pt x="65800" y="84277"/>
                      <a:pt x="67372" y="82950"/>
                      <a:pt x="68938" y="81538"/>
                    </a:cubicBezTo>
                    <a:cubicBezTo>
                      <a:pt x="71016" y="81416"/>
                      <a:pt x="73083" y="81283"/>
                      <a:pt x="75094" y="81094"/>
                    </a:cubicBezTo>
                    <a:cubicBezTo>
                      <a:pt x="74605" y="84972"/>
                      <a:pt x="73977" y="88611"/>
                      <a:pt x="73250" y="91972"/>
                    </a:cubicBezTo>
                    <a:moveTo>
                      <a:pt x="60000" y="114544"/>
                    </a:moveTo>
                    <a:cubicBezTo>
                      <a:pt x="55266" y="114544"/>
                      <a:pt x="51005" y="107833"/>
                      <a:pt x="48016" y="97116"/>
                    </a:cubicBezTo>
                    <a:cubicBezTo>
                      <a:pt x="51883" y="94844"/>
                      <a:pt x="55900" y="92072"/>
                      <a:pt x="59972" y="88950"/>
                    </a:cubicBezTo>
                    <a:cubicBezTo>
                      <a:pt x="64066" y="92088"/>
                      <a:pt x="68100" y="94833"/>
                      <a:pt x="71983" y="97116"/>
                    </a:cubicBezTo>
                    <a:cubicBezTo>
                      <a:pt x="68994" y="107833"/>
                      <a:pt x="64733" y="114544"/>
                      <a:pt x="60000" y="114544"/>
                    </a:cubicBezTo>
                    <a:moveTo>
                      <a:pt x="44905" y="81094"/>
                    </a:moveTo>
                    <a:cubicBezTo>
                      <a:pt x="46916" y="81283"/>
                      <a:pt x="48977" y="81416"/>
                      <a:pt x="51055" y="81538"/>
                    </a:cubicBezTo>
                    <a:cubicBezTo>
                      <a:pt x="52616" y="82938"/>
                      <a:pt x="54172" y="84277"/>
                      <a:pt x="55733" y="85572"/>
                    </a:cubicBezTo>
                    <a:cubicBezTo>
                      <a:pt x="52655" y="87955"/>
                      <a:pt x="49638" y="90116"/>
                      <a:pt x="46750" y="91972"/>
                    </a:cubicBezTo>
                    <a:cubicBezTo>
                      <a:pt x="46016" y="88611"/>
                      <a:pt x="45394" y="84972"/>
                      <a:pt x="44905" y="81094"/>
                    </a:cubicBezTo>
                    <a:moveTo>
                      <a:pt x="46750" y="28027"/>
                    </a:moveTo>
                    <a:cubicBezTo>
                      <a:pt x="49655" y="29894"/>
                      <a:pt x="52666" y="32011"/>
                      <a:pt x="55766" y="34422"/>
                    </a:cubicBezTo>
                    <a:cubicBezTo>
                      <a:pt x="54200" y="35722"/>
                      <a:pt x="52627" y="37055"/>
                      <a:pt x="51055" y="38466"/>
                    </a:cubicBezTo>
                    <a:cubicBezTo>
                      <a:pt x="48977" y="38583"/>
                      <a:pt x="46916" y="38716"/>
                      <a:pt x="44905" y="38905"/>
                    </a:cubicBezTo>
                    <a:cubicBezTo>
                      <a:pt x="45394" y="35027"/>
                      <a:pt x="46016" y="31388"/>
                      <a:pt x="46750" y="28027"/>
                    </a:cubicBezTo>
                    <a:moveTo>
                      <a:pt x="60000" y="5455"/>
                    </a:moveTo>
                    <a:cubicBezTo>
                      <a:pt x="64733" y="5455"/>
                      <a:pt x="68994" y="12172"/>
                      <a:pt x="71983" y="22883"/>
                    </a:cubicBezTo>
                    <a:cubicBezTo>
                      <a:pt x="68116" y="25155"/>
                      <a:pt x="64094" y="27927"/>
                      <a:pt x="60022" y="31050"/>
                    </a:cubicBezTo>
                    <a:cubicBezTo>
                      <a:pt x="55927" y="27911"/>
                      <a:pt x="51894" y="25166"/>
                      <a:pt x="48016" y="22883"/>
                    </a:cubicBezTo>
                    <a:cubicBezTo>
                      <a:pt x="51005" y="12172"/>
                      <a:pt x="55266" y="5455"/>
                      <a:pt x="60000" y="5455"/>
                    </a:cubicBezTo>
                    <a:moveTo>
                      <a:pt x="75094" y="38905"/>
                    </a:moveTo>
                    <a:cubicBezTo>
                      <a:pt x="73083" y="38716"/>
                      <a:pt x="71016" y="38583"/>
                      <a:pt x="68938" y="38466"/>
                    </a:cubicBezTo>
                    <a:cubicBezTo>
                      <a:pt x="67383" y="37061"/>
                      <a:pt x="65822" y="35722"/>
                      <a:pt x="64266" y="34433"/>
                    </a:cubicBezTo>
                    <a:cubicBezTo>
                      <a:pt x="67344" y="32044"/>
                      <a:pt x="70361" y="29883"/>
                      <a:pt x="73250" y="28027"/>
                    </a:cubicBezTo>
                    <a:cubicBezTo>
                      <a:pt x="73977" y="31388"/>
                      <a:pt x="74605" y="35027"/>
                      <a:pt x="75094" y="38905"/>
                    </a:cubicBezTo>
                    <a:moveTo>
                      <a:pt x="39511" y="39511"/>
                    </a:moveTo>
                    <a:cubicBezTo>
                      <a:pt x="34411" y="40188"/>
                      <a:pt x="29661" y="41122"/>
                      <a:pt x="25305" y="42244"/>
                    </a:cubicBezTo>
                    <a:cubicBezTo>
                      <a:pt x="19844" y="32555"/>
                      <a:pt x="18083" y="24777"/>
                      <a:pt x="21433" y="21427"/>
                    </a:cubicBezTo>
                    <a:cubicBezTo>
                      <a:pt x="24777" y="18083"/>
                      <a:pt x="32555" y="19844"/>
                      <a:pt x="42244" y="25305"/>
                    </a:cubicBezTo>
                    <a:cubicBezTo>
                      <a:pt x="41122" y="29661"/>
                      <a:pt x="40188" y="34411"/>
                      <a:pt x="39511" y="39511"/>
                    </a:cubicBezTo>
                    <a:moveTo>
                      <a:pt x="21433" y="98572"/>
                    </a:moveTo>
                    <a:cubicBezTo>
                      <a:pt x="18083" y="95222"/>
                      <a:pt x="19844" y="87444"/>
                      <a:pt x="25305" y="77755"/>
                    </a:cubicBezTo>
                    <a:cubicBezTo>
                      <a:pt x="29661" y="78877"/>
                      <a:pt x="34411" y="79811"/>
                      <a:pt x="39511" y="80488"/>
                    </a:cubicBezTo>
                    <a:cubicBezTo>
                      <a:pt x="40188" y="85588"/>
                      <a:pt x="41122" y="90338"/>
                      <a:pt x="42244" y="94694"/>
                    </a:cubicBezTo>
                    <a:cubicBezTo>
                      <a:pt x="32555" y="100155"/>
                      <a:pt x="24777" y="101916"/>
                      <a:pt x="21433" y="98572"/>
                    </a:cubicBezTo>
                    <a:moveTo>
                      <a:pt x="38905" y="75094"/>
                    </a:moveTo>
                    <a:cubicBezTo>
                      <a:pt x="35027" y="74605"/>
                      <a:pt x="31388" y="73983"/>
                      <a:pt x="28027" y="73250"/>
                    </a:cubicBezTo>
                    <a:cubicBezTo>
                      <a:pt x="29883" y="70361"/>
                      <a:pt x="32044" y="67344"/>
                      <a:pt x="34427" y="64266"/>
                    </a:cubicBezTo>
                    <a:cubicBezTo>
                      <a:pt x="35716" y="65822"/>
                      <a:pt x="37061" y="67383"/>
                      <a:pt x="38461" y="68938"/>
                    </a:cubicBezTo>
                    <a:cubicBezTo>
                      <a:pt x="38577" y="71022"/>
                      <a:pt x="38711" y="73083"/>
                      <a:pt x="38905" y="75094"/>
                    </a:cubicBezTo>
                    <a:moveTo>
                      <a:pt x="38461" y="51061"/>
                    </a:moveTo>
                    <a:cubicBezTo>
                      <a:pt x="37050" y="52627"/>
                      <a:pt x="35716" y="54200"/>
                      <a:pt x="34422" y="55772"/>
                    </a:cubicBezTo>
                    <a:cubicBezTo>
                      <a:pt x="32016" y="52672"/>
                      <a:pt x="29894" y="49655"/>
                      <a:pt x="28027" y="46750"/>
                    </a:cubicBezTo>
                    <a:cubicBezTo>
                      <a:pt x="31388" y="46016"/>
                      <a:pt x="35027" y="45394"/>
                      <a:pt x="38905" y="44911"/>
                    </a:cubicBezTo>
                    <a:cubicBezTo>
                      <a:pt x="38711" y="46916"/>
                      <a:pt x="38577" y="48977"/>
                      <a:pt x="38461" y="51061"/>
                    </a:cubicBezTo>
                    <a:moveTo>
                      <a:pt x="5455" y="60000"/>
                    </a:moveTo>
                    <a:cubicBezTo>
                      <a:pt x="5455" y="55266"/>
                      <a:pt x="12166" y="51005"/>
                      <a:pt x="22883" y="48022"/>
                    </a:cubicBezTo>
                    <a:cubicBezTo>
                      <a:pt x="25166" y="51900"/>
                      <a:pt x="27905" y="55927"/>
                      <a:pt x="31044" y="60027"/>
                    </a:cubicBezTo>
                    <a:cubicBezTo>
                      <a:pt x="27927" y="64094"/>
                      <a:pt x="25155" y="68122"/>
                      <a:pt x="22883" y="71977"/>
                    </a:cubicBezTo>
                    <a:cubicBezTo>
                      <a:pt x="12166" y="68994"/>
                      <a:pt x="5455" y="64733"/>
                      <a:pt x="5455" y="60000"/>
                    </a:cubicBezTo>
                    <a:moveTo>
                      <a:pt x="120000" y="60000"/>
                    </a:moveTo>
                    <a:cubicBezTo>
                      <a:pt x="120000" y="53466"/>
                      <a:pt x="112072" y="47616"/>
                      <a:pt x="99544" y="43627"/>
                    </a:cubicBezTo>
                    <a:cubicBezTo>
                      <a:pt x="105566" y="31944"/>
                      <a:pt x="107050" y="22194"/>
                      <a:pt x="102427" y="17572"/>
                    </a:cubicBezTo>
                    <a:cubicBezTo>
                      <a:pt x="97805" y="12955"/>
                      <a:pt x="88055" y="14433"/>
                      <a:pt x="76377" y="20455"/>
                    </a:cubicBezTo>
                    <a:cubicBezTo>
                      <a:pt x="72383" y="7927"/>
                      <a:pt x="66533" y="0"/>
                      <a:pt x="60000" y="0"/>
                    </a:cubicBezTo>
                    <a:cubicBezTo>
                      <a:pt x="53461" y="0"/>
                      <a:pt x="47616" y="7927"/>
                      <a:pt x="43622" y="20455"/>
                    </a:cubicBezTo>
                    <a:cubicBezTo>
                      <a:pt x="31944" y="14433"/>
                      <a:pt x="22194" y="12955"/>
                      <a:pt x="17572" y="17572"/>
                    </a:cubicBezTo>
                    <a:cubicBezTo>
                      <a:pt x="12950" y="22194"/>
                      <a:pt x="14433" y="31944"/>
                      <a:pt x="20455" y="43627"/>
                    </a:cubicBezTo>
                    <a:cubicBezTo>
                      <a:pt x="7922" y="47616"/>
                      <a:pt x="0" y="53466"/>
                      <a:pt x="0" y="60000"/>
                    </a:cubicBezTo>
                    <a:cubicBezTo>
                      <a:pt x="0" y="66533"/>
                      <a:pt x="7922" y="72383"/>
                      <a:pt x="20455" y="76377"/>
                    </a:cubicBezTo>
                    <a:cubicBezTo>
                      <a:pt x="14433" y="88061"/>
                      <a:pt x="12950" y="97805"/>
                      <a:pt x="17572" y="102427"/>
                    </a:cubicBezTo>
                    <a:cubicBezTo>
                      <a:pt x="22194" y="107044"/>
                      <a:pt x="31944" y="105566"/>
                      <a:pt x="43622" y="99544"/>
                    </a:cubicBezTo>
                    <a:cubicBezTo>
                      <a:pt x="47616" y="112072"/>
                      <a:pt x="53461" y="120000"/>
                      <a:pt x="60000" y="120000"/>
                    </a:cubicBezTo>
                    <a:cubicBezTo>
                      <a:pt x="66533" y="120000"/>
                      <a:pt x="72383" y="112072"/>
                      <a:pt x="76377" y="99544"/>
                    </a:cubicBezTo>
                    <a:cubicBezTo>
                      <a:pt x="88055" y="105566"/>
                      <a:pt x="97805" y="107044"/>
                      <a:pt x="102427" y="102427"/>
                    </a:cubicBezTo>
                    <a:cubicBezTo>
                      <a:pt x="107050" y="97805"/>
                      <a:pt x="105566" y="88061"/>
                      <a:pt x="99544" y="76377"/>
                    </a:cubicBezTo>
                    <a:cubicBezTo>
                      <a:pt x="112072" y="72383"/>
                      <a:pt x="120000" y="66533"/>
                      <a:pt x="120000" y="60000"/>
                    </a:cubicBezTo>
                    <a:moveTo>
                      <a:pt x="60000" y="54544"/>
                    </a:moveTo>
                    <a:cubicBezTo>
                      <a:pt x="56988" y="54544"/>
                      <a:pt x="54544" y="56988"/>
                      <a:pt x="54544" y="60000"/>
                    </a:cubicBezTo>
                    <a:cubicBezTo>
                      <a:pt x="54544" y="63011"/>
                      <a:pt x="56988" y="65455"/>
                      <a:pt x="60000" y="65455"/>
                    </a:cubicBezTo>
                    <a:cubicBezTo>
                      <a:pt x="63011" y="65455"/>
                      <a:pt x="65455" y="63011"/>
                      <a:pt x="65455" y="60000"/>
                    </a:cubicBezTo>
                    <a:cubicBezTo>
                      <a:pt x="65455" y="56988"/>
                      <a:pt x="63011" y="54544"/>
                      <a:pt x="60000" y="54544"/>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grpSp>
        <p:grpSp>
          <p:nvGrpSpPr>
            <p:cNvPr id="374" name="Google Shape;374;p77"/>
            <p:cNvGrpSpPr/>
            <p:nvPr/>
          </p:nvGrpSpPr>
          <p:grpSpPr>
            <a:xfrm>
              <a:off x="1289951" y="1893408"/>
              <a:ext cx="1136271" cy="1246506"/>
              <a:chOff x="627304" y="1987183"/>
              <a:chExt cx="1594615" cy="1749317"/>
            </a:xfrm>
          </p:grpSpPr>
          <p:sp>
            <p:nvSpPr>
              <p:cNvPr id="375" name="Google Shape;375;p77"/>
              <p:cNvSpPr/>
              <p:nvPr/>
            </p:nvSpPr>
            <p:spPr>
              <a:xfrm>
                <a:off x="1424612" y="2476575"/>
                <a:ext cx="797307" cy="1259925"/>
              </a:xfrm>
              <a:custGeom>
                <a:avLst/>
                <a:gdLst/>
                <a:ahLst/>
                <a:cxnLst/>
                <a:rect l="l" t="t" r="r" b="b"/>
                <a:pathLst>
                  <a:path w="120000" h="120000" extrusionOk="0">
                    <a:moveTo>
                      <a:pt x="120000" y="0"/>
                    </a:moveTo>
                    <a:lnTo>
                      <a:pt x="120000" y="73388"/>
                    </a:lnTo>
                    <a:lnTo>
                      <a:pt x="447" y="120000"/>
                    </a:lnTo>
                    <a:lnTo>
                      <a:pt x="0" y="46894"/>
                    </a:lnTo>
                    <a:lnTo>
                      <a:pt x="120000" y="0"/>
                    </a:lnTo>
                    <a:lnTo>
                      <a:pt x="120000" y="0"/>
                    </a:lnTo>
                    <a:close/>
                  </a:path>
                </a:pathLst>
              </a:custGeom>
              <a:solidFill>
                <a:srgbClr val="14906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76" name="Google Shape;376;p77"/>
              <p:cNvSpPr/>
              <p:nvPr/>
            </p:nvSpPr>
            <p:spPr>
              <a:xfrm>
                <a:off x="627304" y="2476575"/>
                <a:ext cx="800283" cy="1259925"/>
              </a:xfrm>
              <a:custGeom>
                <a:avLst/>
                <a:gdLst/>
                <a:ahLst/>
                <a:cxnLst/>
                <a:rect l="l" t="t" r="r" b="b"/>
                <a:pathLst>
                  <a:path w="120000" h="120000" extrusionOk="0">
                    <a:moveTo>
                      <a:pt x="120000" y="120000"/>
                    </a:moveTo>
                    <a:lnTo>
                      <a:pt x="119553" y="46894"/>
                    </a:lnTo>
                    <a:lnTo>
                      <a:pt x="0" y="0"/>
                    </a:lnTo>
                    <a:lnTo>
                      <a:pt x="446" y="73388"/>
                    </a:lnTo>
                    <a:lnTo>
                      <a:pt x="120000" y="120000"/>
                    </a:lnTo>
                    <a:lnTo>
                      <a:pt x="120000" y="120000"/>
                    </a:lnTo>
                    <a:close/>
                  </a:path>
                </a:pathLst>
              </a:custGeom>
              <a:solidFill>
                <a:srgbClr val="65E9B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77" name="Google Shape;377;p77"/>
              <p:cNvSpPr/>
              <p:nvPr/>
            </p:nvSpPr>
            <p:spPr>
              <a:xfrm>
                <a:off x="627304" y="1987183"/>
                <a:ext cx="1594614" cy="981760"/>
              </a:xfrm>
              <a:custGeom>
                <a:avLst/>
                <a:gdLst/>
                <a:ahLst/>
                <a:cxnLst/>
                <a:rect l="l" t="t" r="r" b="b"/>
                <a:pathLst>
                  <a:path w="120000" h="120000" extrusionOk="0">
                    <a:moveTo>
                      <a:pt x="60000" y="120000"/>
                    </a:moveTo>
                    <a:lnTo>
                      <a:pt x="120000" y="59818"/>
                    </a:lnTo>
                    <a:lnTo>
                      <a:pt x="60000" y="0"/>
                    </a:lnTo>
                    <a:lnTo>
                      <a:pt x="0" y="59818"/>
                    </a:lnTo>
                    <a:lnTo>
                      <a:pt x="60000" y="120000"/>
                    </a:lnTo>
                    <a:lnTo>
                      <a:pt x="60000" y="12000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grpSp>
        <p:nvGrpSpPr>
          <p:cNvPr id="378" name="Google Shape;378;p77"/>
          <p:cNvGrpSpPr/>
          <p:nvPr/>
        </p:nvGrpSpPr>
        <p:grpSpPr>
          <a:xfrm>
            <a:off x="3286748" y="1893408"/>
            <a:ext cx="1304470" cy="2483739"/>
            <a:chOff x="3326504" y="1893408"/>
            <a:chExt cx="1304470" cy="2483739"/>
          </a:xfrm>
        </p:grpSpPr>
        <p:grpSp>
          <p:nvGrpSpPr>
            <p:cNvPr id="379" name="Google Shape;379;p77"/>
            <p:cNvGrpSpPr/>
            <p:nvPr/>
          </p:nvGrpSpPr>
          <p:grpSpPr>
            <a:xfrm>
              <a:off x="3326504" y="2772528"/>
              <a:ext cx="1304470" cy="1604619"/>
              <a:chOff x="3326504" y="2772528"/>
              <a:chExt cx="1304470" cy="1604619"/>
            </a:xfrm>
          </p:grpSpPr>
          <p:grpSp>
            <p:nvGrpSpPr>
              <p:cNvPr id="380" name="Google Shape;380;p77"/>
              <p:cNvGrpSpPr/>
              <p:nvPr/>
            </p:nvGrpSpPr>
            <p:grpSpPr>
              <a:xfrm>
                <a:off x="3326504" y="2772528"/>
                <a:ext cx="1304470" cy="1604619"/>
                <a:chOff x="3269602" y="3277053"/>
                <a:chExt cx="1304470" cy="1593145"/>
              </a:xfrm>
            </p:grpSpPr>
            <p:sp>
              <p:nvSpPr>
                <p:cNvPr id="381" name="Google Shape;381;p77"/>
                <p:cNvSpPr/>
                <p:nvPr/>
              </p:nvSpPr>
              <p:spPr>
                <a:xfrm rot="10800000" flipH="1">
                  <a:off x="3269602" y="3277053"/>
                  <a:ext cx="1304470" cy="1020141"/>
                </a:xfrm>
                <a:prstGeom prst="triangle">
                  <a:avLst>
                    <a:gd name="adj" fmla="val 50000"/>
                  </a:avLst>
                </a:prstGeom>
                <a:gradFill>
                  <a:gsLst>
                    <a:gs pos="0">
                      <a:schemeClr val="accent2"/>
                    </a:gs>
                    <a:gs pos="100000">
                      <a:srgbClr val="DDD9C3">
                        <a:alpha val="0"/>
                      </a:srgbClr>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82" name="Google Shape;382;p77"/>
                <p:cNvSpPr/>
                <p:nvPr/>
              </p:nvSpPr>
              <p:spPr>
                <a:xfrm>
                  <a:off x="3621767" y="4284307"/>
                  <a:ext cx="585891" cy="585891"/>
                </a:xfrm>
                <a:prstGeom prst="roundRect">
                  <a:avLst>
                    <a:gd name="adj" fmla="val 16667"/>
                  </a:avLst>
                </a:prstGeom>
                <a:gradFill>
                  <a:gsLst>
                    <a:gs pos="0">
                      <a:srgbClr val="4AC990"/>
                    </a:gs>
                    <a:gs pos="50000">
                      <a:srgbClr val="12C884"/>
                    </a:gs>
                    <a:gs pos="100000">
                      <a:srgbClr val="08B876"/>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383" name="Google Shape;383;p77"/>
              <p:cNvSpPr/>
              <p:nvPr/>
            </p:nvSpPr>
            <p:spPr>
              <a:xfrm>
                <a:off x="3839076" y="3922923"/>
                <a:ext cx="279327" cy="279327"/>
              </a:xfrm>
              <a:custGeom>
                <a:avLst/>
                <a:gdLst/>
                <a:ahLst/>
                <a:cxnLst/>
                <a:rect l="l" t="t" r="r" b="b"/>
                <a:pathLst>
                  <a:path w="120000" h="120000" extrusionOk="0">
                    <a:moveTo>
                      <a:pt x="60000" y="114544"/>
                    </a:moveTo>
                    <a:cubicBezTo>
                      <a:pt x="29872" y="114544"/>
                      <a:pt x="5455" y="90127"/>
                      <a:pt x="5455" y="60000"/>
                    </a:cubicBezTo>
                    <a:cubicBezTo>
                      <a:pt x="5455" y="29872"/>
                      <a:pt x="29872" y="5455"/>
                      <a:pt x="60000" y="5455"/>
                    </a:cubicBezTo>
                    <a:cubicBezTo>
                      <a:pt x="90127" y="5455"/>
                      <a:pt x="114544" y="29872"/>
                      <a:pt x="114544" y="60000"/>
                    </a:cubicBezTo>
                    <a:cubicBezTo>
                      <a:pt x="114544" y="90127"/>
                      <a:pt x="90127" y="114544"/>
                      <a:pt x="60000" y="114544"/>
                    </a:cubicBezTo>
                    <a:moveTo>
                      <a:pt x="101555" y="103216"/>
                    </a:moveTo>
                    <a:cubicBezTo>
                      <a:pt x="112905" y="92300"/>
                      <a:pt x="120000" y="76994"/>
                      <a:pt x="120000" y="60000"/>
                    </a:cubicBezTo>
                    <a:cubicBezTo>
                      <a:pt x="120000" y="26861"/>
                      <a:pt x="93133" y="0"/>
                      <a:pt x="60000" y="0"/>
                    </a:cubicBezTo>
                    <a:cubicBezTo>
                      <a:pt x="26866" y="0"/>
                      <a:pt x="0" y="26861"/>
                      <a:pt x="0" y="60000"/>
                    </a:cubicBezTo>
                    <a:cubicBezTo>
                      <a:pt x="0" y="76994"/>
                      <a:pt x="7094" y="92300"/>
                      <a:pt x="18444" y="103216"/>
                    </a:cubicBezTo>
                    <a:lnTo>
                      <a:pt x="11705" y="115344"/>
                    </a:lnTo>
                    <a:cubicBezTo>
                      <a:pt x="11216" y="115838"/>
                      <a:pt x="10911" y="116522"/>
                      <a:pt x="10911" y="117272"/>
                    </a:cubicBezTo>
                    <a:cubicBezTo>
                      <a:pt x="10911" y="118777"/>
                      <a:pt x="12133" y="120000"/>
                      <a:pt x="13638" y="120000"/>
                    </a:cubicBezTo>
                    <a:cubicBezTo>
                      <a:pt x="14388" y="120000"/>
                      <a:pt x="15072" y="119694"/>
                      <a:pt x="15566" y="119200"/>
                    </a:cubicBezTo>
                    <a:cubicBezTo>
                      <a:pt x="15877" y="118888"/>
                      <a:pt x="16077" y="118483"/>
                      <a:pt x="16205" y="118044"/>
                    </a:cubicBezTo>
                    <a:lnTo>
                      <a:pt x="22466" y="106772"/>
                    </a:lnTo>
                    <a:cubicBezTo>
                      <a:pt x="32750" y="115033"/>
                      <a:pt x="45788" y="120000"/>
                      <a:pt x="60000" y="120000"/>
                    </a:cubicBezTo>
                    <a:cubicBezTo>
                      <a:pt x="74211" y="120000"/>
                      <a:pt x="87250" y="115033"/>
                      <a:pt x="97527" y="106772"/>
                    </a:cubicBezTo>
                    <a:lnTo>
                      <a:pt x="103794" y="118044"/>
                    </a:lnTo>
                    <a:cubicBezTo>
                      <a:pt x="104127" y="119166"/>
                      <a:pt x="105127" y="120000"/>
                      <a:pt x="106361" y="120000"/>
                    </a:cubicBezTo>
                    <a:cubicBezTo>
                      <a:pt x="107866" y="120000"/>
                      <a:pt x="109088" y="118777"/>
                      <a:pt x="109088" y="117272"/>
                    </a:cubicBezTo>
                    <a:cubicBezTo>
                      <a:pt x="109088" y="116522"/>
                      <a:pt x="108783" y="115838"/>
                      <a:pt x="108294" y="115344"/>
                    </a:cubicBezTo>
                    <a:cubicBezTo>
                      <a:pt x="108294" y="115344"/>
                      <a:pt x="101555" y="103216"/>
                      <a:pt x="101555" y="103216"/>
                    </a:cubicBezTo>
                    <a:close/>
                    <a:moveTo>
                      <a:pt x="60000" y="92727"/>
                    </a:moveTo>
                    <a:cubicBezTo>
                      <a:pt x="41927" y="92727"/>
                      <a:pt x="27272" y="78072"/>
                      <a:pt x="27272" y="60000"/>
                    </a:cubicBezTo>
                    <a:cubicBezTo>
                      <a:pt x="27272" y="41927"/>
                      <a:pt x="41927" y="27272"/>
                      <a:pt x="60000" y="27272"/>
                    </a:cubicBezTo>
                    <a:cubicBezTo>
                      <a:pt x="78072" y="27272"/>
                      <a:pt x="92727" y="41927"/>
                      <a:pt x="92727" y="60000"/>
                    </a:cubicBezTo>
                    <a:cubicBezTo>
                      <a:pt x="92727" y="78072"/>
                      <a:pt x="78072" y="92727"/>
                      <a:pt x="60000" y="92727"/>
                    </a:cubicBezTo>
                    <a:moveTo>
                      <a:pt x="60000" y="21816"/>
                    </a:moveTo>
                    <a:cubicBezTo>
                      <a:pt x="38911" y="21816"/>
                      <a:pt x="21816" y="38911"/>
                      <a:pt x="21816" y="60000"/>
                    </a:cubicBezTo>
                    <a:cubicBezTo>
                      <a:pt x="21816" y="81088"/>
                      <a:pt x="38911" y="98183"/>
                      <a:pt x="60000" y="98183"/>
                    </a:cubicBezTo>
                    <a:cubicBezTo>
                      <a:pt x="81088" y="98183"/>
                      <a:pt x="98183" y="81088"/>
                      <a:pt x="98183" y="60000"/>
                    </a:cubicBezTo>
                    <a:cubicBezTo>
                      <a:pt x="98183" y="38911"/>
                      <a:pt x="81088" y="21816"/>
                      <a:pt x="60000" y="21816"/>
                    </a:cubicBezTo>
                    <a:moveTo>
                      <a:pt x="60000" y="70911"/>
                    </a:moveTo>
                    <a:cubicBezTo>
                      <a:pt x="53977" y="70911"/>
                      <a:pt x="49088" y="66022"/>
                      <a:pt x="49088" y="60000"/>
                    </a:cubicBezTo>
                    <a:cubicBezTo>
                      <a:pt x="49088" y="53977"/>
                      <a:pt x="53977" y="49088"/>
                      <a:pt x="60000" y="49088"/>
                    </a:cubicBezTo>
                    <a:cubicBezTo>
                      <a:pt x="66022" y="49088"/>
                      <a:pt x="70911" y="53977"/>
                      <a:pt x="70911" y="60000"/>
                    </a:cubicBezTo>
                    <a:cubicBezTo>
                      <a:pt x="70911" y="66022"/>
                      <a:pt x="66022" y="70911"/>
                      <a:pt x="60000" y="70911"/>
                    </a:cubicBezTo>
                    <a:moveTo>
                      <a:pt x="60000" y="43638"/>
                    </a:moveTo>
                    <a:cubicBezTo>
                      <a:pt x="50961" y="43638"/>
                      <a:pt x="43638" y="50961"/>
                      <a:pt x="43638" y="60000"/>
                    </a:cubicBezTo>
                    <a:cubicBezTo>
                      <a:pt x="43638" y="69038"/>
                      <a:pt x="50961" y="76361"/>
                      <a:pt x="60000" y="76361"/>
                    </a:cubicBezTo>
                    <a:cubicBezTo>
                      <a:pt x="69038" y="76361"/>
                      <a:pt x="76361" y="69038"/>
                      <a:pt x="76361" y="60000"/>
                    </a:cubicBezTo>
                    <a:cubicBezTo>
                      <a:pt x="76361" y="50961"/>
                      <a:pt x="69038" y="43638"/>
                      <a:pt x="60000" y="43638"/>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grpSp>
        <p:grpSp>
          <p:nvGrpSpPr>
            <p:cNvPr id="384" name="Google Shape;384;p77"/>
            <p:cNvGrpSpPr/>
            <p:nvPr/>
          </p:nvGrpSpPr>
          <p:grpSpPr>
            <a:xfrm>
              <a:off x="3410604" y="1893408"/>
              <a:ext cx="1136271" cy="1246506"/>
              <a:chOff x="627304" y="1987183"/>
              <a:chExt cx="1594615" cy="1749317"/>
            </a:xfrm>
          </p:grpSpPr>
          <p:sp>
            <p:nvSpPr>
              <p:cNvPr id="385" name="Google Shape;385;p77"/>
              <p:cNvSpPr/>
              <p:nvPr/>
            </p:nvSpPr>
            <p:spPr>
              <a:xfrm>
                <a:off x="1424612" y="2476575"/>
                <a:ext cx="797307" cy="1259925"/>
              </a:xfrm>
              <a:custGeom>
                <a:avLst/>
                <a:gdLst/>
                <a:ahLst/>
                <a:cxnLst/>
                <a:rect l="l" t="t" r="r" b="b"/>
                <a:pathLst>
                  <a:path w="120000" h="120000" extrusionOk="0">
                    <a:moveTo>
                      <a:pt x="120000" y="0"/>
                    </a:moveTo>
                    <a:lnTo>
                      <a:pt x="120000" y="73388"/>
                    </a:lnTo>
                    <a:lnTo>
                      <a:pt x="447" y="120000"/>
                    </a:lnTo>
                    <a:lnTo>
                      <a:pt x="0" y="46894"/>
                    </a:lnTo>
                    <a:lnTo>
                      <a:pt x="120000" y="0"/>
                    </a:lnTo>
                    <a:lnTo>
                      <a:pt x="120000" y="0"/>
                    </a:lnTo>
                    <a:close/>
                  </a:path>
                </a:pathLst>
              </a:custGeom>
              <a:solidFill>
                <a:srgbClr val="14906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86" name="Google Shape;386;p77"/>
              <p:cNvSpPr/>
              <p:nvPr/>
            </p:nvSpPr>
            <p:spPr>
              <a:xfrm>
                <a:off x="627304" y="2476575"/>
                <a:ext cx="800283" cy="1259925"/>
              </a:xfrm>
              <a:custGeom>
                <a:avLst/>
                <a:gdLst/>
                <a:ahLst/>
                <a:cxnLst/>
                <a:rect l="l" t="t" r="r" b="b"/>
                <a:pathLst>
                  <a:path w="120000" h="120000" extrusionOk="0">
                    <a:moveTo>
                      <a:pt x="120000" y="120000"/>
                    </a:moveTo>
                    <a:lnTo>
                      <a:pt x="119553" y="46894"/>
                    </a:lnTo>
                    <a:lnTo>
                      <a:pt x="0" y="0"/>
                    </a:lnTo>
                    <a:lnTo>
                      <a:pt x="446" y="73388"/>
                    </a:lnTo>
                    <a:lnTo>
                      <a:pt x="120000" y="120000"/>
                    </a:lnTo>
                    <a:lnTo>
                      <a:pt x="120000" y="120000"/>
                    </a:lnTo>
                    <a:close/>
                  </a:path>
                </a:pathLst>
              </a:custGeom>
              <a:solidFill>
                <a:srgbClr val="65E9B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87" name="Google Shape;387;p77"/>
              <p:cNvSpPr/>
              <p:nvPr/>
            </p:nvSpPr>
            <p:spPr>
              <a:xfrm>
                <a:off x="627304" y="1987183"/>
                <a:ext cx="1594614" cy="981760"/>
              </a:xfrm>
              <a:custGeom>
                <a:avLst/>
                <a:gdLst/>
                <a:ahLst/>
                <a:cxnLst/>
                <a:rect l="l" t="t" r="r" b="b"/>
                <a:pathLst>
                  <a:path w="120000" h="120000" extrusionOk="0">
                    <a:moveTo>
                      <a:pt x="60000" y="120000"/>
                    </a:moveTo>
                    <a:lnTo>
                      <a:pt x="120000" y="59818"/>
                    </a:lnTo>
                    <a:lnTo>
                      <a:pt x="60000" y="0"/>
                    </a:lnTo>
                    <a:lnTo>
                      <a:pt x="0" y="59818"/>
                    </a:lnTo>
                    <a:lnTo>
                      <a:pt x="60000" y="120000"/>
                    </a:lnTo>
                    <a:lnTo>
                      <a:pt x="60000" y="12000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grpSp>
        <p:nvGrpSpPr>
          <p:cNvPr id="388" name="Google Shape;388;p77"/>
          <p:cNvGrpSpPr/>
          <p:nvPr/>
        </p:nvGrpSpPr>
        <p:grpSpPr>
          <a:xfrm>
            <a:off x="5362701" y="1890087"/>
            <a:ext cx="1304470" cy="2426375"/>
            <a:chOff x="5452152" y="1890087"/>
            <a:chExt cx="1304470" cy="2426375"/>
          </a:xfrm>
        </p:grpSpPr>
        <p:grpSp>
          <p:nvGrpSpPr>
            <p:cNvPr id="389" name="Google Shape;389;p77"/>
            <p:cNvGrpSpPr/>
            <p:nvPr/>
          </p:nvGrpSpPr>
          <p:grpSpPr>
            <a:xfrm>
              <a:off x="5452152" y="2763572"/>
              <a:ext cx="1304470" cy="1552890"/>
              <a:chOff x="5452152" y="2763572"/>
              <a:chExt cx="1304470" cy="1552890"/>
            </a:xfrm>
          </p:grpSpPr>
          <p:grpSp>
            <p:nvGrpSpPr>
              <p:cNvPr id="390" name="Google Shape;390;p77"/>
              <p:cNvGrpSpPr/>
              <p:nvPr/>
            </p:nvGrpSpPr>
            <p:grpSpPr>
              <a:xfrm>
                <a:off x="5452152" y="2763572"/>
                <a:ext cx="1304470" cy="1552890"/>
                <a:chOff x="5960996" y="3267114"/>
                <a:chExt cx="1304470" cy="1559509"/>
              </a:xfrm>
            </p:grpSpPr>
            <p:sp>
              <p:nvSpPr>
                <p:cNvPr id="391" name="Google Shape;391;p77"/>
                <p:cNvSpPr/>
                <p:nvPr/>
              </p:nvSpPr>
              <p:spPr>
                <a:xfrm rot="10800000" flipH="1">
                  <a:off x="5960996" y="3267114"/>
                  <a:ext cx="1304470" cy="1020141"/>
                </a:xfrm>
                <a:prstGeom prst="triangle">
                  <a:avLst>
                    <a:gd name="adj" fmla="val 50000"/>
                  </a:avLst>
                </a:prstGeom>
                <a:gradFill>
                  <a:gsLst>
                    <a:gs pos="0">
                      <a:schemeClr val="accent3"/>
                    </a:gs>
                    <a:gs pos="100000">
                      <a:srgbClr val="DDD9C3">
                        <a:alpha val="0"/>
                      </a:srgbClr>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92" name="Google Shape;392;p77"/>
                <p:cNvSpPr/>
                <p:nvPr/>
              </p:nvSpPr>
              <p:spPr>
                <a:xfrm>
                  <a:off x="6312532" y="4240732"/>
                  <a:ext cx="585891" cy="585891"/>
                </a:xfrm>
                <a:prstGeom prst="roundRect">
                  <a:avLst>
                    <a:gd name="adj" fmla="val 16667"/>
                  </a:avLst>
                </a:prstGeom>
                <a:gradFill>
                  <a:gsLst>
                    <a:gs pos="0">
                      <a:srgbClr val="6A798A"/>
                    </a:gs>
                    <a:gs pos="50000">
                      <a:srgbClr val="54677D"/>
                    </a:gs>
                    <a:gs pos="100000">
                      <a:srgbClr val="485A6F"/>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393" name="Google Shape;393;p77"/>
              <p:cNvSpPr/>
              <p:nvPr/>
            </p:nvSpPr>
            <p:spPr>
              <a:xfrm>
                <a:off x="5981437" y="3879214"/>
                <a:ext cx="279327" cy="279327"/>
              </a:xfrm>
              <a:custGeom>
                <a:avLst/>
                <a:gdLst/>
                <a:ahLst/>
                <a:cxnLst/>
                <a:rect l="l" t="t" r="r" b="b"/>
                <a:pathLst>
                  <a:path w="120000" h="120000" extrusionOk="0">
                    <a:moveTo>
                      <a:pt x="87272" y="103638"/>
                    </a:moveTo>
                    <a:lnTo>
                      <a:pt x="81816" y="103638"/>
                    </a:lnTo>
                    <a:lnTo>
                      <a:pt x="81816" y="109088"/>
                    </a:lnTo>
                    <a:lnTo>
                      <a:pt x="87272" y="109088"/>
                    </a:lnTo>
                    <a:cubicBezTo>
                      <a:pt x="87272" y="109088"/>
                      <a:pt x="87272" y="103638"/>
                      <a:pt x="87272" y="103638"/>
                    </a:cubicBezTo>
                    <a:close/>
                    <a:moveTo>
                      <a:pt x="87272" y="81816"/>
                    </a:moveTo>
                    <a:lnTo>
                      <a:pt x="81816" y="81816"/>
                    </a:lnTo>
                    <a:lnTo>
                      <a:pt x="81816" y="87272"/>
                    </a:lnTo>
                    <a:lnTo>
                      <a:pt x="87272" y="87272"/>
                    </a:lnTo>
                    <a:cubicBezTo>
                      <a:pt x="87272" y="87272"/>
                      <a:pt x="87272" y="81816"/>
                      <a:pt x="87272" y="81816"/>
                    </a:cubicBezTo>
                    <a:close/>
                    <a:moveTo>
                      <a:pt x="81816" y="60000"/>
                    </a:moveTo>
                    <a:lnTo>
                      <a:pt x="87272" y="60000"/>
                    </a:lnTo>
                    <a:lnTo>
                      <a:pt x="87272" y="54544"/>
                    </a:lnTo>
                    <a:lnTo>
                      <a:pt x="81816" y="54544"/>
                    </a:lnTo>
                    <a:cubicBezTo>
                      <a:pt x="81816" y="54544"/>
                      <a:pt x="81816" y="60000"/>
                      <a:pt x="81816" y="60000"/>
                    </a:cubicBezTo>
                    <a:close/>
                    <a:moveTo>
                      <a:pt x="87272" y="92727"/>
                    </a:moveTo>
                    <a:lnTo>
                      <a:pt x="81816" y="92727"/>
                    </a:lnTo>
                    <a:lnTo>
                      <a:pt x="81816" y="98183"/>
                    </a:lnTo>
                    <a:lnTo>
                      <a:pt x="87272" y="98183"/>
                    </a:lnTo>
                    <a:cubicBezTo>
                      <a:pt x="87272" y="98183"/>
                      <a:pt x="87272" y="92727"/>
                      <a:pt x="87272" y="92727"/>
                    </a:cubicBezTo>
                    <a:close/>
                    <a:moveTo>
                      <a:pt x="81816" y="49088"/>
                    </a:moveTo>
                    <a:lnTo>
                      <a:pt x="87272" y="49088"/>
                    </a:lnTo>
                    <a:lnTo>
                      <a:pt x="87272" y="43638"/>
                    </a:lnTo>
                    <a:lnTo>
                      <a:pt x="81816" y="43638"/>
                    </a:lnTo>
                    <a:cubicBezTo>
                      <a:pt x="81816" y="43638"/>
                      <a:pt x="81816" y="49088"/>
                      <a:pt x="81816" y="49088"/>
                    </a:cubicBezTo>
                    <a:close/>
                    <a:moveTo>
                      <a:pt x="109088" y="0"/>
                    </a:moveTo>
                    <a:lnTo>
                      <a:pt x="32727" y="0"/>
                    </a:lnTo>
                    <a:cubicBezTo>
                      <a:pt x="26700" y="0"/>
                      <a:pt x="21816" y="4883"/>
                      <a:pt x="21816" y="10911"/>
                    </a:cubicBezTo>
                    <a:lnTo>
                      <a:pt x="21816" y="13638"/>
                    </a:lnTo>
                    <a:cubicBezTo>
                      <a:pt x="21816" y="15144"/>
                      <a:pt x="23038" y="16361"/>
                      <a:pt x="24544" y="16361"/>
                    </a:cubicBezTo>
                    <a:cubicBezTo>
                      <a:pt x="26055" y="16361"/>
                      <a:pt x="27272" y="15144"/>
                      <a:pt x="27272" y="13638"/>
                    </a:cubicBezTo>
                    <a:lnTo>
                      <a:pt x="27272" y="10911"/>
                    </a:lnTo>
                    <a:cubicBezTo>
                      <a:pt x="27272" y="7900"/>
                      <a:pt x="29716" y="5455"/>
                      <a:pt x="32727" y="5455"/>
                    </a:cubicBezTo>
                    <a:lnTo>
                      <a:pt x="109088" y="5455"/>
                    </a:lnTo>
                    <a:cubicBezTo>
                      <a:pt x="112100" y="5455"/>
                      <a:pt x="114544" y="7900"/>
                      <a:pt x="114544" y="10911"/>
                    </a:cubicBezTo>
                    <a:lnTo>
                      <a:pt x="114544" y="87272"/>
                    </a:lnTo>
                    <a:cubicBezTo>
                      <a:pt x="114544" y="90283"/>
                      <a:pt x="112100" y="92727"/>
                      <a:pt x="109088" y="92727"/>
                    </a:cubicBezTo>
                    <a:lnTo>
                      <a:pt x="106361" y="92727"/>
                    </a:lnTo>
                    <a:cubicBezTo>
                      <a:pt x="104855" y="92727"/>
                      <a:pt x="103638" y="93950"/>
                      <a:pt x="103638" y="95455"/>
                    </a:cubicBezTo>
                    <a:cubicBezTo>
                      <a:pt x="103638" y="96961"/>
                      <a:pt x="104855" y="98183"/>
                      <a:pt x="106361" y="98183"/>
                    </a:cubicBezTo>
                    <a:lnTo>
                      <a:pt x="109088" y="98183"/>
                    </a:lnTo>
                    <a:cubicBezTo>
                      <a:pt x="115116" y="98183"/>
                      <a:pt x="120000" y="93300"/>
                      <a:pt x="120000" y="87272"/>
                    </a:cubicBezTo>
                    <a:lnTo>
                      <a:pt x="120000" y="10911"/>
                    </a:lnTo>
                    <a:cubicBezTo>
                      <a:pt x="120000" y="4883"/>
                      <a:pt x="115116" y="0"/>
                      <a:pt x="109088" y="0"/>
                    </a:cubicBezTo>
                    <a:moveTo>
                      <a:pt x="81816" y="38183"/>
                    </a:moveTo>
                    <a:lnTo>
                      <a:pt x="87272" y="38183"/>
                    </a:lnTo>
                    <a:lnTo>
                      <a:pt x="87272" y="32727"/>
                    </a:lnTo>
                    <a:lnTo>
                      <a:pt x="81816" y="32727"/>
                    </a:lnTo>
                    <a:cubicBezTo>
                      <a:pt x="81816" y="32727"/>
                      <a:pt x="81816" y="38183"/>
                      <a:pt x="81816" y="38183"/>
                    </a:cubicBezTo>
                    <a:close/>
                    <a:moveTo>
                      <a:pt x="92727" y="68183"/>
                    </a:moveTo>
                    <a:lnTo>
                      <a:pt x="76361" y="68183"/>
                    </a:lnTo>
                    <a:lnTo>
                      <a:pt x="76361" y="27272"/>
                    </a:lnTo>
                    <a:lnTo>
                      <a:pt x="87272" y="27272"/>
                    </a:lnTo>
                    <a:cubicBezTo>
                      <a:pt x="90283" y="27272"/>
                      <a:pt x="92727" y="29716"/>
                      <a:pt x="92727" y="32727"/>
                    </a:cubicBezTo>
                    <a:cubicBezTo>
                      <a:pt x="92727" y="32727"/>
                      <a:pt x="92727" y="68183"/>
                      <a:pt x="92727" y="68183"/>
                    </a:cubicBezTo>
                    <a:close/>
                    <a:moveTo>
                      <a:pt x="92727" y="109088"/>
                    </a:moveTo>
                    <a:cubicBezTo>
                      <a:pt x="92727" y="112100"/>
                      <a:pt x="90283" y="114544"/>
                      <a:pt x="87272" y="114544"/>
                    </a:cubicBezTo>
                    <a:lnTo>
                      <a:pt x="76361" y="114544"/>
                    </a:lnTo>
                    <a:lnTo>
                      <a:pt x="76361" y="73638"/>
                    </a:lnTo>
                    <a:lnTo>
                      <a:pt x="92727" y="73638"/>
                    </a:lnTo>
                    <a:cubicBezTo>
                      <a:pt x="92727" y="73638"/>
                      <a:pt x="92727" y="109088"/>
                      <a:pt x="92727" y="109088"/>
                    </a:cubicBezTo>
                    <a:close/>
                    <a:moveTo>
                      <a:pt x="70911" y="68183"/>
                    </a:moveTo>
                    <a:lnTo>
                      <a:pt x="27272" y="68183"/>
                    </a:lnTo>
                    <a:lnTo>
                      <a:pt x="27272" y="27272"/>
                    </a:lnTo>
                    <a:lnTo>
                      <a:pt x="70911" y="27272"/>
                    </a:lnTo>
                    <a:cubicBezTo>
                      <a:pt x="70911" y="27272"/>
                      <a:pt x="70911" y="68183"/>
                      <a:pt x="70911" y="68183"/>
                    </a:cubicBezTo>
                    <a:close/>
                    <a:moveTo>
                      <a:pt x="70911" y="114544"/>
                    </a:moveTo>
                    <a:lnTo>
                      <a:pt x="27272" y="114544"/>
                    </a:lnTo>
                    <a:lnTo>
                      <a:pt x="27272" y="73638"/>
                    </a:lnTo>
                    <a:lnTo>
                      <a:pt x="70911" y="73638"/>
                    </a:lnTo>
                    <a:cubicBezTo>
                      <a:pt x="70911" y="73638"/>
                      <a:pt x="70911" y="114544"/>
                      <a:pt x="70911" y="114544"/>
                    </a:cubicBezTo>
                    <a:close/>
                    <a:moveTo>
                      <a:pt x="21816" y="68183"/>
                    </a:moveTo>
                    <a:lnTo>
                      <a:pt x="5455" y="68183"/>
                    </a:lnTo>
                    <a:lnTo>
                      <a:pt x="5455" y="32727"/>
                    </a:lnTo>
                    <a:cubicBezTo>
                      <a:pt x="5455" y="29716"/>
                      <a:pt x="7900" y="27272"/>
                      <a:pt x="10911" y="27272"/>
                    </a:cubicBezTo>
                    <a:lnTo>
                      <a:pt x="21816" y="27272"/>
                    </a:lnTo>
                    <a:cubicBezTo>
                      <a:pt x="21816" y="27272"/>
                      <a:pt x="21816" y="68183"/>
                      <a:pt x="21816" y="68183"/>
                    </a:cubicBezTo>
                    <a:close/>
                    <a:moveTo>
                      <a:pt x="21816" y="114544"/>
                    </a:moveTo>
                    <a:lnTo>
                      <a:pt x="10911" y="114544"/>
                    </a:lnTo>
                    <a:cubicBezTo>
                      <a:pt x="7900" y="114544"/>
                      <a:pt x="5455" y="112100"/>
                      <a:pt x="5455" y="109088"/>
                    </a:cubicBezTo>
                    <a:lnTo>
                      <a:pt x="5455" y="73638"/>
                    </a:lnTo>
                    <a:lnTo>
                      <a:pt x="21816" y="73638"/>
                    </a:lnTo>
                    <a:cubicBezTo>
                      <a:pt x="21816" y="73638"/>
                      <a:pt x="21816" y="114544"/>
                      <a:pt x="21816" y="114544"/>
                    </a:cubicBezTo>
                    <a:close/>
                    <a:moveTo>
                      <a:pt x="87272" y="21816"/>
                    </a:moveTo>
                    <a:lnTo>
                      <a:pt x="10911" y="21816"/>
                    </a:lnTo>
                    <a:cubicBezTo>
                      <a:pt x="4883" y="21816"/>
                      <a:pt x="0" y="26700"/>
                      <a:pt x="0" y="32727"/>
                    </a:cubicBezTo>
                    <a:lnTo>
                      <a:pt x="0" y="109088"/>
                    </a:lnTo>
                    <a:cubicBezTo>
                      <a:pt x="0" y="115116"/>
                      <a:pt x="4883" y="120000"/>
                      <a:pt x="10911" y="120000"/>
                    </a:cubicBezTo>
                    <a:lnTo>
                      <a:pt x="87272" y="120000"/>
                    </a:lnTo>
                    <a:cubicBezTo>
                      <a:pt x="93300" y="120000"/>
                      <a:pt x="98183" y="115116"/>
                      <a:pt x="98183" y="109088"/>
                    </a:cubicBezTo>
                    <a:lnTo>
                      <a:pt x="98183" y="32727"/>
                    </a:lnTo>
                    <a:cubicBezTo>
                      <a:pt x="98183" y="26700"/>
                      <a:pt x="93300" y="21816"/>
                      <a:pt x="87272" y="21816"/>
                    </a:cubicBezTo>
                    <a:moveTo>
                      <a:pt x="10911" y="49088"/>
                    </a:moveTo>
                    <a:lnTo>
                      <a:pt x="16361" y="49088"/>
                    </a:lnTo>
                    <a:lnTo>
                      <a:pt x="16361" y="43638"/>
                    </a:lnTo>
                    <a:lnTo>
                      <a:pt x="10911" y="43638"/>
                    </a:lnTo>
                    <a:cubicBezTo>
                      <a:pt x="10911" y="43638"/>
                      <a:pt x="10911" y="49088"/>
                      <a:pt x="10911" y="49088"/>
                    </a:cubicBezTo>
                    <a:close/>
                    <a:moveTo>
                      <a:pt x="10911" y="60000"/>
                    </a:moveTo>
                    <a:lnTo>
                      <a:pt x="16361" y="60000"/>
                    </a:lnTo>
                    <a:lnTo>
                      <a:pt x="16361" y="54544"/>
                    </a:lnTo>
                    <a:lnTo>
                      <a:pt x="10911" y="54544"/>
                    </a:lnTo>
                    <a:cubicBezTo>
                      <a:pt x="10911" y="54544"/>
                      <a:pt x="10911" y="60000"/>
                      <a:pt x="10911" y="60000"/>
                    </a:cubicBezTo>
                    <a:close/>
                    <a:moveTo>
                      <a:pt x="16361" y="92727"/>
                    </a:moveTo>
                    <a:lnTo>
                      <a:pt x="10911" y="92727"/>
                    </a:lnTo>
                    <a:lnTo>
                      <a:pt x="10911" y="98183"/>
                    </a:lnTo>
                    <a:lnTo>
                      <a:pt x="16361" y="98183"/>
                    </a:lnTo>
                    <a:cubicBezTo>
                      <a:pt x="16361" y="98183"/>
                      <a:pt x="16361" y="92727"/>
                      <a:pt x="16361" y="92727"/>
                    </a:cubicBezTo>
                    <a:close/>
                    <a:moveTo>
                      <a:pt x="10911" y="38183"/>
                    </a:moveTo>
                    <a:lnTo>
                      <a:pt x="16361" y="38183"/>
                    </a:lnTo>
                    <a:lnTo>
                      <a:pt x="16361" y="32727"/>
                    </a:lnTo>
                    <a:lnTo>
                      <a:pt x="10911" y="32727"/>
                    </a:lnTo>
                    <a:cubicBezTo>
                      <a:pt x="10911" y="32727"/>
                      <a:pt x="10911" y="38183"/>
                      <a:pt x="10911" y="38183"/>
                    </a:cubicBezTo>
                    <a:close/>
                    <a:moveTo>
                      <a:pt x="16361" y="81816"/>
                    </a:moveTo>
                    <a:lnTo>
                      <a:pt x="10911" y="81816"/>
                    </a:lnTo>
                    <a:lnTo>
                      <a:pt x="10911" y="87272"/>
                    </a:lnTo>
                    <a:lnTo>
                      <a:pt x="16361" y="87272"/>
                    </a:lnTo>
                    <a:cubicBezTo>
                      <a:pt x="16361" y="87272"/>
                      <a:pt x="16361" y="81816"/>
                      <a:pt x="16361" y="81816"/>
                    </a:cubicBezTo>
                    <a:close/>
                    <a:moveTo>
                      <a:pt x="16361" y="103638"/>
                    </a:moveTo>
                    <a:lnTo>
                      <a:pt x="10911" y="103638"/>
                    </a:lnTo>
                    <a:lnTo>
                      <a:pt x="10911" y="109088"/>
                    </a:lnTo>
                    <a:lnTo>
                      <a:pt x="16361" y="109088"/>
                    </a:lnTo>
                    <a:cubicBezTo>
                      <a:pt x="16361" y="109088"/>
                      <a:pt x="16361" y="103638"/>
                      <a:pt x="16361" y="103638"/>
                    </a:cubicBezTo>
                    <a:close/>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grpSp>
        <p:grpSp>
          <p:nvGrpSpPr>
            <p:cNvPr id="394" name="Google Shape;394;p77"/>
            <p:cNvGrpSpPr/>
            <p:nvPr/>
          </p:nvGrpSpPr>
          <p:grpSpPr>
            <a:xfrm>
              <a:off x="5556109" y="1890087"/>
              <a:ext cx="1136271" cy="1246506"/>
              <a:chOff x="627304" y="1987183"/>
              <a:chExt cx="1594615" cy="1749317"/>
            </a:xfrm>
          </p:grpSpPr>
          <p:sp>
            <p:nvSpPr>
              <p:cNvPr id="395" name="Google Shape;395;p77"/>
              <p:cNvSpPr/>
              <p:nvPr/>
            </p:nvSpPr>
            <p:spPr>
              <a:xfrm>
                <a:off x="1424612" y="2476575"/>
                <a:ext cx="797307" cy="1259925"/>
              </a:xfrm>
              <a:custGeom>
                <a:avLst/>
                <a:gdLst/>
                <a:ahLst/>
                <a:cxnLst/>
                <a:rect l="l" t="t" r="r" b="b"/>
                <a:pathLst>
                  <a:path w="120000" h="120000" extrusionOk="0">
                    <a:moveTo>
                      <a:pt x="120000" y="0"/>
                    </a:moveTo>
                    <a:lnTo>
                      <a:pt x="120000" y="73388"/>
                    </a:lnTo>
                    <a:lnTo>
                      <a:pt x="447" y="120000"/>
                    </a:lnTo>
                    <a:lnTo>
                      <a:pt x="0" y="46894"/>
                    </a:lnTo>
                    <a:lnTo>
                      <a:pt x="120000" y="0"/>
                    </a:lnTo>
                    <a:lnTo>
                      <a:pt x="120000" y="0"/>
                    </a:lnTo>
                    <a:close/>
                  </a:path>
                </a:pathLst>
              </a:custGeom>
              <a:solidFill>
                <a:srgbClr val="404E5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96" name="Google Shape;396;p77"/>
              <p:cNvSpPr/>
              <p:nvPr/>
            </p:nvSpPr>
            <p:spPr>
              <a:xfrm>
                <a:off x="627304" y="2476575"/>
                <a:ext cx="800283" cy="1259925"/>
              </a:xfrm>
              <a:custGeom>
                <a:avLst/>
                <a:gdLst/>
                <a:ahLst/>
                <a:cxnLst/>
                <a:rect l="l" t="t" r="r" b="b"/>
                <a:pathLst>
                  <a:path w="120000" h="120000" extrusionOk="0">
                    <a:moveTo>
                      <a:pt x="120000" y="120000"/>
                    </a:moveTo>
                    <a:lnTo>
                      <a:pt x="119553" y="46894"/>
                    </a:lnTo>
                    <a:lnTo>
                      <a:pt x="0" y="0"/>
                    </a:lnTo>
                    <a:lnTo>
                      <a:pt x="446" y="73388"/>
                    </a:lnTo>
                    <a:lnTo>
                      <a:pt x="120000" y="120000"/>
                    </a:lnTo>
                    <a:lnTo>
                      <a:pt x="120000" y="120000"/>
                    </a:lnTo>
                    <a:close/>
                  </a:path>
                </a:pathLst>
              </a:custGeom>
              <a:solidFill>
                <a:srgbClr val="93A3B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97" name="Google Shape;397;p77"/>
              <p:cNvSpPr/>
              <p:nvPr/>
            </p:nvSpPr>
            <p:spPr>
              <a:xfrm>
                <a:off x="627304" y="1987183"/>
                <a:ext cx="1594614" cy="981760"/>
              </a:xfrm>
              <a:custGeom>
                <a:avLst/>
                <a:gdLst/>
                <a:ahLst/>
                <a:cxnLst/>
                <a:rect l="l" t="t" r="r" b="b"/>
                <a:pathLst>
                  <a:path w="120000" h="120000" extrusionOk="0">
                    <a:moveTo>
                      <a:pt x="60000" y="120000"/>
                    </a:moveTo>
                    <a:lnTo>
                      <a:pt x="120000" y="59818"/>
                    </a:lnTo>
                    <a:lnTo>
                      <a:pt x="60000" y="0"/>
                    </a:lnTo>
                    <a:lnTo>
                      <a:pt x="0" y="59818"/>
                    </a:lnTo>
                    <a:lnTo>
                      <a:pt x="60000" y="120000"/>
                    </a:lnTo>
                    <a:lnTo>
                      <a:pt x="60000" y="120000"/>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grpSp>
        <p:nvGrpSpPr>
          <p:cNvPr id="398" name="Google Shape;398;p77"/>
          <p:cNvGrpSpPr/>
          <p:nvPr/>
        </p:nvGrpSpPr>
        <p:grpSpPr>
          <a:xfrm>
            <a:off x="7392552" y="1890087"/>
            <a:ext cx="1304470" cy="2434590"/>
            <a:chOff x="7521759" y="1890087"/>
            <a:chExt cx="1304470" cy="2434590"/>
          </a:xfrm>
        </p:grpSpPr>
        <p:grpSp>
          <p:nvGrpSpPr>
            <p:cNvPr id="399" name="Google Shape;399;p77"/>
            <p:cNvGrpSpPr/>
            <p:nvPr/>
          </p:nvGrpSpPr>
          <p:grpSpPr>
            <a:xfrm>
              <a:off x="7521759" y="2766893"/>
              <a:ext cx="1304470" cy="1557784"/>
              <a:chOff x="7521759" y="2766893"/>
              <a:chExt cx="1304470" cy="1557784"/>
            </a:xfrm>
          </p:grpSpPr>
          <p:grpSp>
            <p:nvGrpSpPr>
              <p:cNvPr id="400" name="Google Shape;400;p77"/>
              <p:cNvGrpSpPr/>
              <p:nvPr/>
            </p:nvGrpSpPr>
            <p:grpSpPr>
              <a:xfrm>
                <a:off x="7521759" y="2766893"/>
                <a:ext cx="1304470" cy="1557784"/>
                <a:chOff x="7980910" y="3267114"/>
                <a:chExt cx="1304470" cy="1557784"/>
              </a:xfrm>
            </p:grpSpPr>
            <p:sp>
              <p:nvSpPr>
                <p:cNvPr id="401" name="Google Shape;401;p77"/>
                <p:cNvSpPr/>
                <p:nvPr/>
              </p:nvSpPr>
              <p:spPr>
                <a:xfrm rot="10800000" flipH="1">
                  <a:off x="7980910" y="3267114"/>
                  <a:ext cx="1304470" cy="1020141"/>
                </a:xfrm>
                <a:prstGeom prst="triangle">
                  <a:avLst>
                    <a:gd name="adj" fmla="val 50000"/>
                  </a:avLst>
                </a:prstGeom>
                <a:gradFill>
                  <a:gsLst>
                    <a:gs pos="0">
                      <a:schemeClr val="accent4"/>
                    </a:gs>
                    <a:gs pos="100000">
                      <a:srgbClr val="DDD9C3">
                        <a:alpha val="0"/>
                      </a:srgbClr>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02" name="Google Shape;402;p77"/>
                <p:cNvSpPr/>
                <p:nvPr/>
              </p:nvSpPr>
              <p:spPr>
                <a:xfrm>
                  <a:off x="8347954" y="4239007"/>
                  <a:ext cx="585891" cy="585891"/>
                </a:xfrm>
                <a:prstGeom prst="roundRect">
                  <a:avLst>
                    <a:gd name="adj" fmla="val 16667"/>
                  </a:avLst>
                </a:prstGeom>
                <a:gradFill>
                  <a:gsLst>
                    <a:gs pos="0">
                      <a:srgbClr val="5E697B"/>
                    </a:gs>
                    <a:gs pos="50000">
                      <a:srgbClr val="42536A"/>
                    </a:gs>
                    <a:gs pos="100000">
                      <a:srgbClr val="38495F"/>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403" name="Google Shape;403;p77"/>
              <p:cNvSpPr/>
              <p:nvPr/>
            </p:nvSpPr>
            <p:spPr>
              <a:xfrm>
                <a:off x="8050613" y="3892069"/>
                <a:ext cx="279327" cy="279327"/>
              </a:xfrm>
              <a:custGeom>
                <a:avLst/>
                <a:gdLst/>
                <a:ahLst/>
                <a:cxnLst/>
                <a:rect l="l" t="t" r="r" b="b"/>
                <a:pathLst>
                  <a:path w="120000" h="120000" extrusionOk="0">
                    <a:moveTo>
                      <a:pt x="114544" y="16361"/>
                    </a:moveTo>
                    <a:lnTo>
                      <a:pt x="5455" y="16361"/>
                    </a:lnTo>
                    <a:lnTo>
                      <a:pt x="5455" y="10911"/>
                    </a:lnTo>
                    <a:lnTo>
                      <a:pt x="114544" y="10911"/>
                    </a:lnTo>
                    <a:cubicBezTo>
                      <a:pt x="114544" y="10911"/>
                      <a:pt x="114544" y="16361"/>
                      <a:pt x="114544" y="16361"/>
                    </a:cubicBezTo>
                    <a:close/>
                    <a:moveTo>
                      <a:pt x="109088" y="87272"/>
                    </a:moveTo>
                    <a:lnTo>
                      <a:pt x="10911" y="87272"/>
                    </a:lnTo>
                    <a:lnTo>
                      <a:pt x="10911" y="21816"/>
                    </a:lnTo>
                    <a:lnTo>
                      <a:pt x="109088" y="21816"/>
                    </a:lnTo>
                    <a:cubicBezTo>
                      <a:pt x="109088" y="21816"/>
                      <a:pt x="109088" y="87272"/>
                      <a:pt x="109088" y="87272"/>
                    </a:cubicBezTo>
                    <a:close/>
                    <a:moveTo>
                      <a:pt x="114544" y="5455"/>
                    </a:moveTo>
                    <a:lnTo>
                      <a:pt x="65455" y="5455"/>
                    </a:lnTo>
                    <a:cubicBezTo>
                      <a:pt x="65455" y="2444"/>
                      <a:pt x="63011" y="0"/>
                      <a:pt x="60000" y="0"/>
                    </a:cubicBezTo>
                    <a:cubicBezTo>
                      <a:pt x="56983" y="0"/>
                      <a:pt x="54544" y="2444"/>
                      <a:pt x="54544" y="5455"/>
                    </a:cubicBezTo>
                    <a:lnTo>
                      <a:pt x="5455" y="5455"/>
                    </a:lnTo>
                    <a:cubicBezTo>
                      <a:pt x="2438" y="5455"/>
                      <a:pt x="0" y="7900"/>
                      <a:pt x="0" y="10911"/>
                    </a:cubicBezTo>
                    <a:lnTo>
                      <a:pt x="0" y="16361"/>
                    </a:lnTo>
                    <a:cubicBezTo>
                      <a:pt x="0" y="19377"/>
                      <a:pt x="2438" y="21816"/>
                      <a:pt x="5455" y="21816"/>
                    </a:cubicBezTo>
                    <a:lnTo>
                      <a:pt x="5455" y="87272"/>
                    </a:lnTo>
                    <a:cubicBezTo>
                      <a:pt x="5455" y="90288"/>
                      <a:pt x="7894" y="92727"/>
                      <a:pt x="10911" y="92727"/>
                    </a:cubicBezTo>
                    <a:lnTo>
                      <a:pt x="57272" y="92727"/>
                    </a:lnTo>
                    <a:lnTo>
                      <a:pt x="57272" y="99777"/>
                    </a:lnTo>
                    <a:lnTo>
                      <a:pt x="41705" y="115344"/>
                    </a:lnTo>
                    <a:cubicBezTo>
                      <a:pt x="41216" y="115838"/>
                      <a:pt x="40911" y="116522"/>
                      <a:pt x="40911" y="117272"/>
                    </a:cubicBezTo>
                    <a:cubicBezTo>
                      <a:pt x="40911" y="118777"/>
                      <a:pt x="42127" y="120000"/>
                      <a:pt x="43638" y="120000"/>
                    </a:cubicBezTo>
                    <a:cubicBezTo>
                      <a:pt x="44388" y="120000"/>
                      <a:pt x="45072" y="119694"/>
                      <a:pt x="45566" y="119200"/>
                    </a:cubicBezTo>
                    <a:lnTo>
                      <a:pt x="60000" y="104766"/>
                    </a:lnTo>
                    <a:lnTo>
                      <a:pt x="74433" y="119200"/>
                    </a:lnTo>
                    <a:cubicBezTo>
                      <a:pt x="74933" y="119694"/>
                      <a:pt x="75611" y="120000"/>
                      <a:pt x="76361" y="120000"/>
                    </a:cubicBezTo>
                    <a:cubicBezTo>
                      <a:pt x="77872" y="120000"/>
                      <a:pt x="79088" y="118777"/>
                      <a:pt x="79088" y="117272"/>
                    </a:cubicBezTo>
                    <a:cubicBezTo>
                      <a:pt x="79088" y="116522"/>
                      <a:pt x="78788" y="115838"/>
                      <a:pt x="78294" y="115344"/>
                    </a:cubicBezTo>
                    <a:lnTo>
                      <a:pt x="62727" y="99777"/>
                    </a:lnTo>
                    <a:lnTo>
                      <a:pt x="62727" y="92727"/>
                    </a:lnTo>
                    <a:lnTo>
                      <a:pt x="109088" y="92727"/>
                    </a:lnTo>
                    <a:cubicBezTo>
                      <a:pt x="112100" y="92727"/>
                      <a:pt x="114544" y="90288"/>
                      <a:pt x="114544" y="87272"/>
                    </a:cubicBezTo>
                    <a:lnTo>
                      <a:pt x="114544" y="21816"/>
                    </a:lnTo>
                    <a:cubicBezTo>
                      <a:pt x="117555" y="21816"/>
                      <a:pt x="120000" y="19377"/>
                      <a:pt x="120000" y="16361"/>
                    </a:cubicBezTo>
                    <a:lnTo>
                      <a:pt x="120000" y="10911"/>
                    </a:lnTo>
                    <a:cubicBezTo>
                      <a:pt x="120000" y="7900"/>
                      <a:pt x="117555" y="5455"/>
                      <a:pt x="114544" y="5455"/>
                    </a:cubicBezTo>
                    <a:moveTo>
                      <a:pt x="90000" y="32727"/>
                    </a:moveTo>
                    <a:cubicBezTo>
                      <a:pt x="91505" y="32727"/>
                      <a:pt x="92727" y="33950"/>
                      <a:pt x="92727" y="35455"/>
                    </a:cubicBezTo>
                    <a:cubicBezTo>
                      <a:pt x="92727" y="36961"/>
                      <a:pt x="91505" y="38183"/>
                      <a:pt x="90000" y="38183"/>
                    </a:cubicBezTo>
                    <a:cubicBezTo>
                      <a:pt x="88494" y="38183"/>
                      <a:pt x="87272" y="36961"/>
                      <a:pt x="87272" y="35455"/>
                    </a:cubicBezTo>
                    <a:cubicBezTo>
                      <a:pt x="87272" y="33950"/>
                      <a:pt x="88494" y="32727"/>
                      <a:pt x="90000" y="32727"/>
                    </a:cubicBezTo>
                    <a:moveTo>
                      <a:pt x="90000" y="43638"/>
                    </a:moveTo>
                    <a:cubicBezTo>
                      <a:pt x="94516" y="43638"/>
                      <a:pt x="98183" y="39977"/>
                      <a:pt x="98183" y="35455"/>
                    </a:cubicBezTo>
                    <a:cubicBezTo>
                      <a:pt x="98183" y="30938"/>
                      <a:pt x="94516" y="27272"/>
                      <a:pt x="90000" y="27272"/>
                    </a:cubicBezTo>
                    <a:cubicBezTo>
                      <a:pt x="85483" y="27272"/>
                      <a:pt x="81816" y="30938"/>
                      <a:pt x="81816" y="35455"/>
                    </a:cubicBezTo>
                    <a:cubicBezTo>
                      <a:pt x="81816" y="39977"/>
                      <a:pt x="85483" y="43638"/>
                      <a:pt x="90000" y="43638"/>
                    </a:cubicBezTo>
                    <a:moveTo>
                      <a:pt x="46788" y="45194"/>
                    </a:moveTo>
                    <a:lnTo>
                      <a:pt x="66255" y="64655"/>
                    </a:lnTo>
                    <a:cubicBezTo>
                      <a:pt x="66750" y="65150"/>
                      <a:pt x="67433" y="65455"/>
                      <a:pt x="68183" y="65455"/>
                    </a:cubicBezTo>
                    <a:cubicBezTo>
                      <a:pt x="68933" y="65455"/>
                      <a:pt x="69616" y="65150"/>
                      <a:pt x="70111" y="64655"/>
                    </a:cubicBezTo>
                    <a:lnTo>
                      <a:pt x="78794" y="55972"/>
                    </a:lnTo>
                    <a:lnTo>
                      <a:pt x="90000" y="70911"/>
                    </a:lnTo>
                    <a:lnTo>
                      <a:pt x="29644" y="70911"/>
                    </a:lnTo>
                    <a:cubicBezTo>
                      <a:pt x="29644" y="70911"/>
                      <a:pt x="46788" y="45194"/>
                      <a:pt x="46788" y="45194"/>
                    </a:cubicBezTo>
                    <a:close/>
                    <a:moveTo>
                      <a:pt x="24544" y="76361"/>
                    </a:moveTo>
                    <a:lnTo>
                      <a:pt x="95455" y="76361"/>
                    </a:lnTo>
                    <a:cubicBezTo>
                      <a:pt x="96961" y="76361"/>
                      <a:pt x="98183" y="75144"/>
                      <a:pt x="98183" y="73638"/>
                    </a:cubicBezTo>
                    <a:cubicBezTo>
                      <a:pt x="98183" y="73022"/>
                      <a:pt x="97944" y="72483"/>
                      <a:pt x="97600" y="72027"/>
                    </a:cubicBezTo>
                    <a:lnTo>
                      <a:pt x="97638" y="72000"/>
                    </a:lnTo>
                    <a:lnTo>
                      <a:pt x="81272" y="50183"/>
                    </a:lnTo>
                    <a:lnTo>
                      <a:pt x="81233" y="50211"/>
                    </a:lnTo>
                    <a:cubicBezTo>
                      <a:pt x="80738" y="49550"/>
                      <a:pt x="79983" y="49088"/>
                      <a:pt x="79088" y="49088"/>
                    </a:cubicBezTo>
                    <a:cubicBezTo>
                      <a:pt x="78338" y="49088"/>
                      <a:pt x="77655" y="49394"/>
                      <a:pt x="77161" y="49888"/>
                    </a:cubicBezTo>
                    <a:lnTo>
                      <a:pt x="68183" y="58872"/>
                    </a:lnTo>
                    <a:lnTo>
                      <a:pt x="48294" y="38983"/>
                    </a:lnTo>
                    <a:cubicBezTo>
                      <a:pt x="47800" y="38488"/>
                      <a:pt x="47116" y="38183"/>
                      <a:pt x="46361" y="38183"/>
                    </a:cubicBezTo>
                    <a:cubicBezTo>
                      <a:pt x="45416" y="38183"/>
                      <a:pt x="44627" y="38694"/>
                      <a:pt x="44138" y="39427"/>
                    </a:cubicBezTo>
                    <a:lnTo>
                      <a:pt x="44094" y="39394"/>
                    </a:lnTo>
                    <a:lnTo>
                      <a:pt x="22277" y="72122"/>
                    </a:lnTo>
                    <a:lnTo>
                      <a:pt x="22316" y="72155"/>
                    </a:lnTo>
                    <a:cubicBezTo>
                      <a:pt x="22027" y="72588"/>
                      <a:pt x="21816" y="73077"/>
                      <a:pt x="21816" y="73638"/>
                    </a:cubicBezTo>
                    <a:cubicBezTo>
                      <a:pt x="21816" y="75144"/>
                      <a:pt x="23038" y="76361"/>
                      <a:pt x="24544" y="76361"/>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grpSp>
        <p:grpSp>
          <p:nvGrpSpPr>
            <p:cNvPr id="404" name="Google Shape;404;p77"/>
            <p:cNvGrpSpPr/>
            <p:nvPr/>
          </p:nvGrpSpPr>
          <p:grpSpPr>
            <a:xfrm>
              <a:off x="7622141" y="1890087"/>
              <a:ext cx="1136271" cy="1246506"/>
              <a:chOff x="627304" y="1987183"/>
              <a:chExt cx="1594615" cy="1749317"/>
            </a:xfrm>
          </p:grpSpPr>
          <p:sp>
            <p:nvSpPr>
              <p:cNvPr id="405" name="Google Shape;405;p77"/>
              <p:cNvSpPr/>
              <p:nvPr/>
            </p:nvSpPr>
            <p:spPr>
              <a:xfrm>
                <a:off x="1424612" y="2476575"/>
                <a:ext cx="797307" cy="1259925"/>
              </a:xfrm>
              <a:custGeom>
                <a:avLst/>
                <a:gdLst/>
                <a:ahLst/>
                <a:cxnLst/>
                <a:rect l="l" t="t" r="r" b="b"/>
                <a:pathLst>
                  <a:path w="120000" h="120000" extrusionOk="0">
                    <a:moveTo>
                      <a:pt x="120000" y="0"/>
                    </a:moveTo>
                    <a:lnTo>
                      <a:pt x="120000" y="73388"/>
                    </a:lnTo>
                    <a:lnTo>
                      <a:pt x="447" y="120000"/>
                    </a:lnTo>
                    <a:lnTo>
                      <a:pt x="0" y="46894"/>
                    </a:lnTo>
                    <a:lnTo>
                      <a:pt x="120000" y="0"/>
                    </a:lnTo>
                    <a:lnTo>
                      <a:pt x="120000" y="0"/>
                    </a:lnTo>
                    <a:close/>
                  </a:path>
                </a:pathLst>
              </a:custGeom>
              <a:solidFill>
                <a:srgbClr val="323F4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06" name="Google Shape;406;p77"/>
              <p:cNvSpPr/>
              <p:nvPr/>
            </p:nvSpPr>
            <p:spPr>
              <a:xfrm>
                <a:off x="627304" y="2476575"/>
                <a:ext cx="800283" cy="1259925"/>
              </a:xfrm>
              <a:custGeom>
                <a:avLst/>
                <a:gdLst/>
                <a:ahLst/>
                <a:cxnLst/>
                <a:rect l="l" t="t" r="r" b="b"/>
                <a:pathLst>
                  <a:path w="120000" h="120000" extrusionOk="0">
                    <a:moveTo>
                      <a:pt x="120000" y="120000"/>
                    </a:moveTo>
                    <a:lnTo>
                      <a:pt x="119553" y="46894"/>
                    </a:lnTo>
                    <a:lnTo>
                      <a:pt x="0" y="0"/>
                    </a:lnTo>
                    <a:lnTo>
                      <a:pt x="446" y="73388"/>
                    </a:lnTo>
                    <a:lnTo>
                      <a:pt x="120000" y="120000"/>
                    </a:lnTo>
                    <a:lnTo>
                      <a:pt x="120000" y="120000"/>
                    </a:lnTo>
                    <a:close/>
                  </a:path>
                </a:pathLst>
              </a:custGeom>
              <a:solidFill>
                <a:srgbClr val="8296B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07" name="Google Shape;407;p77"/>
              <p:cNvSpPr/>
              <p:nvPr/>
            </p:nvSpPr>
            <p:spPr>
              <a:xfrm>
                <a:off x="627304" y="1987183"/>
                <a:ext cx="1594614" cy="981760"/>
              </a:xfrm>
              <a:custGeom>
                <a:avLst/>
                <a:gdLst/>
                <a:ahLst/>
                <a:cxnLst/>
                <a:rect l="l" t="t" r="r" b="b"/>
                <a:pathLst>
                  <a:path w="120000" h="120000" extrusionOk="0">
                    <a:moveTo>
                      <a:pt x="60000" y="120000"/>
                    </a:moveTo>
                    <a:lnTo>
                      <a:pt x="120000" y="59818"/>
                    </a:lnTo>
                    <a:lnTo>
                      <a:pt x="60000" y="0"/>
                    </a:lnTo>
                    <a:lnTo>
                      <a:pt x="0" y="59818"/>
                    </a:lnTo>
                    <a:lnTo>
                      <a:pt x="60000" y="120000"/>
                    </a:lnTo>
                    <a:lnTo>
                      <a:pt x="60000" y="120000"/>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grpSp>
        <p:nvGrpSpPr>
          <p:cNvPr id="408" name="Google Shape;408;p77"/>
          <p:cNvGrpSpPr/>
          <p:nvPr/>
        </p:nvGrpSpPr>
        <p:grpSpPr>
          <a:xfrm>
            <a:off x="9507695" y="1888970"/>
            <a:ext cx="1304470" cy="2435707"/>
            <a:chOff x="9646841" y="1888970"/>
            <a:chExt cx="1304470" cy="2435707"/>
          </a:xfrm>
        </p:grpSpPr>
        <p:grpSp>
          <p:nvGrpSpPr>
            <p:cNvPr id="409" name="Google Shape;409;p77"/>
            <p:cNvGrpSpPr/>
            <p:nvPr/>
          </p:nvGrpSpPr>
          <p:grpSpPr>
            <a:xfrm>
              <a:off x="9646841" y="2766893"/>
              <a:ext cx="1304470" cy="1557784"/>
              <a:chOff x="9646841" y="2766893"/>
              <a:chExt cx="1304470" cy="1557784"/>
            </a:xfrm>
          </p:grpSpPr>
          <p:grpSp>
            <p:nvGrpSpPr>
              <p:cNvPr id="410" name="Google Shape;410;p77"/>
              <p:cNvGrpSpPr/>
              <p:nvPr/>
            </p:nvGrpSpPr>
            <p:grpSpPr>
              <a:xfrm>
                <a:off x="9646841" y="2766893"/>
                <a:ext cx="1304470" cy="1557784"/>
                <a:chOff x="9539460" y="3267114"/>
                <a:chExt cx="1304470" cy="1557784"/>
              </a:xfrm>
            </p:grpSpPr>
            <p:sp>
              <p:nvSpPr>
                <p:cNvPr id="411" name="Google Shape;411;p77"/>
                <p:cNvSpPr/>
                <p:nvPr/>
              </p:nvSpPr>
              <p:spPr>
                <a:xfrm rot="10800000" flipH="1">
                  <a:off x="9539460" y="3267114"/>
                  <a:ext cx="1304470" cy="1020141"/>
                </a:xfrm>
                <a:prstGeom prst="triangle">
                  <a:avLst>
                    <a:gd name="adj" fmla="val 50000"/>
                  </a:avLst>
                </a:prstGeom>
                <a:gradFill>
                  <a:gsLst>
                    <a:gs pos="0">
                      <a:schemeClr val="accent5"/>
                    </a:gs>
                    <a:gs pos="100000">
                      <a:srgbClr val="DDD9C3">
                        <a:alpha val="0"/>
                      </a:srgbClr>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12" name="Google Shape;412;p77"/>
                <p:cNvSpPr/>
                <p:nvPr/>
              </p:nvSpPr>
              <p:spPr>
                <a:xfrm>
                  <a:off x="9904781" y="4239007"/>
                  <a:ext cx="585891" cy="585891"/>
                </a:xfrm>
                <a:prstGeom prst="roundRect">
                  <a:avLst>
                    <a:gd name="adj" fmla="val 16667"/>
                  </a:avLst>
                </a:prstGeom>
                <a:gradFill>
                  <a:gsLst>
                    <a:gs pos="0">
                      <a:srgbClr val="4AC990"/>
                    </a:gs>
                    <a:gs pos="50000">
                      <a:srgbClr val="12C884"/>
                    </a:gs>
                    <a:gs pos="100000">
                      <a:srgbClr val="08B876"/>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413" name="Google Shape;413;p77"/>
              <p:cNvSpPr/>
              <p:nvPr/>
            </p:nvSpPr>
            <p:spPr>
              <a:xfrm>
                <a:off x="10159411" y="3879214"/>
                <a:ext cx="279327" cy="279327"/>
              </a:xfrm>
              <a:custGeom>
                <a:avLst/>
                <a:gdLst/>
                <a:ahLst/>
                <a:cxnLst/>
                <a:rect l="l" t="t" r="r" b="b"/>
                <a:pathLst>
                  <a:path w="120000" h="120000" extrusionOk="0">
                    <a:moveTo>
                      <a:pt x="113072" y="62383"/>
                    </a:moveTo>
                    <a:lnTo>
                      <a:pt x="113088" y="62411"/>
                    </a:lnTo>
                    <a:lnTo>
                      <a:pt x="61272" y="89683"/>
                    </a:lnTo>
                    <a:lnTo>
                      <a:pt x="61255" y="89655"/>
                    </a:lnTo>
                    <a:cubicBezTo>
                      <a:pt x="60872" y="89855"/>
                      <a:pt x="60461" y="90000"/>
                      <a:pt x="60000" y="90000"/>
                    </a:cubicBezTo>
                    <a:cubicBezTo>
                      <a:pt x="59538" y="90000"/>
                      <a:pt x="59127" y="89855"/>
                      <a:pt x="58744" y="89655"/>
                    </a:cubicBezTo>
                    <a:lnTo>
                      <a:pt x="58727" y="89683"/>
                    </a:lnTo>
                    <a:lnTo>
                      <a:pt x="6911" y="62411"/>
                    </a:lnTo>
                    <a:lnTo>
                      <a:pt x="6927" y="62383"/>
                    </a:lnTo>
                    <a:cubicBezTo>
                      <a:pt x="6061" y="61927"/>
                      <a:pt x="5455" y="61044"/>
                      <a:pt x="5455" y="60000"/>
                    </a:cubicBezTo>
                    <a:cubicBezTo>
                      <a:pt x="5455" y="58955"/>
                      <a:pt x="6061" y="58072"/>
                      <a:pt x="6927" y="57616"/>
                    </a:cubicBezTo>
                    <a:lnTo>
                      <a:pt x="6911" y="57588"/>
                    </a:lnTo>
                    <a:lnTo>
                      <a:pt x="19788" y="50811"/>
                    </a:lnTo>
                    <a:lnTo>
                      <a:pt x="56183" y="69966"/>
                    </a:lnTo>
                    <a:lnTo>
                      <a:pt x="56205" y="69933"/>
                    </a:lnTo>
                    <a:cubicBezTo>
                      <a:pt x="57344" y="70538"/>
                      <a:pt x="58622" y="70911"/>
                      <a:pt x="60000" y="70911"/>
                    </a:cubicBezTo>
                    <a:cubicBezTo>
                      <a:pt x="61377" y="70911"/>
                      <a:pt x="62655" y="70538"/>
                      <a:pt x="63794" y="69933"/>
                    </a:cubicBezTo>
                    <a:lnTo>
                      <a:pt x="63811" y="69966"/>
                    </a:lnTo>
                    <a:lnTo>
                      <a:pt x="100211" y="50811"/>
                    </a:lnTo>
                    <a:lnTo>
                      <a:pt x="113088" y="57588"/>
                    </a:lnTo>
                    <a:lnTo>
                      <a:pt x="113072" y="57616"/>
                    </a:lnTo>
                    <a:cubicBezTo>
                      <a:pt x="113938" y="58072"/>
                      <a:pt x="114544" y="58955"/>
                      <a:pt x="114544" y="60000"/>
                    </a:cubicBezTo>
                    <a:cubicBezTo>
                      <a:pt x="114544" y="61044"/>
                      <a:pt x="113938" y="61927"/>
                      <a:pt x="113072" y="62383"/>
                    </a:cubicBezTo>
                    <a:moveTo>
                      <a:pt x="113088" y="82133"/>
                    </a:moveTo>
                    <a:lnTo>
                      <a:pt x="113072" y="82166"/>
                    </a:lnTo>
                    <a:cubicBezTo>
                      <a:pt x="113938" y="82622"/>
                      <a:pt x="114544" y="83500"/>
                      <a:pt x="114544" y="84544"/>
                    </a:cubicBezTo>
                    <a:cubicBezTo>
                      <a:pt x="114544" y="85594"/>
                      <a:pt x="113938" y="86472"/>
                      <a:pt x="113072" y="86927"/>
                    </a:cubicBezTo>
                    <a:lnTo>
                      <a:pt x="113088" y="86961"/>
                    </a:lnTo>
                    <a:lnTo>
                      <a:pt x="61272" y="114233"/>
                    </a:lnTo>
                    <a:lnTo>
                      <a:pt x="61255" y="114200"/>
                    </a:lnTo>
                    <a:cubicBezTo>
                      <a:pt x="60872" y="114400"/>
                      <a:pt x="60461" y="114544"/>
                      <a:pt x="60000" y="114544"/>
                    </a:cubicBezTo>
                    <a:cubicBezTo>
                      <a:pt x="59538" y="114544"/>
                      <a:pt x="59127" y="114400"/>
                      <a:pt x="58744" y="114200"/>
                    </a:cubicBezTo>
                    <a:lnTo>
                      <a:pt x="58727" y="114233"/>
                    </a:lnTo>
                    <a:lnTo>
                      <a:pt x="6911" y="86961"/>
                    </a:lnTo>
                    <a:lnTo>
                      <a:pt x="6927" y="86927"/>
                    </a:lnTo>
                    <a:cubicBezTo>
                      <a:pt x="6061" y="86472"/>
                      <a:pt x="5455" y="85594"/>
                      <a:pt x="5455" y="84544"/>
                    </a:cubicBezTo>
                    <a:cubicBezTo>
                      <a:pt x="5455" y="83500"/>
                      <a:pt x="6061" y="82622"/>
                      <a:pt x="6927" y="82166"/>
                    </a:cubicBezTo>
                    <a:lnTo>
                      <a:pt x="6911" y="82133"/>
                    </a:lnTo>
                    <a:lnTo>
                      <a:pt x="19788" y="75355"/>
                    </a:lnTo>
                    <a:lnTo>
                      <a:pt x="56183" y="94511"/>
                    </a:lnTo>
                    <a:lnTo>
                      <a:pt x="56205" y="94477"/>
                    </a:lnTo>
                    <a:cubicBezTo>
                      <a:pt x="57344" y="95083"/>
                      <a:pt x="58622" y="95455"/>
                      <a:pt x="60000" y="95455"/>
                    </a:cubicBezTo>
                    <a:cubicBezTo>
                      <a:pt x="61377" y="95455"/>
                      <a:pt x="62655" y="95083"/>
                      <a:pt x="63794" y="94477"/>
                    </a:cubicBezTo>
                    <a:lnTo>
                      <a:pt x="63811" y="94511"/>
                    </a:lnTo>
                    <a:lnTo>
                      <a:pt x="100211" y="75355"/>
                    </a:lnTo>
                    <a:cubicBezTo>
                      <a:pt x="100211" y="75355"/>
                      <a:pt x="113088" y="82133"/>
                      <a:pt x="113088" y="82133"/>
                    </a:cubicBezTo>
                    <a:close/>
                    <a:moveTo>
                      <a:pt x="6911" y="37866"/>
                    </a:moveTo>
                    <a:lnTo>
                      <a:pt x="6927" y="37838"/>
                    </a:lnTo>
                    <a:cubicBezTo>
                      <a:pt x="6061" y="37377"/>
                      <a:pt x="5455" y="36500"/>
                      <a:pt x="5455" y="35455"/>
                    </a:cubicBezTo>
                    <a:cubicBezTo>
                      <a:pt x="5455" y="34411"/>
                      <a:pt x="6061" y="33527"/>
                      <a:pt x="6927" y="33072"/>
                    </a:cubicBezTo>
                    <a:lnTo>
                      <a:pt x="6911" y="33038"/>
                    </a:lnTo>
                    <a:lnTo>
                      <a:pt x="58727" y="5766"/>
                    </a:lnTo>
                    <a:lnTo>
                      <a:pt x="58744" y="5800"/>
                    </a:lnTo>
                    <a:cubicBezTo>
                      <a:pt x="59127" y="5600"/>
                      <a:pt x="59538" y="5455"/>
                      <a:pt x="60000" y="5455"/>
                    </a:cubicBezTo>
                    <a:cubicBezTo>
                      <a:pt x="60461" y="5455"/>
                      <a:pt x="60872" y="5600"/>
                      <a:pt x="61255" y="5800"/>
                    </a:cubicBezTo>
                    <a:lnTo>
                      <a:pt x="61272" y="5766"/>
                    </a:lnTo>
                    <a:lnTo>
                      <a:pt x="113088" y="33038"/>
                    </a:lnTo>
                    <a:lnTo>
                      <a:pt x="113072" y="33072"/>
                    </a:lnTo>
                    <a:cubicBezTo>
                      <a:pt x="113938" y="33527"/>
                      <a:pt x="114544" y="34411"/>
                      <a:pt x="114544" y="35455"/>
                    </a:cubicBezTo>
                    <a:cubicBezTo>
                      <a:pt x="114544" y="36500"/>
                      <a:pt x="113938" y="37377"/>
                      <a:pt x="113072" y="37838"/>
                    </a:cubicBezTo>
                    <a:lnTo>
                      <a:pt x="113088" y="37866"/>
                    </a:lnTo>
                    <a:lnTo>
                      <a:pt x="61272" y="65138"/>
                    </a:lnTo>
                    <a:lnTo>
                      <a:pt x="61255" y="65111"/>
                    </a:lnTo>
                    <a:cubicBezTo>
                      <a:pt x="60872" y="65311"/>
                      <a:pt x="60461" y="65455"/>
                      <a:pt x="60000" y="65455"/>
                    </a:cubicBezTo>
                    <a:cubicBezTo>
                      <a:pt x="59538" y="65455"/>
                      <a:pt x="59127" y="65311"/>
                      <a:pt x="58744" y="65111"/>
                    </a:cubicBezTo>
                    <a:lnTo>
                      <a:pt x="58727" y="65138"/>
                    </a:lnTo>
                    <a:cubicBezTo>
                      <a:pt x="58727" y="65138"/>
                      <a:pt x="6911" y="37866"/>
                      <a:pt x="6911" y="37866"/>
                    </a:cubicBezTo>
                    <a:close/>
                    <a:moveTo>
                      <a:pt x="120000" y="60000"/>
                    </a:moveTo>
                    <a:cubicBezTo>
                      <a:pt x="120000" y="56855"/>
                      <a:pt x="118211" y="54161"/>
                      <a:pt x="115611" y="52794"/>
                    </a:cubicBezTo>
                    <a:lnTo>
                      <a:pt x="115627" y="52761"/>
                    </a:lnTo>
                    <a:lnTo>
                      <a:pt x="106066" y="47727"/>
                    </a:lnTo>
                    <a:lnTo>
                      <a:pt x="115627" y="42694"/>
                    </a:lnTo>
                    <a:lnTo>
                      <a:pt x="115611" y="42661"/>
                    </a:lnTo>
                    <a:cubicBezTo>
                      <a:pt x="118211" y="41294"/>
                      <a:pt x="120000" y="38600"/>
                      <a:pt x="120000" y="35455"/>
                    </a:cubicBezTo>
                    <a:cubicBezTo>
                      <a:pt x="120000" y="32311"/>
                      <a:pt x="118211" y="29616"/>
                      <a:pt x="115611" y="28250"/>
                    </a:cubicBezTo>
                    <a:lnTo>
                      <a:pt x="115627" y="28216"/>
                    </a:lnTo>
                    <a:lnTo>
                      <a:pt x="63811" y="944"/>
                    </a:lnTo>
                    <a:lnTo>
                      <a:pt x="63794" y="972"/>
                    </a:lnTo>
                    <a:cubicBezTo>
                      <a:pt x="62655" y="372"/>
                      <a:pt x="61377" y="0"/>
                      <a:pt x="60000" y="0"/>
                    </a:cubicBezTo>
                    <a:cubicBezTo>
                      <a:pt x="58622" y="0"/>
                      <a:pt x="57344" y="372"/>
                      <a:pt x="56205" y="972"/>
                    </a:cubicBezTo>
                    <a:lnTo>
                      <a:pt x="56183" y="944"/>
                    </a:lnTo>
                    <a:lnTo>
                      <a:pt x="4366" y="28216"/>
                    </a:lnTo>
                    <a:lnTo>
                      <a:pt x="4388" y="28250"/>
                    </a:lnTo>
                    <a:cubicBezTo>
                      <a:pt x="1788" y="29616"/>
                      <a:pt x="0" y="32311"/>
                      <a:pt x="0" y="35455"/>
                    </a:cubicBezTo>
                    <a:cubicBezTo>
                      <a:pt x="0" y="38600"/>
                      <a:pt x="1788" y="41294"/>
                      <a:pt x="4388" y="42661"/>
                    </a:cubicBezTo>
                    <a:lnTo>
                      <a:pt x="4366" y="42694"/>
                    </a:lnTo>
                    <a:lnTo>
                      <a:pt x="13933" y="47727"/>
                    </a:lnTo>
                    <a:lnTo>
                      <a:pt x="4366" y="52761"/>
                    </a:lnTo>
                    <a:lnTo>
                      <a:pt x="4388" y="52794"/>
                    </a:lnTo>
                    <a:cubicBezTo>
                      <a:pt x="1788" y="54161"/>
                      <a:pt x="0" y="56855"/>
                      <a:pt x="0" y="60000"/>
                    </a:cubicBezTo>
                    <a:cubicBezTo>
                      <a:pt x="0" y="63144"/>
                      <a:pt x="1788" y="65838"/>
                      <a:pt x="4388" y="67205"/>
                    </a:cubicBezTo>
                    <a:lnTo>
                      <a:pt x="4366" y="67238"/>
                    </a:lnTo>
                    <a:lnTo>
                      <a:pt x="13933" y="72272"/>
                    </a:lnTo>
                    <a:lnTo>
                      <a:pt x="4366" y="77305"/>
                    </a:lnTo>
                    <a:lnTo>
                      <a:pt x="4388" y="77338"/>
                    </a:lnTo>
                    <a:cubicBezTo>
                      <a:pt x="1788" y="78705"/>
                      <a:pt x="0" y="81400"/>
                      <a:pt x="0" y="84544"/>
                    </a:cubicBezTo>
                    <a:cubicBezTo>
                      <a:pt x="0" y="87688"/>
                      <a:pt x="1788" y="90383"/>
                      <a:pt x="4388" y="91750"/>
                    </a:cubicBezTo>
                    <a:lnTo>
                      <a:pt x="4366" y="91783"/>
                    </a:lnTo>
                    <a:lnTo>
                      <a:pt x="56183" y="119055"/>
                    </a:lnTo>
                    <a:lnTo>
                      <a:pt x="56205" y="119027"/>
                    </a:lnTo>
                    <a:cubicBezTo>
                      <a:pt x="57344" y="119627"/>
                      <a:pt x="58622" y="120000"/>
                      <a:pt x="60000" y="120000"/>
                    </a:cubicBezTo>
                    <a:cubicBezTo>
                      <a:pt x="61377" y="120000"/>
                      <a:pt x="62655" y="119627"/>
                      <a:pt x="63794" y="119027"/>
                    </a:cubicBezTo>
                    <a:lnTo>
                      <a:pt x="63811" y="119055"/>
                    </a:lnTo>
                    <a:lnTo>
                      <a:pt x="115627" y="91783"/>
                    </a:lnTo>
                    <a:lnTo>
                      <a:pt x="115611" y="91750"/>
                    </a:lnTo>
                    <a:cubicBezTo>
                      <a:pt x="118211" y="90383"/>
                      <a:pt x="120000" y="87688"/>
                      <a:pt x="120000" y="84544"/>
                    </a:cubicBezTo>
                    <a:cubicBezTo>
                      <a:pt x="120000" y="81400"/>
                      <a:pt x="118211" y="78705"/>
                      <a:pt x="115611" y="77338"/>
                    </a:cubicBezTo>
                    <a:lnTo>
                      <a:pt x="115627" y="77305"/>
                    </a:lnTo>
                    <a:lnTo>
                      <a:pt x="106066" y="72272"/>
                    </a:lnTo>
                    <a:lnTo>
                      <a:pt x="115627" y="67238"/>
                    </a:lnTo>
                    <a:lnTo>
                      <a:pt x="115611" y="67205"/>
                    </a:lnTo>
                    <a:cubicBezTo>
                      <a:pt x="118211" y="65838"/>
                      <a:pt x="120000" y="63144"/>
                      <a:pt x="120000" y="60000"/>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grpSp>
        <p:grpSp>
          <p:nvGrpSpPr>
            <p:cNvPr id="414" name="Google Shape;414;p77"/>
            <p:cNvGrpSpPr/>
            <p:nvPr/>
          </p:nvGrpSpPr>
          <p:grpSpPr>
            <a:xfrm>
              <a:off x="9755990" y="1888970"/>
              <a:ext cx="1136271" cy="1246506"/>
              <a:chOff x="627304" y="1987183"/>
              <a:chExt cx="1594615" cy="1749317"/>
            </a:xfrm>
          </p:grpSpPr>
          <p:sp>
            <p:nvSpPr>
              <p:cNvPr id="415" name="Google Shape;415;p77"/>
              <p:cNvSpPr/>
              <p:nvPr/>
            </p:nvSpPr>
            <p:spPr>
              <a:xfrm>
                <a:off x="1424612" y="2476575"/>
                <a:ext cx="797307" cy="1259925"/>
              </a:xfrm>
              <a:custGeom>
                <a:avLst/>
                <a:gdLst/>
                <a:ahLst/>
                <a:cxnLst/>
                <a:rect l="l" t="t" r="r" b="b"/>
                <a:pathLst>
                  <a:path w="120000" h="120000" extrusionOk="0">
                    <a:moveTo>
                      <a:pt x="120000" y="0"/>
                    </a:moveTo>
                    <a:lnTo>
                      <a:pt x="120000" y="73388"/>
                    </a:lnTo>
                    <a:lnTo>
                      <a:pt x="447" y="120000"/>
                    </a:lnTo>
                    <a:lnTo>
                      <a:pt x="0" y="46894"/>
                    </a:lnTo>
                    <a:lnTo>
                      <a:pt x="120000" y="0"/>
                    </a:lnTo>
                    <a:lnTo>
                      <a:pt x="120000" y="0"/>
                    </a:lnTo>
                    <a:close/>
                  </a:path>
                </a:pathLst>
              </a:custGeom>
              <a:solidFill>
                <a:srgbClr val="14906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16" name="Google Shape;416;p77"/>
              <p:cNvSpPr/>
              <p:nvPr/>
            </p:nvSpPr>
            <p:spPr>
              <a:xfrm>
                <a:off x="627304" y="2476575"/>
                <a:ext cx="800283" cy="1259925"/>
              </a:xfrm>
              <a:custGeom>
                <a:avLst/>
                <a:gdLst/>
                <a:ahLst/>
                <a:cxnLst/>
                <a:rect l="l" t="t" r="r" b="b"/>
                <a:pathLst>
                  <a:path w="120000" h="120000" extrusionOk="0">
                    <a:moveTo>
                      <a:pt x="120000" y="120000"/>
                    </a:moveTo>
                    <a:lnTo>
                      <a:pt x="119553" y="46894"/>
                    </a:lnTo>
                    <a:lnTo>
                      <a:pt x="0" y="0"/>
                    </a:lnTo>
                    <a:lnTo>
                      <a:pt x="446" y="73388"/>
                    </a:lnTo>
                    <a:lnTo>
                      <a:pt x="120000" y="120000"/>
                    </a:lnTo>
                    <a:lnTo>
                      <a:pt x="120000" y="120000"/>
                    </a:lnTo>
                    <a:close/>
                  </a:path>
                </a:pathLst>
              </a:custGeom>
              <a:solidFill>
                <a:srgbClr val="65E9B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17" name="Google Shape;417;p77"/>
              <p:cNvSpPr/>
              <p:nvPr/>
            </p:nvSpPr>
            <p:spPr>
              <a:xfrm>
                <a:off x="627304" y="1987183"/>
                <a:ext cx="1594614" cy="981760"/>
              </a:xfrm>
              <a:custGeom>
                <a:avLst/>
                <a:gdLst/>
                <a:ahLst/>
                <a:cxnLst/>
                <a:rect l="l" t="t" r="r" b="b"/>
                <a:pathLst>
                  <a:path w="120000" h="120000" extrusionOk="0">
                    <a:moveTo>
                      <a:pt x="60000" y="120000"/>
                    </a:moveTo>
                    <a:lnTo>
                      <a:pt x="120000" y="59818"/>
                    </a:lnTo>
                    <a:lnTo>
                      <a:pt x="60000" y="0"/>
                    </a:lnTo>
                    <a:lnTo>
                      <a:pt x="0" y="59818"/>
                    </a:lnTo>
                    <a:lnTo>
                      <a:pt x="60000" y="120000"/>
                    </a:lnTo>
                    <a:lnTo>
                      <a:pt x="60000" y="12000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sp>
        <p:nvSpPr>
          <p:cNvPr id="418" name="Google Shape;418;p77"/>
          <p:cNvSpPr txBox="1">
            <a:spLocks noGrp="1"/>
          </p:cNvSpPr>
          <p:nvPr>
            <p:ph type="body" idx="2"/>
          </p:nvPr>
        </p:nvSpPr>
        <p:spPr>
          <a:xfrm>
            <a:off x="858786" y="5139521"/>
            <a:ext cx="1733046" cy="1085432"/>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19" name="Google Shape;419;p77"/>
          <p:cNvSpPr txBox="1">
            <a:spLocks noGrp="1"/>
          </p:cNvSpPr>
          <p:nvPr>
            <p:ph type="body" idx="3"/>
          </p:nvPr>
        </p:nvSpPr>
        <p:spPr>
          <a:xfrm>
            <a:off x="868842" y="4680185"/>
            <a:ext cx="1733047" cy="36276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20" name="Google Shape;420;p77"/>
          <p:cNvSpPr txBox="1">
            <a:spLocks noGrp="1"/>
          </p:cNvSpPr>
          <p:nvPr>
            <p:ph type="body" idx="4"/>
          </p:nvPr>
        </p:nvSpPr>
        <p:spPr>
          <a:xfrm>
            <a:off x="3213620" y="5139521"/>
            <a:ext cx="1733046" cy="1085432"/>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21" name="Google Shape;421;p77"/>
          <p:cNvSpPr txBox="1">
            <a:spLocks noGrp="1"/>
          </p:cNvSpPr>
          <p:nvPr>
            <p:ph type="body" idx="5"/>
          </p:nvPr>
        </p:nvSpPr>
        <p:spPr>
          <a:xfrm>
            <a:off x="3223676" y="4680185"/>
            <a:ext cx="1733047" cy="36276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22" name="Google Shape;422;p77"/>
          <p:cNvSpPr txBox="1">
            <a:spLocks noGrp="1"/>
          </p:cNvSpPr>
          <p:nvPr>
            <p:ph type="body" idx="6"/>
          </p:nvPr>
        </p:nvSpPr>
        <p:spPr>
          <a:xfrm>
            <a:off x="5283225" y="5139521"/>
            <a:ext cx="1733046" cy="1085432"/>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23" name="Google Shape;423;p77"/>
          <p:cNvSpPr txBox="1">
            <a:spLocks noGrp="1"/>
          </p:cNvSpPr>
          <p:nvPr>
            <p:ph type="body" idx="7"/>
          </p:nvPr>
        </p:nvSpPr>
        <p:spPr>
          <a:xfrm>
            <a:off x="5293281" y="4680185"/>
            <a:ext cx="1733047" cy="36276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24" name="Google Shape;424;p77"/>
          <p:cNvSpPr txBox="1">
            <a:spLocks noGrp="1"/>
          </p:cNvSpPr>
          <p:nvPr>
            <p:ph type="body" idx="8"/>
          </p:nvPr>
        </p:nvSpPr>
        <p:spPr>
          <a:xfrm>
            <a:off x="7402643" y="5139521"/>
            <a:ext cx="1733046" cy="1085432"/>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25" name="Google Shape;425;p77"/>
          <p:cNvSpPr txBox="1">
            <a:spLocks noGrp="1"/>
          </p:cNvSpPr>
          <p:nvPr>
            <p:ph type="body" idx="9"/>
          </p:nvPr>
        </p:nvSpPr>
        <p:spPr>
          <a:xfrm>
            <a:off x="7412699" y="4680185"/>
            <a:ext cx="1733047" cy="36276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26" name="Google Shape;426;p77"/>
          <p:cNvSpPr txBox="1">
            <a:spLocks noGrp="1"/>
          </p:cNvSpPr>
          <p:nvPr>
            <p:ph type="body" idx="13"/>
          </p:nvPr>
        </p:nvSpPr>
        <p:spPr>
          <a:xfrm>
            <a:off x="9688643" y="5139521"/>
            <a:ext cx="1733046" cy="1085432"/>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27" name="Google Shape;427;p77"/>
          <p:cNvSpPr txBox="1">
            <a:spLocks noGrp="1"/>
          </p:cNvSpPr>
          <p:nvPr>
            <p:ph type="body" idx="14"/>
          </p:nvPr>
        </p:nvSpPr>
        <p:spPr>
          <a:xfrm>
            <a:off x="9698699" y="4680185"/>
            <a:ext cx="1733047" cy="36276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Process-Infographic">
  <p:cSld name="Process-Infographic">
    <p:spTree>
      <p:nvGrpSpPr>
        <p:cNvPr id="1" name="Shape 428"/>
        <p:cNvGrpSpPr/>
        <p:nvPr/>
      </p:nvGrpSpPr>
      <p:grpSpPr>
        <a:xfrm>
          <a:off x="0" y="0"/>
          <a:ext cx="0" cy="0"/>
          <a:chOff x="0" y="0"/>
          <a:chExt cx="0" cy="0"/>
        </a:xfrm>
      </p:grpSpPr>
      <p:sp>
        <p:nvSpPr>
          <p:cNvPr id="429" name="Google Shape;429;p78"/>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30" name="Google Shape;430;p78"/>
          <p:cNvSpPr txBox="1">
            <a:spLocks noGrp="1"/>
          </p:cNvSpPr>
          <p:nvPr>
            <p:ph type="body" idx="1"/>
          </p:nvPr>
        </p:nvSpPr>
        <p:spPr>
          <a:xfrm>
            <a:off x="207963" y="273050"/>
            <a:ext cx="11291702" cy="298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EC07D"/>
              </a:buClr>
              <a:buSzPts val="1600"/>
              <a:buFont typeface="Arial"/>
              <a:buNone/>
              <a:defRPr sz="1600" b="0" i="0" u="none" strike="noStrike" cap="none">
                <a:solidFill>
                  <a:srgbClr val="0EC07D"/>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31" name="Google Shape;431;p78"/>
          <p:cNvSpPr/>
          <p:nvPr/>
        </p:nvSpPr>
        <p:spPr>
          <a:xfrm>
            <a:off x="635766" y="3114234"/>
            <a:ext cx="2437586" cy="1188719"/>
          </a:xfrm>
          <a:custGeom>
            <a:avLst/>
            <a:gdLst/>
            <a:ahLst/>
            <a:cxnLst/>
            <a:rect l="l" t="t" r="r" b="b"/>
            <a:pathLst>
              <a:path w="120000" h="120000" extrusionOk="0">
                <a:moveTo>
                  <a:pt x="0" y="0"/>
                </a:moveTo>
                <a:lnTo>
                  <a:pt x="15114" y="0"/>
                </a:lnTo>
                <a:lnTo>
                  <a:pt x="15333" y="8702"/>
                </a:lnTo>
                <a:cubicBezTo>
                  <a:pt x="17632" y="54168"/>
                  <a:pt x="36752" y="89647"/>
                  <a:pt x="59999" y="89647"/>
                </a:cubicBezTo>
                <a:cubicBezTo>
                  <a:pt x="83247" y="89647"/>
                  <a:pt x="102367" y="54168"/>
                  <a:pt x="104666" y="8702"/>
                </a:cubicBezTo>
                <a:lnTo>
                  <a:pt x="104885" y="0"/>
                </a:lnTo>
                <a:lnTo>
                  <a:pt x="120000" y="0"/>
                </a:lnTo>
                <a:lnTo>
                  <a:pt x="119703" y="11806"/>
                </a:lnTo>
                <a:cubicBezTo>
                  <a:pt x="116629" y="72576"/>
                  <a:pt x="91072" y="120000"/>
                  <a:pt x="59999" y="120000"/>
                </a:cubicBezTo>
                <a:cubicBezTo>
                  <a:pt x="28927" y="120000"/>
                  <a:pt x="3370" y="72576"/>
                  <a:pt x="296" y="11806"/>
                </a:cubicBezTo>
                <a:close/>
              </a:path>
            </a:pathLst>
          </a:custGeom>
          <a:solidFill>
            <a:srgbClr val="656D78">
              <a:alpha val="24313"/>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2" name="Google Shape;432;p78"/>
          <p:cNvSpPr/>
          <p:nvPr/>
        </p:nvSpPr>
        <p:spPr>
          <a:xfrm>
            <a:off x="4880760" y="3114234"/>
            <a:ext cx="2437586" cy="1188719"/>
          </a:xfrm>
          <a:custGeom>
            <a:avLst/>
            <a:gdLst/>
            <a:ahLst/>
            <a:cxnLst/>
            <a:rect l="l" t="t" r="r" b="b"/>
            <a:pathLst>
              <a:path w="120000" h="120000" extrusionOk="0">
                <a:moveTo>
                  <a:pt x="0" y="0"/>
                </a:moveTo>
                <a:lnTo>
                  <a:pt x="15114" y="0"/>
                </a:lnTo>
                <a:lnTo>
                  <a:pt x="15333" y="8702"/>
                </a:lnTo>
                <a:cubicBezTo>
                  <a:pt x="17632" y="54168"/>
                  <a:pt x="36752" y="89647"/>
                  <a:pt x="59999" y="89647"/>
                </a:cubicBezTo>
                <a:cubicBezTo>
                  <a:pt x="83247" y="89647"/>
                  <a:pt x="102367" y="54168"/>
                  <a:pt x="104666" y="8702"/>
                </a:cubicBezTo>
                <a:lnTo>
                  <a:pt x="104885" y="0"/>
                </a:lnTo>
                <a:lnTo>
                  <a:pt x="120000" y="0"/>
                </a:lnTo>
                <a:lnTo>
                  <a:pt x="119703" y="11806"/>
                </a:lnTo>
                <a:cubicBezTo>
                  <a:pt x="116629" y="72576"/>
                  <a:pt x="91072" y="120000"/>
                  <a:pt x="59999" y="120000"/>
                </a:cubicBezTo>
                <a:cubicBezTo>
                  <a:pt x="28927" y="120000"/>
                  <a:pt x="3370" y="72576"/>
                  <a:pt x="296" y="11806"/>
                </a:cubicBezTo>
                <a:close/>
              </a:path>
            </a:pathLst>
          </a:custGeom>
          <a:solidFill>
            <a:srgbClr val="656D78">
              <a:alpha val="24313"/>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3" name="Google Shape;433;p78"/>
          <p:cNvSpPr/>
          <p:nvPr/>
        </p:nvSpPr>
        <p:spPr>
          <a:xfrm rot="10800000" flipH="1">
            <a:off x="2754593" y="1925514"/>
            <a:ext cx="2437586" cy="1188719"/>
          </a:xfrm>
          <a:custGeom>
            <a:avLst/>
            <a:gdLst/>
            <a:ahLst/>
            <a:cxnLst/>
            <a:rect l="l" t="t" r="r" b="b"/>
            <a:pathLst>
              <a:path w="120000" h="120000" extrusionOk="0">
                <a:moveTo>
                  <a:pt x="0" y="0"/>
                </a:moveTo>
                <a:lnTo>
                  <a:pt x="15114" y="0"/>
                </a:lnTo>
                <a:lnTo>
                  <a:pt x="15333" y="8702"/>
                </a:lnTo>
                <a:cubicBezTo>
                  <a:pt x="17632" y="54168"/>
                  <a:pt x="36752" y="89647"/>
                  <a:pt x="59999" y="89647"/>
                </a:cubicBezTo>
                <a:cubicBezTo>
                  <a:pt x="83247" y="89647"/>
                  <a:pt x="102367" y="54168"/>
                  <a:pt x="104666" y="8702"/>
                </a:cubicBezTo>
                <a:lnTo>
                  <a:pt x="104885" y="0"/>
                </a:lnTo>
                <a:lnTo>
                  <a:pt x="120000" y="0"/>
                </a:lnTo>
                <a:lnTo>
                  <a:pt x="119703" y="11806"/>
                </a:lnTo>
                <a:cubicBezTo>
                  <a:pt x="116629" y="72576"/>
                  <a:pt x="91072" y="120000"/>
                  <a:pt x="59999" y="120000"/>
                </a:cubicBezTo>
                <a:cubicBezTo>
                  <a:pt x="28927" y="120000"/>
                  <a:pt x="3370" y="72576"/>
                  <a:pt x="296" y="11806"/>
                </a:cubicBezTo>
                <a:close/>
              </a:path>
            </a:pathLst>
          </a:custGeom>
          <a:solidFill>
            <a:srgbClr val="656D78">
              <a:alpha val="24313"/>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4" name="Google Shape;434;p78"/>
          <p:cNvSpPr/>
          <p:nvPr/>
        </p:nvSpPr>
        <p:spPr>
          <a:xfrm>
            <a:off x="9133090" y="3114234"/>
            <a:ext cx="2437586" cy="1188719"/>
          </a:xfrm>
          <a:custGeom>
            <a:avLst/>
            <a:gdLst/>
            <a:ahLst/>
            <a:cxnLst/>
            <a:rect l="l" t="t" r="r" b="b"/>
            <a:pathLst>
              <a:path w="120000" h="120000" extrusionOk="0">
                <a:moveTo>
                  <a:pt x="0" y="0"/>
                </a:moveTo>
                <a:lnTo>
                  <a:pt x="15114" y="0"/>
                </a:lnTo>
                <a:lnTo>
                  <a:pt x="15333" y="8702"/>
                </a:lnTo>
                <a:cubicBezTo>
                  <a:pt x="17632" y="54168"/>
                  <a:pt x="36752" y="89647"/>
                  <a:pt x="59999" y="89647"/>
                </a:cubicBezTo>
                <a:cubicBezTo>
                  <a:pt x="83247" y="89647"/>
                  <a:pt x="102367" y="54168"/>
                  <a:pt x="104666" y="8702"/>
                </a:cubicBezTo>
                <a:lnTo>
                  <a:pt x="104885" y="0"/>
                </a:lnTo>
                <a:lnTo>
                  <a:pt x="120000" y="0"/>
                </a:lnTo>
                <a:lnTo>
                  <a:pt x="119703" y="11806"/>
                </a:lnTo>
                <a:cubicBezTo>
                  <a:pt x="116629" y="72576"/>
                  <a:pt x="91072" y="120000"/>
                  <a:pt x="59999" y="120000"/>
                </a:cubicBezTo>
                <a:cubicBezTo>
                  <a:pt x="28927" y="120000"/>
                  <a:pt x="3370" y="72576"/>
                  <a:pt x="296" y="11806"/>
                </a:cubicBezTo>
                <a:close/>
              </a:path>
            </a:pathLst>
          </a:custGeom>
          <a:solidFill>
            <a:srgbClr val="656D78">
              <a:alpha val="24313"/>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5" name="Google Shape;435;p78"/>
          <p:cNvSpPr/>
          <p:nvPr/>
        </p:nvSpPr>
        <p:spPr>
          <a:xfrm rot="10800000" flipH="1">
            <a:off x="7006925" y="1925514"/>
            <a:ext cx="2437586" cy="1188719"/>
          </a:xfrm>
          <a:custGeom>
            <a:avLst/>
            <a:gdLst/>
            <a:ahLst/>
            <a:cxnLst/>
            <a:rect l="l" t="t" r="r" b="b"/>
            <a:pathLst>
              <a:path w="120000" h="120000" extrusionOk="0">
                <a:moveTo>
                  <a:pt x="0" y="0"/>
                </a:moveTo>
                <a:lnTo>
                  <a:pt x="15114" y="0"/>
                </a:lnTo>
                <a:lnTo>
                  <a:pt x="15333" y="8702"/>
                </a:lnTo>
                <a:cubicBezTo>
                  <a:pt x="17632" y="54168"/>
                  <a:pt x="36752" y="89647"/>
                  <a:pt x="59999" y="89647"/>
                </a:cubicBezTo>
                <a:cubicBezTo>
                  <a:pt x="83247" y="89647"/>
                  <a:pt x="102367" y="54168"/>
                  <a:pt x="104666" y="8702"/>
                </a:cubicBezTo>
                <a:lnTo>
                  <a:pt x="104885" y="0"/>
                </a:lnTo>
                <a:lnTo>
                  <a:pt x="120000" y="0"/>
                </a:lnTo>
                <a:lnTo>
                  <a:pt x="119703" y="11806"/>
                </a:lnTo>
                <a:cubicBezTo>
                  <a:pt x="116629" y="72576"/>
                  <a:pt x="91072" y="120000"/>
                  <a:pt x="59999" y="120000"/>
                </a:cubicBezTo>
                <a:cubicBezTo>
                  <a:pt x="28927" y="120000"/>
                  <a:pt x="3370" y="72576"/>
                  <a:pt x="296" y="11806"/>
                </a:cubicBezTo>
                <a:close/>
              </a:path>
            </a:pathLst>
          </a:custGeom>
          <a:solidFill>
            <a:srgbClr val="656D78">
              <a:alpha val="24313"/>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6" name="Google Shape;436;p78"/>
          <p:cNvSpPr/>
          <p:nvPr/>
        </p:nvSpPr>
        <p:spPr>
          <a:xfrm>
            <a:off x="2754593" y="3114234"/>
            <a:ext cx="2437586" cy="1188719"/>
          </a:xfrm>
          <a:custGeom>
            <a:avLst/>
            <a:gdLst/>
            <a:ahLst/>
            <a:cxnLst/>
            <a:rect l="l" t="t" r="r" b="b"/>
            <a:pathLst>
              <a:path w="120000" h="120000" extrusionOk="0">
                <a:moveTo>
                  <a:pt x="0" y="0"/>
                </a:moveTo>
                <a:lnTo>
                  <a:pt x="15114" y="0"/>
                </a:lnTo>
                <a:lnTo>
                  <a:pt x="15333" y="8702"/>
                </a:lnTo>
                <a:cubicBezTo>
                  <a:pt x="17632" y="54168"/>
                  <a:pt x="36752" y="89647"/>
                  <a:pt x="59999" y="89647"/>
                </a:cubicBezTo>
                <a:cubicBezTo>
                  <a:pt x="83247" y="89647"/>
                  <a:pt x="102367" y="54168"/>
                  <a:pt x="104666" y="8702"/>
                </a:cubicBezTo>
                <a:lnTo>
                  <a:pt x="104885" y="0"/>
                </a:lnTo>
                <a:lnTo>
                  <a:pt x="120000" y="0"/>
                </a:lnTo>
                <a:lnTo>
                  <a:pt x="119703" y="11806"/>
                </a:lnTo>
                <a:cubicBezTo>
                  <a:pt x="116629" y="72576"/>
                  <a:pt x="91072" y="120000"/>
                  <a:pt x="59999" y="120000"/>
                </a:cubicBezTo>
                <a:cubicBezTo>
                  <a:pt x="28927" y="120000"/>
                  <a:pt x="3370" y="72576"/>
                  <a:pt x="296" y="11806"/>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7" name="Google Shape;437;p78"/>
          <p:cNvSpPr/>
          <p:nvPr/>
        </p:nvSpPr>
        <p:spPr>
          <a:xfrm rot="10800000" flipH="1">
            <a:off x="628427" y="1925514"/>
            <a:ext cx="2437586" cy="1188719"/>
          </a:xfrm>
          <a:custGeom>
            <a:avLst/>
            <a:gdLst/>
            <a:ahLst/>
            <a:cxnLst/>
            <a:rect l="l" t="t" r="r" b="b"/>
            <a:pathLst>
              <a:path w="120000" h="120000" extrusionOk="0">
                <a:moveTo>
                  <a:pt x="0" y="0"/>
                </a:moveTo>
                <a:lnTo>
                  <a:pt x="15114" y="0"/>
                </a:lnTo>
                <a:lnTo>
                  <a:pt x="15333" y="8702"/>
                </a:lnTo>
                <a:cubicBezTo>
                  <a:pt x="17632" y="54168"/>
                  <a:pt x="36752" y="89647"/>
                  <a:pt x="59999" y="89647"/>
                </a:cubicBezTo>
                <a:cubicBezTo>
                  <a:pt x="83247" y="89647"/>
                  <a:pt x="102367" y="54168"/>
                  <a:pt x="104666" y="8702"/>
                </a:cubicBezTo>
                <a:lnTo>
                  <a:pt x="104885" y="0"/>
                </a:lnTo>
                <a:lnTo>
                  <a:pt x="120000" y="0"/>
                </a:lnTo>
                <a:lnTo>
                  <a:pt x="119703" y="11806"/>
                </a:lnTo>
                <a:cubicBezTo>
                  <a:pt x="116629" y="72576"/>
                  <a:pt x="91072" y="120000"/>
                  <a:pt x="59999" y="120000"/>
                </a:cubicBezTo>
                <a:cubicBezTo>
                  <a:pt x="28927" y="120000"/>
                  <a:pt x="3370" y="72576"/>
                  <a:pt x="296" y="11806"/>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8" name="Google Shape;438;p78"/>
          <p:cNvSpPr/>
          <p:nvPr/>
        </p:nvSpPr>
        <p:spPr>
          <a:xfrm>
            <a:off x="7006925" y="3114234"/>
            <a:ext cx="2437586" cy="1188719"/>
          </a:xfrm>
          <a:custGeom>
            <a:avLst/>
            <a:gdLst/>
            <a:ahLst/>
            <a:cxnLst/>
            <a:rect l="l" t="t" r="r" b="b"/>
            <a:pathLst>
              <a:path w="120000" h="120000" extrusionOk="0">
                <a:moveTo>
                  <a:pt x="0" y="0"/>
                </a:moveTo>
                <a:lnTo>
                  <a:pt x="15114" y="0"/>
                </a:lnTo>
                <a:lnTo>
                  <a:pt x="15333" y="8702"/>
                </a:lnTo>
                <a:cubicBezTo>
                  <a:pt x="17632" y="54168"/>
                  <a:pt x="36752" y="89647"/>
                  <a:pt x="59999" y="89647"/>
                </a:cubicBezTo>
                <a:cubicBezTo>
                  <a:pt x="83247" y="89647"/>
                  <a:pt x="102367" y="54168"/>
                  <a:pt x="104666" y="8702"/>
                </a:cubicBezTo>
                <a:lnTo>
                  <a:pt x="104885" y="0"/>
                </a:lnTo>
                <a:lnTo>
                  <a:pt x="120000" y="0"/>
                </a:lnTo>
                <a:lnTo>
                  <a:pt x="119703" y="11806"/>
                </a:lnTo>
                <a:cubicBezTo>
                  <a:pt x="116629" y="72576"/>
                  <a:pt x="91072" y="120000"/>
                  <a:pt x="59999" y="120000"/>
                </a:cubicBezTo>
                <a:cubicBezTo>
                  <a:pt x="28927" y="120000"/>
                  <a:pt x="3370" y="72576"/>
                  <a:pt x="296" y="11806"/>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39" name="Google Shape;439;p78"/>
          <p:cNvSpPr/>
          <p:nvPr/>
        </p:nvSpPr>
        <p:spPr>
          <a:xfrm rot="10800000" flipH="1">
            <a:off x="4880760" y="1925514"/>
            <a:ext cx="2437586" cy="1188719"/>
          </a:xfrm>
          <a:custGeom>
            <a:avLst/>
            <a:gdLst/>
            <a:ahLst/>
            <a:cxnLst/>
            <a:rect l="l" t="t" r="r" b="b"/>
            <a:pathLst>
              <a:path w="120000" h="120000" extrusionOk="0">
                <a:moveTo>
                  <a:pt x="0" y="0"/>
                </a:moveTo>
                <a:lnTo>
                  <a:pt x="15114" y="0"/>
                </a:lnTo>
                <a:lnTo>
                  <a:pt x="15333" y="8702"/>
                </a:lnTo>
                <a:cubicBezTo>
                  <a:pt x="17632" y="54168"/>
                  <a:pt x="36752" y="89647"/>
                  <a:pt x="59999" y="89647"/>
                </a:cubicBezTo>
                <a:cubicBezTo>
                  <a:pt x="83247" y="89647"/>
                  <a:pt x="102367" y="54168"/>
                  <a:pt x="104666" y="8702"/>
                </a:cubicBezTo>
                <a:lnTo>
                  <a:pt x="104885" y="0"/>
                </a:lnTo>
                <a:lnTo>
                  <a:pt x="120000" y="0"/>
                </a:lnTo>
                <a:lnTo>
                  <a:pt x="119703" y="11806"/>
                </a:lnTo>
                <a:cubicBezTo>
                  <a:pt x="116629" y="72576"/>
                  <a:pt x="91072" y="120000"/>
                  <a:pt x="59999" y="120000"/>
                </a:cubicBezTo>
                <a:cubicBezTo>
                  <a:pt x="28927" y="120000"/>
                  <a:pt x="3370" y="72576"/>
                  <a:pt x="296" y="11806"/>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0" name="Google Shape;440;p78"/>
          <p:cNvSpPr/>
          <p:nvPr/>
        </p:nvSpPr>
        <p:spPr>
          <a:xfrm rot="10800000" flipH="1">
            <a:off x="9133090" y="1925514"/>
            <a:ext cx="2437586" cy="1188719"/>
          </a:xfrm>
          <a:custGeom>
            <a:avLst/>
            <a:gdLst/>
            <a:ahLst/>
            <a:cxnLst/>
            <a:rect l="l" t="t" r="r" b="b"/>
            <a:pathLst>
              <a:path w="120000" h="120000" extrusionOk="0">
                <a:moveTo>
                  <a:pt x="0" y="0"/>
                </a:moveTo>
                <a:lnTo>
                  <a:pt x="15114" y="0"/>
                </a:lnTo>
                <a:lnTo>
                  <a:pt x="15333" y="8702"/>
                </a:lnTo>
                <a:cubicBezTo>
                  <a:pt x="17632" y="54168"/>
                  <a:pt x="36752" y="89647"/>
                  <a:pt x="59999" y="89647"/>
                </a:cubicBezTo>
                <a:cubicBezTo>
                  <a:pt x="83247" y="89647"/>
                  <a:pt x="102367" y="54168"/>
                  <a:pt x="104666" y="8702"/>
                </a:cubicBezTo>
                <a:lnTo>
                  <a:pt x="104885" y="0"/>
                </a:lnTo>
                <a:lnTo>
                  <a:pt x="120000" y="0"/>
                </a:lnTo>
                <a:lnTo>
                  <a:pt x="119703" y="11806"/>
                </a:lnTo>
                <a:cubicBezTo>
                  <a:pt x="116629" y="72576"/>
                  <a:pt x="91072" y="120000"/>
                  <a:pt x="59999" y="120000"/>
                </a:cubicBezTo>
                <a:cubicBezTo>
                  <a:pt x="28927" y="120000"/>
                  <a:pt x="3370" y="72576"/>
                  <a:pt x="296" y="11806"/>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1" name="Google Shape;441;p78"/>
          <p:cNvSpPr/>
          <p:nvPr/>
        </p:nvSpPr>
        <p:spPr>
          <a:xfrm>
            <a:off x="662131" y="4762328"/>
            <a:ext cx="179999" cy="179999"/>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656D78"/>
              </a:solidFill>
              <a:latin typeface="Calibri"/>
              <a:ea typeface="Calibri"/>
              <a:cs typeface="Calibri"/>
              <a:sym typeface="Calibri"/>
            </a:endParaRPr>
          </a:p>
        </p:txBody>
      </p:sp>
      <p:sp>
        <p:nvSpPr>
          <p:cNvPr id="442" name="Google Shape;442;p78"/>
          <p:cNvSpPr/>
          <p:nvPr/>
        </p:nvSpPr>
        <p:spPr>
          <a:xfrm>
            <a:off x="2947441" y="4756135"/>
            <a:ext cx="179999" cy="179999"/>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656D78"/>
              </a:solidFill>
              <a:latin typeface="Calibri"/>
              <a:ea typeface="Calibri"/>
              <a:cs typeface="Calibri"/>
              <a:sym typeface="Calibri"/>
            </a:endParaRPr>
          </a:p>
        </p:txBody>
      </p:sp>
      <p:sp>
        <p:nvSpPr>
          <p:cNvPr id="443" name="Google Shape;443;p78"/>
          <p:cNvSpPr/>
          <p:nvPr/>
        </p:nvSpPr>
        <p:spPr>
          <a:xfrm>
            <a:off x="7158061" y="4749373"/>
            <a:ext cx="179999" cy="179999"/>
          </a:xfrm>
          <a:prstGeom prst="ellipse">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656D78"/>
              </a:solidFill>
              <a:latin typeface="Calibri"/>
              <a:ea typeface="Calibri"/>
              <a:cs typeface="Calibri"/>
              <a:sym typeface="Calibri"/>
            </a:endParaRPr>
          </a:p>
        </p:txBody>
      </p:sp>
      <p:sp>
        <p:nvSpPr>
          <p:cNvPr id="444" name="Google Shape;444;p78"/>
          <p:cNvSpPr/>
          <p:nvPr/>
        </p:nvSpPr>
        <p:spPr>
          <a:xfrm>
            <a:off x="9436042" y="4749944"/>
            <a:ext cx="179999" cy="179999"/>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656D78"/>
              </a:solidFill>
              <a:latin typeface="Calibri"/>
              <a:ea typeface="Calibri"/>
              <a:cs typeface="Calibri"/>
              <a:sym typeface="Calibri"/>
            </a:endParaRPr>
          </a:p>
        </p:txBody>
      </p:sp>
      <p:sp>
        <p:nvSpPr>
          <p:cNvPr id="445" name="Google Shape;445;p78"/>
          <p:cNvSpPr/>
          <p:nvPr/>
        </p:nvSpPr>
        <p:spPr>
          <a:xfrm>
            <a:off x="5052751" y="4749944"/>
            <a:ext cx="179999" cy="179999"/>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656D78"/>
              </a:solidFill>
              <a:latin typeface="Calibri"/>
              <a:ea typeface="Calibri"/>
              <a:cs typeface="Calibri"/>
              <a:sym typeface="Calibri"/>
            </a:endParaRPr>
          </a:p>
        </p:txBody>
      </p:sp>
      <p:sp>
        <p:nvSpPr>
          <p:cNvPr id="446" name="Google Shape;446;p78"/>
          <p:cNvSpPr txBox="1">
            <a:spLocks noGrp="1"/>
          </p:cNvSpPr>
          <p:nvPr>
            <p:ph type="body" idx="2"/>
          </p:nvPr>
        </p:nvSpPr>
        <p:spPr>
          <a:xfrm>
            <a:off x="858786" y="5139521"/>
            <a:ext cx="1733046" cy="108543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47" name="Google Shape;447;p78"/>
          <p:cNvSpPr txBox="1">
            <a:spLocks noGrp="1"/>
          </p:cNvSpPr>
          <p:nvPr>
            <p:ph type="body" idx="3"/>
          </p:nvPr>
        </p:nvSpPr>
        <p:spPr>
          <a:xfrm>
            <a:off x="989700" y="2873670"/>
            <a:ext cx="1733047" cy="496064"/>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48" name="Google Shape;448;p78"/>
          <p:cNvSpPr txBox="1">
            <a:spLocks noGrp="1"/>
          </p:cNvSpPr>
          <p:nvPr>
            <p:ph type="body" idx="4"/>
          </p:nvPr>
        </p:nvSpPr>
        <p:spPr>
          <a:xfrm>
            <a:off x="3080692" y="2873670"/>
            <a:ext cx="1733047" cy="496064"/>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49" name="Google Shape;449;p78"/>
          <p:cNvSpPr txBox="1">
            <a:spLocks noGrp="1"/>
          </p:cNvSpPr>
          <p:nvPr>
            <p:ph type="body" idx="5"/>
          </p:nvPr>
        </p:nvSpPr>
        <p:spPr>
          <a:xfrm>
            <a:off x="5220008" y="2873670"/>
            <a:ext cx="1733047" cy="496064"/>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50" name="Google Shape;450;p78"/>
          <p:cNvSpPr txBox="1">
            <a:spLocks noGrp="1"/>
          </p:cNvSpPr>
          <p:nvPr>
            <p:ph type="body" idx="6"/>
          </p:nvPr>
        </p:nvSpPr>
        <p:spPr>
          <a:xfrm>
            <a:off x="7366812" y="2873670"/>
            <a:ext cx="1733047" cy="496064"/>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51" name="Google Shape;451;p78"/>
          <p:cNvSpPr txBox="1">
            <a:spLocks noGrp="1"/>
          </p:cNvSpPr>
          <p:nvPr>
            <p:ph type="body" idx="7"/>
          </p:nvPr>
        </p:nvSpPr>
        <p:spPr>
          <a:xfrm>
            <a:off x="9485359" y="2873670"/>
            <a:ext cx="1733047" cy="496064"/>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52" name="Google Shape;452;p78"/>
          <p:cNvSpPr txBox="1">
            <a:spLocks noGrp="1"/>
          </p:cNvSpPr>
          <p:nvPr>
            <p:ph type="body" idx="8"/>
          </p:nvPr>
        </p:nvSpPr>
        <p:spPr>
          <a:xfrm>
            <a:off x="868842" y="4680185"/>
            <a:ext cx="1733047" cy="36276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53" name="Google Shape;453;p78"/>
          <p:cNvSpPr txBox="1">
            <a:spLocks noGrp="1"/>
          </p:cNvSpPr>
          <p:nvPr>
            <p:ph type="body" idx="9"/>
          </p:nvPr>
        </p:nvSpPr>
        <p:spPr>
          <a:xfrm>
            <a:off x="3213620" y="5139521"/>
            <a:ext cx="1733046" cy="108543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54" name="Google Shape;454;p78"/>
          <p:cNvSpPr txBox="1">
            <a:spLocks noGrp="1"/>
          </p:cNvSpPr>
          <p:nvPr>
            <p:ph type="body" idx="13"/>
          </p:nvPr>
        </p:nvSpPr>
        <p:spPr>
          <a:xfrm>
            <a:off x="3223676" y="4680185"/>
            <a:ext cx="1733047" cy="36276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55" name="Google Shape;455;p78"/>
          <p:cNvSpPr txBox="1">
            <a:spLocks noGrp="1"/>
          </p:cNvSpPr>
          <p:nvPr>
            <p:ph type="body" idx="14"/>
          </p:nvPr>
        </p:nvSpPr>
        <p:spPr>
          <a:xfrm>
            <a:off x="5283225" y="5139521"/>
            <a:ext cx="1733046" cy="108543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56" name="Google Shape;456;p78"/>
          <p:cNvSpPr txBox="1">
            <a:spLocks noGrp="1"/>
          </p:cNvSpPr>
          <p:nvPr>
            <p:ph type="body" idx="15"/>
          </p:nvPr>
        </p:nvSpPr>
        <p:spPr>
          <a:xfrm>
            <a:off x="5293281" y="4680185"/>
            <a:ext cx="1733047" cy="36276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57" name="Google Shape;457;p78"/>
          <p:cNvSpPr txBox="1">
            <a:spLocks noGrp="1"/>
          </p:cNvSpPr>
          <p:nvPr>
            <p:ph type="body" idx="16"/>
          </p:nvPr>
        </p:nvSpPr>
        <p:spPr>
          <a:xfrm>
            <a:off x="7402643" y="5139521"/>
            <a:ext cx="1733046" cy="108543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58" name="Google Shape;458;p78"/>
          <p:cNvSpPr txBox="1">
            <a:spLocks noGrp="1"/>
          </p:cNvSpPr>
          <p:nvPr>
            <p:ph type="body" idx="17"/>
          </p:nvPr>
        </p:nvSpPr>
        <p:spPr>
          <a:xfrm>
            <a:off x="7412699" y="4680185"/>
            <a:ext cx="1733047" cy="36276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59" name="Google Shape;459;p78"/>
          <p:cNvSpPr txBox="1">
            <a:spLocks noGrp="1"/>
          </p:cNvSpPr>
          <p:nvPr>
            <p:ph type="body" idx="18"/>
          </p:nvPr>
        </p:nvSpPr>
        <p:spPr>
          <a:xfrm>
            <a:off x="9688643" y="5139521"/>
            <a:ext cx="1733046" cy="108543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60" name="Google Shape;460;p78"/>
          <p:cNvSpPr txBox="1">
            <a:spLocks noGrp="1"/>
          </p:cNvSpPr>
          <p:nvPr>
            <p:ph type="body" idx="19"/>
          </p:nvPr>
        </p:nvSpPr>
        <p:spPr>
          <a:xfrm>
            <a:off x="9698699" y="4680185"/>
            <a:ext cx="1733047" cy="36276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AllinedArrows-Infographic">
  <p:cSld name="AllinedArrows-Infographic">
    <p:spTree>
      <p:nvGrpSpPr>
        <p:cNvPr id="1" name="Shape 461"/>
        <p:cNvGrpSpPr/>
        <p:nvPr/>
      </p:nvGrpSpPr>
      <p:grpSpPr>
        <a:xfrm>
          <a:off x="0" y="0"/>
          <a:ext cx="0" cy="0"/>
          <a:chOff x="0" y="0"/>
          <a:chExt cx="0" cy="0"/>
        </a:xfrm>
      </p:grpSpPr>
      <p:sp>
        <p:nvSpPr>
          <p:cNvPr id="462" name="Google Shape;462;p79"/>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63" name="Google Shape;463;p79"/>
          <p:cNvSpPr txBox="1">
            <a:spLocks noGrp="1"/>
          </p:cNvSpPr>
          <p:nvPr>
            <p:ph type="body" idx="1"/>
          </p:nvPr>
        </p:nvSpPr>
        <p:spPr>
          <a:xfrm>
            <a:off x="207963" y="273050"/>
            <a:ext cx="11291702" cy="298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EC07D"/>
              </a:buClr>
              <a:buSzPts val="1600"/>
              <a:buFont typeface="Arial"/>
              <a:buNone/>
              <a:defRPr sz="1600" b="0" i="0" u="none" strike="noStrike" cap="none">
                <a:solidFill>
                  <a:srgbClr val="0EC07D"/>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64" name="Google Shape;464;p79"/>
          <p:cNvSpPr/>
          <p:nvPr/>
        </p:nvSpPr>
        <p:spPr>
          <a:xfrm>
            <a:off x="9198865" y="1193285"/>
            <a:ext cx="85724" cy="392112"/>
          </a:xfrm>
          <a:custGeom>
            <a:avLst/>
            <a:gdLst/>
            <a:ahLst/>
            <a:cxnLst/>
            <a:rect l="l" t="t" r="r" b="b"/>
            <a:pathLst>
              <a:path w="120000" h="120000" extrusionOk="0">
                <a:moveTo>
                  <a:pt x="76800" y="98275"/>
                </a:moveTo>
                <a:cubicBezTo>
                  <a:pt x="57600" y="106551"/>
                  <a:pt x="33600" y="113793"/>
                  <a:pt x="0" y="120000"/>
                </a:cubicBezTo>
                <a:cubicBezTo>
                  <a:pt x="0" y="120000"/>
                  <a:pt x="0" y="120000"/>
                  <a:pt x="0" y="120000"/>
                </a:cubicBezTo>
                <a:cubicBezTo>
                  <a:pt x="33600" y="113793"/>
                  <a:pt x="57600" y="106551"/>
                  <a:pt x="76800" y="98275"/>
                </a:cubicBezTo>
                <a:moveTo>
                  <a:pt x="0" y="0"/>
                </a:moveTo>
                <a:cubicBezTo>
                  <a:pt x="0" y="0"/>
                  <a:pt x="0" y="0"/>
                  <a:pt x="0" y="0"/>
                </a:cubicBezTo>
                <a:cubicBezTo>
                  <a:pt x="52800" y="10344"/>
                  <a:pt x="91200" y="23793"/>
                  <a:pt x="110400" y="38275"/>
                </a:cubicBezTo>
                <a:cubicBezTo>
                  <a:pt x="110400" y="38275"/>
                  <a:pt x="110400" y="38275"/>
                  <a:pt x="110400" y="38275"/>
                </a:cubicBezTo>
                <a:cubicBezTo>
                  <a:pt x="110400" y="38275"/>
                  <a:pt x="110400" y="38275"/>
                  <a:pt x="110400" y="38275"/>
                </a:cubicBezTo>
                <a:cubicBezTo>
                  <a:pt x="110400" y="38275"/>
                  <a:pt x="110400" y="38275"/>
                  <a:pt x="110400" y="38275"/>
                </a:cubicBezTo>
                <a:cubicBezTo>
                  <a:pt x="110400" y="38275"/>
                  <a:pt x="110400" y="38275"/>
                  <a:pt x="110400" y="38275"/>
                </a:cubicBezTo>
                <a:cubicBezTo>
                  <a:pt x="110400" y="39310"/>
                  <a:pt x="110400" y="39310"/>
                  <a:pt x="110400" y="39310"/>
                </a:cubicBezTo>
                <a:cubicBezTo>
                  <a:pt x="110400" y="39310"/>
                  <a:pt x="110400" y="39310"/>
                  <a:pt x="110400" y="39310"/>
                </a:cubicBezTo>
                <a:cubicBezTo>
                  <a:pt x="110400" y="39310"/>
                  <a:pt x="110400" y="39310"/>
                  <a:pt x="110400" y="39310"/>
                </a:cubicBezTo>
                <a:cubicBezTo>
                  <a:pt x="110400" y="39310"/>
                  <a:pt x="110400" y="39310"/>
                  <a:pt x="110400" y="39310"/>
                </a:cubicBezTo>
                <a:cubicBezTo>
                  <a:pt x="110400" y="39310"/>
                  <a:pt x="110400" y="39310"/>
                  <a:pt x="110400" y="39310"/>
                </a:cubicBezTo>
                <a:cubicBezTo>
                  <a:pt x="110400" y="39310"/>
                  <a:pt x="110400" y="39310"/>
                  <a:pt x="110400" y="39310"/>
                </a:cubicBezTo>
                <a:cubicBezTo>
                  <a:pt x="110400" y="39310"/>
                  <a:pt x="110400" y="39310"/>
                  <a:pt x="110400" y="39310"/>
                </a:cubicBezTo>
                <a:cubicBezTo>
                  <a:pt x="110400" y="39310"/>
                  <a:pt x="110400" y="39310"/>
                  <a:pt x="110400" y="39310"/>
                </a:cubicBezTo>
                <a:cubicBezTo>
                  <a:pt x="110400" y="40344"/>
                  <a:pt x="110400" y="40344"/>
                  <a:pt x="110400" y="40344"/>
                </a:cubicBezTo>
                <a:cubicBezTo>
                  <a:pt x="110400" y="40344"/>
                  <a:pt x="110400" y="40344"/>
                  <a:pt x="110400" y="40344"/>
                </a:cubicBezTo>
                <a:cubicBezTo>
                  <a:pt x="115200" y="44482"/>
                  <a:pt x="120000" y="49655"/>
                  <a:pt x="120000" y="53793"/>
                </a:cubicBezTo>
                <a:cubicBezTo>
                  <a:pt x="120000" y="53793"/>
                  <a:pt x="120000" y="53793"/>
                  <a:pt x="120000" y="53793"/>
                </a:cubicBezTo>
                <a:cubicBezTo>
                  <a:pt x="120000" y="54827"/>
                  <a:pt x="120000" y="54827"/>
                  <a:pt x="120000" y="54827"/>
                </a:cubicBezTo>
                <a:cubicBezTo>
                  <a:pt x="120000" y="54827"/>
                  <a:pt x="120000" y="54827"/>
                  <a:pt x="120000" y="54827"/>
                </a:cubicBezTo>
                <a:cubicBezTo>
                  <a:pt x="120000" y="54827"/>
                  <a:pt x="120000" y="54827"/>
                  <a:pt x="120000" y="54827"/>
                </a:cubicBezTo>
                <a:cubicBezTo>
                  <a:pt x="120000" y="54827"/>
                  <a:pt x="120000" y="54827"/>
                  <a:pt x="120000" y="54827"/>
                </a:cubicBezTo>
                <a:cubicBezTo>
                  <a:pt x="120000" y="54827"/>
                  <a:pt x="120000" y="54827"/>
                  <a:pt x="120000" y="54827"/>
                </a:cubicBezTo>
                <a:cubicBezTo>
                  <a:pt x="120000" y="54827"/>
                  <a:pt x="120000" y="54827"/>
                  <a:pt x="120000" y="54827"/>
                </a:cubicBezTo>
                <a:cubicBezTo>
                  <a:pt x="120000" y="54827"/>
                  <a:pt x="120000" y="54827"/>
                  <a:pt x="120000" y="54827"/>
                </a:cubicBezTo>
                <a:cubicBezTo>
                  <a:pt x="120000" y="54827"/>
                  <a:pt x="120000" y="54827"/>
                  <a:pt x="120000" y="54827"/>
                </a:cubicBezTo>
                <a:cubicBezTo>
                  <a:pt x="120000" y="55862"/>
                  <a:pt x="120000" y="55862"/>
                  <a:pt x="120000" y="55862"/>
                </a:cubicBezTo>
                <a:cubicBezTo>
                  <a:pt x="120000" y="55862"/>
                  <a:pt x="120000" y="55862"/>
                  <a:pt x="120000" y="55862"/>
                </a:cubicBezTo>
                <a:cubicBezTo>
                  <a:pt x="120000" y="55862"/>
                  <a:pt x="120000" y="55862"/>
                  <a:pt x="120000" y="55862"/>
                </a:cubicBezTo>
                <a:cubicBezTo>
                  <a:pt x="120000" y="55862"/>
                  <a:pt x="120000" y="55862"/>
                  <a:pt x="120000" y="55862"/>
                </a:cubicBezTo>
                <a:cubicBezTo>
                  <a:pt x="120000" y="55862"/>
                  <a:pt x="120000" y="55862"/>
                  <a:pt x="120000" y="55862"/>
                </a:cubicBezTo>
                <a:cubicBezTo>
                  <a:pt x="120000" y="55862"/>
                  <a:pt x="120000" y="55862"/>
                  <a:pt x="120000" y="55862"/>
                </a:cubicBezTo>
                <a:cubicBezTo>
                  <a:pt x="120000" y="55862"/>
                  <a:pt x="120000" y="55862"/>
                  <a:pt x="120000" y="55862"/>
                </a:cubicBezTo>
                <a:cubicBezTo>
                  <a:pt x="120000" y="55862"/>
                  <a:pt x="120000" y="55862"/>
                  <a:pt x="120000" y="56896"/>
                </a:cubicBezTo>
                <a:cubicBezTo>
                  <a:pt x="120000" y="56896"/>
                  <a:pt x="120000" y="56896"/>
                  <a:pt x="120000" y="56896"/>
                </a:cubicBezTo>
                <a:cubicBezTo>
                  <a:pt x="120000" y="56896"/>
                  <a:pt x="120000" y="56896"/>
                  <a:pt x="120000" y="56896"/>
                </a:cubicBezTo>
                <a:cubicBezTo>
                  <a:pt x="120000" y="56896"/>
                  <a:pt x="120000" y="56896"/>
                  <a:pt x="120000" y="56896"/>
                </a:cubicBezTo>
                <a:cubicBezTo>
                  <a:pt x="120000" y="56896"/>
                  <a:pt x="120000" y="56896"/>
                  <a:pt x="120000" y="56896"/>
                </a:cubicBezTo>
                <a:cubicBezTo>
                  <a:pt x="120000" y="56896"/>
                  <a:pt x="120000" y="56896"/>
                  <a:pt x="120000" y="56896"/>
                </a:cubicBezTo>
                <a:cubicBezTo>
                  <a:pt x="120000" y="56896"/>
                  <a:pt x="120000" y="56896"/>
                  <a:pt x="120000" y="56896"/>
                </a:cubicBezTo>
                <a:cubicBezTo>
                  <a:pt x="120000" y="56896"/>
                  <a:pt x="120000" y="56896"/>
                  <a:pt x="120000" y="56896"/>
                </a:cubicBezTo>
                <a:cubicBezTo>
                  <a:pt x="120000" y="56896"/>
                  <a:pt x="120000" y="57931"/>
                  <a:pt x="120000" y="57931"/>
                </a:cubicBezTo>
                <a:cubicBezTo>
                  <a:pt x="120000" y="57931"/>
                  <a:pt x="120000" y="57931"/>
                  <a:pt x="120000" y="57931"/>
                </a:cubicBezTo>
                <a:cubicBezTo>
                  <a:pt x="120000" y="57931"/>
                  <a:pt x="120000" y="57931"/>
                  <a:pt x="120000" y="57931"/>
                </a:cubicBezTo>
                <a:cubicBezTo>
                  <a:pt x="120000" y="57931"/>
                  <a:pt x="120000" y="57931"/>
                  <a:pt x="120000" y="57931"/>
                </a:cubicBezTo>
                <a:cubicBezTo>
                  <a:pt x="120000" y="57931"/>
                  <a:pt x="120000" y="57931"/>
                  <a:pt x="120000" y="57931"/>
                </a:cubicBezTo>
                <a:cubicBezTo>
                  <a:pt x="120000" y="57931"/>
                  <a:pt x="120000" y="57931"/>
                  <a:pt x="120000" y="57931"/>
                </a:cubicBezTo>
                <a:cubicBezTo>
                  <a:pt x="120000" y="57931"/>
                  <a:pt x="120000" y="57931"/>
                  <a:pt x="120000" y="57931"/>
                </a:cubicBezTo>
                <a:cubicBezTo>
                  <a:pt x="120000" y="57931"/>
                  <a:pt x="120000" y="57931"/>
                  <a:pt x="120000" y="57931"/>
                </a:cubicBezTo>
                <a:cubicBezTo>
                  <a:pt x="120000" y="58965"/>
                  <a:pt x="120000" y="58965"/>
                  <a:pt x="120000" y="58965"/>
                </a:cubicBezTo>
                <a:cubicBezTo>
                  <a:pt x="120000" y="58965"/>
                  <a:pt x="120000" y="58965"/>
                  <a:pt x="120000" y="58965"/>
                </a:cubicBezTo>
                <a:cubicBezTo>
                  <a:pt x="120000" y="58965"/>
                  <a:pt x="120000" y="58965"/>
                  <a:pt x="120000" y="58965"/>
                </a:cubicBezTo>
                <a:cubicBezTo>
                  <a:pt x="120000" y="58965"/>
                  <a:pt x="120000" y="58965"/>
                  <a:pt x="120000" y="58965"/>
                </a:cubicBezTo>
                <a:cubicBezTo>
                  <a:pt x="120000" y="58965"/>
                  <a:pt x="120000" y="58965"/>
                  <a:pt x="120000" y="58965"/>
                </a:cubicBezTo>
                <a:cubicBezTo>
                  <a:pt x="120000" y="58965"/>
                  <a:pt x="120000" y="58965"/>
                  <a:pt x="120000" y="58965"/>
                </a:cubicBezTo>
                <a:cubicBezTo>
                  <a:pt x="120000" y="58965"/>
                  <a:pt x="120000" y="58965"/>
                  <a:pt x="120000" y="58965"/>
                </a:cubicBezTo>
                <a:cubicBezTo>
                  <a:pt x="120000" y="58965"/>
                  <a:pt x="120000" y="58965"/>
                  <a:pt x="120000" y="60000"/>
                </a:cubicBezTo>
                <a:cubicBezTo>
                  <a:pt x="120000" y="60000"/>
                  <a:pt x="120000" y="60000"/>
                  <a:pt x="120000" y="60000"/>
                </a:cubicBezTo>
                <a:cubicBezTo>
                  <a:pt x="120000" y="60000"/>
                  <a:pt x="120000" y="60000"/>
                  <a:pt x="120000" y="60000"/>
                </a:cubicBezTo>
                <a:cubicBezTo>
                  <a:pt x="120000" y="60000"/>
                  <a:pt x="120000" y="60000"/>
                  <a:pt x="120000" y="60000"/>
                </a:cubicBezTo>
                <a:cubicBezTo>
                  <a:pt x="120000" y="60000"/>
                  <a:pt x="120000" y="60000"/>
                  <a:pt x="120000" y="60000"/>
                </a:cubicBezTo>
                <a:cubicBezTo>
                  <a:pt x="120000" y="36206"/>
                  <a:pt x="76800" y="14482"/>
                  <a:pt x="0" y="0"/>
                </a:cubicBezTo>
              </a:path>
            </a:pathLst>
          </a:custGeom>
          <a:solidFill>
            <a:srgbClr val="D3D1D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65" name="Google Shape;465;p79"/>
          <p:cNvSpPr/>
          <p:nvPr/>
        </p:nvSpPr>
        <p:spPr>
          <a:xfrm>
            <a:off x="9198865" y="1193285"/>
            <a:ext cx="85724" cy="392112"/>
          </a:xfrm>
          <a:custGeom>
            <a:avLst/>
            <a:gdLst/>
            <a:ahLst/>
            <a:cxnLst/>
            <a:rect l="l" t="t" r="r" b="b"/>
            <a:pathLst>
              <a:path w="120000" h="120000" extrusionOk="0">
                <a:moveTo>
                  <a:pt x="96000" y="88965"/>
                </a:moveTo>
                <a:cubicBezTo>
                  <a:pt x="76800" y="100344"/>
                  <a:pt x="43200" y="110689"/>
                  <a:pt x="4800" y="120000"/>
                </a:cubicBezTo>
                <a:cubicBezTo>
                  <a:pt x="0" y="120000"/>
                  <a:pt x="0" y="120000"/>
                  <a:pt x="0" y="120000"/>
                </a:cubicBezTo>
                <a:cubicBezTo>
                  <a:pt x="0" y="120000"/>
                  <a:pt x="0" y="120000"/>
                  <a:pt x="0" y="120000"/>
                </a:cubicBezTo>
                <a:cubicBezTo>
                  <a:pt x="33600" y="113793"/>
                  <a:pt x="57600" y="106551"/>
                  <a:pt x="76800" y="98275"/>
                </a:cubicBezTo>
                <a:cubicBezTo>
                  <a:pt x="86400" y="95172"/>
                  <a:pt x="91200" y="92068"/>
                  <a:pt x="96000" y="88965"/>
                </a:cubicBezTo>
                <a:moveTo>
                  <a:pt x="120000" y="60000"/>
                </a:moveTo>
                <a:cubicBezTo>
                  <a:pt x="120000" y="60000"/>
                  <a:pt x="120000" y="60000"/>
                  <a:pt x="120000" y="60000"/>
                </a:cubicBezTo>
                <a:cubicBezTo>
                  <a:pt x="120000" y="60000"/>
                  <a:pt x="120000" y="60000"/>
                  <a:pt x="120000" y="60000"/>
                </a:cubicBezTo>
                <a:cubicBezTo>
                  <a:pt x="120000" y="60000"/>
                  <a:pt x="120000" y="60000"/>
                  <a:pt x="120000" y="60000"/>
                </a:cubicBezTo>
                <a:moveTo>
                  <a:pt x="120000" y="60000"/>
                </a:moveTo>
                <a:cubicBezTo>
                  <a:pt x="120000" y="60000"/>
                  <a:pt x="120000" y="60000"/>
                  <a:pt x="120000" y="60000"/>
                </a:cubicBezTo>
                <a:cubicBezTo>
                  <a:pt x="120000" y="60000"/>
                  <a:pt x="120000" y="60000"/>
                  <a:pt x="120000" y="60000"/>
                </a:cubicBezTo>
                <a:moveTo>
                  <a:pt x="120000" y="58965"/>
                </a:moveTo>
                <a:cubicBezTo>
                  <a:pt x="120000" y="58965"/>
                  <a:pt x="120000" y="58965"/>
                  <a:pt x="120000" y="58965"/>
                </a:cubicBezTo>
                <a:cubicBezTo>
                  <a:pt x="120000" y="58965"/>
                  <a:pt x="120000" y="58965"/>
                  <a:pt x="120000" y="58965"/>
                </a:cubicBezTo>
                <a:moveTo>
                  <a:pt x="120000" y="58965"/>
                </a:moveTo>
                <a:cubicBezTo>
                  <a:pt x="120000" y="58965"/>
                  <a:pt x="120000" y="58965"/>
                  <a:pt x="120000" y="58965"/>
                </a:cubicBezTo>
                <a:cubicBezTo>
                  <a:pt x="120000" y="58965"/>
                  <a:pt x="120000" y="58965"/>
                  <a:pt x="120000" y="58965"/>
                </a:cubicBezTo>
                <a:moveTo>
                  <a:pt x="120000" y="58965"/>
                </a:moveTo>
                <a:cubicBezTo>
                  <a:pt x="120000" y="58965"/>
                  <a:pt x="120000" y="58965"/>
                  <a:pt x="120000" y="58965"/>
                </a:cubicBezTo>
                <a:cubicBezTo>
                  <a:pt x="120000" y="58965"/>
                  <a:pt x="120000" y="58965"/>
                  <a:pt x="120000" y="58965"/>
                </a:cubicBezTo>
                <a:moveTo>
                  <a:pt x="120000" y="57931"/>
                </a:moveTo>
                <a:cubicBezTo>
                  <a:pt x="120000" y="58965"/>
                  <a:pt x="120000" y="58965"/>
                  <a:pt x="120000" y="58965"/>
                </a:cubicBezTo>
                <a:cubicBezTo>
                  <a:pt x="120000" y="58965"/>
                  <a:pt x="120000" y="58965"/>
                  <a:pt x="120000" y="57931"/>
                </a:cubicBezTo>
                <a:moveTo>
                  <a:pt x="120000" y="57931"/>
                </a:moveTo>
                <a:cubicBezTo>
                  <a:pt x="120000" y="57931"/>
                  <a:pt x="120000" y="57931"/>
                  <a:pt x="120000" y="57931"/>
                </a:cubicBezTo>
                <a:cubicBezTo>
                  <a:pt x="120000" y="57931"/>
                  <a:pt x="120000" y="57931"/>
                  <a:pt x="120000" y="57931"/>
                </a:cubicBezTo>
                <a:moveTo>
                  <a:pt x="120000" y="57931"/>
                </a:moveTo>
                <a:cubicBezTo>
                  <a:pt x="120000" y="57931"/>
                  <a:pt x="120000" y="57931"/>
                  <a:pt x="120000" y="57931"/>
                </a:cubicBezTo>
                <a:cubicBezTo>
                  <a:pt x="120000" y="57931"/>
                  <a:pt x="120000" y="57931"/>
                  <a:pt x="120000" y="57931"/>
                </a:cubicBezTo>
                <a:moveTo>
                  <a:pt x="120000" y="57931"/>
                </a:moveTo>
                <a:cubicBezTo>
                  <a:pt x="120000" y="57931"/>
                  <a:pt x="120000" y="57931"/>
                  <a:pt x="120000" y="57931"/>
                </a:cubicBezTo>
                <a:cubicBezTo>
                  <a:pt x="120000" y="57931"/>
                  <a:pt x="120000" y="57931"/>
                  <a:pt x="120000" y="57931"/>
                </a:cubicBezTo>
                <a:moveTo>
                  <a:pt x="120000" y="56896"/>
                </a:moveTo>
                <a:cubicBezTo>
                  <a:pt x="120000" y="56896"/>
                  <a:pt x="120000" y="57931"/>
                  <a:pt x="120000" y="57931"/>
                </a:cubicBezTo>
                <a:cubicBezTo>
                  <a:pt x="120000" y="57931"/>
                  <a:pt x="120000" y="56896"/>
                  <a:pt x="120000" y="56896"/>
                </a:cubicBezTo>
                <a:moveTo>
                  <a:pt x="120000" y="56896"/>
                </a:moveTo>
                <a:cubicBezTo>
                  <a:pt x="120000" y="56896"/>
                  <a:pt x="120000" y="56896"/>
                  <a:pt x="120000" y="56896"/>
                </a:cubicBezTo>
                <a:cubicBezTo>
                  <a:pt x="120000" y="56896"/>
                  <a:pt x="120000" y="56896"/>
                  <a:pt x="120000" y="56896"/>
                </a:cubicBezTo>
                <a:moveTo>
                  <a:pt x="120000" y="56896"/>
                </a:moveTo>
                <a:cubicBezTo>
                  <a:pt x="120000" y="56896"/>
                  <a:pt x="120000" y="56896"/>
                  <a:pt x="120000" y="56896"/>
                </a:cubicBezTo>
                <a:cubicBezTo>
                  <a:pt x="120000" y="56896"/>
                  <a:pt x="120000" y="56896"/>
                  <a:pt x="120000" y="56896"/>
                </a:cubicBezTo>
                <a:moveTo>
                  <a:pt x="120000" y="56896"/>
                </a:moveTo>
                <a:cubicBezTo>
                  <a:pt x="120000" y="56896"/>
                  <a:pt x="120000" y="56896"/>
                  <a:pt x="120000" y="56896"/>
                </a:cubicBezTo>
                <a:cubicBezTo>
                  <a:pt x="120000" y="56896"/>
                  <a:pt x="120000" y="56896"/>
                  <a:pt x="120000" y="56896"/>
                </a:cubicBezTo>
                <a:moveTo>
                  <a:pt x="120000" y="55862"/>
                </a:moveTo>
                <a:cubicBezTo>
                  <a:pt x="120000" y="55862"/>
                  <a:pt x="120000" y="55862"/>
                  <a:pt x="120000" y="56896"/>
                </a:cubicBezTo>
                <a:cubicBezTo>
                  <a:pt x="120000" y="55862"/>
                  <a:pt x="120000" y="55862"/>
                  <a:pt x="120000" y="55862"/>
                </a:cubicBezTo>
                <a:moveTo>
                  <a:pt x="120000" y="55862"/>
                </a:moveTo>
                <a:cubicBezTo>
                  <a:pt x="120000" y="55862"/>
                  <a:pt x="120000" y="55862"/>
                  <a:pt x="120000" y="55862"/>
                </a:cubicBezTo>
                <a:cubicBezTo>
                  <a:pt x="120000" y="55862"/>
                  <a:pt x="120000" y="55862"/>
                  <a:pt x="120000" y="55862"/>
                </a:cubicBezTo>
                <a:moveTo>
                  <a:pt x="120000" y="55862"/>
                </a:moveTo>
                <a:cubicBezTo>
                  <a:pt x="120000" y="55862"/>
                  <a:pt x="120000" y="55862"/>
                  <a:pt x="120000" y="55862"/>
                </a:cubicBezTo>
                <a:cubicBezTo>
                  <a:pt x="120000" y="55862"/>
                  <a:pt x="120000" y="55862"/>
                  <a:pt x="120000" y="55862"/>
                </a:cubicBezTo>
                <a:moveTo>
                  <a:pt x="120000" y="55862"/>
                </a:moveTo>
                <a:cubicBezTo>
                  <a:pt x="120000" y="55862"/>
                  <a:pt x="120000" y="55862"/>
                  <a:pt x="120000" y="55862"/>
                </a:cubicBezTo>
                <a:cubicBezTo>
                  <a:pt x="120000" y="55862"/>
                  <a:pt x="120000" y="55862"/>
                  <a:pt x="120000" y="55862"/>
                </a:cubicBezTo>
                <a:moveTo>
                  <a:pt x="120000" y="54827"/>
                </a:moveTo>
                <a:cubicBezTo>
                  <a:pt x="120000" y="54827"/>
                  <a:pt x="120000" y="54827"/>
                  <a:pt x="120000" y="54827"/>
                </a:cubicBezTo>
                <a:cubicBezTo>
                  <a:pt x="120000" y="54827"/>
                  <a:pt x="120000" y="54827"/>
                  <a:pt x="120000" y="54827"/>
                </a:cubicBezTo>
                <a:moveTo>
                  <a:pt x="120000" y="54827"/>
                </a:moveTo>
                <a:cubicBezTo>
                  <a:pt x="120000" y="54827"/>
                  <a:pt x="120000" y="54827"/>
                  <a:pt x="120000" y="54827"/>
                </a:cubicBezTo>
                <a:cubicBezTo>
                  <a:pt x="120000" y="54827"/>
                  <a:pt x="120000" y="54827"/>
                  <a:pt x="120000" y="54827"/>
                </a:cubicBezTo>
                <a:moveTo>
                  <a:pt x="120000" y="54827"/>
                </a:moveTo>
                <a:cubicBezTo>
                  <a:pt x="120000" y="54827"/>
                  <a:pt x="120000" y="54827"/>
                  <a:pt x="120000" y="54827"/>
                </a:cubicBezTo>
                <a:cubicBezTo>
                  <a:pt x="120000" y="54827"/>
                  <a:pt x="120000" y="54827"/>
                  <a:pt x="120000" y="54827"/>
                </a:cubicBezTo>
                <a:moveTo>
                  <a:pt x="120000" y="54827"/>
                </a:moveTo>
                <a:cubicBezTo>
                  <a:pt x="120000" y="54827"/>
                  <a:pt x="120000" y="54827"/>
                  <a:pt x="120000" y="54827"/>
                </a:cubicBezTo>
                <a:cubicBezTo>
                  <a:pt x="120000" y="54827"/>
                  <a:pt x="120000" y="54827"/>
                  <a:pt x="120000" y="54827"/>
                </a:cubicBezTo>
                <a:moveTo>
                  <a:pt x="120000" y="53793"/>
                </a:moveTo>
                <a:cubicBezTo>
                  <a:pt x="120000" y="53793"/>
                  <a:pt x="120000" y="53793"/>
                  <a:pt x="120000" y="53793"/>
                </a:cubicBezTo>
                <a:cubicBezTo>
                  <a:pt x="120000" y="53793"/>
                  <a:pt x="120000" y="53793"/>
                  <a:pt x="120000" y="53793"/>
                </a:cubicBezTo>
                <a:moveTo>
                  <a:pt x="110400" y="40344"/>
                </a:moveTo>
                <a:cubicBezTo>
                  <a:pt x="110400" y="40344"/>
                  <a:pt x="110400" y="40344"/>
                  <a:pt x="110400" y="40344"/>
                </a:cubicBezTo>
                <a:cubicBezTo>
                  <a:pt x="110400" y="40344"/>
                  <a:pt x="110400" y="40344"/>
                  <a:pt x="110400" y="40344"/>
                </a:cubicBezTo>
                <a:moveTo>
                  <a:pt x="110400" y="39310"/>
                </a:moveTo>
                <a:cubicBezTo>
                  <a:pt x="110400" y="39310"/>
                  <a:pt x="110400" y="39310"/>
                  <a:pt x="110400" y="39310"/>
                </a:cubicBezTo>
                <a:cubicBezTo>
                  <a:pt x="110400" y="39310"/>
                  <a:pt x="110400" y="39310"/>
                  <a:pt x="110400" y="39310"/>
                </a:cubicBezTo>
                <a:moveTo>
                  <a:pt x="110400" y="39310"/>
                </a:moveTo>
                <a:cubicBezTo>
                  <a:pt x="110400" y="39310"/>
                  <a:pt x="110400" y="39310"/>
                  <a:pt x="110400" y="39310"/>
                </a:cubicBezTo>
                <a:cubicBezTo>
                  <a:pt x="110400" y="39310"/>
                  <a:pt x="110400" y="39310"/>
                  <a:pt x="110400" y="39310"/>
                </a:cubicBezTo>
                <a:moveTo>
                  <a:pt x="110400" y="39310"/>
                </a:moveTo>
                <a:cubicBezTo>
                  <a:pt x="110400" y="39310"/>
                  <a:pt x="110400" y="39310"/>
                  <a:pt x="110400" y="39310"/>
                </a:cubicBezTo>
                <a:cubicBezTo>
                  <a:pt x="110400" y="39310"/>
                  <a:pt x="110400" y="39310"/>
                  <a:pt x="110400" y="39310"/>
                </a:cubicBezTo>
                <a:moveTo>
                  <a:pt x="110400" y="39310"/>
                </a:moveTo>
                <a:cubicBezTo>
                  <a:pt x="110400" y="39310"/>
                  <a:pt x="110400" y="39310"/>
                  <a:pt x="110400" y="39310"/>
                </a:cubicBezTo>
                <a:cubicBezTo>
                  <a:pt x="110400" y="39310"/>
                  <a:pt x="110400" y="39310"/>
                  <a:pt x="110400" y="39310"/>
                </a:cubicBezTo>
                <a:moveTo>
                  <a:pt x="110400" y="38275"/>
                </a:moveTo>
                <a:cubicBezTo>
                  <a:pt x="110400" y="38275"/>
                  <a:pt x="110400" y="38275"/>
                  <a:pt x="110400" y="38275"/>
                </a:cubicBezTo>
                <a:cubicBezTo>
                  <a:pt x="110400" y="38275"/>
                  <a:pt x="110400" y="38275"/>
                  <a:pt x="110400" y="38275"/>
                </a:cubicBezTo>
                <a:moveTo>
                  <a:pt x="110400" y="38275"/>
                </a:moveTo>
                <a:cubicBezTo>
                  <a:pt x="110400" y="38275"/>
                  <a:pt x="110400" y="38275"/>
                  <a:pt x="110400" y="38275"/>
                </a:cubicBezTo>
                <a:cubicBezTo>
                  <a:pt x="110400" y="38275"/>
                  <a:pt x="110400" y="38275"/>
                  <a:pt x="110400" y="38275"/>
                </a:cubicBezTo>
                <a:moveTo>
                  <a:pt x="0" y="0"/>
                </a:moveTo>
                <a:cubicBezTo>
                  <a:pt x="0" y="0"/>
                  <a:pt x="0" y="0"/>
                  <a:pt x="0" y="0"/>
                </a:cubicBezTo>
                <a:cubicBezTo>
                  <a:pt x="4800" y="0"/>
                  <a:pt x="4800" y="0"/>
                  <a:pt x="4800" y="0"/>
                </a:cubicBezTo>
                <a:cubicBezTo>
                  <a:pt x="52800" y="10344"/>
                  <a:pt x="91200" y="23793"/>
                  <a:pt x="110400" y="38275"/>
                </a:cubicBezTo>
                <a:cubicBezTo>
                  <a:pt x="91200" y="23793"/>
                  <a:pt x="52800" y="10344"/>
                  <a:pt x="0" y="0"/>
                </a:cubicBezTo>
              </a:path>
            </a:pathLst>
          </a:custGeom>
          <a:solidFill>
            <a:srgbClr val="CFA44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66" name="Google Shape;466;p79"/>
          <p:cNvSpPr/>
          <p:nvPr/>
        </p:nvSpPr>
        <p:spPr>
          <a:xfrm>
            <a:off x="8370190" y="1123435"/>
            <a:ext cx="269874" cy="265113"/>
          </a:xfrm>
          <a:custGeom>
            <a:avLst/>
            <a:gdLst/>
            <a:ahLst/>
            <a:cxnLst/>
            <a:rect l="l" t="t" r="r" b="b"/>
            <a:pathLst>
              <a:path w="120000" h="120000" extrusionOk="0">
                <a:moveTo>
                  <a:pt x="0" y="0"/>
                </a:moveTo>
                <a:lnTo>
                  <a:pt x="0" y="0"/>
                </a:lnTo>
                <a:lnTo>
                  <a:pt x="120000" y="120000"/>
                </a:lnTo>
                <a:lnTo>
                  <a:pt x="120000" y="120000"/>
                </a:lnTo>
                <a:lnTo>
                  <a:pt x="0" y="0"/>
                </a:lnTo>
                <a:close/>
              </a:path>
            </a:pathLst>
          </a:custGeom>
          <a:solidFill>
            <a:srgbClr val="E4B54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67" name="Google Shape;467;p79"/>
          <p:cNvSpPr/>
          <p:nvPr/>
        </p:nvSpPr>
        <p:spPr>
          <a:xfrm>
            <a:off x="8370190" y="1123435"/>
            <a:ext cx="269874" cy="265113"/>
          </a:xfrm>
          <a:custGeom>
            <a:avLst/>
            <a:gdLst/>
            <a:ahLst/>
            <a:cxnLst/>
            <a:rect l="l" t="t" r="r" b="b"/>
            <a:pathLst>
              <a:path w="120000" h="120000" extrusionOk="0">
                <a:moveTo>
                  <a:pt x="0" y="0"/>
                </a:moveTo>
                <a:lnTo>
                  <a:pt x="0" y="0"/>
                </a:lnTo>
                <a:lnTo>
                  <a:pt x="120000" y="120000"/>
                </a:lnTo>
                <a:lnTo>
                  <a:pt x="120000" y="120000"/>
                </a:lnTo>
                <a:lnTo>
                  <a:pt x="0" y="0"/>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68" name="Google Shape;468;p79"/>
          <p:cNvSpPr/>
          <p:nvPr/>
        </p:nvSpPr>
        <p:spPr>
          <a:xfrm>
            <a:off x="8640065" y="1177410"/>
            <a:ext cx="212724" cy="211137"/>
          </a:xfrm>
          <a:custGeom>
            <a:avLst/>
            <a:gdLst/>
            <a:ahLst/>
            <a:cxnLst/>
            <a:rect l="l" t="t" r="r" b="b"/>
            <a:pathLst>
              <a:path w="120000" h="120000" extrusionOk="0">
                <a:moveTo>
                  <a:pt x="120000" y="0"/>
                </a:moveTo>
                <a:cubicBezTo>
                  <a:pt x="120000" y="1904"/>
                  <a:pt x="118095" y="1904"/>
                  <a:pt x="118095" y="3809"/>
                </a:cubicBezTo>
                <a:cubicBezTo>
                  <a:pt x="95238" y="24761"/>
                  <a:pt x="95238" y="24761"/>
                  <a:pt x="95238" y="24761"/>
                </a:cubicBezTo>
                <a:cubicBezTo>
                  <a:pt x="0" y="120000"/>
                  <a:pt x="0" y="120000"/>
                  <a:pt x="0" y="120000"/>
                </a:cubicBezTo>
                <a:cubicBezTo>
                  <a:pt x="0" y="120000"/>
                  <a:pt x="0" y="120000"/>
                  <a:pt x="0" y="120000"/>
                </a:cubicBezTo>
                <a:cubicBezTo>
                  <a:pt x="95238" y="24761"/>
                  <a:pt x="95238" y="24761"/>
                  <a:pt x="95238" y="24761"/>
                </a:cubicBezTo>
                <a:cubicBezTo>
                  <a:pt x="118095" y="1904"/>
                  <a:pt x="118095" y="1904"/>
                  <a:pt x="118095" y="1904"/>
                </a:cubicBezTo>
                <a:cubicBezTo>
                  <a:pt x="118095" y="1904"/>
                  <a:pt x="120000" y="1904"/>
                  <a:pt x="120000" y="0"/>
                </a:cubicBezTo>
              </a:path>
            </a:pathLst>
          </a:custGeom>
          <a:solidFill>
            <a:srgbClr val="BD964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69" name="Google Shape;469;p79"/>
          <p:cNvSpPr/>
          <p:nvPr/>
        </p:nvSpPr>
        <p:spPr>
          <a:xfrm>
            <a:off x="8370190" y="1388548"/>
            <a:ext cx="269874" cy="266699"/>
          </a:xfrm>
          <a:custGeom>
            <a:avLst/>
            <a:gdLst/>
            <a:ahLst/>
            <a:cxnLst/>
            <a:rect l="l" t="t" r="r" b="b"/>
            <a:pathLst>
              <a:path w="120000" h="120000" extrusionOk="0">
                <a:moveTo>
                  <a:pt x="120000" y="0"/>
                </a:moveTo>
                <a:lnTo>
                  <a:pt x="120000" y="0"/>
                </a:lnTo>
                <a:lnTo>
                  <a:pt x="0" y="120000"/>
                </a:lnTo>
                <a:lnTo>
                  <a:pt x="0" y="120000"/>
                </a:lnTo>
                <a:lnTo>
                  <a:pt x="120000" y="0"/>
                </a:lnTo>
                <a:lnTo>
                  <a:pt x="120000" y="0"/>
                </a:lnTo>
                <a:close/>
              </a:path>
            </a:pathLst>
          </a:custGeom>
          <a:solidFill>
            <a:srgbClr val="E4B54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70" name="Google Shape;470;p79"/>
          <p:cNvSpPr/>
          <p:nvPr/>
        </p:nvSpPr>
        <p:spPr>
          <a:xfrm>
            <a:off x="8370190" y="1388548"/>
            <a:ext cx="269874" cy="266699"/>
          </a:xfrm>
          <a:custGeom>
            <a:avLst/>
            <a:gdLst/>
            <a:ahLst/>
            <a:cxnLst/>
            <a:rect l="l" t="t" r="r" b="b"/>
            <a:pathLst>
              <a:path w="120000" h="120000" extrusionOk="0">
                <a:moveTo>
                  <a:pt x="120000" y="0"/>
                </a:moveTo>
                <a:lnTo>
                  <a:pt x="120000" y="0"/>
                </a:lnTo>
                <a:lnTo>
                  <a:pt x="0" y="120000"/>
                </a:lnTo>
                <a:lnTo>
                  <a:pt x="0" y="120000"/>
                </a:lnTo>
                <a:lnTo>
                  <a:pt x="120000" y="0"/>
                </a:lnTo>
                <a:lnTo>
                  <a:pt x="120000" y="0"/>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71" name="Google Shape;471;p79"/>
          <p:cNvSpPr/>
          <p:nvPr/>
        </p:nvSpPr>
        <p:spPr>
          <a:xfrm>
            <a:off x="8736902" y="1483798"/>
            <a:ext cx="280987" cy="171449"/>
          </a:xfrm>
          <a:custGeom>
            <a:avLst/>
            <a:gdLst/>
            <a:ahLst/>
            <a:cxnLst/>
            <a:rect l="l" t="t" r="r" b="b"/>
            <a:pathLst>
              <a:path w="120000" h="120000" extrusionOk="0">
                <a:moveTo>
                  <a:pt x="119999" y="120000"/>
                </a:moveTo>
                <a:cubicBezTo>
                  <a:pt x="119999" y="120000"/>
                  <a:pt x="119999" y="120000"/>
                  <a:pt x="119999" y="120000"/>
                </a:cubicBezTo>
                <a:cubicBezTo>
                  <a:pt x="119999" y="120000"/>
                  <a:pt x="119999" y="120000"/>
                  <a:pt x="119999" y="120000"/>
                </a:cubicBezTo>
                <a:moveTo>
                  <a:pt x="0" y="0"/>
                </a:moveTo>
                <a:cubicBezTo>
                  <a:pt x="30361" y="51764"/>
                  <a:pt x="30361" y="51764"/>
                  <a:pt x="30361" y="51764"/>
                </a:cubicBezTo>
                <a:cubicBezTo>
                  <a:pt x="47710" y="80000"/>
                  <a:pt x="47710" y="80000"/>
                  <a:pt x="47710" y="80000"/>
                </a:cubicBezTo>
                <a:cubicBezTo>
                  <a:pt x="52048" y="87058"/>
                  <a:pt x="57831" y="91764"/>
                  <a:pt x="63614" y="96470"/>
                </a:cubicBezTo>
                <a:cubicBezTo>
                  <a:pt x="57831" y="91764"/>
                  <a:pt x="52048" y="87058"/>
                  <a:pt x="47710" y="80000"/>
                </a:cubicBezTo>
                <a:cubicBezTo>
                  <a:pt x="30361" y="51764"/>
                  <a:pt x="30361" y="51764"/>
                  <a:pt x="30361" y="51764"/>
                </a:cubicBezTo>
                <a:cubicBezTo>
                  <a:pt x="0" y="0"/>
                  <a:pt x="0" y="0"/>
                  <a:pt x="0" y="0"/>
                </a:cubicBezTo>
              </a:path>
            </a:pathLst>
          </a:custGeom>
          <a:solidFill>
            <a:srgbClr val="BD964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72" name="Google Shape;472;p79"/>
          <p:cNvSpPr/>
          <p:nvPr/>
        </p:nvSpPr>
        <p:spPr>
          <a:xfrm>
            <a:off x="9198865" y="3193536"/>
            <a:ext cx="85724" cy="393700"/>
          </a:xfrm>
          <a:custGeom>
            <a:avLst/>
            <a:gdLst/>
            <a:ahLst/>
            <a:cxnLst/>
            <a:rect l="l" t="t" r="r" b="b"/>
            <a:pathLst>
              <a:path w="120000" h="120000" extrusionOk="0">
                <a:moveTo>
                  <a:pt x="81600" y="97435"/>
                </a:moveTo>
                <a:cubicBezTo>
                  <a:pt x="57600" y="105641"/>
                  <a:pt x="33600" y="112820"/>
                  <a:pt x="0" y="118974"/>
                </a:cubicBezTo>
                <a:cubicBezTo>
                  <a:pt x="0" y="120000"/>
                  <a:pt x="0" y="120000"/>
                  <a:pt x="0" y="120000"/>
                </a:cubicBezTo>
                <a:cubicBezTo>
                  <a:pt x="33600" y="112820"/>
                  <a:pt x="57600" y="105641"/>
                  <a:pt x="81600" y="97435"/>
                </a:cubicBezTo>
                <a:moveTo>
                  <a:pt x="81600" y="97435"/>
                </a:moveTo>
                <a:cubicBezTo>
                  <a:pt x="81600" y="97435"/>
                  <a:pt x="81600" y="97435"/>
                  <a:pt x="81600" y="97435"/>
                </a:cubicBezTo>
                <a:cubicBezTo>
                  <a:pt x="81600" y="97435"/>
                  <a:pt x="81600" y="97435"/>
                  <a:pt x="81600" y="97435"/>
                </a:cubicBezTo>
                <a:moveTo>
                  <a:pt x="0" y="0"/>
                </a:moveTo>
                <a:cubicBezTo>
                  <a:pt x="0" y="0"/>
                  <a:pt x="0" y="0"/>
                  <a:pt x="0" y="0"/>
                </a:cubicBezTo>
                <a:cubicBezTo>
                  <a:pt x="52800" y="10256"/>
                  <a:pt x="91200" y="23589"/>
                  <a:pt x="110400" y="37948"/>
                </a:cubicBezTo>
                <a:cubicBezTo>
                  <a:pt x="110400" y="37948"/>
                  <a:pt x="110400" y="37948"/>
                  <a:pt x="110400" y="38974"/>
                </a:cubicBezTo>
                <a:cubicBezTo>
                  <a:pt x="110400" y="38974"/>
                  <a:pt x="110400" y="38974"/>
                  <a:pt x="110400" y="38974"/>
                </a:cubicBezTo>
                <a:cubicBezTo>
                  <a:pt x="110400" y="38974"/>
                  <a:pt x="110400" y="38974"/>
                  <a:pt x="110400" y="38974"/>
                </a:cubicBezTo>
                <a:cubicBezTo>
                  <a:pt x="110400" y="38974"/>
                  <a:pt x="110400" y="38974"/>
                  <a:pt x="110400" y="38974"/>
                </a:cubicBezTo>
                <a:cubicBezTo>
                  <a:pt x="110400" y="38974"/>
                  <a:pt x="110400" y="38974"/>
                  <a:pt x="110400" y="38974"/>
                </a:cubicBezTo>
                <a:cubicBezTo>
                  <a:pt x="110400" y="38974"/>
                  <a:pt x="110400" y="38974"/>
                  <a:pt x="110400" y="38974"/>
                </a:cubicBezTo>
                <a:cubicBezTo>
                  <a:pt x="110400" y="38974"/>
                  <a:pt x="110400" y="38974"/>
                  <a:pt x="110400" y="38974"/>
                </a:cubicBezTo>
                <a:cubicBezTo>
                  <a:pt x="110400" y="38974"/>
                  <a:pt x="110400" y="38974"/>
                  <a:pt x="110400" y="38974"/>
                </a:cubicBezTo>
                <a:cubicBezTo>
                  <a:pt x="110400" y="38974"/>
                  <a:pt x="110400" y="38974"/>
                  <a:pt x="110400" y="40000"/>
                </a:cubicBezTo>
                <a:cubicBezTo>
                  <a:pt x="110400" y="40000"/>
                  <a:pt x="110400" y="40000"/>
                  <a:pt x="110400" y="40000"/>
                </a:cubicBezTo>
                <a:cubicBezTo>
                  <a:pt x="110400" y="40000"/>
                  <a:pt x="110400" y="40000"/>
                  <a:pt x="110400" y="40000"/>
                </a:cubicBezTo>
                <a:cubicBezTo>
                  <a:pt x="110400" y="40000"/>
                  <a:pt x="110400" y="40000"/>
                  <a:pt x="110400" y="40000"/>
                </a:cubicBezTo>
                <a:cubicBezTo>
                  <a:pt x="110400" y="40000"/>
                  <a:pt x="110400" y="40000"/>
                  <a:pt x="110400" y="40000"/>
                </a:cubicBezTo>
                <a:cubicBezTo>
                  <a:pt x="110400" y="40000"/>
                  <a:pt x="110400" y="40000"/>
                  <a:pt x="110400" y="40000"/>
                </a:cubicBezTo>
                <a:cubicBezTo>
                  <a:pt x="115200" y="45128"/>
                  <a:pt x="120000" y="49230"/>
                  <a:pt x="120000" y="54358"/>
                </a:cubicBezTo>
                <a:cubicBezTo>
                  <a:pt x="120000" y="54358"/>
                  <a:pt x="120000" y="54358"/>
                  <a:pt x="120000" y="54358"/>
                </a:cubicBezTo>
                <a:cubicBezTo>
                  <a:pt x="120000" y="54358"/>
                  <a:pt x="120000" y="54358"/>
                  <a:pt x="120000" y="54358"/>
                </a:cubicBezTo>
                <a:cubicBezTo>
                  <a:pt x="120000" y="54358"/>
                  <a:pt x="120000" y="54358"/>
                  <a:pt x="120000" y="54358"/>
                </a:cubicBezTo>
                <a:cubicBezTo>
                  <a:pt x="120000" y="54358"/>
                  <a:pt x="120000" y="54358"/>
                  <a:pt x="120000" y="54358"/>
                </a:cubicBezTo>
                <a:cubicBezTo>
                  <a:pt x="120000" y="54358"/>
                  <a:pt x="120000" y="54358"/>
                  <a:pt x="120000" y="54358"/>
                </a:cubicBezTo>
                <a:cubicBezTo>
                  <a:pt x="120000" y="54358"/>
                  <a:pt x="120000" y="54358"/>
                  <a:pt x="120000" y="55384"/>
                </a:cubicBezTo>
                <a:cubicBezTo>
                  <a:pt x="120000" y="55384"/>
                  <a:pt x="120000" y="55384"/>
                  <a:pt x="120000" y="55384"/>
                </a:cubicBezTo>
                <a:cubicBezTo>
                  <a:pt x="120000" y="55384"/>
                  <a:pt x="120000" y="55384"/>
                  <a:pt x="120000" y="55384"/>
                </a:cubicBezTo>
                <a:cubicBezTo>
                  <a:pt x="120000" y="55384"/>
                  <a:pt x="120000" y="55384"/>
                  <a:pt x="120000" y="55384"/>
                </a:cubicBezTo>
                <a:cubicBezTo>
                  <a:pt x="120000" y="55384"/>
                  <a:pt x="120000" y="55384"/>
                  <a:pt x="120000" y="55384"/>
                </a:cubicBezTo>
                <a:cubicBezTo>
                  <a:pt x="120000" y="55384"/>
                  <a:pt x="120000" y="55384"/>
                  <a:pt x="120000" y="55384"/>
                </a:cubicBezTo>
                <a:cubicBezTo>
                  <a:pt x="120000" y="55384"/>
                  <a:pt x="120000" y="55384"/>
                  <a:pt x="120000" y="55384"/>
                </a:cubicBezTo>
                <a:cubicBezTo>
                  <a:pt x="120000" y="55384"/>
                  <a:pt x="120000" y="55384"/>
                  <a:pt x="120000" y="55384"/>
                </a:cubicBezTo>
                <a:cubicBezTo>
                  <a:pt x="120000" y="55384"/>
                  <a:pt x="120000" y="55384"/>
                  <a:pt x="120000" y="56410"/>
                </a:cubicBezTo>
                <a:cubicBezTo>
                  <a:pt x="120000" y="56410"/>
                  <a:pt x="120000" y="56410"/>
                  <a:pt x="120000" y="56410"/>
                </a:cubicBezTo>
                <a:cubicBezTo>
                  <a:pt x="120000" y="56410"/>
                  <a:pt x="120000" y="56410"/>
                  <a:pt x="120000" y="56410"/>
                </a:cubicBezTo>
                <a:cubicBezTo>
                  <a:pt x="120000" y="56410"/>
                  <a:pt x="120000" y="56410"/>
                  <a:pt x="120000" y="56410"/>
                </a:cubicBezTo>
                <a:cubicBezTo>
                  <a:pt x="120000" y="56410"/>
                  <a:pt x="120000" y="56410"/>
                  <a:pt x="120000" y="56410"/>
                </a:cubicBezTo>
                <a:cubicBezTo>
                  <a:pt x="120000" y="56410"/>
                  <a:pt x="120000" y="56410"/>
                  <a:pt x="120000" y="56410"/>
                </a:cubicBezTo>
                <a:cubicBezTo>
                  <a:pt x="120000" y="56410"/>
                  <a:pt x="120000" y="56410"/>
                  <a:pt x="120000" y="56410"/>
                </a:cubicBezTo>
                <a:cubicBezTo>
                  <a:pt x="120000" y="56410"/>
                  <a:pt x="120000" y="56410"/>
                  <a:pt x="120000" y="56410"/>
                </a:cubicBezTo>
                <a:cubicBezTo>
                  <a:pt x="120000" y="56410"/>
                  <a:pt x="120000" y="57435"/>
                  <a:pt x="120000" y="57435"/>
                </a:cubicBezTo>
                <a:cubicBezTo>
                  <a:pt x="120000" y="57435"/>
                  <a:pt x="120000" y="57435"/>
                  <a:pt x="120000" y="57435"/>
                </a:cubicBezTo>
                <a:cubicBezTo>
                  <a:pt x="120000" y="57435"/>
                  <a:pt x="120000" y="57435"/>
                  <a:pt x="120000" y="57435"/>
                </a:cubicBezTo>
                <a:cubicBezTo>
                  <a:pt x="120000" y="57435"/>
                  <a:pt x="120000" y="57435"/>
                  <a:pt x="120000" y="57435"/>
                </a:cubicBezTo>
                <a:cubicBezTo>
                  <a:pt x="120000" y="57435"/>
                  <a:pt x="120000" y="57435"/>
                  <a:pt x="120000" y="57435"/>
                </a:cubicBezTo>
                <a:cubicBezTo>
                  <a:pt x="120000" y="57435"/>
                  <a:pt x="120000" y="57435"/>
                  <a:pt x="120000" y="57435"/>
                </a:cubicBezTo>
                <a:cubicBezTo>
                  <a:pt x="120000" y="57435"/>
                  <a:pt x="120000" y="57435"/>
                  <a:pt x="120000" y="57435"/>
                </a:cubicBezTo>
                <a:cubicBezTo>
                  <a:pt x="120000" y="57435"/>
                  <a:pt x="120000" y="57435"/>
                  <a:pt x="120000" y="57435"/>
                </a:cubicBezTo>
                <a:cubicBezTo>
                  <a:pt x="120000" y="58461"/>
                  <a:pt x="120000" y="58461"/>
                  <a:pt x="120000" y="58461"/>
                </a:cubicBezTo>
                <a:cubicBezTo>
                  <a:pt x="120000" y="58461"/>
                  <a:pt x="120000" y="58461"/>
                  <a:pt x="120000" y="58461"/>
                </a:cubicBezTo>
                <a:cubicBezTo>
                  <a:pt x="120000" y="58461"/>
                  <a:pt x="120000" y="58461"/>
                  <a:pt x="120000" y="58461"/>
                </a:cubicBezTo>
                <a:cubicBezTo>
                  <a:pt x="120000" y="58461"/>
                  <a:pt x="120000" y="58461"/>
                  <a:pt x="120000" y="58461"/>
                </a:cubicBezTo>
                <a:cubicBezTo>
                  <a:pt x="120000" y="58461"/>
                  <a:pt x="120000" y="58461"/>
                  <a:pt x="120000" y="58461"/>
                </a:cubicBezTo>
                <a:cubicBezTo>
                  <a:pt x="120000" y="58461"/>
                  <a:pt x="120000" y="58461"/>
                  <a:pt x="120000" y="58461"/>
                </a:cubicBezTo>
                <a:cubicBezTo>
                  <a:pt x="120000" y="58461"/>
                  <a:pt x="120000" y="58461"/>
                  <a:pt x="120000" y="58461"/>
                </a:cubicBezTo>
                <a:cubicBezTo>
                  <a:pt x="120000" y="58461"/>
                  <a:pt x="120000" y="58461"/>
                  <a:pt x="120000" y="59487"/>
                </a:cubicBezTo>
                <a:cubicBezTo>
                  <a:pt x="120000" y="59487"/>
                  <a:pt x="120000" y="59487"/>
                  <a:pt x="120000" y="59487"/>
                </a:cubicBezTo>
                <a:cubicBezTo>
                  <a:pt x="120000" y="59487"/>
                  <a:pt x="120000" y="59487"/>
                  <a:pt x="120000" y="59487"/>
                </a:cubicBezTo>
                <a:cubicBezTo>
                  <a:pt x="120000" y="59487"/>
                  <a:pt x="120000" y="59487"/>
                  <a:pt x="120000" y="59487"/>
                </a:cubicBezTo>
                <a:cubicBezTo>
                  <a:pt x="120000" y="59487"/>
                  <a:pt x="120000" y="59487"/>
                  <a:pt x="120000" y="59487"/>
                </a:cubicBezTo>
                <a:cubicBezTo>
                  <a:pt x="120000" y="59487"/>
                  <a:pt x="120000" y="59487"/>
                  <a:pt x="120000" y="59487"/>
                </a:cubicBezTo>
                <a:cubicBezTo>
                  <a:pt x="120000" y="59487"/>
                  <a:pt x="120000" y="59487"/>
                  <a:pt x="120000" y="59487"/>
                </a:cubicBezTo>
                <a:cubicBezTo>
                  <a:pt x="120000" y="59487"/>
                  <a:pt x="120000" y="59487"/>
                  <a:pt x="120000" y="59487"/>
                </a:cubicBezTo>
                <a:cubicBezTo>
                  <a:pt x="120000" y="35897"/>
                  <a:pt x="76800" y="15384"/>
                  <a:pt x="0" y="0"/>
                </a:cubicBezTo>
              </a:path>
            </a:pathLst>
          </a:custGeom>
          <a:solidFill>
            <a:srgbClr val="D3D1D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73" name="Google Shape;473;p79"/>
          <p:cNvSpPr/>
          <p:nvPr/>
        </p:nvSpPr>
        <p:spPr>
          <a:xfrm>
            <a:off x="9198865" y="3193536"/>
            <a:ext cx="85724" cy="390524"/>
          </a:xfrm>
          <a:custGeom>
            <a:avLst/>
            <a:gdLst/>
            <a:ahLst/>
            <a:cxnLst/>
            <a:rect l="l" t="t" r="r" b="b"/>
            <a:pathLst>
              <a:path w="120000" h="120000" extrusionOk="0">
                <a:moveTo>
                  <a:pt x="96000" y="88965"/>
                </a:moveTo>
                <a:cubicBezTo>
                  <a:pt x="76800" y="101379"/>
                  <a:pt x="43200" y="111724"/>
                  <a:pt x="4800" y="120000"/>
                </a:cubicBezTo>
                <a:cubicBezTo>
                  <a:pt x="0" y="120000"/>
                  <a:pt x="0" y="120000"/>
                  <a:pt x="0" y="120000"/>
                </a:cubicBezTo>
                <a:cubicBezTo>
                  <a:pt x="0" y="120000"/>
                  <a:pt x="0" y="120000"/>
                  <a:pt x="0" y="120000"/>
                </a:cubicBezTo>
                <a:cubicBezTo>
                  <a:pt x="33600" y="113793"/>
                  <a:pt x="57600" y="106551"/>
                  <a:pt x="81600" y="98275"/>
                </a:cubicBezTo>
                <a:cubicBezTo>
                  <a:pt x="81600" y="98275"/>
                  <a:pt x="81600" y="98275"/>
                  <a:pt x="81600" y="98275"/>
                </a:cubicBezTo>
                <a:cubicBezTo>
                  <a:pt x="81600" y="98275"/>
                  <a:pt x="81600" y="98275"/>
                  <a:pt x="81600" y="98275"/>
                </a:cubicBezTo>
                <a:cubicBezTo>
                  <a:pt x="86400" y="95172"/>
                  <a:pt x="91200" y="92068"/>
                  <a:pt x="96000" y="88965"/>
                </a:cubicBezTo>
                <a:moveTo>
                  <a:pt x="120000" y="60000"/>
                </a:moveTo>
                <a:cubicBezTo>
                  <a:pt x="120000" y="60000"/>
                  <a:pt x="120000" y="60000"/>
                  <a:pt x="120000" y="60000"/>
                </a:cubicBezTo>
                <a:cubicBezTo>
                  <a:pt x="120000" y="60000"/>
                  <a:pt x="120000" y="60000"/>
                  <a:pt x="120000" y="60000"/>
                </a:cubicBezTo>
                <a:cubicBezTo>
                  <a:pt x="120000" y="60000"/>
                  <a:pt x="120000" y="60000"/>
                  <a:pt x="120000" y="60000"/>
                </a:cubicBezTo>
                <a:moveTo>
                  <a:pt x="120000" y="60000"/>
                </a:moveTo>
                <a:cubicBezTo>
                  <a:pt x="120000" y="60000"/>
                  <a:pt x="120000" y="60000"/>
                  <a:pt x="120000" y="60000"/>
                </a:cubicBezTo>
                <a:cubicBezTo>
                  <a:pt x="120000" y="60000"/>
                  <a:pt x="120000" y="60000"/>
                  <a:pt x="120000" y="60000"/>
                </a:cubicBezTo>
                <a:moveTo>
                  <a:pt x="120000" y="60000"/>
                </a:moveTo>
                <a:cubicBezTo>
                  <a:pt x="120000" y="60000"/>
                  <a:pt x="120000" y="60000"/>
                  <a:pt x="120000" y="60000"/>
                </a:cubicBezTo>
                <a:cubicBezTo>
                  <a:pt x="120000" y="60000"/>
                  <a:pt x="120000" y="60000"/>
                  <a:pt x="120000" y="60000"/>
                </a:cubicBezTo>
                <a:moveTo>
                  <a:pt x="120000" y="58965"/>
                </a:moveTo>
                <a:cubicBezTo>
                  <a:pt x="120000" y="58965"/>
                  <a:pt x="120000" y="58965"/>
                  <a:pt x="120000" y="60000"/>
                </a:cubicBezTo>
                <a:cubicBezTo>
                  <a:pt x="120000" y="58965"/>
                  <a:pt x="120000" y="58965"/>
                  <a:pt x="120000" y="58965"/>
                </a:cubicBezTo>
                <a:moveTo>
                  <a:pt x="120000" y="58965"/>
                </a:moveTo>
                <a:cubicBezTo>
                  <a:pt x="120000" y="58965"/>
                  <a:pt x="120000" y="58965"/>
                  <a:pt x="120000" y="58965"/>
                </a:cubicBezTo>
                <a:cubicBezTo>
                  <a:pt x="120000" y="58965"/>
                  <a:pt x="120000" y="58965"/>
                  <a:pt x="120000" y="58965"/>
                </a:cubicBezTo>
                <a:moveTo>
                  <a:pt x="120000" y="58965"/>
                </a:moveTo>
                <a:cubicBezTo>
                  <a:pt x="120000" y="58965"/>
                  <a:pt x="120000" y="58965"/>
                  <a:pt x="120000" y="58965"/>
                </a:cubicBezTo>
                <a:cubicBezTo>
                  <a:pt x="120000" y="58965"/>
                  <a:pt x="120000" y="58965"/>
                  <a:pt x="120000" y="58965"/>
                </a:cubicBezTo>
                <a:moveTo>
                  <a:pt x="120000" y="58965"/>
                </a:moveTo>
                <a:cubicBezTo>
                  <a:pt x="120000" y="58965"/>
                  <a:pt x="120000" y="58965"/>
                  <a:pt x="120000" y="58965"/>
                </a:cubicBezTo>
                <a:cubicBezTo>
                  <a:pt x="120000" y="58965"/>
                  <a:pt x="120000" y="58965"/>
                  <a:pt x="120000" y="58965"/>
                </a:cubicBezTo>
                <a:moveTo>
                  <a:pt x="120000" y="57931"/>
                </a:moveTo>
                <a:cubicBezTo>
                  <a:pt x="120000" y="57931"/>
                  <a:pt x="120000" y="57931"/>
                  <a:pt x="120000" y="57931"/>
                </a:cubicBezTo>
                <a:cubicBezTo>
                  <a:pt x="120000" y="57931"/>
                  <a:pt x="120000" y="57931"/>
                  <a:pt x="120000" y="57931"/>
                </a:cubicBezTo>
                <a:moveTo>
                  <a:pt x="120000" y="57931"/>
                </a:moveTo>
                <a:cubicBezTo>
                  <a:pt x="120000" y="57931"/>
                  <a:pt x="120000" y="57931"/>
                  <a:pt x="120000" y="57931"/>
                </a:cubicBezTo>
                <a:cubicBezTo>
                  <a:pt x="120000" y="57931"/>
                  <a:pt x="120000" y="57931"/>
                  <a:pt x="120000" y="57931"/>
                </a:cubicBezTo>
                <a:moveTo>
                  <a:pt x="120000" y="57931"/>
                </a:moveTo>
                <a:cubicBezTo>
                  <a:pt x="120000" y="57931"/>
                  <a:pt x="120000" y="57931"/>
                  <a:pt x="120000" y="57931"/>
                </a:cubicBezTo>
                <a:cubicBezTo>
                  <a:pt x="120000" y="57931"/>
                  <a:pt x="120000" y="57931"/>
                  <a:pt x="120000" y="57931"/>
                </a:cubicBezTo>
                <a:moveTo>
                  <a:pt x="120000" y="57931"/>
                </a:moveTo>
                <a:cubicBezTo>
                  <a:pt x="120000" y="57931"/>
                  <a:pt x="120000" y="57931"/>
                  <a:pt x="120000" y="57931"/>
                </a:cubicBezTo>
                <a:cubicBezTo>
                  <a:pt x="120000" y="57931"/>
                  <a:pt x="120000" y="57931"/>
                  <a:pt x="120000" y="57931"/>
                </a:cubicBezTo>
                <a:moveTo>
                  <a:pt x="120000" y="56896"/>
                </a:moveTo>
                <a:cubicBezTo>
                  <a:pt x="120000" y="56896"/>
                  <a:pt x="120000" y="56896"/>
                  <a:pt x="120000" y="56896"/>
                </a:cubicBezTo>
                <a:cubicBezTo>
                  <a:pt x="120000" y="56896"/>
                  <a:pt x="120000" y="56896"/>
                  <a:pt x="120000" y="56896"/>
                </a:cubicBezTo>
                <a:moveTo>
                  <a:pt x="120000" y="56896"/>
                </a:moveTo>
                <a:cubicBezTo>
                  <a:pt x="120000" y="56896"/>
                  <a:pt x="120000" y="56896"/>
                  <a:pt x="120000" y="56896"/>
                </a:cubicBezTo>
                <a:cubicBezTo>
                  <a:pt x="120000" y="56896"/>
                  <a:pt x="120000" y="56896"/>
                  <a:pt x="120000" y="56896"/>
                </a:cubicBezTo>
                <a:moveTo>
                  <a:pt x="120000" y="56896"/>
                </a:moveTo>
                <a:cubicBezTo>
                  <a:pt x="120000" y="56896"/>
                  <a:pt x="120000" y="56896"/>
                  <a:pt x="120000" y="56896"/>
                </a:cubicBezTo>
                <a:cubicBezTo>
                  <a:pt x="120000" y="56896"/>
                  <a:pt x="120000" y="56896"/>
                  <a:pt x="120000" y="56896"/>
                </a:cubicBezTo>
                <a:moveTo>
                  <a:pt x="120000" y="56896"/>
                </a:moveTo>
                <a:cubicBezTo>
                  <a:pt x="120000" y="56896"/>
                  <a:pt x="120000" y="56896"/>
                  <a:pt x="120000" y="56896"/>
                </a:cubicBezTo>
                <a:cubicBezTo>
                  <a:pt x="120000" y="56896"/>
                  <a:pt x="120000" y="56896"/>
                  <a:pt x="120000" y="56896"/>
                </a:cubicBezTo>
                <a:moveTo>
                  <a:pt x="120000" y="55862"/>
                </a:moveTo>
                <a:cubicBezTo>
                  <a:pt x="120000" y="55862"/>
                  <a:pt x="120000" y="55862"/>
                  <a:pt x="120000" y="55862"/>
                </a:cubicBezTo>
                <a:cubicBezTo>
                  <a:pt x="120000" y="55862"/>
                  <a:pt x="120000" y="55862"/>
                  <a:pt x="120000" y="55862"/>
                </a:cubicBezTo>
                <a:moveTo>
                  <a:pt x="120000" y="55862"/>
                </a:moveTo>
                <a:cubicBezTo>
                  <a:pt x="120000" y="55862"/>
                  <a:pt x="120000" y="55862"/>
                  <a:pt x="120000" y="55862"/>
                </a:cubicBezTo>
                <a:cubicBezTo>
                  <a:pt x="120000" y="55862"/>
                  <a:pt x="120000" y="55862"/>
                  <a:pt x="120000" y="55862"/>
                </a:cubicBezTo>
                <a:moveTo>
                  <a:pt x="120000" y="55862"/>
                </a:moveTo>
                <a:cubicBezTo>
                  <a:pt x="120000" y="55862"/>
                  <a:pt x="120000" y="55862"/>
                  <a:pt x="120000" y="55862"/>
                </a:cubicBezTo>
                <a:cubicBezTo>
                  <a:pt x="120000" y="55862"/>
                  <a:pt x="120000" y="55862"/>
                  <a:pt x="120000" y="55862"/>
                </a:cubicBezTo>
                <a:moveTo>
                  <a:pt x="120000" y="55862"/>
                </a:moveTo>
                <a:cubicBezTo>
                  <a:pt x="120000" y="55862"/>
                  <a:pt x="120000" y="55862"/>
                  <a:pt x="120000" y="55862"/>
                </a:cubicBezTo>
                <a:cubicBezTo>
                  <a:pt x="120000" y="55862"/>
                  <a:pt x="120000" y="55862"/>
                  <a:pt x="120000" y="55862"/>
                </a:cubicBezTo>
                <a:moveTo>
                  <a:pt x="120000" y="54827"/>
                </a:moveTo>
                <a:cubicBezTo>
                  <a:pt x="120000" y="54827"/>
                  <a:pt x="120000" y="54827"/>
                  <a:pt x="120000" y="54827"/>
                </a:cubicBezTo>
                <a:cubicBezTo>
                  <a:pt x="120000" y="54827"/>
                  <a:pt x="120000" y="54827"/>
                  <a:pt x="120000" y="54827"/>
                </a:cubicBezTo>
                <a:moveTo>
                  <a:pt x="120000" y="54827"/>
                </a:moveTo>
                <a:cubicBezTo>
                  <a:pt x="120000" y="54827"/>
                  <a:pt x="120000" y="54827"/>
                  <a:pt x="120000" y="54827"/>
                </a:cubicBezTo>
                <a:cubicBezTo>
                  <a:pt x="120000" y="54827"/>
                  <a:pt x="120000" y="54827"/>
                  <a:pt x="120000" y="54827"/>
                </a:cubicBezTo>
                <a:moveTo>
                  <a:pt x="120000" y="54827"/>
                </a:moveTo>
                <a:cubicBezTo>
                  <a:pt x="120000" y="54827"/>
                  <a:pt x="120000" y="54827"/>
                  <a:pt x="120000" y="54827"/>
                </a:cubicBezTo>
                <a:cubicBezTo>
                  <a:pt x="120000" y="54827"/>
                  <a:pt x="120000" y="54827"/>
                  <a:pt x="120000" y="54827"/>
                </a:cubicBezTo>
                <a:moveTo>
                  <a:pt x="110400" y="40344"/>
                </a:moveTo>
                <a:cubicBezTo>
                  <a:pt x="110400" y="40344"/>
                  <a:pt x="110400" y="40344"/>
                  <a:pt x="110400" y="40344"/>
                </a:cubicBezTo>
                <a:cubicBezTo>
                  <a:pt x="110400" y="40344"/>
                  <a:pt x="110400" y="40344"/>
                  <a:pt x="110400" y="40344"/>
                </a:cubicBezTo>
                <a:moveTo>
                  <a:pt x="110400" y="40344"/>
                </a:moveTo>
                <a:cubicBezTo>
                  <a:pt x="110400" y="40344"/>
                  <a:pt x="110400" y="40344"/>
                  <a:pt x="110400" y="40344"/>
                </a:cubicBezTo>
                <a:cubicBezTo>
                  <a:pt x="110400" y="40344"/>
                  <a:pt x="110400" y="40344"/>
                  <a:pt x="110400" y="40344"/>
                </a:cubicBezTo>
                <a:moveTo>
                  <a:pt x="110400" y="40344"/>
                </a:moveTo>
                <a:cubicBezTo>
                  <a:pt x="110400" y="40344"/>
                  <a:pt x="110400" y="40344"/>
                  <a:pt x="110400" y="40344"/>
                </a:cubicBezTo>
                <a:cubicBezTo>
                  <a:pt x="110400" y="40344"/>
                  <a:pt x="110400" y="40344"/>
                  <a:pt x="110400" y="40344"/>
                </a:cubicBezTo>
                <a:moveTo>
                  <a:pt x="110400" y="39310"/>
                </a:moveTo>
                <a:cubicBezTo>
                  <a:pt x="110400" y="39310"/>
                  <a:pt x="110400" y="39310"/>
                  <a:pt x="110400" y="39310"/>
                </a:cubicBezTo>
                <a:cubicBezTo>
                  <a:pt x="110400" y="39310"/>
                  <a:pt x="110400" y="39310"/>
                  <a:pt x="110400" y="39310"/>
                </a:cubicBezTo>
                <a:moveTo>
                  <a:pt x="110400" y="39310"/>
                </a:moveTo>
                <a:cubicBezTo>
                  <a:pt x="110400" y="39310"/>
                  <a:pt x="110400" y="39310"/>
                  <a:pt x="110400" y="39310"/>
                </a:cubicBezTo>
                <a:cubicBezTo>
                  <a:pt x="110400" y="39310"/>
                  <a:pt x="110400" y="39310"/>
                  <a:pt x="110400" y="39310"/>
                </a:cubicBezTo>
                <a:moveTo>
                  <a:pt x="110400" y="39310"/>
                </a:moveTo>
                <a:cubicBezTo>
                  <a:pt x="110400" y="39310"/>
                  <a:pt x="110400" y="39310"/>
                  <a:pt x="110400" y="39310"/>
                </a:cubicBezTo>
                <a:cubicBezTo>
                  <a:pt x="110400" y="39310"/>
                  <a:pt x="110400" y="39310"/>
                  <a:pt x="110400" y="39310"/>
                </a:cubicBezTo>
                <a:moveTo>
                  <a:pt x="110400" y="39310"/>
                </a:moveTo>
                <a:cubicBezTo>
                  <a:pt x="110400" y="39310"/>
                  <a:pt x="110400" y="39310"/>
                  <a:pt x="110400" y="39310"/>
                </a:cubicBezTo>
                <a:cubicBezTo>
                  <a:pt x="110400" y="39310"/>
                  <a:pt x="110400" y="39310"/>
                  <a:pt x="110400" y="39310"/>
                </a:cubicBezTo>
                <a:moveTo>
                  <a:pt x="0" y="0"/>
                </a:moveTo>
                <a:cubicBezTo>
                  <a:pt x="0" y="1034"/>
                  <a:pt x="0" y="1034"/>
                  <a:pt x="0" y="1034"/>
                </a:cubicBezTo>
                <a:cubicBezTo>
                  <a:pt x="4800" y="1034"/>
                  <a:pt x="4800" y="1034"/>
                  <a:pt x="4800" y="1034"/>
                </a:cubicBezTo>
                <a:cubicBezTo>
                  <a:pt x="52800" y="11379"/>
                  <a:pt x="91200" y="23793"/>
                  <a:pt x="110400" y="38275"/>
                </a:cubicBezTo>
                <a:cubicBezTo>
                  <a:pt x="91200" y="23793"/>
                  <a:pt x="52800" y="10344"/>
                  <a:pt x="0" y="0"/>
                </a:cubicBezTo>
              </a:path>
            </a:pathLst>
          </a:custGeom>
          <a:solidFill>
            <a:srgbClr val="4D968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74" name="Google Shape;474;p79"/>
          <p:cNvSpPr/>
          <p:nvPr/>
        </p:nvSpPr>
        <p:spPr>
          <a:xfrm>
            <a:off x="8370190" y="3122097"/>
            <a:ext cx="269874" cy="266699"/>
          </a:xfrm>
          <a:custGeom>
            <a:avLst/>
            <a:gdLst/>
            <a:ahLst/>
            <a:cxnLst/>
            <a:rect l="l" t="t" r="r" b="b"/>
            <a:pathLst>
              <a:path w="120000" h="120000" extrusionOk="0">
                <a:moveTo>
                  <a:pt x="0" y="0"/>
                </a:moveTo>
                <a:lnTo>
                  <a:pt x="0" y="0"/>
                </a:lnTo>
                <a:lnTo>
                  <a:pt x="120000" y="120000"/>
                </a:lnTo>
                <a:lnTo>
                  <a:pt x="120000" y="120000"/>
                </a:lnTo>
                <a:lnTo>
                  <a:pt x="0" y="0"/>
                </a:lnTo>
                <a:close/>
              </a:path>
            </a:pathLst>
          </a:custGeom>
          <a:solidFill>
            <a:srgbClr val="53A58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75" name="Google Shape;475;p79"/>
          <p:cNvSpPr/>
          <p:nvPr/>
        </p:nvSpPr>
        <p:spPr>
          <a:xfrm>
            <a:off x="8370190" y="3122097"/>
            <a:ext cx="269874" cy="266699"/>
          </a:xfrm>
          <a:custGeom>
            <a:avLst/>
            <a:gdLst/>
            <a:ahLst/>
            <a:cxnLst/>
            <a:rect l="l" t="t" r="r" b="b"/>
            <a:pathLst>
              <a:path w="120000" h="120000" extrusionOk="0">
                <a:moveTo>
                  <a:pt x="0" y="0"/>
                </a:moveTo>
                <a:lnTo>
                  <a:pt x="0" y="0"/>
                </a:lnTo>
                <a:lnTo>
                  <a:pt x="120000" y="120000"/>
                </a:lnTo>
                <a:lnTo>
                  <a:pt x="120000" y="120000"/>
                </a:lnTo>
                <a:lnTo>
                  <a:pt x="0" y="0"/>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76" name="Google Shape;476;p79"/>
          <p:cNvSpPr/>
          <p:nvPr/>
        </p:nvSpPr>
        <p:spPr>
          <a:xfrm>
            <a:off x="8640065" y="3179247"/>
            <a:ext cx="212724" cy="209549"/>
          </a:xfrm>
          <a:custGeom>
            <a:avLst/>
            <a:gdLst/>
            <a:ahLst/>
            <a:cxnLst/>
            <a:rect l="l" t="t" r="r" b="b"/>
            <a:pathLst>
              <a:path w="120000" h="120000" extrusionOk="0">
                <a:moveTo>
                  <a:pt x="120000" y="0"/>
                </a:moveTo>
                <a:cubicBezTo>
                  <a:pt x="120000" y="0"/>
                  <a:pt x="118095" y="0"/>
                  <a:pt x="118095" y="1935"/>
                </a:cubicBezTo>
                <a:cubicBezTo>
                  <a:pt x="95238" y="23225"/>
                  <a:pt x="95238" y="23225"/>
                  <a:pt x="95238" y="23225"/>
                </a:cubicBezTo>
                <a:cubicBezTo>
                  <a:pt x="0" y="120000"/>
                  <a:pt x="0" y="120000"/>
                  <a:pt x="0" y="120000"/>
                </a:cubicBezTo>
                <a:cubicBezTo>
                  <a:pt x="0" y="120000"/>
                  <a:pt x="0" y="120000"/>
                  <a:pt x="0" y="120000"/>
                </a:cubicBezTo>
                <a:cubicBezTo>
                  <a:pt x="95238" y="23225"/>
                  <a:pt x="95238" y="23225"/>
                  <a:pt x="95238" y="23225"/>
                </a:cubicBezTo>
                <a:cubicBezTo>
                  <a:pt x="118095" y="1935"/>
                  <a:pt x="118095" y="1935"/>
                  <a:pt x="118095" y="1935"/>
                </a:cubicBezTo>
                <a:cubicBezTo>
                  <a:pt x="118095" y="0"/>
                  <a:pt x="120000" y="0"/>
                  <a:pt x="120000" y="0"/>
                </a:cubicBezTo>
              </a:path>
            </a:pathLst>
          </a:custGeom>
          <a:solidFill>
            <a:srgbClr val="49897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77" name="Google Shape;477;p79"/>
          <p:cNvSpPr/>
          <p:nvPr/>
        </p:nvSpPr>
        <p:spPr>
          <a:xfrm>
            <a:off x="8370190" y="3388797"/>
            <a:ext cx="269874" cy="269874"/>
          </a:xfrm>
          <a:custGeom>
            <a:avLst/>
            <a:gdLst/>
            <a:ahLst/>
            <a:cxnLst/>
            <a:rect l="l" t="t" r="r" b="b"/>
            <a:pathLst>
              <a:path w="120000" h="120000" extrusionOk="0">
                <a:moveTo>
                  <a:pt x="120000" y="0"/>
                </a:moveTo>
                <a:lnTo>
                  <a:pt x="120000" y="0"/>
                </a:lnTo>
                <a:lnTo>
                  <a:pt x="0" y="120000"/>
                </a:lnTo>
                <a:lnTo>
                  <a:pt x="0" y="120000"/>
                </a:lnTo>
                <a:lnTo>
                  <a:pt x="120000" y="0"/>
                </a:lnTo>
                <a:lnTo>
                  <a:pt x="120000" y="0"/>
                </a:lnTo>
                <a:close/>
              </a:path>
            </a:pathLst>
          </a:custGeom>
          <a:solidFill>
            <a:srgbClr val="53A58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78" name="Google Shape;478;p79"/>
          <p:cNvSpPr/>
          <p:nvPr/>
        </p:nvSpPr>
        <p:spPr>
          <a:xfrm>
            <a:off x="8370190" y="3388797"/>
            <a:ext cx="269874" cy="269874"/>
          </a:xfrm>
          <a:custGeom>
            <a:avLst/>
            <a:gdLst/>
            <a:ahLst/>
            <a:cxnLst/>
            <a:rect l="l" t="t" r="r" b="b"/>
            <a:pathLst>
              <a:path w="120000" h="120000" extrusionOk="0">
                <a:moveTo>
                  <a:pt x="120000" y="0"/>
                </a:moveTo>
                <a:lnTo>
                  <a:pt x="120000" y="0"/>
                </a:lnTo>
                <a:lnTo>
                  <a:pt x="0" y="120000"/>
                </a:lnTo>
                <a:lnTo>
                  <a:pt x="0" y="120000"/>
                </a:lnTo>
                <a:lnTo>
                  <a:pt x="120000" y="0"/>
                </a:lnTo>
                <a:lnTo>
                  <a:pt x="120000" y="0"/>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79" name="Google Shape;479;p79"/>
          <p:cNvSpPr/>
          <p:nvPr/>
        </p:nvSpPr>
        <p:spPr>
          <a:xfrm>
            <a:off x="8736902" y="3488811"/>
            <a:ext cx="280987" cy="169863"/>
          </a:xfrm>
          <a:custGeom>
            <a:avLst/>
            <a:gdLst/>
            <a:ahLst/>
            <a:cxnLst/>
            <a:rect l="l" t="t" r="r" b="b"/>
            <a:pathLst>
              <a:path w="120000" h="120000" extrusionOk="0">
                <a:moveTo>
                  <a:pt x="119999" y="120000"/>
                </a:moveTo>
                <a:cubicBezTo>
                  <a:pt x="119999" y="120000"/>
                  <a:pt x="119999" y="120000"/>
                  <a:pt x="119999" y="120000"/>
                </a:cubicBezTo>
                <a:cubicBezTo>
                  <a:pt x="119999" y="120000"/>
                  <a:pt x="119999" y="120000"/>
                  <a:pt x="119999" y="120000"/>
                </a:cubicBezTo>
                <a:moveTo>
                  <a:pt x="0" y="0"/>
                </a:moveTo>
                <a:cubicBezTo>
                  <a:pt x="30361" y="50400"/>
                  <a:pt x="30361" y="50400"/>
                  <a:pt x="30361" y="50400"/>
                </a:cubicBezTo>
                <a:cubicBezTo>
                  <a:pt x="47710" y="76800"/>
                  <a:pt x="47710" y="76800"/>
                  <a:pt x="47710" y="76800"/>
                </a:cubicBezTo>
                <a:cubicBezTo>
                  <a:pt x="52048" y="84000"/>
                  <a:pt x="57831" y="91200"/>
                  <a:pt x="63614" y="96000"/>
                </a:cubicBezTo>
                <a:cubicBezTo>
                  <a:pt x="57831" y="91200"/>
                  <a:pt x="52048" y="84000"/>
                  <a:pt x="47710" y="76800"/>
                </a:cubicBezTo>
                <a:cubicBezTo>
                  <a:pt x="30361" y="50400"/>
                  <a:pt x="30361" y="50400"/>
                  <a:pt x="30361" y="50400"/>
                </a:cubicBezTo>
                <a:cubicBezTo>
                  <a:pt x="0" y="0"/>
                  <a:pt x="0" y="0"/>
                  <a:pt x="0" y="0"/>
                </a:cubicBezTo>
              </a:path>
            </a:pathLst>
          </a:custGeom>
          <a:solidFill>
            <a:srgbClr val="49897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80" name="Google Shape;480;p79"/>
          <p:cNvSpPr/>
          <p:nvPr/>
        </p:nvSpPr>
        <p:spPr>
          <a:xfrm>
            <a:off x="8979790" y="2194998"/>
            <a:ext cx="85724" cy="195263"/>
          </a:xfrm>
          <a:custGeom>
            <a:avLst/>
            <a:gdLst/>
            <a:ahLst/>
            <a:cxnLst/>
            <a:rect l="l" t="t" r="r" b="b"/>
            <a:pathLst>
              <a:path w="120000" h="120000" extrusionOk="0">
                <a:moveTo>
                  <a:pt x="120000" y="0"/>
                </a:moveTo>
                <a:cubicBezTo>
                  <a:pt x="43200" y="28965"/>
                  <a:pt x="0" y="72413"/>
                  <a:pt x="0" y="120000"/>
                </a:cubicBezTo>
                <a:cubicBezTo>
                  <a:pt x="0" y="120000"/>
                  <a:pt x="0" y="120000"/>
                  <a:pt x="0" y="120000"/>
                </a:cubicBezTo>
                <a:cubicBezTo>
                  <a:pt x="0" y="120000"/>
                  <a:pt x="0" y="120000"/>
                  <a:pt x="0" y="117931"/>
                </a:cubicBezTo>
                <a:cubicBezTo>
                  <a:pt x="0" y="117931"/>
                  <a:pt x="0" y="117931"/>
                  <a:pt x="0" y="117931"/>
                </a:cubicBezTo>
                <a:cubicBezTo>
                  <a:pt x="0" y="117931"/>
                  <a:pt x="0" y="117931"/>
                  <a:pt x="0" y="117931"/>
                </a:cubicBezTo>
                <a:cubicBezTo>
                  <a:pt x="0" y="117931"/>
                  <a:pt x="0" y="117931"/>
                  <a:pt x="0" y="117931"/>
                </a:cubicBezTo>
                <a:cubicBezTo>
                  <a:pt x="0" y="117931"/>
                  <a:pt x="0" y="117931"/>
                  <a:pt x="0" y="117931"/>
                </a:cubicBezTo>
                <a:cubicBezTo>
                  <a:pt x="0" y="117931"/>
                  <a:pt x="0" y="117931"/>
                  <a:pt x="0" y="117931"/>
                </a:cubicBezTo>
                <a:cubicBezTo>
                  <a:pt x="0" y="117931"/>
                  <a:pt x="0" y="117931"/>
                  <a:pt x="0" y="117931"/>
                </a:cubicBezTo>
                <a:cubicBezTo>
                  <a:pt x="0" y="117931"/>
                  <a:pt x="0" y="117931"/>
                  <a:pt x="0" y="117931"/>
                </a:cubicBezTo>
                <a:cubicBezTo>
                  <a:pt x="0" y="117931"/>
                  <a:pt x="0" y="115862"/>
                  <a:pt x="0" y="115862"/>
                </a:cubicBezTo>
                <a:cubicBezTo>
                  <a:pt x="0" y="115862"/>
                  <a:pt x="0" y="115862"/>
                  <a:pt x="0" y="115862"/>
                </a:cubicBezTo>
                <a:cubicBezTo>
                  <a:pt x="0" y="115862"/>
                  <a:pt x="0" y="115862"/>
                  <a:pt x="0" y="115862"/>
                </a:cubicBezTo>
                <a:cubicBezTo>
                  <a:pt x="0" y="115862"/>
                  <a:pt x="0" y="115862"/>
                  <a:pt x="0" y="115862"/>
                </a:cubicBezTo>
                <a:cubicBezTo>
                  <a:pt x="0" y="115862"/>
                  <a:pt x="0" y="115862"/>
                  <a:pt x="0" y="115862"/>
                </a:cubicBezTo>
                <a:cubicBezTo>
                  <a:pt x="0" y="115862"/>
                  <a:pt x="0" y="115862"/>
                  <a:pt x="0" y="115862"/>
                </a:cubicBezTo>
                <a:cubicBezTo>
                  <a:pt x="0" y="115862"/>
                  <a:pt x="0" y="115862"/>
                  <a:pt x="0" y="115862"/>
                </a:cubicBezTo>
                <a:cubicBezTo>
                  <a:pt x="0" y="115862"/>
                  <a:pt x="0" y="115862"/>
                  <a:pt x="0" y="115862"/>
                </a:cubicBezTo>
                <a:cubicBezTo>
                  <a:pt x="0" y="113793"/>
                  <a:pt x="0" y="113793"/>
                  <a:pt x="0" y="113793"/>
                </a:cubicBezTo>
                <a:cubicBezTo>
                  <a:pt x="0" y="113793"/>
                  <a:pt x="0" y="113793"/>
                  <a:pt x="0" y="113793"/>
                </a:cubicBezTo>
                <a:cubicBezTo>
                  <a:pt x="0" y="113793"/>
                  <a:pt x="0" y="113793"/>
                  <a:pt x="0" y="113793"/>
                </a:cubicBezTo>
                <a:cubicBezTo>
                  <a:pt x="0" y="113793"/>
                  <a:pt x="0" y="113793"/>
                  <a:pt x="0" y="113793"/>
                </a:cubicBezTo>
                <a:cubicBezTo>
                  <a:pt x="0" y="113793"/>
                  <a:pt x="0" y="113793"/>
                  <a:pt x="0" y="113793"/>
                </a:cubicBezTo>
                <a:cubicBezTo>
                  <a:pt x="0" y="113793"/>
                  <a:pt x="0" y="113793"/>
                  <a:pt x="0" y="113793"/>
                </a:cubicBezTo>
                <a:cubicBezTo>
                  <a:pt x="0" y="113793"/>
                  <a:pt x="0" y="113793"/>
                  <a:pt x="0" y="113793"/>
                </a:cubicBezTo>
                <a:cubicBezTo>
                  <a:pt x="0" y="113793"/>
                  <a:pt x="0" y="113793"/>
                  <a:pt x="0" y="111724"/>
                </a:cubicBezTo>
                <a:cubicBezTo>
                  <a:pt x="0" y="111724"/>
                  <a:pt x="0" y="111724"/>
                  <a:pt x="0" y="111724"/>
                </a:cubicBezTo>
                <a:cubicBezTo>
                  <a:pt x="0" y="111724"/>
                  <a:pt x="0" y="111724"/>
                  <a:pt x="0" y="111724"/>
                </a:cubicBezTo>
                <a:cubicBezTo>
                  <a:pt x="0" y="111724"/>
                  <a:pt x="0" y="111724"/>
                  <a:pt x="0" y="111724"/>
                </a:cubicBezTo>
                <a:cubicBezTo>
                  <a:pt x="0" y="111724"/>
                  <a:pt x="0" y="111724"/>
                  <a:pt x="0" y="111724"/>
                </a:cubicBezTo>
                <a:cubicBezTo>
                  <a:pt x="0" y="111724"/>
                  <a:pt x="0" y="111724"/>
                  <a:pt x="0" y="111724"/>
                </a:cubicBezTo>
                <a:cubicBezTo>
                  <a:pt x="0" y="111724"/>
                  <a:pt x="0" y="111724"/>
                  <a:pt x="0" y="111724"/>
                </a:cubicBezTo>
                <a:cubicBezTo>
                  <a:pt x="0" y="111724"/>
                  <a:pt x="0" y="111724"/>
                  <a:pt x="0" y="111724"/>
                </a:cubicBezTo>
                <a:cubicBezTo>
                  <a:pt x="0" y="111724"/>
                  <a:pt x="0" y="109655"/>
                  <a:pt x="0" y="109655"/>
                </a:cubicBezTo>
                <a:cubicBezTo>
                  <a:pt x="0" y="109655"/>
                  <a:pt x="0" y="109655"/>
                  <a:pt x="0" y="109655"/>
                </a:cubicBezTo>
                <a:cubicBezTo>
                  <a:pt x="0" y="109655"/>
                  <a:pt x="0" y="109655"/>
                  <a:pt x="0" y="109655"/>
                </a:cubicBezTo>
                <a:cubicBezTo>
                  <a:pt x="0" y="109655"/>
                  <a:pt x="0" y="109655"/>
                  <a:pt x="0" y="109655"/>
                </a:cubicBezTo>
                <a:cubicBezTo>
                  <a:pt x="0" y="109655"/>
                  <a:pt x="0" y="109655"/>
                  <a:pt x="0" y="109655"/>
                </a:cubicBezTo>
                <a:cubicBezTo>
                  <a:pt x="0" y="109655"/>
                  <a:pt x="0" y="109655"/>
                  <a:pt x="0" y="109655"/>
                </a:cubicBezTo>
                <a:cubicBezTo>
                  <a:pt x="0" y="109655"/>
                  <a:pt x="0" y="109655"/>
                  <a:pt x="0" y="109655"/>
                </a:cubicBezTo>
                <a:cubicBezTo>
                  <a:pt x="0" y="109655"/>
                  <a:pt x="0" y="109655"/>
                  <a:pt x="0" y="109655"/>
                </a:cubicBezTo>
                <a:cubicBezTo>
                  <a:pt x="0" y="109655"/>
                  <a:pt x="0" y="107586"/>
                  <a:pt x="0" y="107586"/>
                </a:cubicBezTo>
                <a:cubicBezTo>
                  <a:pt x="0" y="107586"/>
                  <a:pt x="0" y="107586"/>
                  <a:pt x="0" y="107586"/>
                </a:cubicBezTo>
                <a:cubicBezTo>
                  <a:pt x="0" y="97241"/>
                  <a:pt x="4800" y="84827"/>
                  <a:pt x="14400" y="74482"/>
                </a:cubicBezTo>
                <a:cubicBezTo>
                  <a:pt x="14400" y="74482"/>
                  <a:pt x="14400" y="74482"/>
                  <a:pt x="14400" y="74482"/>
                </a:cubicBezTo>
                <a:cubicBezTo>
                  <a:pt x="14400" y="74482"/>
                  <a:pt x="14400" y="74482"/>
                  <a:pt x="14400" y="74482"/>
                </a:cubicBezTo>
                <a:cubicBezTo>
                  <a:pt x="14400" y="74482"/>
                  <a:pt x="14400" y="74482"/>
                  <a:pt x="14400" y="74482"/>
                </a:cubicBezTo>
                <a:cubicBezTo>
                  <a:pt x="14400" y="72413"/>
                  <a:pt x="14400" y="72413"/>
                  <a:pt x="14400" y="72413"/>
                </a:cubicBezTo>
                <a:cubicBezTo>
                  <a:pt x="14400" y="72413"/>
                  <a:pt x="14400" y="72413"/>
                  <a:pt x="14400" y="72413"/>
                </a:cubicBezTo>
                <a:cubicBezTo>
                  <a:pt x="14400" y="72413"/>
                  <a:pt x="14400" y="72413"/>
                  <a:pt x="14400" y="72413"/>
                </a:cubicBezTo>
                <a:cubicBezTo>
                  <a:pt x="14400" y="72413"/>
                  <a:pt x="14400" y="72413"/>
                  <a:pt x="14400" y="72413"/>
                </a:cubicBezTo>
                <a:cubicBezTo>
                  <a:pt x="14400" y="72413"/>
                  <a:pt x="14400" y="72413"/>
                  <a:pt x="14400" y="72413"/>
                </a:cubicBezTo>
                <a:cubicBezTo>
                  <a:pt x="33600" y="43448"/>
                  <a:pt x="72000" y="18620"/>
                  <a:pt x="120000" y="0"/>
                </a:cubicBezTo>
                <a:cubicBezTo>
                  <a:pt x="120000" y="0"/>
                  <a:pt x="120000" y="0"/>
                  <a:pt x="120000" y="0"/>
                </a:cubicBezTo>
              </a:path>
            </a:pathLst>
          </a:custGeom>
          <a:solidFill>
            <a:srgbClr val="D3D1D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81" name="Google Shape;481;p79"/>
          <p:cNvSpPr/>
          <p:nvPr/>
        </p:nvSpPr>
        <p:spPr>
          <a:xfrm>
            <a:off x="8979790" y="2194998"/>
            <a:ext cx="85724" cy="195263"/>
          </a:xfrm>
          <a:custGeom>
            <a:avLst/>
            <a:gdLst/>
            <a:ahLst/>
            <a:cxnLst/>
            <a:rect l="l" t="t" r="r" b="b"/>
            <a:pathLst>
              <a:path w="120000" h="120000" extrusionOk="0">
                <a:moveTo>
                  <a:pt x="0" y="117931"/>
                </a:moveTo>
                <a:cubicBezTo>
                  <a:pt x="0" y="120000"/>
                  <a:pt x="0" y="120000"/>
                  <a:pt x="0" y="120000"/>
                </a:cubicBezTo>
                <a:cubicBezTo>
                  <a:pt x="0" y="120000"/>
                  <a:pt x="0" y="120000"/>
                  <a:pt x="0" y="120000"/>
                </a:cubicBezTo>
                <a:cubicBezTo>
                  <a:pt x="0" y="120000"/>
                  <a:pt x="0" y="120000"/>
                  <a:pt x="0" y="117931"/>
                </a:cubicBezTo>
                <a:moveTo>
                  <a:pt x="0" y="117931"/>
                </a:moveTo>
                <a:cubicBezTo>
                  <a:pt x="0" y="117931"/>
                  <a:pt x="0" y="117931"/>
                  <a:pt x="0" y="117931"/>
                </a:cubicBezTo>
                <a:cubicBezTo>
                  <a:pt x="0" y="117931"/>
                  <a:pt x="0" y="117931"/>
                  <a:pt x="0" y="117931"/>
                </a:cubicBezTo>
                <a:moveTo>
                  <a:pt x="0" y="117931"/>
                </a:moveTo>
                <a:cubicBezTo>
                  <a:pt x="0" y="117931"/>
                  <a:pt x="0" y="117931"/>
                  <a:pt x="0" y="117931"/>
                </a:cubicBezTo>
                <a:cubicBezTo>
                  <a:pt x="0" y="117931"/>
                  <a:pt x="0" y="117931"/>
                  <a:pt x="0" y="117931"/>
                </a:cubicBezTo>
                <a:moveTo>
                  <a:pt x="0" y="117931"/>
                </a:moveTo>
                <a:cubicBezTo>
                  <a:pt x="0" y="117931"/>
                  <a:pt x="0" y="117931"/>
                  <a:pt x="0" y="117931"/>
                </a:cubicBezTo>
                <a:cubicBezTo>
                  <a:pt x="0" y="117931"/>
                  <a:pt x="0" y="117931"/>
                  <a:pt x="0" y="117931"/>
                </a:cubicBezTo>
                <a:moveTo>
                  <a:pt x="0" y="115862"/>
                </a:moveTo>
                <a:cubicBezTo>
                  <a:pt x="0" y="115862"/>
                  <a:pt x="0" y="117931"/>
                  <a:pt x="0" y="117931"/>
                </a:cubicBezTo>
                <a:cubicBezTo>
                  <a:pt x="0" y="117931"/>
                  <a:pt x="0" y="115862"/>
                  <a:pt x="0" y="115862"/>
                </a:cubicBezTo>
                <a:moveTo>
                  <a:pt x="0" y="115862"/>
                </a:moveTo>
                <a:cubicBezTo>
                  <a:pt x="0" y="115862"/>
                  <a:pt x="0" y="115862"/>
                  <a:pt x="0" y="115862"/>
                </a:cubicBezTo>
                <a:cubicBezTo>
                  <a:pt x="0" y="115862"/>
                  <a:pt x="0" y="115862"/>
                  <a:pt x="0" y="115862"/>
                </a:cubicBezTo>
                <a:moveTo>
                  <a:pt x="0" y="115862"/>
                </a:moveTo>
                <a:cubicBezTo>
                  <a:pt x="0" y="115862"/>
                  <a:pt x="0" y="115862"/>
                  <a:pt x="0" y="115862"/>
                </a:cubicBezTo>
                <a:cubicBezTo>
                  <a:pt x="0" y="115862"/>
                  <a:pt x="0" y="115862"/>
                  <a:pt x="0" y="115862"/>
                </a:cubicBezTo>
                <a:moveTo>
                  <a:pt x="0" y="115862"/>
                </a:moveTo>
                <a:cubicBezTo>
                  <a:pt x="0" y="115862"/>
                  <a:pt x="0" y="115862"/>
                  <a:pt x="0" y="115862"/>
                </a:cubicBezTo>
                <a:cubicBezTo>
                  <a:pt x="0" y="115862"/>
                  <a:pt x="0" y="115862"/>
                  <a:pt x="0" y="115862"/>
                </a:cubicBezTo>
                <a:moveTo>
                  <a:pt x="0" y="113793"/>
                </a:moveTo>
                <a:cubicBezTo>
                  <a:pt x="0" y="113793"/>
                  <a:pt x="0" y="113793"/>
                  <a:pt x="0" y="115862"/>
                </a:cubicBezTo>
                <a:cubicBezTo>
                  <a:pt x="0" y="113793"/>
                  <a:pt x="0" y="113793"/>
                  <a:pt x="0" y="113793"/>
                </a:cubicBezTo>
                <a:moveTo>
                  <a:pt x="0" y="113793"/>
                </a:moveTo>
                <a:cubicBezTo>
                  <a:pt x="0" y="113793"/>
                  <a:pt x="0" y="113793"/>
                  <a:pt x="0" y="113793"/>
                </a:cubicBezTo>
                <a:cubicBezTo>
                  <a:pt x="0" y="113793"/>
                  <a:pt x="0" y="113793"/>
                  <a:pt x="0" y="113793"/>
                </a:cubicBezTo>
                <a:moveTo>
                  <a:pt x="0" y="113793"/>
                </a:moveTo>
                <a:cubicBezTo>
                  <a:pt x="0" y="113793"/>
                  <a:pt x="0" y="113793"/>
                  <a:pt x="0" y="113793"/>
                </a:cubicBezTo>
                <a:cubicBezTo>
                  <a:pt x="0" y="113793"/>
                  <a:pt x="0" y="113793"/>
                  <a:pt x="0" y="113793"/>
                </a:cubicBezTo>
                <a:moveTo>
                  <a:pt x="0" y="113793"/>
                </a:moveTo>
                <a:cubicBezTo>
                  <a:pt x="0" y="113793"/>
                  <a:pt x="0" y="113793"/>
                  <a:pt x="0" y="113793"/>
                </a:cubicBezTo>
                <a:cubicBezTo>
                  <a:pt x="0" y="113793"/>
                  <a:pt x="0" y="113793"/>
                  <a:pt x="0" y="113793"/>
                </a:cubicBezTo>
                <a:moveTo>
                  <a:pt x="0" y="111724"/>
                </a:moveTo>
                <a:cubicBezTo>
                  <a:pt x="0" y="111724"/>
                  <a:pt x="0" y="111724"/>
                  <a:pt x="0" y="111724"/>
                </a:cubicBezTo>
                <a:cubicBezTo>
                  <a:pt x="0" y="111724"/>
                  <a:pt x="0" y="111724"/>
                  <a:pt x="0" y="111724"/>
                </a:cubicBezTo>
                <a:moveTo>
                  <a:pt x="0" y="111724"/>
                </a:moveTo>
                <a:cubicBezTo>
                  <a:pt x="0" y="111724"/>
                  <a:pt x="0" y="111724"/>
                  <a:pt x="0" y="111724"/>
                </a:cubicBezTo>
                <a:cubicBezTo>
                  <a:pt x="0" y="111724"/>
                  <a:pt x="0" y="111724"/>
                  <a:pt x="0" y="111724"/>
                </a:cubicBezTo>
                <a:moveTo>
                  <a:pt x="0" y="111724"/>
                </a:moveTo>
                <a:cubicBezTo>
                  <a:pt x="0" y="111724"/>
                  <a:pt x="0" y="111724"/>
                  <a:pt x="0" y="111724"/>
                </a:cubicBezTo>
                <a:cubicBezTo>
                  <a:pt x="0" y="111724"/>
                  <a:pt x="0" y="111724"/>
                  <a:pt x="0" y="111724"/>
                </a:cubicBezTo>
                <a:moveTo>
                  <a:pt x="0" y="111724"/>
                </a:moveTo>
                <a:cubicBezTo>
                  <a:pt x="0" y="111724"/>
                  <a:pt x="0" y="111724"/>
                  <a:pt x="0" y="111724"/>
                </a:cubicBezTo>
                <a:cubicBezTo>
                  <a:pt x="0" y="111724"/>
                  <a:pt x="0" y="111724"/>
                  <a:pt x="0" y="111724"/>
                </a:cubicBezTo>
                <a:moveTo>
                  <a:pt x="0" y="109655"/>
                </a:moveTo>
                <a:cubicBezTo>
                  <a:pt x="0" y="109655"/>
                  <a:pt x="0" y="109655"/>
                  <a:pt x="0" y="109655"/>
                </a:cubicBezTo>
                <a:cubicBezTo>
                  <a:pt x="0" y="109655"/>
                  <a:pt x="0" y="109655"/>
                  <a:pt x="0" y="109655"/>
                </a:cubicBezTo>
                <a:moveTo>
                  <a:pt x="0" y="109655"/>
                </a:moveTo>
                <a:cubicBezTo>
                  <a:pt x="0" y="109655"/>
                  <a:pt x="0" y="109655"/>
                  <a:pt x="0" y="109655"/>
                </a:cubicBezTo>
                <a:cubicBezTo>
                  <a:pt x="0" y="109655"/>
                  <a:pt x="0" y="109655"/>
                  <a:pt x="0" y="109655"/>
                </a:cubicBezTo>
                <a:moveTo>
                  <a:pt x="0" y="109655"/>
                </a:moveTo>
                <a:cubicBezTo>
                  <a:pt x="0" y="109655"/>
                  <a:pt x="0" y="109655"/>
                  <a:pt x="0" y="109655"/>
                </a:cubicBezTo>
                <a:cubicBezTo>
                  <a:pt x="0" y="109655"/>
                  <a:pt x="0" y="109655"/>
                  <a:pt x="0" y="109655"/>
                </a:cubicBezTo>
                <a:moveTo>
                  <a:pt x="0" y="109655"/>
                </a:moveTo>
                <a:cubicBezTo>
                  <a:pt x="0" y="109655"/>
                  <a:pt x="0" y="109655"/>
                  <a:pt x="0" y="109655"/>
                </a:cubicBezTo>
                <a:cubicBezTo>
                  <a:pt x="0" y="109655"/>
                  <a:pt x="0" y="109655"/>
                  <a:pt x="0" y="109655"/>
                </a:cubicBezTo>
                <a:moveTo>
                  <a:pt x="0" y="107586"/>
                </a:moveTo>
                <a:cubicBezTo>
                  <a:pt x="0" y="107586"/>
                  <a:pt x="0" y="107586"/>
                  <a:pt x="0" y="107586"/>
                </a:cubicBezTo>
                <a:cubicBezTo>
                  <a:pt x="0" y="107586"/>
                  <a:pt x="0" y="107586"/>
                  <a:pt x="0" y="107586"/>
                </a:cubicBezTo>
                <a:moveTo>
                  <a:pt x="14400" y="74482"/>
                </a:moveTo>
                <a:cubicBezTo>
                  <a:pt x="14400" y="74482"/>
                  <a:pt x="14400" y="74482"/>
                  <a:pt x="14400" y="74482"/>
                </a:cubicBezTo>
                <a:cubicBezTo>
                  <a:pt x="14400" y="74482"/>
                  <a:pt x="14400" y="74482"/>
                  <a:pt x="14400" y="74482"/>
                </a:cubicBezTo>
                <a:moveTo>
                  <a:pt x="14400" y="74482"/>
                </a:moveTo>
                <a:cubicBezTo>
                  <a:pt x="14400" y="74482"/>
                  <a:pt x="14400" y="74482"/>
                  <a:pt x="14400" y="74482"/>
                </a:cubicBezTo>
                <a:cubicBezTo>
                  <a:pt x="14400" y="74482"/>
                  <a:pt x="14400" y="74482"/>
                  <a:pt x="14400" y="74482"/>
                </a:cubicBezTo>
                <a:moveTo>
                  <a:pt x="14400" y="72413"/>
                </a:moveTo>
                <a:cubicBezTo>
                  <a:pt x="14400" y="72413"/>
                  <a:pt x="14400" y="72413"/>
                  <a:pt x="14400" y="72413"/>
                </a:cubicBezTo>
                <a:cubicBezTo>
                  <a:pt x="14400" y="72413"/>
                  <a:pt x="14400" y="72413"/>
                  <a:pt x="14400" y="72413"/>
                </a:cubicBezTo>
                <a:moveTo>
                  <a:pt x="14400" y="72413"/>
                </a:moveTo>
                <a:cubicBezTo>
                  <a:pt x="14400" y="72413"/>
                  <a:pt x="14400" y="72413"/>
                  <a:pt x="14400" y="72413"/>
                </a:cubicBezTo>
                <a:cubicBezTo>
                  <a:pt x="14400" y="72413"/>
                  <a:pt x="14400" y="72413"/>
                  <a:pt x="14400" y="72413"/>
                </a:cubicBezTo>
                <a:moveTo>
                  <a:pt x="120000" y="0"/>
                </a:moveTo>
                <a:cubicBezTo>
                  <a:pt x="72000" y="18620"/>
                  <a:pt x="33600" y="43448"/>
                  <a:pt x="14400" y="72413"/>
                </a:cubicBezTo>
                <a:cubicBezTo>
                  <a:pt x="33600" y="45517"/>
                  <a:pt x="67200" y="20689"/>
                  <a:pt x="115200" y="0"/>
                </a:cubicBezTo>
                <a:cubicBezTo>
                  <a:pt x="120000" y="0"/>
                  <a:pt x="120000" y="0"/>
                  <a:pt x="120000" y="0"/>
                </a:cubicBezTo>
                <a:cubicBezTo>
                  <a:pt x="120000" y="0"/>
                  <a:pt x="120000" y="0"/>
                  <a:pt x="120000" y="0"/>
                </a:cubicBezTo>
              </a:path>
            </a:pathLst>
          </a:custGeom>
          <a:solidFill>
            <a:srgbClr val="C1493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82" name="Google Shape;482;p79"/>
          <p:cNvSpPr/>
          <p:nvPr/>
        </p:nvSpPr>
        <p:spPr>
          <a:xfrm>
            <a:off x="9006777" y="2507736"/>
            <a:ext cx="58738" cy="77788"/>
          </a:xfrm>
          <a:custGeom>
            <a:avLst/>
            <a:gdLst/>
            <a:ahLst/>
            <a:cxnLst/>
            <a:rect l="l" t="t" r="r" b="b"/>
            <a:pathLst>
              <a:path w="120000" h="120000" extrusionOk="0">
                <a:moveTo>
                  <a:pt x="0" y="0"/>
                </a:moveTo>
                <a:cubicBezTo>
                  <a:pt x="28235" y="46956"/>
                  <a:pt x="70588" y="83478"/>
                  <a:pt x="120000" y="120000"/>
                </a:cubicBezTo>
                <a:cubicBezTo>
                  <a:pt x="120000" y="120000"/>
                  <a:pt x="120000" y="120000"/>
                  <a:pt x="120000" y="120000"/>
                </a:cubicBezTo>
                <a:cubicBezTo>
                  <a:pt x="70588" y="83478"/>
                  <a:pt x="28235" y="46956"/>
                  <a:pt x="0" y="0"/>
                </a:cubicBezTo>
                <a:moveTo>
                  <a:pt x="0" y="0"/>
                </a:moveTo>
                <a:cubicBezTo>
                  <a:pt x="0" y="0"/>
                  <a:pt x="0" y="0"/>
                  <a:pt x="0" y="0"/>
                </a:cubicBezTo>
                <a:cubicBezTo>
                  <a:pt x="0" y="0"/>
                  <a:pt x="0" y="0"/>
                  <a:pt x="0" y="0"/>
                </a:cubicBezTo>
              </a:path>
            </a:pathLst>
          </a:custGeom>
          <a:solidFill>
            <a:srgbClr val="D3D1D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83" name="Google Shape;483;p79"/>
          <p:cNvSpPr/>
          <p:nvPr/>
        </p:nvSpPr>
        <p:spPr>
          <a:xfrm>
            <a:off x="8997252" y="2485511"/>
            <a:ext cx="68263" cy="100013"/>
          </a:xfrm>
          <a:custGeom>
            <a:avLst/>
            <a:gdLst/>
            <a:ahLst/>
            <a:cxnLst/>
            <a:rect l="l" t="t" r="r" b="b"/>
            <a:pathLst>
              <a:path w="120000" h="120000" extrusionOk="0">
                <a:moveTo>
                  <a:pt x="0" y="0"/>
                </a:moveTo>
                <a:cubicBezTo>
                  <a:pt x="6000" y="12000"/>
                  <a:pt x="12000" y="20000"/>
                  <a:pt x="18000" y="28000"/>
                </a:cubicBezTo>
                <a:cubicBezTo>
                  <a:pt x="18000" y="28000"/>
                  <a:pt x="18000" y="28000"/>
                  <a:pt x="18000" y="28000"/>
                </a:cubicBezTo>
                <a:cubicBezTo>
                  <a:pt x="18000" y="28000"/>
                  <a:pt x="18000" y="28000"/>
                  <a:pt x="18000" y="28000"/>
                </a:cubicBezTo>
                <a:cubicBezTo>
                  <a:pt x="42000" y="64000"/>
                  <a:pt x="78000" y="92000"/>
                  <a:pt x="120000" y="120000"/>
                </a:cubicBezTo>
                <a:cubicBezTo>
                  <a:pt x="120000" y="120000"/>
                  <a:pt x="120000" y="120000"/>
                  <a:pt x="120000" y="120000"/>
                </a:cubicBezTo>
                <a:cubicBezTo>
                  <a:pt x="114000" y="116000"/>
                  <a:pt x="114000" y="116000"/>
                  <a:pt x="114000" y="116000"/>
                </a:cubicBezTo>
                <a:cubicBezTo>
                  <a:pt x="66000" y="84000"/>
                  <a:pt x="24000" y="44000"/>
                  <a:pt x="0" y="0"/>
                </a:cubicBezTo>
              </a:path>
            </a:pathLst>
          </a:custGeom>
          <a:solidFill>
            <a:srgbClr val="C1493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84" name="Google Shape;484;p79"/>
          <p:cNvSpPr/>
          <p:nvPr/>
        </p:nvSpPr>
        <p:spPr>
          <a:xfrm>
            <a:off x="9624315" y="2120385"/>
            <a:ext cx="269874" cy="269874"/>
          </a:xfrm>
          <a:custGeom>
            <a:avLst/>
            <a:gdLst/>
            <a:ahLst/>
            <a:cxnLst/>
            <a:rect l="l" t="t" r="r" b="b"/>
            <a:pathLst>
              <a:path w="120000" h="120000" extrusionOk="0">
                <a:moveTo>
                  <a:pt x="120000" y="0"/>
                </a:moveTo>
                <a:lnTo>
                  <a:pt x="120000" y="0"/>
                </a:lnTo>
                <a:lnTo>
                  <a:pt x="0" y="120000"/>
                </a:lnTo>
                <a:lnTo>
                  <a:pt x="0" y="120000"/>
                </a:lnTo>
                <a:lnTo>
                  <a:pt x="120000" y="0"/>
                </a:lnTo>
                <a:close/>
              </a:path>
            </a:pathLst>
          </a:custGeom>
          <a:solidFill>
            <a:srgbClr val="D54F3D"/>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85" name="Google Shape;485;p79"/>
          <p:cNvSpPr/>
          <p:nvPr/>
        </p:nvSpPr>
        <p:spPr>
          <a:xfrm>
            <a:off x="9624315" y="2120385"/>
            <a:ext cx="269874" cy="269874"/>
          </a:xfrm>
          <a:custGeom>
            <a:avLst/>
            <a:gdLst/>
            <a:ahLst/>
            <a:cxnLst/>
            <a:rect l="l" t="t" r="r" b="b"/>
            <a:pathLst>
              <a:path w="120000" h="120000" extrusionOk="0">
                <a:moveTo>
                  <a:pt x="120000" y="0"/>
                </a:moveTo>
                <a:lnTo>
                  <a:pt x="120000" y="0"/>
                </a:lnTo>
                <a:lnTo>
                  <a:pt x="0" y="120000"/>
                </a:lnTo>
                <a:lnTo>
                  <a:pt x="0" y="120000"/>
                </a:lnTo>
                <a:lnTo>
                  <a:pt x="120000" y="0"/>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86" name="Google Shape;486;p79"/>
          <p:cNvSpPr/>
          <p:nvPr/>
        </p:nvSpPr>
        <p:spPr>
          <a:xfrm>
            <a:off x="9411590" y="2177535"/>
            <a:ext cx="212724" cy="212724"/>
          </a:xfrm>
          <a:custGeom>
            <a:avLst/>
            <a:gdLst/>
            <a:ahLst/>
            <a:cxnLst/>
            <a:rect l="l" t="t" r="r" b="b"/>
            <a:pathLst>
              <a:path w="120000" h="120000" extrusionOk="0">
                <a:moveTo>
                  <a:pt x="0" y="0"/>
                </a:moveTo>
                <a:cubicBezTo>
                  <a:pt x="0" y="0"/>
                  <a:pt x="1904" y="1904"/>
                  <a:pt x="1904" y="1904"/>
                </a:cubicBezTo>
                <a:cubicBezTo>
                  <a:pt x="24761" y="24761"/>
                  <a:pt x="24761" y="24761"/>
                  <a:pt x="24761" y="24761"/>
                </a:cubicBezTo>
                <a:cubicBezTo>
                  <a:pt x="120000" y="120000"/>
                  <a:pt x="120000" y="120000"/>
                  <a:pt x="120000" y="120000"/>
                </a:cubicBezTo>
                <a:cubicBezTo>
                  <a:pt x="120000" y="120000"/>
                  <a:pt x="120000" y="120000"/>
                  <a:pt x="120000" y="120000"/>
                </a:cubicBezTo>
                <a:cubicBezTo>
                  <a:pt x="24761" y="22857"/>
                  <a:pt x="24761" y="22857"/>
                  <a:pt x="24761" y="22857"/>
                </a:cubicBezTo>
                <a:cubicBezTo>
                  <a:pt x="1904" y="1904"/>
                  <a:pt x="1904" y="1904"/>
                  <a:pt x="1904" y="1904"/>
                </a:cubicBezTo>
                <a:cubicBezTo>
                  <a:pt x="1904" y="1904"/>
                  <a:pt x="0" y="0"/>
                  <a:pt x="0" y="0"/>
                </a:cubicBezTo>
              </a:path>
            </a:pathLst>
          </a:custGeom>
          <a:solidFill>
            <a:srgbClr val="B1443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87" name="Google Shape;487;p79"/>
          <p:cNvSpPr/>
          <p:nvPr/>
        </p:nvSpPr>
        <p:spPr>
          <a:xfrm>
            <a:off x="9624315" y="2390261"/>
            <a:ext cx="269874" cy="266699"/>
          </a:xfrm>
          <a:custGeom>
            <a:avLst/>
            <a:gdLst/>
            <a:ahLst/>
            <a:cxnLst/>
            <a:rect l="l" t="t" r="r" b="b"/>
            <a:pathLst>
              <a:path w="120000" h="120000" extrusionOk="0">
                <a:moveTo>
                  <a:pt x="0" y="0"/>
                </a:moveTo>
                <a:lnTo>
                  <a:pt x="0" y="0"/>
                </a:lnTo>
                <a:lnTo>
                  <a:pt x="120000" y="120000"/>
                </a:lnTo>
                <a:lnTo>
                  <a:pt x="120000" y="120000"/>
                </a:lnTo>
                <a:lnTo>
                  <a:pt x="0" y="0"/>
                </a:lnTo>
                <a:close/>
              </a:path>
            </a:pathLst>
          </a:custGeom>
          <a:solidFill>
            <a:srgbClr val="D54F3D"/>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88" name="Google Shape;488;p79"/>
          <p:cNvSpPr/>
          <p:nvPr/>
        </p:nvSpPr>
        <p:spPr>
          <a:xfrm>
            <a:off x="9624315" y="2390261"/>
            <a:ext cx="269874" cy="266699"/>
          </a:xfrm>
          <a:custGeom>
            <a:avLst/>
            <a:gdLst/>
            <a:ahLst/>
            <a:cxnLst/>
            <a:rect l="l" t="t" r="r" b="b"/>
            <a:pathLst>
              <a:path w="120000" h="120000" extrusionOk="0">
                <a:moveTo>
                  <a:pt x="0" y="0"/>
                </a:moveTo>
                <a:lnTo>
                  <a:pt x="0" y="0"/>
                </a:lnTo>
                <a:lnTo>
                  <a:pt x="120000" y="120000"/>
                </a:lnTo>
                <a:lnTo>
                  <a:pt x="120000" y="120000"/>
                </a:lnTo>
                <a:lnTo>
                  <a:pt x="0" y="0"/>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89" name="Google Shape;489;p79"/>
          <p:cNvSpPr/>
          <p:nvPr/>
        </p:nvSpPr>
        <p:spPr>
          <a:xfrm>
            <a:off x="9246490" y="2485511"/>
            <a:ext cx="284162" cy="171449"/>
          </a:xfrm>
          <a:custGeom>
            <a:avLst/>
            <a:gdLst/>
            <a:ahLst/>
            <a:cxnLst/>
            <a:rect l="l" t="t" r="r" b="b"/>
            <a:pathLst>
              <a:path w="120000" h="120000" extrusionOk="0">
                <a:moveTo>
                  <a:pt x="0" y="120000"/>
                </a:moveTo>
                <a:cubicBezTo>
                  <a:pt x="0" y="120000"/>
                  <a:pt x="0" y="120000"/>
                  <a:pt x="0" y="120000"/>
                </a:cubicBezTo>
                <a:cubicBezTo>
                  <a:pt x="0" y="120000"/>
                  <a:pt x="0" y="120000"/>
                  <a:pt x="0" y="120000"/>
                </a:cubicBezTo>
                <a:moveTo>
                  <a:pt x="120000" y="0"/>
                </a:moveTo>
                <a:cubicBezTo>
                  <a:pt x="88571" y="51764"/>
                  <a:pt x="88571" y="51764"/>
                  <a:pt x="88571" y="51764"/>
                </a:cubicBezTo>
                <a:cubicBezTo>
                  <a:pt x="71428" y="77647"/>
                  <a:pt x="71428" y="77647"/>
                  <a:pt x="71428" y="77647"/>
                </a:cubicBezTo>
                <a:cubicBezTo>
                  <a:pt x="67142" y="84705"/>
                  <a:pt x="62857" y="89411"/>
                  <a:pt x="57142" y="94117"/>
                </a:cubicBezTo>
                <a:cubicBezTo>
                  <a:pt x="62857" y="89411"/>
                  <a:pt x="67142" y="84705"/>
                  <a:pt x="71428" y="77647"/>
                </a:cubicBezTo>
                <a:cubicBezTo>
                  <a:pt x="88571" y="51764"/>
                  <a:pt x="88571" y="51764"/>
                  <a:pt x="88571" y="51764"/>
                </a:cubicBezTo>
                <a:cubicBezTo>
                  <a:pt x="120000" y="0"/>
                  <a:pt x="120000" y="0"/>
                  <a:pt x="120000" y="0"/>
                </a:cubicBezTo>
              </a:path>
            </a:pathLst>
          </a:custGeom>
          <a:solidFill>
            <a:srgbClr val="B1443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90" name="Google Shape;490;p79"/>
          <p:cNvSpPr/>
          <p:nvPr/>
        </p:nvSpPr>
        <p:spPr>
          <a:xfrm>
            <a:off x="8979790" y="4193661"/>
            <a:ext cx="85724" cy="392112"/>
          </a:xfrm>
          <a:custGeom>
            <a:avLst/>
            <a:gdLst/>
            <a:ahLst/>
            <a:cxnLst/>
            <a:rect l="l" t="t" r="r" b="b"/>
            <a:pathLst>
              <a:path w="120000" h="120000" extrusionOk="0">
                <a:moveTo>
                  <a:pt x="38400" y="96206"/>
                </a:moveTo>
                <a:cubicBezTo>
                  <a:pt x="57600" y="105517"/>
                  <a:pt x="86400" y="113793"/>
                  <a:pt x="120000" y="120000"/>
                </a:cubicBezTo>
                <a:cubicBezTo>
                  <a:pt x="120000" y="120000"/>
                  <a:pt x="120000" y="120000"/>
                  <a:pt x="120000" y="120000"/>
                </a:cubicBezTo>
                <a:cubicBezTo>
                  <a:pt x="86400" y="112758"/>
                  <a:pt x="57600" y="105517"/>
                  <a:pt x="38400" y="96206"/>
                </a:cubicBezTo>
                <a:moveTo>
                  <a:pt x="38400" y="96206"/>
                </a:moveTo>
                <a:cubicBezTo>
                  <a:pt x="38400" y="96206"/>
                  <a:pt x="38400" y="96206"/>
                  <a:pt x="38400" y="96206"/>
                </a:cubicBezTo>
                <a:cubicBezTo>
                  <a:pt x="38400" y="96206"/>
                  <a:pt x="38400" y="96206"/>
                  <a:pt x="38400" y="96206"/>
                </a:cubicBezTo>
                <a:moveTo>
                  <a:pt x="120000" y="0"/>
                </a:moveTo>
                <a:cubicBezTo>
                  <a:pt x="43200" y="14482"/>
                  <a:pt x="0" y="36206"/>
                  <a:pt x="0" y="60000"/>
                </a:cubicBezTo>
                <a:cubicBezTo>
                  <a:pt x="0" y="60000"/>
                  <a:pt x="0" y="60000"/>
                  <a:pt x="0" y="60000"/>
                </a:cubicBezTo>
                <a:cubicBezTo>
                  <a:pt x="0" y="60000"/>
                  <a:pt x="0" y="60000"/>
                  <a:pt x="0" y="60000"/>
                </a:cubicBezTo>
                <a:cubicBezTo>
                  <a:pt x="0" y="60000"/>
                  <a:pt x="0" y="60000"/>
                  <a:pt x="0" y="60000"/>
                </a:cubicBezTo>
                <a:cubicBezTo>
                  <a:pt x="0" y="60000"/>
                  <a:pt x="0" y="60000"/>
                  <a:pt x="0" y="60000"/>
                </a:cubicBezTo>
                <a:cubicBezTo>
                  <a:pt x="0" y="60000"/>
                  <a:pt x="0" y="60000"/>
                  <a:pt x="0" y="58965"/>
                </a:cubicBezTo>
                <a:cubicBezTo>
                  <a:pt x="0" y="58965"/>
                  <a:pt x="0" y="58965"/>
                  <a:pt x="0" y="58965"/>
                </a:cubicBezTo>
                <a:cubicBezTo>
                  <a:pt x="0" y="58965"/>
                  <a:pt x="0" y="58965"/>
                  <a:pt x="0" y="58965"/>
                </a:cubicBezTo>
                <a:cubicBezTo>
                  <a:pt x="0" y="58965"/>
                  <a:pt x="0" y="58965"/>
                  <a:pt x="0" y="58965"/>
                </a:cubicBezTo>
                <a:cubicBezTo>
                  <a:pt x="0" y="58965"/>
                  <a:pt x="0" y="58965"/>
                  <a:pt x="0" y="58965"/>
                </a:cubicBezTo>
                <a:cubicBezTo>
                  <a:pt x="0" y="58965"/>
                  <a:pt x="0" y="58965"/>
                  <a:pt x="0" y="58965"/>
                </a:cubicBezTo>
                <a:cubicBezTo>
                  <a:pt x="0" y="58965"/>
                  <a:pt x="0" y="58965"/>
                  <a:pt x="0" y="58965"/>
                </a:cubicBezTo>
                <a:cubicBezTo>
                  <a:pt x="0" y="58965"/>
                  <a:pt x="0" y="58965"/>
                  <a:pt x="0" y="58965"/>
                </a:cubicBezTo>
                <a:cubicBezTo>
                  <a:pt x="0" y="58965"/>
                  <a:pt x="0" y="57931"/>
                  <a:pt x="0" y="57931"/>
                </a:cubicBezTo>
                <a:cubicBezTo>
                  <a:pt x="0" y="57931"/>
                  <a:pt x="0" y="57931"/>
                  <a:pt x="0" y="57931"/>
                </a:cubicBezTo>
                <a:cubicBezTo>
                  <a:pt x="0" y="57931"/>
                  <a:pt x="0" y="57931"/>
                  <a:pt x="0" y="57931"/>
                </a:cubicBezTo>
                <a:cubicBezTo>
                  <a:pt x="0" y="57931"/>
                  <a:pt x="0" y="57931"/>
                  <a:pt x="0" y="57931"/>
                </a:cubicBezTo>
                <a:cubicBezTo>
                  <a:pt x="0" y="57931"/>
                  <a:pt x="0" y="57931"/>
                  <a:pt x="0" y="57931"/>
                </a:cubicBezTo>
                <a:cubicBezTo>
                  <a:pt x="0" y="57931"/>
                  <a:pt x="0" y="57931"/>
                  <a:pt x="0" y="57931"/>
                </a:cubicBezTo>
                <a:cubicBezTo>
                  <a:pt x="0" y="57931"/>
                  <a:pt x="0" y="57931"/>
                  <a:pt x="0" y="57931"/>
                </a:cubicBezTo>
                <a:cubicBezTo>
                  <a:pt x="0" y="57931"/>
                  <a:pt x="0" y="57931"/>
                  <a:pt x="0" y="57931"/>
                </a:cubicBezTo>
                <a:cubicBezTo>
                  <a:pt x="0" y="56896"/>
                  <a:pt x="0" y="56896"/>
                  <a:pt x="0" y="56896"/>
                </a:cubicBezTo>
                <a:cubicBezTo>
                  <a:pt x="0" y="56896"/>
                  <a:pt x="0" y="56896"/>
                  <a:pt x="0" y="56896"/>
                </a:cubicBezTo>
                <a:cubicBezTo>
                  <a:pt x="0" y="56896"/>
                  <a:pt x="0" y="56896"/>
                  <a:pt x="0" y="56896"/>
                </a:cubicBezTo>
                <a:cubicBezTo>
                  <a:pt x="0" y="56896"/>
                  <a:pt x="0" y="56896"/>
                  <a:pt x="0" y="56896"/>
                </a:cubicBezTo>
                <a:cubicBezTo>
                  <a:pt x="0" y="56896"/>
                  <a:pt x="0" y="56896"/>
                  <a:pt x="0" y="56896"/>
                </a:cubicBezTo>
                <a:cubicBezTo>
                  <a:pt x="0" y="56896"/>
                  <a:pt x="0" y="56896"/>
                  <a:pt x="0" y="56896"/>
                </a:cubicBezTo>
                <a:cubicBezTo>
                  <a:pt x="0" y="56896"/>
                  <a:pt x="0" y="56896"/>
                  <a:pt x="0" y="56896"/>
                </a:cubicBezTo>
                <a:cubicBezTo>
                  <a:pt x="0" y="56896"/>
                  <a:pt x="0" y="56896"/>
                  <a:pt x="0" y="56896"/>
                </a:cubicBezTo>
                <a:cubicBezTo>
                  <a:pt x="0" y="55862"/>
                  <a:pt x="0" y="55862"/>
                  <a:pt x="0" y="55862"/>
                </a:cubicBezTo>
                <a:cubicBezTo>
                  <a:pt x="0" y="55862"/>
                  <a:pt x="0" y="55862"/>
                  <a:pt x="0" y="55862"/>
                </a:cubicBezTo>
                <a:cubicBezTo>
                  <a:pt x="0" y="55862"/>
                  <a:pt x="0" y="55862"/>
                  <a:pt x="0" y="55862"/>
                </a:cubicBezTo>
                <a:cubicBezTo>
                  <a:pt x="0" y="55862"/>
                  <a:pt x="0" y="55862"/>
                  <a:pt x="0" y="55862"/>
                </a:cubicBezTo>
                <a:cubicBezTo>
                  <a:pt x="0" y="55862"/>
                  <a:pt x="0" y="55862"/>
                  <a:pt x="0" y="55862"/>
                </a:cubicBezTo>
                <a:cubicBezTo>
                  <a:pt x="0" y="55862"/>
                  <a:pt x="0" y="55862"/>
                  <a:pt x="0" y="55862"/>
                </a:cubicBezTo>
                <a:cubicBezTo>
                  <a:pt x="0" y="55862"/>
                  <a:pt x="0" y="55862"/>
                  <a:pt x="0" y="55862"/>
                </a:cubicBezTo>
                <a:cubicBezTo>
                  <a:pt x="0" y="55862"/>
                  <a:pt x="0" y="55862"/>
                  <a:pt x="0" y="55862"/>
                </a:cubicBezTo>
                <a:cubicBezTo>
                  <a:pt x="0" y="54827"/>
                  <a:pt x="0" y="54827"/>
                  <a:pt x="0" y="54827"/>
                </a:cubicBezTo>
                <a:cubicBezTo>
                  <a:pt x="0" y="54827"/>
                  <a:pt x="0" y="54827"/>
                  <a:pt x="0" y="54827"/>
                </a:cubicBezTo>
                <a:cubicBezTo>
                  <a:pt x="0" y="54827"/>
                  <a:pt x="0" y="54827"/>
                  <a:pt x="0" y="54827"/>
                </a:cubicBezTo>
                <a:cubicBezTo>
                  <a:pt x="0" y="54827"/>
                  <a:pt x="0" y="54827"/>
                  <a:pt x="0" y="54827"/>
                </a:cubicBezTo>
                <a:cubicBezTo>
                  <a:pt x="0" y="48620"/>
                  <a:pt x="4800" y="41379"/>
                  <a:pt x="14400" y="35172"/>
                </a:cubicBezTo>
                <a:cubicBezTo>
                  <a:pt x="14400" y="35172"/>
                  <a:pt x="14400" y="35172"/>
                  <a:pt x="14400" y="35172"/>
                </a:cubicBezTo>
                <a:cubicBezTo>
                  <a:pt x="14400" y="35172"/>
                  <a:pt x="14400" y="35172"/>
                  <a:pt x="14400" y="35172"/>
                </a:cubicBezTo>
                <a:cubicBezTo>
                  <a:pt x="14400" y="35172"/>
                  <a:pt x="14400" y="35172"/>
                  <a:pt x="14400" y="35172"/>
                </a:cubicBezTo>
                <a:cubicBezTo>
                  <a:pt x="14400" y="35172"/>
                  <a:pt x="14400" y="35172"/>
                  <a:pt x="14400" y="35172"/>
                </a:cubicBezTo>
                <a:cubicBezTo>
                  <a:pt x="14400" y="35172"/>
                  <a:pt x="14400" y="35172"/>
                  <a:pt x="14400" y="35172"/>
                </a:cubicBezTo>
                <a:cubicBezTo>
                  <a:pt x="14400" y="35172"/>
                  <a:pt x="14400" y="35172"/>
                  <a:pt x="14400" y="35172"/>
                </a:cubicBezTo>
                <a:cubicBezTo>
                  <a:pt x="19200" y="35172"/>
                  <a:pt x="19200" y="35172"/>
                  <a:pt x="19200" y="35172"/>
                </a:cubicBezTo>
                <a:cubicBezTo>
                  <a:pt x="19200" y="34137"/>
                  <a:pt x="19200" y="34137"/>
                  <a:pt x="19200" y="34137"/>
                </a:cubicBezTo>
                <a:cubicBezTo>
                  <a:pt x="19200" y="34137"/>
                  <a:pt x="19200" y="34137"/>
                  <a:pt x="19200" y="34137"/>
                </a:cubicBezTo>
                <a:cubicBezTo>
                  <a:pt x="19200" y="34137"/>
                  <a:pt x="19200" y="34137"/>
                  <a:pt x="19200" y="34137"/>
                </a:cubicBezTo>
                <a:cubicBezTo>
                  <a:pt x="19200" y="34137"/>
                  <a:pt x="19200" y="34137"/>
                  <a:pt x="19200" y="34137"/>
                </a:cubicBezTo>
                <a:cubicBezTo>
                  <a:pt x="19200" y="34137"/>
                  <a:pt x="19200" y="34137"/>
                  <a:pt x="19200" y="34137"/>
                </a:cubicBezTo>
                <a:cubicBezTo>
                  <a:pt x="19200" y="34137"/>
                  <a:pt x="19200" y="34137"/>
                  <a:pt x="19200" y="34137"/>
                </a:cubicBezTo>
                <a:cubicBezTo>
                  <a:pt x="19200" y="34137"/>
                  <a:pt x="19200" y="34137"/>
                  <a:pt x="19200" y="34137"/>
                </a:cubicBezTo>
                <a:cubicBezTo>
                  <a:pt x="19200" y="34137"/>
                  <a:pt x="19200" y="34137"/>
                  <a:pt x="19200" y="34137"/>
                </a:cubicBezTo>
                <a:cubicBezTo>
                  <a:pt x="19200" y="34137"/>
                  <a:pt x="19200" y="34137"/>
                  <a:pt x="19200" y="34137"/>
                </a:cubicBezTo>
                <a:cubicBezTo>
                  <a:pt x="38400" y="20689"/>
                  <a:pt x="72000" y="9310"/>
                  <a:pt x="120000" y="0"/>
                </a:cubicBezTo>
                <a:cubicBezTo>
                  <a:pt x="120000" y="0"/>
                  <a:pt x="120000" y="0"/>
                  <a:pt x="120000" y="0"/>
                </a:cubicBezTo>
              </a:path>
            </a:pathLst>
          </a:custGeom>
          <a:solidFill>
            <a:srgbClr val="D3D1D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91" name="Google Shape;491;p79"/>
          <p:cNvSpPr/>
          <p:nvPr/>
        </p:nvSpPr>
        <p:spPr>
          <a:xfrm>
            <a:off x="8979790" y="4193661"/>
            <a:ext cx="85724" cy="392112"/>
          </a:xfrm>
          <a:custGeom>
            <a:avLst/>
            <a:gdLst/>
            <a:ahLst/>
            <a:cxnLst/>
            <a:rect l="l" t="t" r="r" b="b"/>
            <a:pathLst>
              <a:path w="120000" h="120000" extrusionOk="0">
                <a:moveTo>
                  <a:pt x="24000" y="88965"/>
                </a:moveTo>
                <a:cubicBezTo>
                  <a:pt x="28800" y="92068"/>
                  <a:pt x="33600" y="94137"/>
                  <a:pt x="38400" y="96206"/>
                </a:cubicBezTo>
                <a:cubicBezTo>
                  <a:pt x="38400" y="96206"/>
                  <a:pt x="38400" y="96206"/>
                  <a:pt x="38400" y="96206"/>
                </a:cubicBezTo>
                <a:cubicBezTo>
                  <a:pt x="38400" y="96206"/>
                  <a:pt x="38400" y="96206"/>
                  <a:pt x="38400" y="96206"/>
                </a:cubicBezTo>
                <a:cubicBezTo>
                  <a:pt x="57600" y="105517"/>
                  <a:pt x="86400" y="112758"/>
                  <a:pt x="120000" y="120000"/>
                </a:cubicBezTo>
                <a:cubicBezTo>
                  <a:pt x="120000" y="120000"/>
                  <a:pt x="120000" y="120000"/>
                  <a:pt x="120000" y="120000"/>
                </a:cubicBezTo>
                <a:cubicBezTo>
                  <a:pt x="115200" y="120000"/>
                  <a:pt x="115200" y="120000"/>
                  <a:pt x="115200" y="120000"/>
                </a:cubicBezTo>
                <a:cubicBezTo>
                  <a:pt x="76800" y="111724"/>
                  <a:pt x="43200" y="101379"/>
                  <a:pt x="24000" y="88965"/>
                </a:cubicBezTo>
                <a:moveTo>
                  <a:pt x="0" y="60000"/>
                </a:moveTo>
                <a:cubicBezTo>
                  <a:pt x="0" y="60000"/>
                  <a:pt x="0" y="60000"/>
                  <a:pt x="0" y="60000"/>
                </a:cubicBezTo>
                <a:cubicBezTo>
                  <a:pt x="0" y="60000"/>
                  <a:pt x="0" y="60000"/>
                  <a:pt x="0" y="60000"/>
                </a:cubicBezTo>
                <a:cubicBezTo>
                  <a:pt x="0" y="60000"/>
                  <a:pt x="0" y="60000"/>
                  <a:pt x="0" y="60000"/>
                </a:cubicBezTo>
                <a:moveTo>
                  <a:pt x="0" y="60000"/>
                </a:moveTo>
                <a:cubicBezTo>
                  <a:pt x="0" y="60000"/>
                  <a:pt x="0" y="60000"/>
                  <a:pt x="0" y="60000"/>
                </a:cubicBezTo>
                <a:cubicBezTo>
                  <a:pt x="0" y="60000"/>
                  <a:pt x="0" y="60000"/>
                  <a:pt x="0" y="60000"/>
                </a:cubicBezTo>
                <a:moveTo>
                  <a:pt x="0" y="58965"/>
                </a:moveTo>
                <a:cubicBezTo>
                  <a:pt x="0" y="58965"/>
                  <a:pt x="0" y="58965"/>
                  <a:pt x="0" y="58965"/>
                </a:cubicBezTo>
                <a:cubicBezTo>
                  <a:pt x="0" y="58965"/>
                  <a:pt x="0" y="58965"/>
                  <a:pt x="0" y="58965"/>
                </a:cubicBezTo>
                <a:moveTo>
                  <a:pt x="0" y="58965"/>
                </a:moveTo>
                <a:cubicBezTo>
                  <a:pt x="0" y="58965"/>
                  <a:pt x="0" y="58965"/>
                  <a:pt x="0" y="58965"/>
                </a:cubicBezTo>
                <a:cubicBezTo>
                  <a:pt x="0" y="58965"/>
                  <a:pt x="0" y="58965"/>
                  <a:pt x="0" y="58965"/>
                </a:cubicBezTo>
                <a:moveTo>
                  <a:pt x="0" y="58965"/>
                </a:moveTo>
                <a:cubicBezTo>
                  <a:pt x="0" y="58965"/>
                  <a:pt x="0" y="58965"/>
                  <a:pt x="0" y="58965"/>
                </a:cubicBezTo>
                <a:cubicBezTo>
                  <a:pt x="0" y="58965"/>
                  <a:pt x="0" y="58965"/>
                  <a:pt x="0" y="58965"/>
                </a:cubicBezTo>
                <a:moveTo>
                  <a:pt x="0" y="58965"/>
                </a:moveTo>
                <a:cubicBezTo>
                  <a:pt x="0" y="58965"/>
                  <a:pt x="0" y="58965"/>
                  <a:pt x="0" y="58965"/>
                </a:cubicBezTo>
                <a:cubicBezTo>
                  <a:pt x="0" y="58965"/>
                  <a:pt x="0" y="58965"/>
                  <a:pt x="0" y="58965"/>
                </a:cubicBezTo>
                <a:moveTo>
                  <a:pt x="0" y="57931"/>
                </a:moveTo>
                <a:cubicBezTo>
                  <a:pt x="0" y="57931"/>
                  <a:pt x="0" y="57931"/>
                  <a:pt x="0" y="57931"/>
                </a:cubicBezTo>
                <a:cubicBezTo>
                  <a:pt x="0" y="57931"/>
                  <a:pt x="0" y="57931"/>
                  <a:pt x="0" y="57931"/>
                </a:cubicBezTo>
                <a:moveTo>
                  <a:pt x="0" y="57931"/>
                </a:moveTo>
                <a:cubicBezTo>
                  <a:pt x="0" y="57931"/>
                  <a:pt x="0" y="57931"/>
                  <a:pt x="0" y="57931"/>
                </a:cubicBezTo>
                <a:cubicBezTo>
                  <a:pt x="0" y="57931"/>
                  <a:pt x="0" y="57931"/>
                  <a:pt x="0" y="57931"/>
                </a:cubicBezTo>
                <a:moveTo>
                  <a:pt x="0" y="57931"/>
                </a:moveTo>
                <a:cubicBezTo>
                  <a:pt x="0" y="57931"/>
                  <a:pt x="0" y="57931"/>
                  <a:pt x="0" y="57931"/>
                </a:cubicBezTo>
                <a:cubicBezTo>
                  <a:pt x="0" y="57931"/>
                  <a:pt x="0" y="57931"/>
                  <a:pt x="0" y="57931"/>
                </a:cubicBezTo>
                <a:moveTo>
                  <a:pt x="0" y="57931"/>
                </a:moveTo>
                <a:cubicBezTo>
                  <a:pt x="0" y="57931"/>
                  <a:pt x="0" y="57931"/>
                  <a:pt x="0" y="57931"/>
                </a:cubicBezTo>
                <a:cubicBezTo>
                  <a:pt x="0" y="57931"/>
                  <a:pt x="0" y="57931"/>
                  <a:pt x="0" y="57931"/>
                </a:cubicBezTo>
                <a:moveTo>
                  <a:pt x="0" y="56896"/>
                </a:moveTo>
                <a:cubicBezTo>
                  <a:pt x="0" y="56896"/>
                  <a:pt x="0" y="56896"/>
                  <a:pt x="0" y="56896"/>
                </a:cubicBezTo>
                <a:cubicBezTo>
                  <a:pt x="0" y="56896"/>
                  <a:pt x="0" y="56896"/>
                  <a:pt x="0" y="56896"/>
                </a:cubicBezTo>
                <a:moveTo>
                  <a:pt x="0" y="56896"/>
                </a:moveTo>
                <a:cubicBezTo>
                  <a:pt x="0" y="56896"/>
                  <a:pt x="0" y="56896"/>
                  <a:pt x="0" y="56896"/>
                </a:cubicBezTo>
                <a:cubicBezTo>
                  <a:pt x="0" y="56896"/>
                  <a:pt x="0" y="56896"/>
                  <a:pt x="0" y="56896"/>
                </a:cubicBezTo>
                <a:moveTo>
                  <a:pt x="0" y="56896"/>
                </a:moveTo>
                <a:cubicBezTo>
                  <a:pt x="0" y="56896"/>
                  <a:pt x="0" y="56896"/>
                  <a:pt x="0" y="56896"/>
                </a:cubicBezTo>
                <a:cubicBezTo>
                  <a:pt x="0" y="56896"/>
                  <a:pt x="0" y="56896"/>
                  <a:pt x="0" y="56896"/>
                </a:cubicBezTo>
                <a:moveTo>
                  <a:pt x="0" y="56896"/>
                </a:moveTo>
                <a:cubicBezTo>
                  <a:pt x="0" y="56896"/>
                  <a:pt x="0" y="56896"/>
                  <a:pt x="0" y="56896"/>
                </a:cubicBezTo>
                <a:cubicBezTo>
                  <a:pt x="0" y="56896"/>
                  <a:pt x="0" y="56896"/>
                  <a:pt x="0" y="56896"/>
                </a:cubicBezTo>
                <a:moveTo>
                  <a:pt x="0" y="55862"/>
                </a:moveTo>
                <a:cubicBezTo>
                  <a:pt x="0" y="55862"/>
                  <a:pt x="0" y="55862"/>
                  <a:pt x="0" y="55862"/>
                </a:cubicBezTo>
                <a:cubicBezTo>
                  <a:pt x="0" y="55862"/>
                  <a:pt x="0" y="55862"/>
                  <a:pt x="0" y="55862"/>
                </a:cubicBezTo>
                <a:moveTo>
                  <a:pt x="0" y="55862"/>
                </a:moveTo>
                <a:cubicBezTo>
                  <a:pt x="0" y="55862"/>
                  <a:pt x="0" y="55862"/>
                  <a:pt x="0" y="55862"/>
                </a:cubicBezTo>
                <a:cubicBezTo>
                  <a:pt x="0" y="55862"/>
                  <a:pt x="0" y="55862"/>
                  <a:pt x="0" y="55862"/>
                </a:cubicBezTo>
                <a:moveTo>
                  <a:pt x="0" y="55862"/>
                </a:moveTo>
                <a:cubicBezTo>
                  <a:pt x="0" y="55862"/>
                  <a:pt x="0" y="55862"/>
                  <a:pt x="0" y="55862"/>
                </a:cubicBezTo>
                <a:cubicBezTo>
                  <a:pt x="0" y="55862"/>
                  <a:pt x="0" y="55862"/>
                  <a:pt x="0" y="55862"/>
                </a:cubicBezTo>
                <a:moveTo>
                  <a:pt x="0" y="55862"/>
                </a:moveTo>
                <a:cubicBezTo>
                  <a:pt x="0" y="55862"/>
                  <a:pt x="0" y="55862"/>
                  <a:pt x="0" y="55862"/>
                </a:cubicBezTo>
                <a:cubicBezTo>
                  <a:pt x="0" y="55862"/>
                  <a:pt x="0" y="55862"/>
                  <a:pt x="0" y="55862"/>
                </a:cubicBezTo>
                <a:moveTo>
                  <a:pt x="0" y="54827"/>
                </a:moveTo>
                <a:cubicBezTo>
                  <a:pt x="0" y="54827"/>
                  <a:pt x="0" y="54827"/>
                  <a:pt x="0" y="54827"/>
                </a:cubicBezTo>
                <a:cubicBezTo>
                  <a:pt x="0" y="54827"/>
                  <a:pt x="0" y="54827"/>
                  <a:pt x="0" y="54827"/>
                </a:cubicBezTo>
                <a:moveTo>
                  <a:pt x="0" y="54827"/>
                </a:moveTo>
                <a:cubicBezTo>
                  <a:pt x="0" y="54827"/>
                  <a:pt x="0" y="54827"/>
                  <a:pt x="0" y="54827"/>
                </a:cubicBezTo>
                <a:cubicBezTo>
                  <a:pt x="0" y="54827"/>
                  <a:pt x="0" y="54827"/>
                  <a:pt x="0" y="54827"/>
                </a:cubicBezTo>
                <a:moveTo>
                  <a:pt x="14400" y="35172"/>
                </a:moveTo>
                <a:cubicBezTo>
                  <a:pt x="14400" y="35172"/>
                  <a:pt x="14400" y="35172"/>
                  <a:pt x="14400" y="35172"/>
                </a:cubicBezTo>
                <a:cubicBezTo>
                  <a:pt x="14400" y="35172"/>
                  <a:pt x="14400" y="35172"/>
                  <a:pt x="14400" y="35172"/>
                </a:cubicBezTo>
                <a:moveTo>
                  <a:pt x="14400" y="35172"/>
                </a:moveTo>
                <a:cubicBezTo>
                  <a:pt x="14400" y="35172"/>
                  <a:pt x="14400" y="35172"/>
                  <a:pt x="14400" y="35172"/>
                </a:cubicBezTo>
                <a:cubicBezTo>
                  <a:pt x="14400" y="35172"/>
                  <a:pt x="14400" y="35172"/>
                  <a:pt x="14400" y="35172"/>
                </a:cubicBezTo>
                <a:moveTo>
                  <a:pt x="14400" y="35172"/>
                </a:moveTo>
                <a:cubicBezTo>
                  <a:pt x="14400" y="35172"/>
                  <a:pt x="14400" y="35172"/>
                  <a:pt x="14400" y="35172"/>
                </a:cubicBezTo>
                <a:cubicBezTo>
                  <a:pt x="14400" y="35172"/>
                  <a:pt x="14400" y="35172"/>
                  <a:pt x="14400" y="35172"/>
                </a:cubicBezTo>
                <a:moveTo>
                  <a:pt x="19200" y="35172"/>
                </a:moveTo>
                <a:cubicBezTo>
                  <a:pt x="19200" y="35172"/>
                  <a:pt x="19200" y="35172"/>
                  <a:pt x="14400" y="35172"/>
                </a:cubicBezTo>
                <a:cubicBezTo>
                  <a:pt x="19200" y="35172"/>
                  <a:pt x="19200" y="35172"/>
                  <a:pt x="19200" y="35172"/>
                </a:cubicBezTo>
                <a:moveTo>
                  <a:pt x="19200" y="34137"/>
                </a:moveTo>
                <a:cubicBezTo>
                  <a:pt x="19200" y="34137"/>
                  <a:pt x="19200" y="34137"/>
                  <a:pt x="19200" y="34137"/>
                </a:cubicBezTo>
                <a:cubicBezTo>
                  <a:pt x="19200" y="34137"/>
                  <a:pt x="19200" y="34137"/>
                  <a:pt x="19200" y="34137"/>
                </a:cubicBezTo>
                <a:moveTo>
                  <a:pt x="19200" y="34137"/>
                </a:moveTo>
                <a:cubicBezTo>
                  <a:pt x="19200" y="34137"/>
                  <a:pt x="19200" y="34137"/>
                  <a:pt x="19200" y="34137"/>
                </a:cubicBezTo>
                <a:cubicBezTo>
                  <a:pt x="19200" y="34137"/>
                  <a:pt x="19200" y="34137"/>
                  <a:pt x="19200" y="34137"/>
                </a:cubicBezTo>
                <a:moveTo>
                  <a:pt x="19200" y="34137"/>
                </a:moveTo>
                <a:cubicBezTo>
                  <a:pt x="19200" y="34137"/>
                  <a:pt x="19200" y="34137"/>
                  <a:pt x="19200" y="34137"/>
                </a:cubicBezTo>
                <a:cubicBezTo>
                  <a:pt x="19200" y="34137"/>
                  <a:pt x="19200" y="34137"/>
                  <a:pt x="19200" y="34137"/>
                </a:cubicBezTo>
                <a:moveTo>
                  <a:pt x="19200" y="34137"/>
                </a:moveTo>
                <a:cubicBezTo>
                  <a:pt x="19200" y="34137"/>
                  <a:pt x="19200" y="34137"/>
                  <a:pt x="19200" y="34137"/>
                </a:cubicBezTo>
                <a:cubicBezTo>
                  <a:pt x="19200" y="34137"/>
                  <a:pt x="19200" y="34137"/>
                  <a:pt x="19200" y="34137"/>
                </a:cubicBezTo>
                <a:moveTo>
                  <a:pt x="120000" y="0"/>
                </a:moveTo>
                <a:cubicBezTo>
                  <a:pt x="72000" y="9310"/>
                  <a:pt x="38400" y="20689"/>
                  <a:pt x="19200" y="34137"/>
                </a:cubicBezTo>
                <a:cubicBezTo>
                  <a:pt x="38400" y="20689"/>
                  <a:pt x="72000" y="9310"/>
                  <a:pt x="115200" y="0"/>
                </a:cubicBezTo>
                <a:cubicBezTo>
                  <a:pt x="120000" y="0"/>
                  <a:pt x="120000" y="0"/>
                  <a:pt x="120000" y="0"/>
                </a:cubicBezTo>
                <a:cubicBezTo>
                  <a:pt x="120000" y="0"/>
                  <a:pt x="120000" y="0"/>
                  <a:pt x="120000" y="0"/>
                </a:cubicBezTo>
              </a:path>
            </a:pathLst>
          </a:custGeom>
          <a:solidFill>
            <a:srgbClr val="8EAA4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92" name="Google Shape;492;p79"/>
          <p:cNvSpPr/>
          <p:nvPr/>
        </p:nvSpPr>
        <p:spPr>
          <a:xfrm>
            <a:off x="9624315" y="4123811"/>
            <a:ext cx="269874" cy="266699"/>
          </a:xfrm>
          <a:custGeom>
            <a:avLst/>
            <a:gdLst/>
            <a:ahLst/>
            <a:cxnLst/>
            <a:rect l="l" t="t" r="r" b="b"/>
            <a:pathLst>
              <a:path w="120000" h="120000" extrusionOk="0">
                <a:moveTo>
                  <a:pt x="120000" y="0"/>
                </a:moveTo>
                <a:lnTo>
                  <a:pt x="120000" y="0"/>
                </a:lnTo>
                <a:lnTo>
                  <a:pt x="0" y="120000"/>
                </a:lnTo>
                <a:lnTo>
                  <a:pt x="0" y="120000"/>
                </a:lnTo>
                <a:lnTo>
                  <a:pt x="120000" y="0"/>
                </a:lnTo>
                <a:close/>
              </a:path>
            </a:pathLst>
          </a:custGeom>
          <a:solidFill>
            <a:srgbClr val="9BBB4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93" name="Google Shape;493;p79"/>
          <p:cNvSpPr/>
          <p:nvPr/>
        </p:nvSpPr>
        <p:spPr>
          <a:xfrm>
            <a:off x="9624315" y="4123811"/>
            <a:ext cx="269874" cy="266699"/>
          </a:xfrm>
          <a:custGeom>
            <a:avLst/>
            <a:gdLst/>
            <a:ahLst/>
            <a:cxnLst/>
            <a:rect l="l" t="t" r="r" b="b"/>
            <a:pathLst>
              <a:path w="120000" h="120000" extrusionOk="0">
                <a:moveTo>
                  <a:pt x="120000" y="0"/>
                </a:moveTo>
                <a:lnTo>
                  <a:pt x="120000" y="0"/>
                </a:lnTo>
                <a:lnTo>
                  <a:pt x="0" y="120000"/>
                </a:lnTo>
                <a:lnTo>
                  <a:pt x="0" y="120000"/>
                </a:lnTo>
                <a:lnTo>
                  <a:pt x="120000" y="0"/>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94" name="Google Shape;494;p79"/>
          <p:cNvSpPr/>
          <p:nvPr/>
        </p:nvSpPr>
        <p:spPr>
          <a:xfrm>
            <a:off x="9411590" y="4177786"/>
            <a:ext cx="212724" cy="212724"/>
          </a:xfrm>
          <a:custGeom>
            <a:avLst/>
            <a:gdLst/>
            <a:ahLst/>
            <a:cxnLst/>
            <a:rect l="l" t="t" r="r" b="b"/>
            <a:pathLst>
              <a:path w="120000" h="120000" extrusionOk="0">
                <a:moveTo>
                  <a:pt x="0" y="0"/>
                </a:moveTo>
                <a:cubicBezTo>
                  <a:pt x="0" y="1904"/>
                  <a:pt x="1904" y="1904"/>
                  <a:pt x="1904" y="1904"/>
                </a:cubicBezTo>
                <a:cubicBezTo>
                  <a:pt x="24761" y="24761"/>
                  <a:pt x="24761" y="24761"/>
                  <a:pt x="24761" y="24761"/>
                </a:cubicBezTo>
                <a:cubicBezTo>
                  <a:pt x="120000" y="120000"/>
                  <a:pt x="120000" y="120000"/>
                  <a:pt x="120000" y="120000"/>
                </a:cubicBezTo>
                <a:cubicBezTo>
                  <a:pt x="120000" y="120000"/>
                  <a:pt x="120000" y="120000"/>
                  <a:pt x="120000" y="120000"/>
                </a:cubicBezTo>
                <a:cubicBezTo>
                  <a:pt x="24761" y="24761"/>
                  <a:pt x="24761" y="24761"/>
                  <a:pt x="24761" y="24761"/>
                </a:cubicBezTo>
                <a:cubicBezTo>
                  <a:pt x="1904" y="3809"/>
                  <a:pt x="1904" y="3809"/>
                  <a:pt x="1904" y="3809"/>
                </a:cubicBezTo>
                <a:cubicBezTo>
                  <a:pt x="1904" y="1904"/>
                  <a:pt x="0" y="1904"/>
                  <a:pt x="0" y="0"/>
                </a:cubicBezTo>
              </a:path>
            </a:pathLst>
          </a:custGeom>
          <a:solidFill>
            <a:srgbClr val="839B4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95" name="Google Shape;495;p79"/>
          <p:cNvSpPr/>
          <p:nvPr/>
        </p:nvSpPr>
        <p:spPr>
          <a:xfrm>
            <a:off x="9624315" y="4390511"/>
            <a:ext cx="269874" cy="268288"/>
          </a:xfrm>
          <a:custGeom>
            <a:avLst/>
            <a:gdLst/>
            <a:ahLst/>
            <a:cxnLst/>
            <a:rect l="l" t="t" r="r" b="b"/>
            <a:pathLst>
              <a:path w="120000" h="120000" extrusionOk="0">
                <a:moveTo>
                  <a:pt x="0" y="0"/>
                </a:moveTo>
                <a:lnTo>
                  <a:pt x="0" y="0"/>
                </a:lnTo>
                <a:lnTo>
                  <a:pt x="120000" y="120000"/>
                </a:lnTo>
                <a:lnTo>
                  <a:pt x="120000" y="120000"/>
                </a:lnTo>
                <a:lnTo>
                  <a:pt x="0" y="0"/>
                </a:lnTo>
                <a:close/>
              </a:path>
            </a:pathLst>
          </a:custGeom>
          <a:solidFill>
            <a:srgbClr val="9BBB4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96" name="Google Shape;496;p79"/>
          <p:cNvSpPr/>
          <p:nvPr/>
        </p:nvSpPr>
        <p:spPr>
          <a:xfrm>
            <a:off x="9624315" y="4390511"/>
            <a:ext cx="269874" cy="268288"/>
          </a:xfrm>
          <a:custGeom>
            <a:avLst/>
            <a:gdLst/>
            <a:ahLst/>
            <a:cxnLst/>
            <a:rect l="l" t="t" r="r" b="b"/>
            <a:pathLst>
              <a:path w="120000" h="120000" extrusionOk="0">
                <a:moveTo>
                  <a:pt x="0" y="0"/>
                </a:moveTo>
                <a:lnTo>
                  <a:pt x="0" y="0"/>
                </a:lnTo>
                <a:lnTo>
                  <a:pt x="120000" y="120000"/>
                </a:lnTo>
                <a:lnTo>
                  <a:pt x="120000" y="120000"/>
                </a:lnTo>
                <a:lnTo>
                  <a:pt x="0" y="0"/>
                </a:lnTo>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97" name="Google Shape;497;p79"/>
          <p:cNvSpPr/>
          <p:nvPr/>
        </p:nvSpPr>
        <p:spPr>
          <a:xfrm>
            <a:off x="9246490" y="4484172"/>
            <a:ext cx="284162" cy="174625"/>
          </a:xfrm>
          <a:custGeom>
            <a:avLst/>
            <a:gdLst/>
            <a:ahLst/>
            <a:cxnLst/>
            <a:rect l="l" t="t" r="r" b="b"/>
            <a:pathLst>
              <a:path w="120000" h="120000" extrusionOk="0">
                <a:moveTo>
                  <a:pt x="0" y="120000"/>
                </a:moveTo>
                <a:cubicBezTo>
                  <a:pt x="0" y="120000"/>
                  <a:pt x="0" y="120000"/>
                  <a:pt x="0" y="120000"/>
                </a:cubicBezTo>
                <a:cubicBezTo>
                  <a:pt x="0" y="120000"/>
                  <a:pt x="0" y="120000"/>
                  <a:pt x="0" y="120000"/>
                </a:cubicBezTo>
                <a:moveTo>
                  <a:pt x="120000" y="0"/>
                </a:moveTo>
                <a:cubicBezTo>
                  <a:pt x="88571" y="50769"/>
                  <a:pt x="88571" y="50769"/>
                  <a:pt x="88571" y="50769"/>
                </a:cubicBezTo>
                <a:cubicBezTo>
                  <a:pt x="71428" y="78461"/>
                  <a:pt x="71428" y="78461"/>
                  <a:pt x="71428" y="78461"/>
                </a:cubicBezTo>
                <a:cubicBezTo>
                  <a:pt x="67142" y="83076"/>
                  <a:pt x="62857" y="90000"/>
                  <a:pt x="57142" y="94615"/>
                </a:cubicBezTo>
                <a:cubicBezTo>
                  <a:pt x="62857" y="90000"/>
                  <a:pt x="67142" y="83076"/>
                  <a:pt x="71428" y="78461"/>
                </a:cubicBezTo>
                <a:cubicBezTo>
                  <a:pt x="88571" y="50769"/>
                  <a:pt x="88571" y="50769"/>
                  <a:pt x="88571" y="50769"/>
                </a:cubicBezTo>
                <a:cubicBezTo>
                  <a:pt x="120000" y="0"/>
                  <a:pt x="120000" y="0"/>
                  <a:pt x="120000" y="0"/>
                </a:cubicBezTo>
              </a:path>
            </a:pathLst>
          </a:custGeom>
          <a:solidFill>
            <a:srgbClr val="839B4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98" name="Google Shape;498;p79"/>
          <p:cNvSpPr/>
          <p:nvPr/>
        </p:nvSpPr>
        <p:spPr>
          <a:xfrm>
            <a:off x="507146" y="1306070"/>
            <a:ext cx="279327" cy="279327"/>
          </a:xfrm>
          <a:custGeom>
            <a:avLst/>
            <a:gdLst/>
            <a:ahLst/>
            <a:cxnLst/>
            <a:rect l="l" t="t" r="r" b="b"/>
            <a:pathLst>
              <a:path w="120000" h="120000" extrusionOk="0">
                <a:moveTo>
                  <a:pt x="97116" y="71977"/>
                </a:moveTo>
                <a:cubicBezTo>
                  <a:pt x="94833" y="68100"/>
                  <a:pt x="92088" y="64072"/>
                  <a:pt x="88950" y="59972"/>
                </a:cubicBezTo>
                <a:cubicBezTo>
                  <a:pt x="92072" y="55905"/>
                  <a:pt x="94844" y="51883"/>
                  <a:pt x="97116" y="48022"/>
                </a:cubicBezTo>
                <a:cubicBezTo>
                  <a:pt x="107833" y="51005"/>
                  <a:pt x="114544" y="55266"/>
                  <a:pt x="114544" y="60000"/>
                </a:cubicBezTo>
                <a:cubicBezTo>
                  <a:pt x="114544" y="64733"/>
                  <a:pt x="107833" y="68994"/>
                  <a:pt x="97116" y="71977"/>
                </a:cubicBezTo>
                <a:moveTo>
                  <a:pt x="98566" y="98572"/>
                </a:moveTo>
                <a:cubicBezTo>
                  <a:pt x="95222" y="101916"/>
                  <a:pt x="87444" y="100155"/>
                  <a:pt x="77755" y="94694"/>
                </a:cubicBezTo>
                <a:cubicBezTo>
                  <a:pt x="78877" y="90338"/>
                  <a:pt x="79805" y="85588"/>
                  <a:pt x="80483" y="80488"/>
                </a:cubicBezTo>
                <a:cubicBezTo>
                  <a:pt x="85583" y="79811"/>
                  <a:pt x="90338" y="78877"/>
                  <a:pt x="94688" y="77755"/>
                </a:cubicBezTo>
                <a:cubicBezTo>
                  <a:pt x="100155" y="87444"/>
                  <a:pt x="101916" y="95222"/>
                  <a:pt x="98566" y="98572"/>
                </a:cubicBezTo>
                <a:moveTo>
                  <a:pt x="85577" y="64227"/>
                </a:moveTo>
                <a:cubicBezTo>
                  <a:pt x="87983" y="67327"/>
                  <a:pt x="90105" y="70344"/>
                  <a:pt x="91966" y="73250"/>
                </a:cubicBezTo>
                <a:cubicBezTo>
                  <a:pt x="88611" y="73983"/>
                  <a:pt x="84972" y="74605"/>
                  <a:pt x="81094" y="75094"/>
                </a:cubicBezTo>
                <a:cubicBezTo>
                  <a:pt x="81283" y="73083"/>
                  <a:pt x="81416" y="71022"/>
                  <a:pt x="81538" y="68938"/>
                </a:cubicBezTo>
                <a:cubicBezTo>
                  <a:pt x="82944" y="67372"/>
                  <a:pt x="84277" y="65800"/>
                  <a:pt x="85577" y="64227"/>
                </a:cubicBezTo>
                <a:moveTo>
                  <a:pt x="85566" y="55733"/>
                </a:moveTo>
                <a:cubicBezTo>
                  <a:pt x="84277" y="54177"/>
                  <a:pt x="82933" y="52616"/>
                  <a:pt x="81538" y="51061"/>
                </a:cubicBezTo>
                <a:cubicBezTo>
                  <a:pt x="81416" y="48983"/>
                  <a:pt x="81283" y="46916"/>
                  <a:pt x="81094" y="44911"/>
                </a:cubicBezTo>
                <a:cubicBezTo>
                  <a:pt x="84972" y="45394"/>
                  <a:pt x="88611" y="46016"/>
                  <a:pt x="91966" y="46750"/>
                </a:cubicBezTo>
                <a:cubicBezTo>
                  <a:pt x="90116" y="49638"/>
                  <a:pt x="87955" y="52655"/>
                  <a:pt x="85566" y="55733"/>
                </a:cubicBezTo>
                <a:moveTo>
                  <a:pt x="98566" y="21427"/>
                </a:moveTo>
                <a:cubicBezTo>
                  <a:pt x="101916" y="24777"/>
                  <a:pt x="100155" y="32555"/>
                  <a:pt x="94688" y="42244"/>
                </a:cubicBezTo>
                <a:cubicBezTo>
                  <a:pt x="90338" y="41122"/>
                  <a:pt x="85583" y="40188"/>
                  <a:pt x="80483" y="39511"/>
                </a:cubicBezTo>
                <a:cubicBezTo>
                  <a:pt x="79805" y="34411"/>
                  <a:pt x="78877" y="29661"/>
                  <a:pt x="77755" y="25305"/>
                </a:cubicBezTo>
                <a:cubicBezTo>
                  <a:pt x="87444" y="19844"/>
                  <a:pt x="95222" y="18083"/>
                  <a:pt x="98566" y="21427"/>
                </a:cubicBezTo>
                <a:moveTo>
                  <a:pt x="76211" y="66733"/>
                </a:moveTo>
                <a:cubicBezTo>
                  <a:pt x="74711" y="68350"/>
                  <a:pt x="73177" y="69961"/>
                  <a:pt x="71566" y="71572"/>
                </a:cubicBezTo>
                <a:cubicBezTo>
                  <a:pt x="69961" y="73177"/>
                  <a:pt x="68350" y="74716"/>
                  <a:pt x="66733" y="76216"/>
                </a:cubicBezTo>
                <a:cubicBezTo>
                  <a:pt x="64522" y="76294"/>
                  <a:pt x="62288" y="76361"/>
                  <a:pt x="60000" y="76361"/>
                </a:cubicBezTo>
                <a:cubicBezTo>
                  <a:pt x="57705" y="76361"/>
                  <a:pt x="55472" y="76294"/>
                  <a:pt x="53261" y="76216"/>
                </a:cubicBezTo>
                <a:cubicBezTo>
                  <a:pt x="51650" y="74716"/>
                  <a:pt x="50033" y="73177"/>
                  <a:pt x="48427" y="71572"/>
                </a:cubicBezTo>
                <a:cubicBezTo>
                  <a:pt x="46822" y="69961"/>
                  <a:pt x="45288" y="68350"/>
                  <a:pt x="43783" y="66733"/>
                </a:cubicBezTo>
                <a:cubicBezTo>
                  <a:pt x="43700" y="64522"/>
                  <a:pt x="43638" y="62288"/>
                  <a:pt x="43638" y="60000"/>
                </a:cubicBezTo>
                <a:cubicBezTo>
                  <a:pt x="43638" y="57711"/>
                  <a:pt x="43700" y="55477"/>
                  <a:pt x="43783" y="53261"/>
                </a:cubicBezTo>
                <a:cubicBezTo>
                  <a:pt x="45288" y="51650"/>
                  <a:pt x="46822" y="50038"/>
                  <a:pt x="48427" y="48427"/>
                </a:cubicBezTo>
                <a:cubicBezTo>
                  <a:pt x="50033" y="46822"/>
                  <a:pt x="51650" y="45283"/>
                  <a:pt x="53261" y="43783"/>
                </a:cubicBezTo>
                <a:cubicBezTo>
                  <a:pt x="55472" y="43705"/>
                  <a:pt x="57705" y="43638"/>
                  <a:pt x="60000" y="43638"/>
                </a:cubicBezTo>
                <a:cubicBezTo>
                  <a:pt x="62288" y="43638"/>
                  <a:pt x="64522" y="43705"/>
                  <a:pt x="66733" y="43783"/>
                </a:cubicBezTo>
                <a:cubicBezTo>
                  <a:pt x="68350" y="45283"/>
                  <a:pt x="69961" y="46822"/>
                  <a:pt x="71566" y="48427"/>
                </a:cubicBezTo>
                <a:cubicBezTo>
                  <a:pt x="73177" y="50038"/>
                  <a:pt x="74711" y="51650"/>
                  <a:pt x="76211" y="53261"/>
                </a:cubicBezTo>
                <a:cubicBezTo>
                  <a:pt x="76294" y="55477"/>
                  <a:pt x="76361" y="57711"/>
                  <a:pt x="76361" y="60000"/>
                </a:cubicBezTo>
                <a:cubicBezTo>
                  <a:pt x="76361" y="62288"/>
                  <a:pt x="76294" y="64522"/>
                  <a:pt x="76211" y="66733"/>
                </a:cubicBezTo>
                <a:moveTo>
                  <a:pt x="73250" y="91972"/>
                </a:moveTo>
                <a:cubicBezTo>
                  <a:pt x="70344" y="90105"/>
                  <a:pt x="67333" y="87983"/>
                  <a:pt x="64227" y="85577"/>
                </a:cubicBezTo>
                <a:cubicBezTo>
                  <a:pt x="65800" y="84277"/>
                  <a:pt x="67372" y="82950"/>
                  <a:pt x="68938" y="81538"/>
                </a:cubicBezTo>
                <a:cubicBezTo>
                  <a:pt x="71016" y="81416"/>
                  <a:pt x="73083" y="81283"/>
                  <a:pt x="75094" y="81094"/>
                </a:cubicBezTo>
                <a:cubicBezTo>
                  <a:pt x="74605" y="84972"/>
                  <a:pt x="73977" y="88611"/>
                  <a:pt x="73250" y="91972"/>
                </a:cubicBezTo>
                <a:moveTo>
                  <a:pt x="60000" y="114544"/>
                </a:moveTo>
                <a:cubicBezTo>
                  <a:pt x="55266" y="114544"/>
                  <a:pt x="51005" y="107833"/>
                  <a:pt x="48016" y="97116"/>
                </a:cubicBezTo>
                <a:cubicBezTo>
                  <a:pt x="51883" y="94844"/>
                  <a:pt x="55900" y="92072"/>
                  <a:pt x="59972" y="88950"/>
                </a:cubicBezTo>
                <a:cubicBezTo>
                  <a:pt x="64066" y="92088"/>
                  <a:pt x="68100" y="94833"/>
                  <a:pt x="71983" y="97116"/>
                </a:cubicBezTo>
                <a:cubicBezTo>
                  <a:pt x="68994" y="107833"/>
                  <a:pt x="64733" y="114544"/>
                  <a:pt x="60000" y="114544"/>
                </a:cubicBezTo>
                <a:moveTo>
                  <a:pt x="44905" y="81094"/>
                </a:moveTo>
                <a:cubicBezTo>
                  <a:pt x="46916" y="81283"/>
                  <a:pt x="48977" y="81416"/>
                  <a:pt x="51055" y="81538"/>
                </a:cubicBezTo>
                <a:cubicBezTo>
                  <a:pt x="52616" y="82938"/>
                  <a:pt x="54172" y="84277"/>
                  <a:pt x="55733" y="85572"/>
                </a:cubicBezTo>
                <a:cubicBezTo>
                  <a:pt x="52655" y="87955"/>
                  <a:pt x="49638" y="90116"/>
                  <a:pt x="46750" y="91972"/>
                </a:cubicBezTo>
                <a:cubicBezTo>
                  <a:pt x="46016" y="88611"/>
                  <a:pt x="45394" y="84972"/>
                  <a:pt x="44905" y="81094"/>
                </a:cubicBezTo>
                <a:moveTo>
                  <a:pt x="46750" y="28027"/>
                </a:moveTo>
                <a:cubicBezTo>
                  <a:pt x="49655" y="29894"/>
                  <a:pt x="52666" y="32011"/>
                  <a:pt x="55766" y="34422"/>
                </a:cubicBezTo>
                <a:cubicBezTo>
                  <a:pt x="54200" y="35722"/>
                  <a:pt x="52627" y="37055"/>
                  <a:pt x="51055" y="38466"/>
                </a:cubicBezTo>
                <a:cubicBezTo>
                  <a:pt x="48977" y="38583"/>
                  <a:pt x="46916" y="38716"/>
                  <a:pt x="44905" y="38905"/>
                </a:cubicBezTo>
                <a:cubicBezTo>
                  <a:pt x="45394" y="35027"/>
                  <a:pt x="46016" y="31388"/>
                  <a:pt x="46750" y="28027"/>
                </a:cubicBezTo>
                <a:moveTo>
                  <a:pt x="60000" y="5455"/>
                </a:moveTo>
                <a:cubicBezTo>
                  <a:pt x="64733" y="5455"/>
                  <a:pt x="68994" y="12172"/>
                  <a:pt x="71983" y="22883"/>
                </a:cubicBezTo>
                <a:cubicBezTo>
                  <a:pt x="68116" y="25155"/>
                  <a:pt x="64094" y="27927"/>
                  <a:pt x="60022" y="31050"/>
                </a:cubicBezTo>
                <a:cubicBezTo>
                  <a:pt x="55927" y="27911"/>
                  <a:pt x="51894" y="25166"/>
                  <a:pt x="48016" y="22883"/>
                </a:cubicBezTo>
                <a:cubicBezTo>
                  <a:pt x="51005" y="12172"/>
                  <a:pt x="55266" y="5455"/>
                  <a:pt x="60000" y="5455"/>
                </a:cubicBezTo>
                <a:moveTo>
                  <a:pt x="75094" y="38905"/>
                </a:moveTo>
                <a:cubicBezTo>
                  <a:pt x="73083" y="38716"/>
                  <a:pt x="71016" y="38583"/>
                  <a:pt x="68938" y="38466"/>
                </a:cubicBezTo>
                <a:cubicBezTo>
                  <a:pt x="67383" y="37061"/>
                  <a:pt x="65822" y="35722"/>
                  <a:pt x="64266" y="34433"/>
                </a:cubicBezTo>
                <a:cubicBezTo>
                  <a:pt x="67344" y="32044"/>
                  <a:pt x="70361" y="29883"/>
                  <a:pt x="73250" y="28027"/>
                </a:cubicBezTo>
                <a:cubicBezTo>
                  <a:pt x="73977" y="31388"/>
                  <a:pt x="74605" y="35027"/>
                  <a:pt x="75094" y="38905"/>
                </a:cubicBezTo>
                <a:moveTo>
                  <a:pt x="39511" y="39511"/>
                </a:moveTo>
                <a:cubicBezTo>
                  <a:pt x="34411" y="40188"/>
                  <a:pt x="29661" y="41122"/>
                  <a:pt x="25305" y="42244"/>
                </a:cubicBezTo>
                <a:cubicBezTo>
                  <a:pt x="19844" y="32555"/>
                  <a:pt x="18083" y="24777"/>
                  <a:pt x="21433" y="21427"/>
                </a:cubicBezTo>
                <a:cubicBezTo>
                  <a:pt x="24777" y="18083"/>
                  <a:pt x="32555" y="19844"/>
                  <a:pt x="42244" y="25305"/>
                </a:cubicBezTo>
                <a:cubicBezTo>
                  <a:pt x="41122" y="29661"/>
                  <a:pt x="40188" y="34411"/>
                  <a:pt x="39511" y="39511"/>
                </a:cubicBezTo>
                <a:moveTo>
                  <a:pt x="21433" y="98572"/>
                </a:moveTo>
                <a:cubicBezTo>
                  <a:pt x="18083" y="95222"/>
                  <a:pt x="19844" y="87444"/>
                  <a:pt x="25305" y="77755"/>
                </a:cubicBezTo>
                <a:cubicBezTo>
                  <a:pt x="29661" y="78877"/>
                  <a:pt x="34411" y="79811"/>
                  <a:pt x="39511" y="80488"/>
                </a:cubicBezTo>
                <a:cubicBezTo>
                  <a:pt x="40188" y="85588"/>
                  <a:pt x="41122" y="90338"/>
                  <a:pt x="42244" y="94694"/>
                </a:cubicBezTo>
                <a:cubicBezTo>
                  <a:pt x="32555" y="100155"/>
                  <a:pt x="24777" y="101916"/>
                  <a:pt x="21433" y="98572"/>
                </a:cubicBezTo>
                <a:moveTo>
                  <a:pt x="38905" y="75094"/>
                </a:moveTo>
                <a:cubicBezTo>
                  <a:pt x="35027" y="74605"/>
                  <a:pt x="31388" y="73983"/>
                  <a:pt x="28027" y="73250"/>
                </a:cubicBezTo>
                <a:cubicBezTo>
                  <a:pt x="29883" y="70361"/>
                  <a:pt x="32044" y="67344"/>
                  <a:pt x="34427" y="64266"/>
                </a:cubicBezTo>
                <a:cubicBezTo>
                  <a:pt x="35716" y="65822"/>
                  <a:pt x="37061" y="67383"/>
                  <a:pt x="38461" y="68938"/>
                </a:cubicBezTo>
                <a:cubicBezTo>
                  <a:pt x="38577" y="71022"/>
                  <a:pt x="38711" y="73083"/>
                  <a:pt x="38905" y="75094"/>
                </a:cubicBezTo>
                <a:moveTo>
                  <a:pt x="38461" y="51061"/>
                </a:moveTo>
                <a:cubicBezTo>
                  <a:pt x="37050" y="52627"/>
                  <a:pt x="35716" y="54200"/>
                  <a:pt x="34422" y="55772"/>
                </a:cubicBezTo>
                <a:cubicBezTo>
                  <a:pt x="32016" y="52672"/>
                  <a:pt x="29894" y="49655"/>
                  <a:pt x="28027" y="46750"/>
                </a:cubicBezTo>
                <a:cubicBezTo>
                  <a:pt x="31388" y="46016"/>
                  <a:pt x="35027" y="45394"/>
                  <a:pt x="38905" y="44911"/>
                </a:cubicBezTo>
                <a:cubicBezTo>
                  <a:pt x="38711" y="46916"/>
                  <a:pt x="38577" y="48977"/>
                  <a:pt x="38461" y="51061"/>
                </a:cubicBezTo>
                <a:moveTo>
                  <a:pt x="5455" y="60000"/>
                </a:moveTo>
                <a:cubicBezTo>
                  <a:pt x="5455" y="55266"/>
                  <a:pt x="12166" y="51005"/>
                  <a:pt x="22883" y="48022"/>
                </a:cubicBezTo>
                <a:cubicBezTo>
                  <a:pt x="25166" y="51900"/>
                  <a:pt x="27905" y="55927"/>
                  <a:pt x="31044" y="60027"/>
                </a:cubicBezTo>
                <a:cubicBezTo>
                  <a:pt x="27927" y="64094"/>
                  <a:pt x="25155" y="68122"/>
                  <a:pt x="22883" y="71977"/>
                </a:cubicBezTo>
                <a:cubicBezTo>
                  <a:pt x="12166" y="68994"/>
                  <a:pt x="5455" y="64733"/>
                  <a:pt x="5455" y="60000"/>
                </a:cubicBezTo>
                <a:moveTo>
                  <a:pt x="120000" y="60000"/>
                </a:moveTo>
                <a:cubicBezTo>
                  <a:pt x="120000" y="53466"/>
                  <a:pt x="112072" y="47616"/>
                  <a:pt x="99544" y="43627"/>
                </a:cubicBezTo>
                <a:cubicBezTo>
                  <a:pt x="105566" y="31944"/>
                  <a:pt x="107050" y="22194"/>
                  <a:pt x="102427" y="17572"/>
                </a:cubicBezTo>
                <a:cubicBezTo>
                  <a:pt x="97805" y="12955"/>
                  <a:pt x="88055" y="14433"/>
                  <a:pt x="76377" y="20455"/>
                </a:cubicBezTo>
                <a:cubicBezTo>
                  <a:pt x="72383" y="7927"/>
                  <a:pt x="66533" y="0"/>
                  <a:pt x="60000" y="0"/>
                </a:cubicBezTo>
                <a:cubicBezTo>
                  <a:pt x="53461" y="0"/>
                  <a:pt x="47616" y="7927"/>
                  <a:pt x="43622" y="20455"/>
                </a:cubicBezTo>
                <a:cubicBezTo>
                  <a:pt x="31944" y="14433"/>
                  <a:pt x="22194" y="12955"/>
                  <a:pt x="17572" y="17572"/>
                </a:cubicBezTo>
                <a:cubicBezTo>
                  <a:pt x="12950" y="22194"/>
                  <a:pt x="14433" y="31944"/>
                  <a:pt x="20455" y="43627"/>
                </a:cubicBezTo>
                <a:cubicBezTo>
                  <a:pt x="7922" y="47616"/>
                  <a:pt x="0" y="53466"/>
                  <a:pt x="0" y="60000"/>
                </a:cubicBezTo>
                <a:cubicBezTo>
                  <a:pt x="0" y="66533"/>
                  <a:pt x="7922" y="72383"/>
                  <a:pt x="20455" y="76377"/>
                </a:cubicBezTo>
                <a:cubicBezTo>
                  <a:pt x="14433" y="88061"/>
                  <a:pt x="12950" y="97805"/>
                  <a:pt x="17572" y="102427"/>
                </a:cubicBezTo>
                <a:cubicBezTo>
                  <a:pt x="22194" y="107044"/>
                  <a:pt x="31944" y="105566"/>
                  <a:pt x="43622" y="99544"/>
                </a:cubicBezTo>
                <a:cubicBezTo>
                  <a:pt x="47616" y="112072"/>
                  <a:pt x="53461" y="120000"/>
                  <a:pt x="60000" y="120000"/>
                </a:cubicBezTo>
                <a:cubicBezTo>
                  <a:pt x="66533" y="120000"/>
                  <a:pt x="72383" y="112072"/>
                  <a:pt x="76377" y="99544"/>
                </a:cubicBezTo>
                <a:cubicBezTo>
                  <a:pt x="88055" y="105566"/>
                  <a:pt x="97805" y="107044"/>
                  <a:pt x="102427" y="102427"/>
                </a:cubicBezTo>
                <a:cubicBezTo>
                  <a:pt x="107050" y="97805"/>
                  <a:pt x="105566" y="88061"/>
                  <a:pt x="99544" y="76377"/>
                </a:cubicBezTo>
                <a:cubicBezTo>
                  <a:pt x="112072" y="72383"/>
                  <a:pt x="120000" y="66533"/>
                  <a:pt x="120000" y="60000"/>
                </a:cubicBezTo>
                <a:moveTo>
                  <a:pt x="60000" y="54544"/>
                </a:moveTo>
                <a:cubicBezTo>
                  <a:pt x="56988" y="54544"/>
                  <a:pt x="54544" y="56988"/>
                  <a:pt x="54544" y="60000"/>
                </a:cubicBezTo>
                <a:cubicBezTo>
                  <a:pt x="54544" y="63011"/>
                  <a:pt x="56988" y="65455"/>
                  <a:pt x="60000" y="65455"/>
                </a:cubicBezTo>
                <a:cubicBezTo>
                  <a:pt x="63011" y="65455"/>
                  <a:pt x="65455" y="63011"/>
                  <a:pt x="65455" y="60000"/>
                </a:cubicBezTo>
                <a:cubicBezTo>
                  <a:pt x="65455" y="56988"/>
                  <a:pt x="63011" y="54544"/>
                  <a:pt x="60000" y="54544"/>
                </a:cubicBezTo>
              </a:path>
            </a:pathLst>
          </a:custGeom>
          <a:solidFill>
            <a:schemeClr val="dk2"/>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sp>
        <p:nvSpPr>
          <p:cNvPr id="499" name="Google Shape;499;p79"/>
          <p:cNvSpPr/>
          <p:nvPr/>
        </p:nvSpPr>
        <p:spPr>
          <a:xfrm>
            <a:off x="507146" y="2534266"/>
            <a:ext cx="279327" cy="279327"/>
          </a:xfrm>
          <a:custGeom>
            <a:avLst/>
            <a:gdLst/>
            <a:ahLst/>
            <a:cxnLst/>
            <a:rect l="l" t="t" r="r" b="b"/>
            <a:pathLst>
              <a:path w="120000" h="120000" extrusionOk="0">
                <a:moveTo>
                  <a:pt x="60000" y="114544"/>
                </a:moveTo>
                <a:cubicBezTo>
                  <a:pt x="29872" y="114544"/>
                  <a:pt x="5455" y="90127"/>
                  <a:pt x="5455" y="60000"/>
                </a:cubicBezTo>
                <a:cubicBezTo>
                  <a:pt x="5455" y="29872"/>
                  <a:pt x="29872" y="5455"/>
                  <a:pt x="60000" y="5455"/>
                </a:cubicBezTo>
                <a:cubicBezTo>
                  <a:pt x="90127" y="5455"/>
                  <a:pt x="114544" y="29872"/>
                  <a:pt x="114544" y="60000"/>
                </a:cubicBezTo>
                <a:cubicBezTo>
                  <a:pt x="114544" y="90127"/>
                  <a:pt x="90127" y="114544"/>
                  <a:pt x="60000" y="114544"/>
                </a:cubicBezTo>
                <a:moveTo>
                  <a:pt x="101555" y="103216"/>
                </a:moveTo>
                <a:cubicBezTo>
                  <a:pt x="112905" y="92300"/>
                  <a:pt x="120000" y="76994"/>
                  <a:pt x="120000" y="60000"/>
                </a:cubicBezTo>
                <a:cubicBezTo>
                  <a:pt x="120000" y="26861"/>
                  <a:pt x="93133" y="0"/>
                  <a:pt x="60000" y="0"/>
                </a:cubicBezTo>
                <a:cubicBezTo>
                  <a:pt x="26866" y="0"/>
                  <a:pt x="0" y="26861"/>
                  <a:pt x="0" y="60000"/>
                </a:cubicBezTo>
                <a:cubicBezTo>
                  <a:pt x="0" y="76994"/>
                  <a:pt x="7094" y="92300"/>
                  <a:pt x="18444" y="103216"/>
                </a:cubicBezTo>
                <a:lnTo>
                  <a:pt x="11705" y="115344"/>
                </a:lnTo>
                <a:cubicBezTo>
                  <a:pt x="11216" y="115838"/>
                  <a:pt x="10911" y="116522"/>
                  <a:pt x="10911" y="117272"/>
                </a:cubicBezTo>
                <a:cubicBezTo>
                  <a:pt x="10911" y="118777"/>
                  <a:pt x="12133" y="120000"/>
                  <a:pt x="13638" y="120000"/>
                </a:cubicBezTo>
                <a:cubicBezTo>
                  <a:pt x="14388" y="120000"/>
                  <a:pt x="15072" y="119694"/>
                  <a:pt x="15566" y="119200"/>
                </a:cubicBezTo>
                <a:cubicBezTo>
                  <a:pt x="15877" y="118888"/>
                  <a:pt x="16077" y="118483"/>
                  <a:pt x="16205" y="118044"/>
                </a:cubicBezTo>
                <a:lnTo>
                  <a:pt x="22466" y="106772"/>
                </a:lnTo>
                <a:cubicBezTo>
                  <a:pt x="32750" y="115033"/>
                  <a:pt x="45788" y="120000"/>
                  <a:pt x="60000" y="120000"/>
                </a:cubicBezTo>
                <a:cubicBezTo>
                  <a:pt x="74211" y="120000"/>
                  <a:pt x="87250" y="115033"/>
                  <a:pt x="97527" y="106772"/>
                </a:cubicBezTo>
                <a:lnTo>
                  <a:pt x="103794" y="118044"/>
                </a:lnTo>
                <a:cubicBezTo>
                  <a:pt x="104127" y="119166"/>
                  <a:pt x="105127" y="120000"/>
                  <a:pt x="106361" y="120000"/>
                </a:cubicBezTo>
                <a:cubicBezTo>
                  <a:pt x="107866" y="120000"/>
                  <a:pt x="109088" y="118777"/>
                  <a:pt x="109088" y="117272"/>
                </a:cubicBezTo>
                <a:cubicBezTo>
                  <a:pt x="109088" y="116522"/>
                  <a:pt x="108783" y="115838"/>
                  <a:pt x="108294" y="115344"/>
                </a:cubicBezTo>
                <a:cubicBezTo>
                  <a:pt x="108294" y="115344"/>
                  <a:pt x="101555" y="103216"/>
                  <a:pt x="101555" y="103216"/>
                </a:cubicBezTo>
                <a:close/>
                <a:moveTo>
                  <a:pt x="60000" y="92727"/>
                </a:moveTo>
                <a:cubicBezTo>
                  <a:pt x="41927" y="92727"/>
                  <a:pt x="27272" y="78072"/>
                  <a:pt x="27272" y="60000"/>
                </a:cubicBezTo>
                <a:cubicBezTo>
                  <a:pt x="27272" y="41927"/>
                  <a:pt x="41927" y="27272"/>
                  <a:pt x="60000" y="27272"/>
                </a:cubicBezTo>
                <a:cubicBezTo>
                  <a:pt x="78072" y="27272"/>
                  <a:pt x="92727" y="41927"/>
                  <a:pt x="92727" y="60000"/>
                </a:cubicBezTo>
                <a:cubicBezTo>
                  <a:pt x="92727" y="78072"/>
                  <a:pt x="78072" y="92727"/>
                  <a:pt x="60000" y="92727"/>
                </a:cubicBezTo>
                <a:moveTo>
                  <a:pt x="60000" y="21816"/>
                </a:moveTo>
                <a:cubicBezTo>
                  <a:pt x="38911" y="21816"/>
                  <a:pt x="21816" y="38911"/>
                  <a:pt x="21816" y="60000"/>
                </a:cubicBezTo>
                <a:cubicBezTo>
                  <a:pt x="21816" y="81088"/>
                  <a:pt x="38911" y="98183"/>
                  <a:pt x="60000" y="98183"/>
                </a:cubicBezTo>
                <a:cubicBezTo>
                  <a:pt x="81088" y="98183"/>
                  <a:pt x="98183" y="81088"/>
                  <a:pt x="98183" y="60000"/>
                </a:cubicBezTo>
                <a:cubicBezTo>
                  <a:pt x="98183" y="38911"/>
                  <a:pt x="81088" y="21816"/>
                  <a:pt x="60000" y="21816"/>
                </a:cubicBezTo>
                <a:moveTo>
                  <a:pt x="60000" y="70911"/>
                </a:moveTo>
                <a:cubicBezTo>
                  <a:pt x="53977" y="70911"/>
                  <a:pt x="49088" y="66022"/>
                  <a:pt x="49088" y="60000"/>
                </a:cubicBezTo>
                <a:cubicBezTo>
                  <a:pt x="49088" y="53977"/>
                  <a:pt x="53977" y="49088"/>
                  <a:pt x="60000" y="49088"/>
                </a:cubicBezTo>
                <a:cubicBezTo>
                  <a:pt x="66022" y="49088"/>
                  <a:pt x="70911" y="53977"/>
                  <a:pt x="70911" y="60000"/>
                </a:cubicBezTo>
                <a:cubicBezTo>
                  <a:pt x="70911" y="66022"/>
                  <a:pt x="66022" y="70911"/>
                  <a:pt x="60000" y="70911"/>
                </a:cubicBezTo>
                <a:moveTo>
                  <a:pt x="60000" y="43638"/>
                </a:moveTo>
                <a:cubicBezTo>
                  <a:pt x="50961" y="43638"/>
                  <a:pt x="43638" y="50961"/>
                  <a:pt x="43638" y="60000"/>
                </a:cubicBezTo>
                <a:cubicBezTo>
                  <a:pt x="43638" y="69038"/>
                  <a:pt x="50961" y="76361"/>
                  <a:pt x="60000" y="76361"/>
                </a:cubicBezTo>
                <a:cubicBezTo>
                  <a:pt x="69038" y="76361"/>
                  <a:pt x="76361" y="69038"/>
                  <a:pt x="76361" y="60000"/>
                </a:cubicBezTo>
                <a:cubicBezTo>
                  <a:pt x="76361" y="50961"/>
                  <a:pt x="69038" y="43638"/>
                  <a:pt x="60000" y="43638"/>
                </a:cubicBezTo>
              </a:path>
            </a:pathLst>
          </a:custGeom>
          <a:solidFill>
            <a:schemeClr val="dk2"/>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sp>
        <p:nvSpPr>
          <p:cNvPr id="500" name="Google Shape;500;p79"/>
          <p:cNvSpPr/>
          <p:nvPr/>
        </p:nvSpPr>
        <p:spPr>
          <a:xfrm>
            <a:off x="506448" y="5115595"/>
            <a:ext cx="279327" cy="279327"/>
          </a:xfrm>
          <a:custGeom>
            <a:avLst/>
            <a:gdLst/>
            <a:ahLst/>
            <a:cxnLst/>
            <a:rect l="l" t="t" r="r" b="b"/>
            <a:pathLst>
              <a:path w="120000" h="120000" extrusionOk="0">
                <a:moveTo>
                  <a:pt x="114544" y="16361"/>
                </a:moveTo>
                <a:lnTo>
                  <a:pt x="5455" y="16361"/>
                </a:lnTo>
                <a:lnTo>
                  <a:pt x="5455" y="10911"/>
                </a:lnTo>
                <a:lnTo>
                  <a:pt x="114544" y="10911"/>
                </a:lnTo>
                <a:cubicBezTo>
                  <a:pt x="114544" y="10911"/>
                  <a:pt x="114544" y="16361"/>
                  <a:pt x="114544" y="16361"/>
                </a:cubicBezTo>
                <a:close/>
                <a:moveTo>
                  <a:pt x="109088" y="87272"/>
                </a:moveTo>
                <a:lnTo>
                  <a:pt x="10911" y="87272"/>
                </a:lnTo>
                <a:lnTo>
                  <a:pt x="10911" y="21816"/>
                </a:lnTo>
                <a:lnTo>
                  <a:pt x="109088" y="21816"/>
                </a:lnTo>
                <a:cubicBezTo>
                  <a:pt x="109088" y="21816"/>
                  <a:pt x="109088" y="87272"/>
                  <a:pt x="109088" y="87272"/>
                </a:cubicBezTo>
                <a:close/>
                <a:moveTo>
                  <a:pt x="114544" y="5455"/>
                </a:moveTo>
                <a:lnTo>
                  <a:pt x="65455" y="5455"/>
                </a:lnTo>
                <a:cubicBezTo>
                  <a:pt x="65455" y="2444"/>
                  <a:pt x="63011" y="0"/>
                  <a:pt x="60000" y="0"/>
                </a:cubicBezTo>
                <a:cubicBezTo>
                  <a:pt x="56983" y="0"/>
                  <a:pt x="54544" y="2444"/>
                  <a:pt x="54544" y="5455"/>
                </a:cubicBezTo>
                <a:lnTo>
                  <a:pt x="5455" y="5455"/>
                </a:lnTo>
                <a:cubicBezTo>
                  <a:pt x="2438" y="5455"/>
                  <a:pt x="0" y="7900"/>
                  <a:pt x="0" y="10911"/>
                </a:cubicBezTo>
                <a:lnTo>
                  <a:pt x="0" y="16361"/>
                </a:lnTo>
                <a:cubicBezTo>
                  <a:pt x="0" y="19377"/>
                  <a:pt x="2438" y="21816"/>
                  <a:pt x="5455" y="21816"/>
                </a:cubicBezTo>
                <a:lnTo>
                  <a:pt x="5455" y="87272"/>
                </a:lnTo>
                <a:cubicBezTo>
                  <a:pt x="5455" y="90288"/>
                  <a:pt x="7894" y="92727"/>
                  <a:pt x="10911" y="92727"/>
                </a:cubicBezTo>
                <a:lnTo>
                  <a:pt x="57272" y="92727"/>
                </a:lnTo>
                <a:lnTo>
                  <a:pt x="57272" y="99777"/>
                </a:lnTo>
                <a:lnTo>
                  <a:pt x="41705" y="115344"/>
                </a:lnTo>
                <a:cubicBezTo>
                  <a:pt x="41216" y="115838"/>
                  <a:pt x="40911" y="116522"/>
                  <a:pt x="40911" y="117272"/>
                </a:cubicBezTo>
                <a:cubicBezTo>
                  <a:pt x="40911" y="118777"/>
                  <a:pt x="42127" y="120000"/>
                  <a:pt x="43638" y="120000"/>
                </a:cubicBezTo>
                <a:cubicBezTo>
                  <a:pt x="44388" y="120000"/>
                  <a:pt x="45072" y="119694"/>
                  <a:pt x="45566" y="119200"/>
                </a:cubicBezTo>
                <a:lnTo>
                  <a:pt x="60000" y="104766"/>
                </a:lnTo>
                <a:lnTo>
                  <a:pt x="74433" y="119200"/>
                </a:lnTo>
                <a:cubicBezTo>
                  <a:pt x="74933" y="119694"/>
                  <a:pt x="75611" y="120000"/>
                  <a:pt x="76361" y="120000"/>
                </a:cubicBezTo>
                <a:cubicBezTo>
                  <a:pt x="77872" y="120000"/>
                  <a:pt x="79088" y="118777"/>
                  <a:pt x="79088" y="117272"/>
                </a:cubicBezTo>
                <a:cubicBezTo>
                  <a:pt x="79088" y="116522"/>
                  <a:pt x="78788" y="115838"/>
                  <a:pt x="78294" y="115344"/>
                </a:cubicBezTo>
                <a:lnTo>
                  <a:pt x="62727" y="99777"/>
                </a:lnTo>
                <a:lnTo>
                  <a:pt x="62727" y="92727"/>
                </a:lnTo>
                <a:lnTo>
                  <a:pt x="109088" y="92727"/>
                </a:lnTo>
                <a:cubicBezTo>
                  <a:pt x="112100" y="92727"/>
                  <a:pt x="114544" y="90288"/>
                  <a:pt x="114544" y="87272"/>
                </a:cubicBezTo>
                <a:lnTo>
                  <a:pt x="114544" y="21816"/>
                </a:lnTo>
                <a:cubicBezTo>
                  <a:pt x="117555" y="21816"/>
                  <a:pt x="120000" y="19377"/>
                  <a:pt x="120000" y="16361"/>
                </a:cubicBezTo>
                <a:lnTo>
                  <a:pt x="120000" y="10911"/>
                </a:lnTo>
                <a:cubicBezTo>
                  <a:pt x="120000" y="7900"/>
                  <a:pt x="117555" y="5455"/>
                  <a:pt x="114544" y="5455"/>
                </a:cubicBezTo>
                <a:moveTo>
                  <a:pt x="90000" y="32727"/>
                </a:moveTo>
                <a:cubicBezTo>
                  <a:pt x="91505" y="32727"/>
                  <a:pt x="92727" y="33950"/>
                  <a:pt x="92727" y="35455"/>
                </a:cubicBezTo>
                <a:cubicBezTo>
                  <a:pt x="92727" y="36961"/>
                  <a:pt x="91505" y="38183"/>
                  <a:pt x="90000" y="38183"/>
                </a:cubicBezTo>
                <a:cubicBezTo>
                  <a:pt x="88494" y="38183"/>
                  <a:pt x="87272" y="36961"/>
                  <a:pt x="87272" y="35455"/>
                </a:cubicBezTo>
                <a:cubicBezTo>
                  <a:pt x="87272" y="33950"/>
                  <a:pt x="88494" y="32727"/>
                  <a:pt x="90000" y="32727"/>
                </a:cubicBezTo>
                <a:moveTo>
                  <a:pt x="90000" y="43638"/>
                </a:moveTo>
                <a:cubicBezTo>
                  <a:pt x="94516" y="43638"/>
                  <a:pt x="98183" y="39977"/>
                  <a:pt x="98183" y="35455"/>
                </a:cubicBezTo>
                <a:cubicBezTo>
                  <a:pt x="98183" y="30938"/>
                  <a:pt x="94516" y="27272"/>
                  <a:pt x="90000" y="27272"/>
                </a:cubicBezTo>
                <a:cubicBezTo>
                  <a:pt x="85483" y="27272"/>
                  <a:pt x="81816" y="30938"/>
                  <a:pt x="81816" y="35455"/>
                </a:cubicBezTo>
                <a:cubicBezTo>
                  <a:pt x="81816" y="39977"/>
                  <a:pt x="85483" y="43638"/>
                  <a:pt x="90000" y="43638"/>
                </a:cubicBezTo>
                <a:moveTo>
                  <a:pt x="46788" y="45194"/>
                </a:moveTo>
                <a:lnTo>
                  <a:pt x="66255" y="64655"/>
                </a:lnTo>
                <a:cubicBezTo>
                  <a:pt x="66750" y="65150"/>
                  <a:pt x="67433" y="65455"/>
                  <a:pt x="68183" y="65455"/>
                </a:cubicBezTo>
                <a:cubicBezTo>
                  <a:pt x="68933" y="65455"/>
                  <a:pt x="69616" y="65150"/>
                  <a:pt x="70111" y="64655"/>
                </a:cubicBezTo>
                <a:lnTo>
                  <a:pt x="78794" y="55972"/>
                </a:lnTo>
                <a:lnTo>
                  <a:pt x="90000" y="70911"/>
                </a:lnTo>
                <a:lnTo>
                  <a:pt x="29644" y="70911"/>
                </a:lnTo>
                <a:cubicBezTo>
                  <a:pt x="29644" y="70911"/>
                  <a:pt x="46788" y="45194"/>
                  <a:pt x="46788" y="45194"/>
                </a:cubicBezTo>
                <a:close/>
                <a:moveTo>
                  <a:pt x="24544" y="76361"/>
                </a:moveTo>
                <a:lnTo>
                  <a:pt x="95455" y="76361"/>
                </a:lnTo>
                <a:cubicBezTo>
                  <a:pt x="96961" y="76361"/>
                  <a:pt x="98183" y="75144"/>
                  <a:pt x="98183" y="73638"/>
                </a:cubicBezTo>
                <a:cubicBezTo>
                  <a:pt x="98183" y="73022"/>
                  <a:pt x="97944" y="72483"/>
                  <a:pt x="97600" y="72027"/>
                </a:cubicBezTo>
                <a:lnTo>
                  <a:pt x="97638" y="72000"/>
                </a:lnTo>
                <a:lnTo>
                  <a:pt x="81272" y="50183"/>
                </a:lnTo>
                <a:lnTo>
                  <a:pt x="81233" y="50211"/>
                </a:lnTo>
                <a:cubicBezTo>
                  <a:pt x="80738" y="49550"/>
                  <a:pt x="79983" y="49088"/>
                  <a:pt x="79088" y="49088"/>
                </a:cubicBezTo>
                <a:cubicBezTo>
                  <a:pt x="78338" y="49088"/>
                  <a:pt x="77655" y="49394"/>
                  <a:pt x="77161" y="49888"/>
                </a:cubicBezTo>
                <a:lnTo>
                  <a:pt x="68183" y="58872"/>
                </a:lnTo>
                <a:lnTo>
                  <a:pt x="48294" y="38983"/>
                </a:lnTo>
                <a:cubicBezTo>
                  <a:pt x="47800" y="38488"/>
                  <a:pt x="47116" y="38183"/>
                  <a:pt x="46361" y="38183"/>
                </a:cubicBezTo>
                <a:cubicBezTo>
                  <a:pt x="45416" y="38183"/>
                  <a:pt x="44627" y="38694"/>
                  <a:pt x="44138" y="39427"/>
                </a:cubicBezTo>
                <a:lnTo>
                  <a:pt x="44094" y="39394"/>
                </a:lnTo>
                <a:lnTo>
                  <a:pt x="22277" y="72122"/>
                </a:lnTo>
                <a:lnTo>
                  <a:pt x="22316" y="72155"/>
                </a:lnTo>
                <a:cubicBezTo>
                  <a:pt x="22027" y="72588"/>
                  <a:pt x="21816" y="73077"/>
                  <a:pt x="21816" y="73638"/>
                </a:cubicBezTo>
                <a:cubicBezTo>
                  <a:pt x="21816" y="75144"/>
                  <a:pt x="23038" y="76361"/>
                  <a:pt x="24544" y="76361"/>
                </a:cubicBezTo>
              </a:path>
            </a:pathLst>
          </a:custGeom>
          <a:solidFill>
            <a:schemeClr val="dk2"/>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sp>
        <p:nvSpPr>
          <p:cNvPr id="501" name="Google Shape;501;p79"/>
          <p:cNvSpPr/>
          <p:nvPr/>
        </p:nvSpPr>
        <p:spPr>
          <a:xfrm>
            <a:off x="506448" y="3848180"/>
            <a:ext cx="279327" cy="279327"/>
          </a:xfrm>
          <a:custGeom>
            <a:avLst/>
            <a:gdLst/>
            <a:ahLst/>
            <a:cxnLst/>
            <a:rect l="l" t="t" r="r" b="b"/>
            <a:pathLst>
              <a:path w="120000" h="120000" extrusionOk="0">
                <a:moveTo>
                  <a:pt x="113072" y="62383"/>
                </a:moveTo>
                <a:lnTo>
                  <a:pt x="113088" y="62411"/>
                </a:lnTo>
                <a:lnTo>
                  <a:pt x="61272" y="89683"/>
                </a:lnTo>
                <a:lnTo>
                  <a:pt x="61255" y="89655"/>
                </a:lnTo>
                <a:cubicBezTo>
                  <a:pt x="60872" y="89855"/>
                  <a:pt x="60461" y="90000"/>
                  <a:pt x="60000" y="90000"/>
                </a:cubicBezTo>
                <a:cubicBezTo>
                  <a:pt x="59538" y="90000"/>
                  <a:pt x="59127" y="89855"/>
                  <a:pt x="58744" y="89655"/>
                </a:cubicBezTo>
                <a:lnTo>
                  <a:pt x="58727" y="89683"/>
                </a:lnTo>
                <a:lnTo>
                  <a:pt x="6911" y="62411"/>
                </a:lnTo>
                <a:lnTo>
                  <a:pt x="6927" y="62383"/>
                </a:lnTo>
                <a:cubicBezTo>
                  <a:pt x="6061" y="61927"/>
                  <a:pt x="5455" y="61044"/>
                  <a:pt x="5455" y="60000"/>
                </a:cubicBezTo>
                <a:cubicBezTo>
                  <a:pt x="5455" y="58955"/>
                  <a:pt x="6061" y="58072"/>
                  <a:pt x="6927" y="57616"/>
                </a:cubicBezTo>
                <a:lnTo>
                  <a:pt x="6911" y="57588"/>
                </a:lnTo>
                <a:lnTo>
                  <a:pt x="19788" y="50811"/>
                </a:lnTo>
                <a:lnTo>
                  <a:pt x="56183" y="69966"/>
                </a:lnTo>
                <a:lnTo>
                  <a:pt x="56205" y="69933"/>
                </a:lnTo>
                <a:cubicBezTo>
                  <a:pt x="57344" y="70538"/>
                  <a:pt x="58622" y="70911"/>
                  <a:pt x="60000" y="70911"/>
                </a:cubicBezTo>
                <a:cubicBezTo>
                  <a:pt x="61377" y="70911"/>
                  <a:pt x="62655" y="70538"/>
                  <a:pt x="63794" y="69933"/>
                </a:cubicBezTo>
                <a:lnTo>
                  <a:pt x="63811" y="69966"/>
                </a:lnTo>
                <a:lnTo>
                  <a:pt x="100211" y="50811"/>
                </a:lnTo>
                <a:lnTo>
                  <a:pt x="113088" y="57588"/>
                </a:lnTo>
                <a:lnTo>
                  <a:pt x="113072" y="57616"/>
                </a:lnTo>
                <a:cubicBezTo>
                  <a:pt x="113938" y="58072"/>
                  <a:pt x="114544" y="58955"/>
                  <a:pt x="114544" y="60000"/>
                </a:cubicBezTo>
                <a:cubicBezTo>
                  <a:pt x="114544" y="61044"/>
                  <a:pt x="113938" y="61927"/>
                  <a:pt x="113072" y="62383"/>
                </a:cubicBezTo>
                <a:moveTo>
                  <a:pt x="113088" y="82133"/>
                </a:moveTo>
                <a:lnTo>
                  <a:pt x="113072" y="82166"/>
                </a:lnTo>
                <a:cubicBezTo>
                  <a:pt x="113938" y="82622"/>
                  <a:pt x="114544" y="83500"/>
                  <a:pt x="114544" y="84544"/>
                </a:cubicBezTo>
                <a:cubicBezTo>
                  <a:pt x="114544" y="85594"/>
                  <a:pt x="113938" y="86472"/>
                  <a:pt x="113072" y="86927"/>
                </a:cubicBezTo>
                <a:lnTo>
                  <a:pt x="113088" y="86961"/>
                </a:lnTo>
                <a:lnTo>
                  <a:pt x="61272" y="114233"/>
                </a:lnTo>
                <a:lnTo>
                  <a:pt x="61255" y="114200"/>
                </a:lnTo>
                <a:cubicBezTo>
                  <a:pt x="60872" y="114400"/>
                  <a:pt x="60461" y="114544"/>
                  <a:pt x="60000" y="114544"/>
                </a:cubicBezTo>
                <a:cubicBezTo>
                  <a:pt x="59538" y="114544"/>
                  <a:pt x="59127" y="114400"/>
                  <a:pt x="58744" y="114200"/>
                </a:cubicBezTo>
                <a:lnTo>
                  <a:pt x="58727" y="114233"/>
                </a:lnTo>
                <a:lnTo>
                  <a:pt x="6911" y="86961"/>
                </a:lnTo>
                <a:lnTo>
                  <a:pt x="6927" y="86927"/>
                </a:lnTo>
                <a:cubicBezTo>
                  <a:pt x="6061" y="86472"/>
                  <a:pt x="5455" y="85594"/>
                  <a:pt x="5455" y="84544"/>
                </a:cubicBezTo>
                <a:cubicBezTo>
                  <a:pt x="5455" y="83500"/>
                  <a:pt x="6061" y="82622"/>
                  <a:pt x="6927" y="82166"/>
                </a:cubicBezTo>
                <a:lnTo>
                  <a:pt x="6911" y="82133"/>
                </a:lnTo>
                <a:lnTo>
                  <a:pt x="19788" y="75355"/>
                </a:lnTo>
                <a:lnTo>
                  <a:pt x="56183" y="94511"/>
                </a:lnTo>
                <a:lnTo>
                  <a:pt x="56205" y="94477"/>
                </a:lnTo>
                <a:cubicBezTo>
                  <a:pt x="57344" y="95083"/>
                  <a:pt x="58622" y="95455"/>
                  <a:pt x="60000" y="95455"/>
                </a:cubicBezTo>
                <a:cubicBezTo>
                  <a:pt x="61377" y="95455"/>
                  <a:pt x="62655" y="95083"/>
                  <a:pt x="63794" y="94477"/>
                </a:cubicBezTo>
                <a:lnTo>
                  <a:pt x="63811" y="94511"/>
                </a:lnTo>
                <a:lnTo>
                  <a:pt x="100211" y="75355"/>
                </a:lnTo>
                <a:cubicBezTo>
                  <a:pt x="100211" y="75355"/>
                  <a:pt x="113088" y="82133"/>
                  <a:pt x="113088" y="82133"/>
                </a:cubicBezTo>
                <a:close/>
                <a:moveTo>
                  <a:pt x="6911" y="37866"/>
                </a:moveTo>
                <a:lnTo>
                  <a:pt x="6927" y="37838"/>
                </a:lnTo>
                <a:cubicBezTo>
                  <a:pt x="6061" y="37377"/>
                  <a:pt x="5455" y="36500"/>
                  <a:pt x="5455" y="35455"/>
                </a:cubicBezTo>
                <a:cubicBezTo>
                  <a:pt x="5455" y="34411"/>
                  <a:pt x="6061" y="33527"/>
                  <a:pt x="6927" y="33072"/>
                </a:cubicBezTo>
                <a:lnTo>
                  <a:pt x="6911" y="33038"/>
                </a:lnTo>
                <a:lnTo>
                  <a:pt x="58727" y="5766"/>
                </a:lnTo>
                <a:lnTo>
                  <a:pt x="58744" y="5800"/>
                </a:lnTo>
                <a:cubicBezTo>
                  <a:pt x="59127" y="5600"/>
                  <a:pt x="59538" y="5455"/>
                  <a:pt x="60000" y="5455"/>
                </a:cubicBezTo>
                <a:cubicBezTo>
                  <a:pt x="60461" y="5455"/>
                  <a:pt x="60872" y="5600"/>
                  <a:pt x="61255" y="5800"/>
                </a:cubicBezTo>
                <a:lnTo>
                  <a:pt x="61272" y="5766"/>
                </a:lnTo>
                <a:lnTo>
                  <a:pt x="113088" y="33038"/>
                </a:lnTo>
                <a:lnTo>
                  <a:pt x="113072" y="33072"/>
                </a:lnTo>
                <a:cubicBezTo>
                  <a:pt x="113938" y="33527"/>
                  <a:pt x="114544" y="34411"/>
                  <a:pt x="114544" y="35455"/>
                </a:cubicBezTo>
                <a:cubicBezTo>
                  <a:pt x="114544" y="36500"/>
                  <a:pt x="113938" y="37377"/>
                  <a:pt x="113072" y="37838"/>
                </a:cubicBezTo>
                <a:lnTo>
                  <a:pt x="113088" y="37866"/>
                </a:lnTo>
                <a:lnTo>
                  <a:pt x="61272" y="65138"/>
                </a:lnTo>
                <a:lnTo>
                  <a:pt x="61255" y="65111"/>
                </a:lnTo>
                <a:cubicBezTo>
                  <a:pt x="60872" y="65311"/>
                  <a:pt x="60461" y="65455"/>
                  <a:pt x="60000" y="65455"/>
                </a:cubicBezTo>
                <a:cubicBezTo>
                  <a:pt x="59538" y="65455"/>
                  <a:pt x="59127" y="65311"/>
                  <a:pt x="58744" y="65111"/>
                </a:cubicBezTo>
                <a:lnTo>
                  <a:pt x="58727" y="65138"/>
                </a:lnTo>
                <a:cubicBezTo>
                  <a:pt x="58727" y="65138"/>
                  <a:pt x="6911" y="37866"/>
                  <a:pt x="6911" y="37866"/>
                </a:cubicBezTo>
                <a:close/>
                <a:moveTo>
                  <a:pt x="120000" y="60000"/>
                </a:moveTo>
                <a:cubicBezTo>
                  <a:pt x="120000" y="56855"/>
                  <a:pt x="118211" y="54161"/>
                  <a:pt x="115611" y="52794"/>
                </a:cubicBezTo>
                <a:lnTo>
                  <a:pt x="115627" y="52761"/>
                </a:lnTo>
                <a:lnTo>
                  <a:pt x="106066" y="47727"/>
                </a:lnTo>
                <a:lnTo>
                  <a:pt x="115627" y="42694"/>
                </a:lnTo>
                <a:lnTo>
                  <a:pt x="115611" y="42661"/>
                </a:lnTo>
                <a:cubicBezTo>
                  <a:pt x="118211" y="41294"/>
                  <a:pt x="120000" y="38600"/>
                  <a:pt x="120000" y="35455"/>
                </a:cubicBezTo>
                <a:cubicBezTo>
                  <a:pt x="120000" y="32311"/>
                  <a:pt x="118211" y="29616"/>
                  <a:pt x="115611" y="28250"/>
                </a:cubicBezTo>
                <a:lnTo>
                  <a:pt x="115627" y="28216"/>
                </a:lnTo>
                <a:lnTo>
                  <a:pt x="63811" y="944"/>
                </a:lnTo>
                <a:lnTo>
                  <a:pt x="63794" y="972"/>
                </a:lnTo>
                <a:cubicBezTo>
                  <a:pt x="62655" y="372"/>
                  <a:pt x="61377" y="0"/>
                  <a:pt x="60000" y="0"/>
                </a:cubicBezTo>
                <a:cubicBezTo>
                  <a:pt x="58622" y="0"/>
                  <a:pt x="57344" y="372"/>
                  <a:pt x="56205" y="972"/>
                </a:cubicBezTo>
                <a:lnTo>
                  <a:pt x="56183" y="944"/>
                </a:lnTo>
                <a:lnTo>
                  <a:pt x="4366" y="28216"/>
                </a:lnTo>
                <a:lnTo>
                  <a:pt x="4388" y="28250"/>
                </a:lnTo>
                <a:cubicBezTo>
                  <a:pt x="1788" y="29616"/>
                  <a:pt x="0" y="32311"/>
                  <a:pt x="0" y="35455"/>
                </a:cubicBezTo>
                <a:cubicBezTo>
                  <a:pt x="0" y="38600"/>
                  <a:pt x="1788" y="41294"/>
                  <a:pt x="4388" y="42661"/>
                </a:cubicBezTo>
                <a:lnTo>
                  <a:pt x="4366" y="42694"/>
                </a:lnTo>
                <a:lnTo>
                  <a:pt x="13933" y="47727"/>
                </a:lnTo>
                <a:lnTo>
                  <a:pt x="4366" y="52761"/>
                </a:lnTo>
                <a:lnTo>
                  <a:pt x="4388" y="52794"/>
                </a:lnTo>
                <a:cubicBezTo>
                  <a:pt x="1788" y="54161"/>
                  <a:pt x="0" y="56855"/>
                  <a:pt x="0" y="60000"/>
                </a:cubicBezTo>
                <a:cubicBezTo>
                  <a:pt x="0" y="63144"/>
                  <a:pt x="1788" y="65838"/>
                  <a:pt x="4388" y="67205"/>
                </a:cubicBezTo>
                <a:lnTo>
                  <a:pt x="4366" y="67238"/>
                </a:lnTo>
                <a:lnTo>
                  <a:pt x="13933" y="72272"/>
                </a:lnTo>
                <a:lnTo>
                  <a:pt x="4366" y="77305"/>
                </a:lnTo>
                <a:lnTo>
                  <a:pt x="4388" y="77338"/>
                </a:lnTo>
                <a:cubicBezTo>
                  <a:pt x="1788" y="78705"/>
                  <a:pt x="0" y="81400"/>
                  <a:pt x="0" y="84544"/>
                </a:cubicBezTo>
                <a:cubicBezTo>
                  <a:pt x="0" y="87688"/>
                  <a:pt x="1788" y="90383"/>
                  <a:pt x="4388" y="91750"/>
                </a:cubicBezTo>
                <a:lnTo>
                  <a:pt x="4366" y="91783"/>
                </a:lnTo>
                <a:lnTo>
                  <a:pt x="56183" y="119055"/>
                </a:lnTo>
                <a:lnTo>
                  <a:pt x="56205" y="119027"/>
                </a:lnTo>
                <a:cubicBezTo>
                  <a:pt x="57344" y="119627"/>
                  <a:pt x="58622" y="120000"/>
                  <a:pt x="60000" y="120000"/>
                </a:cubicBezTo>
                <a:cubicBezTo>
                  <a:pt x="61377" y="120000"/>
                  <a:pt x="62655" y="119627"/>
                  <a:pt x="63794" y="119027"/>
                </a:cubicBezTo>
                <a:lnTo>
                  <a:pt x="63811" y="119055"/>
                </a:lnTo>
                <a:lnTo>
                  <a:pt x="115627" y="91783"/>
                </a:lnTo>
                <a:lnTo>
                  <a:pt x="115611" y="91750"/>
                </a:lnTo>
                <a:cubicBezTo>
                  <a:pt x="118211" y="90383"/>
                  <a:pt x="120000" y="87688"/>
                  <a:pt x="120000" y="84544"/>
                </a:cubicBezTo>
                <a:cubicBezTo>
                  <a:pt x="120000" y="81400"/>
                  <a:pt x="118211" y="78705"/>
                  <a:pt x="115611" y="77338"/>
                </a:cubicBezTo>
                <a:lnTo>
                  <a:pt x="115627" y="77305"/>
                </a:lnTo>
                <a:lnTo>
                  <a:pt x="106066" y="72272"/>
                </a:lnTo>
                <a:lnTo>
                  <a:pt x="115627" y="67238"/>
                </a:lnTo>
                <a:lnTo>
                  <a:pt x="115611" y="67205"/>
                </a:lnTo>
                <a:cubicBezTo>
                  <a:pt x="118211" y="65838"/>
                  <a:pt x="120000" y="63144"/>
                  <a:pt x="120000" y="60000"/>
                </a:cubicBezTo>
              </a:path>
            </a:pathLst>
          </a:custGeom>
          <a:solidFill>
            <a:schemeClr val="dk2"/>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grpSp>
        <p:nvGrpSpPr>
          <p:cNvPr id="502" name="Google Shape;502;p79"/>
          <p:cNvGrpSpPr/>
          <p:nvPr/>
        </p:nvGrpSpPr>
        <p:grpSpPr>
          <a:xfrm>
            <a:off x="8852789" y="1619529"/>
            <a:ext cx="2105024" cy="1658938"/>
            <a:chOff x="5946775" y="4468571"/>
            <a:chExt cx="2105024" cy="1658938"/>
          </a:xfrm>
        </p:grpSpPr>
        <p:sp>
          <p:nvSpPr>
            <p:cNvPr id="503" name="Google Shape;503;p79"/>
            <p:cNvSpPr/>
            <p:nvPr/>
          </p:nvSpPr>
          <p:spPr>
            <a:xfrm>
              <a:off x="5946775" y="5032135"/>
              <a:ext cx="2105024" cy="534988"/>
            </a:xfrm>
            <a:custGeom>
              <a:avLst/>
              <a:gdLst/>
              <a:ahLst/>
              <a:cxnLst/>
              <a:rect l="l" t="t" r="r" b="b"/>
              <a:pathLst>
                <a:path w="120000" h="120000" extrusionOk="0">
                  <a:moveTo>
                    <a:pt x="15192" y="120000"/>
                  </a:moveTo>
                  <a:cubicBezTo>
                    <a:pt x="104807" y="120000"/>
                    <a:pt x="104807" y="120000"/>
                    <a:pt x="104807" y="120000"/>
                  </a:cubicBezTo>
                  <a:cubicBezTo>
                    <a:pt x="113269" y="120000"/>
                    <a:pt x="120000" y="92830"/>
                    <a:pt x="120000" y="59622"/>
                  </a:cubicBezTo>
                  <a:cubicBezTo>
                    <a:pt x="120000" y="26415"/>
                    <a:pt x="113269" y="0"/>
                    <a:pt x="104807" y="0"/>
                  </a:cubicBezTo>
                  <a:cubicBezTo>
                    <a:pt x="15192" y="0"/>
                    <a:pt x="15192" y="0"/>
                    <a:pt x="15192" y="0"/>
                  </a:cubicBezTo>
                  <a:cubicBezTo>
                    <a:pt x="6730" y="0"/>
                    <a:pt x="0" y="26415"/>
                    <a:pt x="0" y="59622"/>
                  </a:cubicBezTo>
                  <a:cubicBezTo>
                    <a:pt x="0" y="92830"/>
                    <a:pt x="6730" y="120000"/>
                    <a:pt x="15192" y="120000"/>
                  </a:cubicBezTo>
                </a:path>
              </a:pathLst>
            </a:custGeom>
            <a:solidFill>
              <a:schemeClr val="accent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04" name="Google Shape;504;p79"/>
            <p:cNvSpPr/>
            <p:nvPr/>
          </p:nvSpPr>
          <p:spPr>
            <a:xfrm>
              <a:off x="5946775" y="4468571"/>
              <a:ext cx="1096962" cy="1658938"/>
            </a:xfrm>
            <a:custGeom>
              <a:avLst/>
              <a:gdLst/>
              <a:ahLst/>
              <a:cxnLst/>
              <a:rect l="l" t="t" r="r" b="b"/>
              <a:pathLst>
                <a:path w="120000" h="120000" extrusionOk="0">
                  <a:moveTo>
                    <a:pt x="0" y="60000"/>
                  </a:moveTo>
                  <a:cubicBezTo>
                    <a:pt x="0" y="65609"/>
                    <a:pt x="3323" y="70487"/>
                    <a:pt x="8861" y="74146"/>
                  </a:cubicBezTo>
                  <a:cubicBezTo>
                    <a:pt x="9230" y="74146"/>
                    <a:pt x="9230" y="74146"/>
                    <a:pt x="9230" y="74146"/>
                  </a:cubicBezTo>
                  <a:cubicBezTo>
                    <a:pt x="67200" y="112439"/>
                    <a:pt x="67200" y="112439"/>
                    <a:pt x="67200" y="112439"/>
                  </a:cubicBezTo>
                  <a:cubicBezTo>
                    <a:pt x="78646" y="120000"/>
                    <a:pt x="97107" y="120000"/>
                    <a:pt x="108553" y="112439"/>
                  </a:cubicBezTo>
                  <a:cubicBezTo>
                    <a:pt x="120000" y="104878"/>
                    <a:pt x="120000" y="92682"/>
                    <a:pt x="108553" y="85121"/>
                  </a:cubicBezTo>
                  <a:cubicBezTo>
                    <a:pt x="70523" y="60000"/>
                    <a:pt x="70523" y="60000"/>
                    <a:pt x="70523" y="60000"/>
                  </a:cubicBezTo>
                  <a:cubicBezTo>
                    <a:pt x="108553" y="35121"/>
                    <a:pt x="108553" y="35121"/>
                    <a:pt x="108553" y="35121"/>
                  </a:cubicBezTo>
                  <a:cubicBezTo>
                    <a:pt x="120000" y="27560"/>
                    <a:pt x="120000" y="15121"/>
                    <a:pt x="108553" y="7560"/>
                  </a:cubicBezTo>
                  <a:cubicBezTo>
                    <a:pt x="97107" y="0"/>
                    <a:pt x="78646" y="0"/>
                    <a:pt x="67200" y="7560"/>
                  </a:cubicBezTo>
                  <a:cubicBezTo>
                    <a:pt x="9230" y="45853"/>
                    <a:pt x="9230" y="45853"/>
                    <a:pt x="9230" y="45853"/>
                  </a:cubicBezTo>
                  <a:cubicBezTo>
                    <a:pt x="8861" y="45853"/>
                    <a:pt x="8861" y="45853"/>
                    <a:pt x="8861" y="45853"/>
                  </a:cubicBezTo>
                  <a:cubicBezTo>
                    <a:pt x="3323" y="49512"/>
                    <a:pt x="0" y="54390"/>
                    <a:pt x="0" y="60000"/>
                  </a:cubicBezTo>
                </a:path>
              </a:pathLst>
            </a:custGeom>
            <a:solidFill>
              <a:schemeClr val="accent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05" name="Google Shape;505;p79"/>
            <p:cNvSpPr/>
            <p:nvPr/>
          </p:nvSpPr>
          <p:spPr>
            <a:xfrm>
              <a:off x="5946775" y="5032135"/>
              <a:ext cx="644524" cy="534988"/>
            </a:xfrm>
            <a:custGeom>
              <a:avLst/>
              <a:gdLst/>
              <a:ahLst/>
              <a:cxnLst/>
              <a:rect l="l" t="t" r="r" b="b"/>
              <a:pathLst>
                <a:path w="120000" h="120000" extrusionOk="0">
                  <a:moveTo>
                    <a:pt x="49633" y="0"/>
                  </a:moveTo>
                  <a:cubicBezTo>
                    <a:pt x="36439" y="0"/>
                    <a:pt x="24502" y="6037"/>
                    <a:pt x="15706" y="15849"/>
                  </a:cubicBezTo>
                  <a:cubicBezTo>
                    <a:pt x="15706" y="15849"/>
                    <a:pt x="15706" y="15849"/>
                    <a:pt x="15706" y="15849"/>
                  </a:cubicBezTo>
                  <a:cubicBezTo>
                    <a:pt x="15706" y="15849"/>
                    <a:pt x="15706" y="15849"/>
                    <a:pt x="15706" y="15849"/>
                  </a:cubicBezTo>
                  <a:cubicBezTo>
                    <a:pt x="15078" y="15849"/>
                    <a:pt x="15078" y="15849"/>
                    <a:pt x="15078" y="15849"/>
                  </a:cubicBezTo>
                  <a:cubicBezTo>
                    <a:pt x="9424" y="22641"/>
                    <a:pt x="5026" y="30943"/>
                    <a:pt x="2513" y="40754"/>
                  </a:cubicBezTo>
                  <a:cubicBezTo>
                    <a:pt x="2513" y="40754"/>
                    <a:pt x="2513" y="40754"/>
                    <a:pt x="2513" y="40754"/>
                  </a:cubicBezTo>
                  <a:cubicBezTo>
                    <a:pt x="2513" y="40754"/>
                    <a:pt x="2513" y="40754"/>
                    <a:pt x="2513" y="40754"/>
                  </a:cubicBezTo>
                  <a:cubicBezTo>
                    <a:pt x="2513" y="40754"/>
                    <a:pt x="2513" y="40754"/>
                    <a:pt x="2513" y="40754"/>
                  </a:cubicBezTo>
                  <a:cubicBezTo>
                    <a:pt x="2513" y="40754"/>
                    <a:pt x="2513" y="40754"/>
                    <a:pt x="2513" y="40754"/>
                  </a:cubicBezTo>
                  <a:cubicBezTo>
                    <a:pt x="2513" y="40754"/>
                    <a:pt x="2513" y="40754"/>
                    <a:pt x="2513" y="40754"/>
                  </a:cubicBezTo>
                  <a:cubicBezTo>
                    <a:pt x="2513" y="40754"/>
                    <a:pt x="2513" y="40754"/>
                    <a:pt x="2513" y="40754"/>
                  </a:cubicBezTo>
                  <a:cubicBezTo>
                    <a:pt x="2513" y="40754"/>
                    <a:pt x="2513" y="40754"/>
                    <a:pt x="2513" y="40754"/>
                  </a:cubicBezTo>
                  <a:cubicBezTo>
                    <a:pt x="2513" y="40754"/>
                    <a:pt x="2513" y="40754"/>
                    <a:pt x="2513" y="40754"/>
                  </a:cubicBezTo>
                  <a:cubicBezTo>
                    <a:pt x="2513" y="40754"/>
                    <a:pt x="2513" y="40754"/>
                    <a:pt x="2513" y="41509"/>
                  </a:cubicBezTo>
                  <a:cubicBezTo>
                    <a:pt x="2513" y="41509"/>
                    <a:pt x="2513" y="41509"/>
                    <a:pt x="1884" y="41509"/>
                  </a:cubicBezTo>
                  <a:cubicBezTo>
                    <a:pt x="1884" y="41509"/>
                    <a:pt x="1884" y="41509"/>
                    <a:pt x="1884" y="41509"/>
                  </a:cubicBezTo>
                  <a:cubicBezTo>
                    <a:pt x="1884" y="41509"/>
                    <a:pt x="1884" y="41509"/>
                    <a:pt x="1884" y="41509"/>
                  </a:cubicBezTo>
                  <a:cubicBezTo>
                    <a:pt x="1884" y="41509"/>
                    <a:pt x="1884" y="41509"/>
                    <a:pt x="1884" y="41509"/>
                  </a:cubicBezTo>
                  <a:cubicBezTo>
                    <a:pt x="1884" y="41509"/>
                    <a:pt x="1884" y="41509"/>
                    <a:pt x="1884" y="41509"/>
                  </a:cubicBezTo>
                  <a:cubicBezTo>
                    <a:pt x="1884" y="41509"/>
                    <a:pt x="1884" y="41509"/>
                    <a:pt x="1884" y="41509"/>
                  </a:cubicBezTo>
                  <a:cubicBezTo>
                    <a:pt x="1884" y="41509"/>
                    <a:pt x="1884" y="41509"/>
                    <a:pt x="1884" y="41509"/>
                  </a:cubicBezTo>
                  <a:cubicBezTo>
                    <a:pt x="628" y="46037"/>
                    <a:pt x="0" y="51320"/>
                    <a:pt x="0" y="55849"/>
                  </a:cubicBezTo>
                  <a:cubicBezTo>
                    <a:pt x="0" y="55849"/>
                    <a:pt x="0" y="55849"/>
                    <a:pt x="0" y="55849"/>
                  </a:cubicBezTo>
                  <a:cubicBezTo>
                    <a:pt x="0" y="55849"/>
                    <a:pt x="0" y="55849"/>
                    <a:pt x="0" y="55849"/>
                  </a:cubicBezTo>
                  <a:cubicBezTo>
                    <a:pt x="0" y="55849"/>
                    <a:pt x="0" y="55849"/>
                    <a:pt x="0" y="55849"/>
                  </a:cubicBezTo>
                  <a:cubicBezTo>
                    <a:pt x="0" y="55849"/>
                    <a:pt x="0" y="55849"/>
                    <a:pt x="0" y="56603"/>
                  </a:cubicBezTo>
                  <a:cubicBezTo>
                    <a:pt x="0" y="56603"/>
                    <a:pt x="0" y="56603"/>
                    <a:pt x="0" y="56603"/>
                  </a:cubicBezTo>
                  <a:cubicBezTo>
                    <a:pt x="0" y="56603"/>
                    <a:pt x="0" y="56603"/>
                    <a:pt x="0" y="56603"/>
                  </a:cubicBezTo>
                  <a:cubicBezTo>
                    <a:pt x="0" y="56603"/>
                    <a:pt x="0" y="56603"/>
                    <a:pt x="0" y="56603"/>
                  </a:cubicBezTo>
                  <a:cubicBezTo>
                    <a:pt x="0" y="56603"/>
                    <a:pt x="0" y="56603"/>
                    <a:pt x="0" y="56603"/>
                  </a:cubicBezTo>
                  <a:cubicBezTo>
                    <a:pt x="0" y="56603"/>
                    <a:pt x="0" y="56603"/>
                    <a:pt x="0" y="56603"/>
                  </a:cubicBezTo>
                  <a:cubicBezTo>
                    <a:pt x="0" y="56603"/>
                    <a:pt x="0" y="56603"/>
                    <a:pt x="0" y="56603"/>
                  </a:cubicBezTo>
                  <a:cubicBezTo>
                    <a:pt x="0" y="56603"/>
                    <a:pt x="0" y="56603"/>
                    <a:pt x="0" y="56603"/>
                  </a:cubicBezTo>
                  <a:cubicBezTo>
                    <a:pt x="0" y="56603"/>
                    <a:pt x="0" y="56603"/>
                    <a:pt x="0" y="57358"/>
                  </a:cubicBezTo>
                  <a:cubicBezTo>
                    <a:pt x="0" y="57358"/>
                    <a:pt x="0" y="57358"/>
                    <a:pt x="0" y="57358"/>
                  </a:cubicBezTo>
                  <a:cubicBezTo>
                    <a:pt x="0" y="57358"/>
                    <a:pt x="0" y="57358"/>
                    <a:pt x="0" y="57358"/>
                  </a:cubicBezTo>
                  <a:cubicBezTo>
                    <a:pt x="0" y="57358"/>
                    <a:pt x="0" y="57358"/>
                    <a:pt x="0" y="57358"/>
                  </a:cubicBezTo>
                  <a:cubicBezTo>
                    <a:pt x="0" y="57358"/>
                    <a:pt x="0" y="57358"/>
                    <a:pt x="0" y="57358"/>
                  </a:cubicBezTo>
                  <a:cubicBezTo>
                    <a:pt x="0" y="57358"/>
                    <a:pt x="0" y="57358"/>
                    <a:pt x="0" y="57358"/>
                  </a:cubicBezTo>
                  <a:cubicBezTo>
                    <a:pt x="0" y="57358"/>
                    <a:pt x="0" y="57358"/>
                    <a:pt x="0" y="57358"/>
                  </a:cubicBezTo>
                  <a:cubicBezTo>
                    <a:pt x="0" y="57358"/>
                    <a:pt x="0" y="57358"/>
                    <a:pt x="0" y="57358"/>
                  </a:cubicBezTo>
                  <a:cubicBezTo>
                    <a:pt x="0" y="57358"/>
                    <a:pt x="0" y="57358"/>
                    <a:pt x="0" y="58113"/>
                  </a:cubicBezTo>
                  <a:cubicBezTo>
                    <a:pt x="0" y="58113"/>
                    <a:pt x="0" y="58113"/>
                    <a:pt x="0" y="58113"/>
                  </a:cubicBezTo>
                  <a:cubicBezTo>
                    <a:pt x="0" y="58113"/>
                    <a:pt x="0" y="58113"/>
                    <a:pt x="0" y="58113"/>
                  </a:cubicBezTo>
                  <a:cubicBezTo>
                    <a:pt x="0" y="58113"/>
                    <a:pt x="0" y="58113"/>
                    <a:pt x="0" y="58113"/>
                  </a:cubicBezTo>
                  <a:cubicBezTo>
                    <a:pt x="0" y="58113"/>
                    <a:pt x="0" y="58113"/>
                    <a:pt x="0" y="58113"/>
                  </a:cubicBezTo>
                  <a:cubicBezTo>
                    <a:pt x="0" y="58113"/>
                    <a:pt x="0" y="58113"/>
                    <a:pt x="0" y="58113"/>
                  </a:cubicBezTo>
                  <a:cubicBezTo>
                    <a:pt x="0" y="58113"/>
                    <a:pt x="0" y="58113"/>
                    <a:pt x="0" y="58113"/>
                  </a:cubicBezTo>
                  <a:cubicBezTo>
                    <a:pt x="0" y="58113"/>
                    <a:pt x="0" y="58113"/>
                    <a:pt x="0" y="58113"/>
                  </a:cubicBezTo>
                  <a:cubicBezTo>
                    <a:pt x="0" y="58113"/>
                    <a:pt x="0" y="58867"/>
                    <a:pt x="0" y="58867"/>
                  </a:cubicBezTo>
                  <a:cubicBezTo>
                    <a:pt x="0" y="58867"/>
                    <a:pt x="0" y="58867"/>
                    <a:pt x="0" y="58867"/>
                  </a:cubicBezTo>
                  <a:cubicBezTo>
                    <a:pt x="0" y="58867"/>
                    <a:pt x="0" y="58867"/>
                    <a:pt x="0" y="58867"/>
                  </a:cubicBezTo>
                  <a:cubicBezTo>
                    <a:pt x="0" y="58867"/>
                    <a:pt x="0" y="58867"/>
                    <a:pt x="0" y="58867"/>
                  </a:cubicBezTo>
                  <a:cubicBezTo>
                    <a:pt x="0" y="58867"/>
                    <a:pt x="0" y="58867"/>
                    <a:pt x="0" y="58867"/>
                  </a:cubicBezTo>
                  <a:cubicBezTo>
                    <a:pt x="0" y="58867"/>
                    <a:pt x="0" y="58867"/>
                    <a:pt x="0" y="58867"/>
                  </a:cubicBezTo>
                  <a:cubicBezTo>
                    <a:pt x="0" y="58867"/>
                    <a:pt x="0" y="58867"/>
                    <a:pt x="0" y="58867"/>
                  </a:cubicBezTo>
                  <a:cubicBezTo>
                    <a:pt x="0" y="58867"/>
                    <a:pt x="0" y="58867"/>
                    <a:pt x="0" y="58867"/>
                  </a:cubicBezTo>
                  <a:cubicBezTo>
                    <a:pt x="0" y="59622"/>
                    <a:pt x="0" y="59622"/>
                    <a:pt x="0" y="59622"/>
                  </a:cubicBezTo>
                  <a:cubicBezTo>
                    <a:pt x="0" y="59622"/>
                    <a:pt x="0" y="59622"/>
                    <a:pt x="0" y="59622"/>
                  </a:cubicBezTo>
                  <a:cubicBezTo>
                    <a:pt x="0" y="59622"/>
                    <a:pt x="0" y="59622"/>
                    <a:pt x="0" y="59622"/>
                  </a:cubicBezTo>
                  <a:cubicBezTo>
                    <a:pt x="0" y="59622"/>
                    <a:pt x="0" y="59622"/>
                    <a:pt x="0" y="59622"/>
                  </a:cubicBezTo>
                  <a:cubicBezTo>
                    <a:pt x="0" y="67169"/>
                    <a:pt x="628" y="74716"/>
                    <a:pt x="3141" y="80754"/>
                  </a:cubicBezTo>
                  <a:cubicBezTo>
                    <a:pt x="5654" y="89811"/>
                    <a:pt x="10052" y="97358"/>
                    <a:pt x="15078" y="103396"/>
                  </a:cubicBezTo>
                  <a:cubicBezTo>
                    <a:pt x="15706" y="103396"/>
                    <a:pt x="15706" y="103396"/>
                    <a:pt x="15706" y="103396"/>
                  </a:cubicBezTo>
                  <a:cubicBezTo>
                    <a:pt x="15706" y="103396"/>
                    <a:pt x="15706" y="103396"/>
                    <a:pt x="15706" y="103396"/>
                  </a:cubicBezTo>
                  <a:cubicBezTo>
                    <a:pt x="15706" y="103396"/>
                    <a:pt x="15706" y="103396"/>
                    <a:pt x="15706" y="103396"/>
                  </a:cubicBezTo>
                  <a:cubicBezTo>
                    <a:pt x="24502" y="113207"/>
                    <a:pt x="36439" y="120000"/>
                    <a:pt x="49633" y="120000"/>
                  </a:cubicBezTo>
                  <a:cubicBezTo>
                    <a:pt x="49633" y="120000"/>
                    <a:pt x="49633" y="120000"/>
                    <a:pt x="49633" y="120000"/>
                  </a:cubicBezTo>
                  <a:cubicBezTo>
                    <a:pt x="49633" y="120000"/>
                    <a:pt x="49633" y="120000"/>
                    <a:pt x="49633" y="120000"/>
                  </a:cubicBezTo>
                  <a:cubicBezTo>
                    <a:pt x="59057" y="120000"/>
                    <a:pt x="67225" y="116981"/>
                    <a:pt x="74764" y="111698"/>
                  </a:cubicBezTo>
                  <a:cubicBezTo>
                    <a:pt x="77277" y="110188"/>
                    <a:pt x="79162" y="107924"/>
                    <a:pt x="81047" y="106415"/>
                  </a:cubicBezTo>
                  <a:cubicBezTo>
                    <a:pt x="88586" y="97358"/>
                    <a:pt x="88586" y="97358"/>
                    <a:pt x="88586" y="97358"/>
                  </a:cubicBezTo>
                  <a:cubicBezTo>
                    <a:pt x="102408" y="80754"/>
                    <a:pt x="102408" y="80754"/>
                    <a:pt x="102408" y="80754"/>
                  </a:cubicBezTo>
                  <a:cubicBezTo>
                    <a:pt x="120000" y="59622"/>
                    <a:pt x="120000" y="59622"/>
                    <a:pt x="120000" y="59622"/>
                  </a:cubicBezTo>
                  <a:cubicBezTo>
                    <a:pt x="88586" y="21886"/>
                    <a:pt x="88586" y="21886"/>
                    <a:pt x="88586" y="21886"/>
                  </a:cubicBezTo>
                  <a:cubicBezTo>
                    <a:pt x="81047" y="12830"/>
                    <a:pt x="81047" y="12830"/>
                    <a:pt x="81047" y="12830"/>
                  </a:cubicBezTo>
                  <a:cubicBezTo>
                    <a:pt x="81047" y="12830"/>
                    <a:pt x="80418" y="12830"/>
                    <a:pt x="80418" y="12075"/>
                  </a:cubicBezTo>
                  <a:cubicBezTo>
                    <a:pt x="71623" y="4528"/>
                    <a:pt x="60942" y="0"/>
                    <a:pt x="49633" y="0"/>
                  </a:cubicBezTo>
                </a:path>
              </a:pathLst>
            </a:custGeom>
            <a:solidFill>
              <a:srgbClr val="222A3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06" name="Google Shape;506;p79"/>
            <p:cNvSpPr/>
            <p:nvPr/>
          </p:nvSpPr>
          <p:spPr>
            <a:xfrm>
              <a:off x="6213475" y="5032135"/>
              <a:ext cx="647700" cy="266699"/>
            </a:xfrm>
            <a:custGeom>
              <a:avLst/>
              <a:gdLst/>
              <a:ahLst/>
              <a:cxnLst/>
              <a:rect l="l" t="t" r="r" b="b"/>
              <a:pathLst>
                <a:path w="120000" h="120000" extrusionOk="0">
                  <a:moveTo>
                    <a:pt x="0" y="0"/>
                  </a:moveTo>
                  <a:cubicBezTo>
                    <a:pt x="11250" y="0"/>
                    <a:pt x="21875" y="9113"/>
                    <a:pt x="30625" y="24303"/>
                  </a:cubicBezTo>
                  <a:cubicBezTo>
                    <a:pt x="30625" y="25822"/>
                    <a:pt x="31250" y="25822"/>
                    <a:pt x="31250" y="27341"/>
                  </a:cubicBezTo>
                  <a:cubicBezTo>
                    <a:pt x="38750" y="44050"/>
                    <a:pt x="38750" y="44050"/>
                    <a:pt x="38750" y="44050"/>
                  </a:cubicBezTo>
                  <a:cubicBezTo>
                    <a:pt x="70000" y="120000"/>
                    <a:pt x="70000" y="120000"/>
                    <a:pt x="70000" y="120000"/>
                  </a:cubicBezTo>
                  <a:cubicBezTo>
                    <a:pt x="70000" y="120000"/>
                    <a:pt x="70000" y="120000"/>
                    <a:pt x="70000" y="120000"/>
                  </a:cubicBezTo>
                  <a:cubicBezTo>
                    <a:pt x="70000" y="120000"/>
                    <a:pt x="70000" y="120000"/>
                    <a:pt x="70000" y="120000"/>
                  </a:cubicBezTo>
                  <a:cubicBezTo>
                    <a:pt x="120000" y="0"/>
                    <a:pt x="120000" y="0"/>
                    <a:pt x="120000" y="0"/>
                  </a:cubicBezTo>
                  <a:cubicBezTo>
                    <a:pt x="0" y="0"/>
                    <a:pt x="0" y="0"/>
                    <a:pt x="0" y="0"/>
                  </a:cubicBezTo>
                </a:path>
              </a:pathLst>
            </a:custGeom>
            <a:solidFill>
              <a:srgbClr val="323F4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07" name="Google Shape;507;p79"/>
            <p:cNvSpPr/>
            <p:nvPr/>
          </p:nvSpPr>
          <p:spPr>
            <a:xfrm>
              <a:off x="6213475" y="5298835"/>
              <a:ext cx="647700" cy="268288"/>
            </a:xfrm>
            <a:custGeom>
              <a:avLst/>
              <a:gdLst/>
              <a:ahLst/>
              <a:cxnLst/>
              <a:rect l="l" t="t" r="r" b="b"/>
              <a:pathLst>
                <a:path w="120000" h="120000" extrusionOk="0">
                  <a:moveTo>
                    <a:pt x="70000" y="0"/>
                  </a:moveTo>
                  <a:cubicBezTo>
                    <a:pt x="52500" y="42000"/>
                    <a:pt x="52500" y="42000"/>
                    <a:pt x="52500" y="42000"/>
                  </a:cubicBezTo>
                  <a:cubicBezTo>
                    <a:pt x="38750" y="75000"/>
                    <a:pt x="38750" y="75000"/>
                    <a:pt x="38750" y="75000"/>
                  </a:cubicBezTo>
                  <a:cubicBezTo>
                    <a:pt x="31250" y="93000"/>
                    <a:pt x="31250" y="93000"/>
                    <a:pt x="31250" y="93000"/>
                  </a:cubicBezTo>
                  <a:cubicBezTo>
                    <a:pt x="29375" y="96000"/>
                    <a:pt x="27500" y="100500"/>
                    <a:pt x="25000" y="103500"/>
                  </a:cubicBezTo>
                  <a:cubicBezTo>
                    <a:pt x="17500" y="114000"/>
                    <a:pt x="9375" y="120000"/>
                    <a:pt x="0" y="120000"/>
                  </a:cubicBezTo>
                  <a:cubicBezTo>
                    <a:pt x="0" y="120000"/>
                    <a:pt x="0" y="120000"/>
                    <a:pt x="0" y="120000"/>
                  </a:cubicBezTo>
                  <a:cubicBezTo>
                    <a:pt x="120000" y="120000"/>
                    <a:pt x="120000" y="120000"/>
                    <a:pt x="120000" y="120000"/>
                  </a:cubicBezTo>
                  <a:cubicBezTo>
                    <a:pt x="70000" y="0"/>
                    <a:pt x="70000" y="0"/>
                    <a:pt x="70000" y="0"/>
                  </a:cubicBezTo>
                </a:path>
              </a:pathLst>
            </a:custGeom>
            <a:solidFill>
              <a:srgbClr val="323F4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508" name="Google Shape;508;p79"/>
          <p:cNvGrpSpPr/>
          <p:nvPr/>
        </p:nvGrpSpPr>
        <p:grpSpPr>
          <a:xfrm>
            <a:off x="7179565" y="559872"/>
            <a:ext cx="2105024" cy="1658938"/>
            <a:chOff x="4146550" y="1468196"/>
            <a:chExt cx="2105024" cy="1658938"/>
          </a:xfrm>
        </p:grpSpPr>
        <p:sp>
          <p:nvSpPr>
            <p:cNvPr id="509" name="Google Shape;509;p79"/>
            <p:cNvSpPr/>
            <p:nvPr/>
          </p:nvSpPr>
          <p:spPr>
            <a:xfrm>
              <a:off x="4146550" y="2031759"/>
              <a:ext cx="2105024" cy="531812"/>
            </a:xfrm>
            <a:custGeom>
              <a:avLst/>
              <a:gdLst/>
              <a:ahLst/>
              <a:cxnLst/>
              <a:rect l="l" t="t" r="r" b="b"/>
              <a:pathLst>
                <a:path w="120000" h="120000" extrusionOk="0">
                  <a:moveTo>
                    <a:pt x="104807" y="120000"/>
                  </a:moveTo>
                  <a:cubicBezTo>
                    <a:pt x="15192" y="120000"/>
                    <a:pt x="15192" y="120000"/>
                    <a:pt x="15192" y="120000"/>
                  </a:cubicBezTo>
                  <a:cubicBezTo>
                    <a:pt x="6730" y="120000"/>
                    <a:pt x="0" y="93417"/>
                    <a:pt x="0" y="60000"/>
                  </a:cubicBezTo>
                  <a:cubicBezTo>
                    <a:pt x="0" y="26582"/>
                    <a:pt x="6730" y="0"/>
                    <a:pt x="15192" y="0"/>
                  </a:cubicBezTo>
                  <a:cubicBezTo>
                    <a:pt x="104807" y="0"/>
                    <a:pt x="104807" y="0"/>
                    <a:pt x="104807" y="0"/>
                  </a:cubicBezTo>
                  <a:cubicBezTo>
                    <a:pt x="113269" y="0"/>
                    <a:pt x="120000" y="26582"/>
                    <a:pt x="120000" y="60000"/>
                  </a:cubicBezTo>
                  <a:cubicBezTo>
                    <a:pt x="120000" y="93417"/>
                    <a:pt x="113269" y="120000"/>
                    <a:pt x="104807" y="120000"/>
                  </a:cubicBezTo>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10" name="Google Shape;510;p79"/>
            <p:cNvSpPr/>
            <p:nvPr/>
          </p:nvSpPr>
          <p:spPr>
            <a:xfrm>
              <a:off x="5154612" y="1468196"/>
              <a:ext cx="1096962" cy="1658938"/>
            </a:xfrm>
            <a:custGeom>
              <a:avLst/>
              <a:gdLst/>
              <a:ahLst/>
              <a:cxnLst/>
              <a:rect l="l" t="t" r="r" b="b"/>
              <a:pathLst>
                <a:path w="120000" h="120000" extrusionOk="0">
                  <a:moveTo>
                    <a:pt x="120000" y="60000"/>
                  </a:moveTo>
                  <a:cubicBezTo>
                    <a:pt x="120000" y="65609"/>
                    <a:pt x="116676" y="70487"/>
                    <a:pt x="111138" y="74146"/>
                  </a:cubicBezTo>
                  <a:cubicBezTo>
                    <a:pt x="110769" y="74146"/>
                    <a:pt x="110769" y="74146"/>
                    <a:pt x="110769" y="74146"/>
                  </a:cubicBezTo>
                  <a:cubicBezTo>
                    <a:pt x="52800" y="112439"/>
                    <a:pt x="52800" y="112439"/>
                    <a:pt x="52800" y="112439"/>
                  </a:cubicBezTo>
                  <a:cubicBezTo>
                    <a:pt x="41353" y="120000"/>
                    <a:pt x="22892" y="120000"/>
                    <a:pt x="11446" y="112439"/>
                  </a:cubicBezTo>
                  <a:cubicBezTo>
                    <a:pt x="0" y="104878"/>
                    <a:pt x="0" y="92682"/>
                    <a:pt x="11446" y="85121"/>
                  </a:cubicBezTo>
                  <a:cubicBezTo>
                    <a:pt x="49476" y="60000"/>
                    <a:pt x="49476" y="60000"/>
                    <a:pt x="49476" y="60000"/>
                  </a:cubicBezTo>
                  <a:cubicBezTo>
                    <a:pt x="11446" y="35121"/>
                    <a:pt x="11446" y="35121"/>
                    <a:pt x="11446" y="35121"/>
                  </a:cubicBezTo>
                  <a:cubicBezTo>
                    <a:pt x="0" y="27560"/>
                    <a:pt x="0" y="15121"/>
                    <a:pt x="11446" y="7560"/>
                  </a:cubicBezTo>
                  <a:cubicBezTo>
                    <a:pt x="22892" y="0"/>
                    <a:pt x="41353" y="0"/>
                    <a:pt x="52800" y="7560"/>
                  </a:cubicBezTo>
                  <a:cubicBezTo>
                    <a:pt x="110769" y="45853"/>
                    <a:pt x="110769" y="45853"/>
                    <a:pt x="110769" y="45853"/>
                  </a:cubicBezTo>
                  <a:cubicBezTo>
                    <a:pt x="111138" y="45853"/>
                    <a:pt x="111138" y="45853"/>
                    <a:pt x="111138" y="45853"/>
                  </a:cubicBezTo>
                  <a:cubicBezTo>
                    <a:pt x="116676" y="49512"/>
                    <a:pt x="120000" y="54390"/>
                    <a:pt x="120000" y="60000"/>
                  </a:cubicBezTo>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11" name="Google Shape;511;p79"/>
            <p:cNvSpPr/>
            <p:nvPr/>
          </p:nvSpPr>
          <p:spPr>
            <a:xfrm>
              <a:off x="5607050" y="2031759"/>
              <a:ext cx="644524" cy="531812"/>
            </a:xfrm>
            <a:custGeom>
              <a:avLst/>
              <a:gdLst/>
              <a:ahLst/>
              <a:cxnLst/>
              <a:rect l="l" t="t" r="r" b="b"/>
              <a:pathLst>
                <a:path w="120000" h="120000" extrusionOk="0">
                  <a:moveTo>
                    <a:pt x="70366" y="0"/>
                  </a:moveTo>
                  <a:cubicBezTo>
                    <a:pt x="59057" y="0"/>
                    <a:pt x="48376" y="4556"/>
                    <a:pt x="39581" y="12151"/>
                  </a:cubicBezTo>
                  <a:cubicBezTo>
                    <a:pt x="39581" y="12911"/>
                    <a:pt x="38952" y="12911"/>
                    <a:pt x="38952" y="12911"/>
                  </a:cubicBezTo>
                  <a:cubicBezTo>
                    <a:pt x="31413" y="22025"/>
                    <a:pt x="31413" y="22025"/>
                    <a:pt x="31413" y="22025"/>
                  </a:cubicBezTo>
                  <a:cubicBezTo>
                    <a:pt x="0" y="60000"/>
                    <a:pt x="0" y="60000"/>
                    <a:pt x="0" y="60000"/>
                  </a:cubicBezTo>
                  <a:cubicBezTo>
                    <a:pt x="18219" y="81265"/>
                    <a:pt x="18219" y="81265"/>
                    <a:pt x="18219" y="81265"/>
                  </a:cubicBezTo>
                  <a:cubicBezTo>
                    <a:pt x="31413" y="97974"/>
                    <a:pt x="31413" y="97974"/>
                    <a:pt x="31413" y="97974"/>
                  </a:cubicBezTo>
                  <a:cubicBezTo>
                    <a:pt x="38952" y="107088"/>
                    <a:pt x="38952" y="107088"/>
                    <a:pt x="38952" y="107088"/>
                  </a:cubicBezTo>
                  <a:cubicBezTo>
                    <a:pt x="40837" y="109367"/>
                    <a:pt x="43350" y="110886"/>
                    <a:pt x="45863" y="112405"/>
                  </a:cubicBezTo>
                  <a:cubicBezTo>
                    <a:pt x="53403" y="117721"/>
                    <a:pt x="61570" y="120000"/>
                    <a:pt x="70366" y="120000"/>
                  </a:cubicBezTo>
                  <a:cubicBezTo>
                    <a:pt x="70366" y="120000"/>
                    <a:pt x="70366" y="120000"/>
                    <a:pt x="70366" y="120000"/>
                  </a:cubicBezTo>
                  <a:cubicBezTo>
                    <a:pt x="70366" y="120000"/>
                    <a:pt x="70366" y="120000"/>
                    <a:pt x="70366" y="120000"/>
                  </a:cubicBezTo>
                  <a:cubicBezTo>
                    <a:pt x="83560" y="120000"/>
                    <a:pt x="95497" y="113924"/>
                    <a:pt x="104293" y="104050"/>
                  </a:cubicBezTo>
                  <a:cubicBezTo>
                    <a:pt x="104293" y="104050"/>
                    <a:pt x="104293" y="104050"/>
                    <a:pt x="104293" y="104050"/>
                  </a:cubicBezTo>
                  <a:cubicBezTo>
                    <a:pt x="104293" y="104050"/>
                    <a:pt x="104293" y="104050"/>
                    <a:pt x="104293" y="104050"/>
                  </a:cubicBezTo>
                  <a:cubicBezTo>
                    <a:pt x="104921" y="104050"/>
                    <a:pt x="104921" y="104050"/>
                    <a:pt x="104921" y="104050"/>
                  </a:cubicBezTo>
                  <a:cubicBezTo>
                    <a:pt x="109947" y="97215"/>
                    <a:pt x="114345" y="89620"/>
                    <a:pt x="116858" y="81265"/>
                  </a:cubicBezTo>
                  <a:cubicBezTo>
                    <a:pt x="119371" y="74430"/>
                    <a:pt x="120000" y="67594"/>
                    <a:pt x="120000" y="60000"/>
                  </a:cubicBezTo>
                  <a:cubicBezTo>
                    <a:pt x="120000" y="60000"/>
                    <a:pt x="120000" y="60000"/>
                    <a:pt x="120000" y="60000"/>
                  </a:cubicBezTo>
                  <a:cubicBezTo>
                    <a:pt x="120000" y="60000"/>
                    <a:pt x="120000" y="60000"/>
                    <a:pt x="120000" y="60000"/>
                  </a:cubicBezTo>
                  <a:cubicBezTo>
                    <a:pt x="120000" y="60000"/>
                    <a:pt x="120000" y="60000"/>
                    <a:pt x="120000" y="6000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5443"/>
                  </a:cubicBezTo>
                  <a:cubicBezTo>
                    <a:pt x="120000" y="55443"/>
                    <a:pt x="120000" y="55443"/>
                    <a:pt x="120000" y="55443"/>
                  </a:cubicBezTo>
                  <a:cubicBezTo>
                    <a:pt x="120000" y="52405"/>
                    <a:pt x="119371" y="48607"/>
                    <a:pt x="118743" y="45569"/>
                  </a:cubicBezTo>
                  <a:cubicBezTo>
                    <a:pt x="118743" y="45569"/>
                    <a:pt x="118743" y="45569"/>
                    <a:pt x="118743" y="45569"/>
                  </a:cubicBezTo>
                  <a:cubicBezTo>
                    <a:pt x="118743" y="45569"/>
                    <a:pt x="118743" y="45569"/>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050"/>
                  </a:cubicBezTo>
                  <a:cubicBezTo>
                    <a:pt x="118743" y="44050"/>
                    <a:pt x="118743" y="44050"/>
                    <a:pt x="118743" y="44050"/>
                  </a:cubicBezTo>
                  <a:cubicBezTo>
                    <a:pt x="118743" y="44050"/>
                    <a:pt x="118743" y="44050"/>
                    <a:pt x="118743" y="44050"/>
                  </a:cubicBezTo>
                  <a:cubicBezTo>
                    <a:pt x="118743" y="44050"/>
                    <a:pt x="118743" y="44050"/>
                    <a:pt x="118743" y="44050"/>
                  </a:cubicBezTo>
                  <a:cubicBezTo>
                    <a:pt x="118743" y="44050"/>
                    <a:pt x="118743" y="44050"/>
                    <a:pt x="118743" y="44050"/>
                  </a:cubicBezTo>
                  <a:cubicBezTo>
                    <a:pt x="116230" y="33417"/>
                    <a:pt x="111204" y="23544"/>
                    <a:pt x="104921" y="15949"/>
                  </a:cubicBezTo>
                  <a:cubicBezTo>
                    <a:pt x="104293" y="15949"/>
                    <a:pt x="104293" y="15949"/>
                    <a:pt x="104293" y="15949"/>
                  </a:cubicBezTo>
                  <a:cubicBezTo>
                    <a:pt x="104293" y="15949"/>
                    <a:pt x="104293" y="15949"/>
                    <a:pt x="104293" y="15949"/>
                  </a:cubicBezTo>
                  <a:cubicBezTo>
                    <a:pt x="104293" y="15949"/>
                    <a:pt x="104293" y="15949"/>
                    <a:pt x="104293" y="15949"/>
                  </a:cubicBezTo>
                  <a:cubicBezTo>
                    <a:pt x="95497" y="6075"/>
                    <a:pt x="83560" y="0"/>
                    <a:pt x="70366" y="0"/>
                  </a:cubicBezTo>
                </a:path>
              </a:pathLst>
            </a:custGeom>
            <a:solidFill>
              <a:srgbClr val="0D604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12" name="Google Shape;512;p79"/>
            <p:cNvSpPr/>
            <p:nvPr/>
          </p:nvSpPr>
          <p:spPr>
            <a:xfrm>
              <a:off x="5337175" y="2031759"/>
              <a:ext cx="647700" cy="265113"/>
            </a:xfrm>
            <a:custGeom>
              <a:avLst/>
              <a:gdLst/>
              <a:ahLst/>
              <a:cxnLst/>
              <a:rect l="l" t="t" r="r" b="b"/>
              <a:pathLst>
                <a:path w="120000" h="120000" extrusionOk="0">
                  <a:moveTo>
                    <a:pt x="120000" y="0"/>
                  </a:moveTo>
                  <a:cubicBezTo>
                    <a:pt x="0" y="0"/>
                    <a:pt x="0" y="0"/>
                    <a:pt x="0" y="0"/>
                  </a:cubicBezTo>
                  <a:cubicBezTo>
                    <a:pt x="50000" y="120000"/>
                    <a:pt x="50000" y="120000"/>
                    <a:pt x="50000" y="120000"/>
                  </a:cubicBezTo>
                  <a:cubicBezTo>
                    <a:pt x="50000" y="120000"/>
                    <a:pt x="50000" y="120000"/>
                    <a:pt x="50000" y="120000"/>
                  </a:cubicBezTo>
                  <a:cubicBezTo>
                    <a:pt x="50000" y="120000"/>
                    <a:pt x="50000" y="120000"/>
                    <a:pt x="50000" y="120000"/>
                  </a:cubicBezTo>
                  <a:cubicBezTo>
                    <a:pt x="81250" y="44050"/>
                    <a:pt x="81250" y="44050"/>
                    <a:pt x="81250" y="44050"/>
                  </a:cubicBezTo>
                  <a:cubicBezTo>
                    <a:pt x="88750" y="27341"/>
                    <a:pt x="88750" y="27341"/>
                    <a:pt x="88750" y="27341"/>
                  </a:cubicBezTo>
                  <a:cubicBezTo>
                    <a:pt x="88750" y="25822"/>
                    <a:pt x="89375" y="25822"/>
                    <a:pt x="89375" y="24303"/>
                  </a:cubicBezTo>
                  <a:cubicBezTo>
                    <a:pt x="98125" y="9113"/>
                    <a:pt x="108750" y="0"/>
                    <a:pt x="120000" y="0"/>
                  </a:cubicBezTo>
                </a:path>
              </a:pathLst>
            </a:custGeom>
            <a:solidFill>
              <a:srgbClr val="14906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13" name="Google Shape;513;p79"/>
            <p:cNvSpPr/>
            <p:nvPr/>
          </p:nvSpPr>
          <p:spPr>
            <a:xfrm>
              <a:off x="5337175" y="2296872"/>
              <a:ext cx="647700" cy="266699"/>
            </a:xfrm>
            <a:custGeom>
              <a:avLst/>
              <a:gdLst/>
              <a:ahLst/>
              <a:cxnLst/>
              <a:rect l="l" t="t" r="r" b="b"/>
              <a:pathLst>
                <a:path w="120000" h="120000" extrusionOk="0">
                  <a:moveTo>
                    <a:pt x="50000" y="0"/>
                  </a:moveTo>
                  <a:cubicBezTo>
                    <a:pt x="0" y="120000"/>
                    <a:pt x="0" y="120000"/>
                    <a:pt x="0" y="120000"/>
                  </a:cubicBezTo>
                  <a:cubicBezTo>
                    <a:pt x="120000" y="120000"/>
                    <a:pt x="120000" y="120000"/>
                    <a:pt x="120000" y="120000"/>
                  </a:cubicBezTo>
                  <a:cubicBezTo>
                    <a:pt x="120000" y="120000"/>
                    <a:pt x="120000" y="120000"/>
                    <a:pt x="120000" y="120000"/>
                  </a:cubicBezTo>
                  <a:cubicBezTo>
                    <a:pt x="111250" y="120000"/>
                    <a:pt x="103125" y="115443"/>
                    <a:pt x="95625" y="104810"/>
                  </a:cubicBezTo>
                  <a:cubicBezTo>
                    <a:pt x="93125" y="101772"/>
                    <a:pt x="90625" y="98734"/>
                    <a:pt x="88750" y="94177"/>
                  </a:cubicBezTo>
                  <a:cubicBezTo>
                    <a:pt x="81250" y="75949"/>
                    <a:pt x="81250" y="75949"/>
                    <a:pt x="81250" y="75949"/>
                  </a:cubicBezTo>
                  <a:cubicBezTo>
                    <a:pt x="68125" y="42531"/>
                    <a:pt x="68125" y="42531"/>
                    <a:pt x="68125" y="42531"/>
                  </a:cubicBezTo>
                  <a:cubicBezTo>
                    <a:pt x="50000" y="0"/>
                    <a:pt x="50000" y="0"/>
                    <a:pt x="50000" y="0"/>
                  </a:cubicBezTo>
                </a:path>
              </a:pathLst>
            </a:custGeom>
            <a:solidFill>
              <a:srgbClr val="14906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514" name="Google Shape;514;p79"/>
          <p:cNvSpPr txBox="1">
            <a:spLocks noGrp="1"/>
          </p:cNvSpPr>
          <p:nvPr>
            <p:ph type="body" idx="2"/>
          </p:nvPr>
        </p:nvSpPr>
        <p:spPr>
          <a:xfrm>
            <a:off x="905608" y="1249053"/>
            <a:ext cx="5190391" cy="3968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15" name="Google Shape;515;p79"/>
          <p:cNvSpPr txBox="1">
            <a:spLocks noGrp="1"/>
          </p:cNvSpPr>
          <p:nvPr>
            <p:ph type="body" idx="3"/>
          </p:nvPr>
        </p:nvSpPr>
        <p:spPr>
          <a:xfrm>
            <a:off x="905609" y="1660599"/>
            <a:ext cx="5190391" cy="75745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16" name="Google Shape;516;p79"/>
          <p:cNvSpPr txBox="1">
            <a:spLocks noGrp="1"/>
          </p:cNvSpPr>
          <p:nvPr>
            <p:ph type="body" idx="4"/>
          </p:nvPr>
        </p:nvSpPr>
        <p:spPr>
          <a:xfrm>
            <a:off x="905608" y="2518553"/>
            <a:ext cx="5190391" cy="3968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17" name="Google Shape;517;p79"/>
          <p:cNvSpPr txBox="1">
            <a:spLocks noGrp="1"/>
          </p:cNvSpPr>
          <p:nvPr>
            <p:ph type="body" idx="5"/>
          </p:nvPr>
        </p:nvSpPr>
        <p:spPr>
          <a:xfrm>
            <a:off x="905609" y="2930099"/>
            <a:ext cx="5190391" cy="75745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18" name="Google Shape;518;p79"/>
          <p:cNvSpPr txBox="1">
            <a:spLocks noGrp="1"/>
          </p:cNvSpPr>
          <p:nvPr>
            <p:ph type="body" idx="6"/>
          </p:nvPr>
        </p:nvSpPr>
        <p:spPr>
          <a:xfrm>
            <a:off x="905608" y="3774421"/>
            <a:ext cx="5190391" cy="3968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19" name="Google Shape;519;p79"/>
          <p:cNvSpPr txBox="1">
            <a:spLocks noGrp="1"/>
          </p:cNvSpPr>
          <p:nvPr>
            <p:ph type="body" idx="7"/>
          </p:nvPr>
        </p:nvSpPr>
        <p:spPr>
          <a:xfrm>
            <a:off x="905609" y="4185967"/>
            <a:ext cx="5190391" cy="75745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20" name="Google Shape;520;p79"/>
          <p:cNvSpPr txBox="1">
            <a:spLocks noGrp="1"/>
          </p:cNvSpPr>
          <p:nvPr>
            <p:ph type="body" idx="8"/>
          </p:nvPr>
        </p:nvSpPr>
        <p:spPr>
          <a:xfrm>
            <a:off x="905608" y="5041623"/>
            <a:ext cx="5190391" cy="3968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21" name="Google Shape;521;p79"/>
          <p:cNvSpPr txBox="1">
            <a:spLocks noGrp="1"/>
          </p:cNvSpPr>
          <p:nvPr>
            <p:ph type="body" idx="9"/>
          </p:nvPr>
        </p:nvSpPr>
        <p:spPr>
          <a:xfrm>
            <a:off x="905609" y="5453169"/>
            <a:ext cx="5190391" cy="75745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grpSp>
        <p:nvGrpSpPr>
          <p:cNvPr id="522" name="Google Shape;522;p79"/>
          <p:cNvGrpSpPr/>
          <p:nvPr/>
        </p:nvGrpSpPr>
        <p:grpSpPr>
          <a:xfrm>
            <a:off x="7179565" y="2719086"/>
            <a:ext cx="2105024" cy="1658938"/>
            <a:chOff x="4146550" y="1468196"/>
            <a:chExt cx="2105024" cy="1658938"/>
          </a:xfrm>
        </p:grpSpPr>
        <p:sp>
          <p:nvSpPr>
            <p:cNvPr id="523" name="Google Shape;523;p79"/>
            <p:cNvSpPr/>
            <p:nvPr/>
          </p:nvSpPr>
          <p:spPr>
            <a:xfrm>
              <a:off x="4146550" y="2031759"/>
              <a:ext cx="2105024" cy="531812"/>
            </a:xfrm>
            <a:custGeom>
              <a:avLst/>
              <a:gdLst/>
              <a:ahLst/>
              <a:cxnLst/>
              <a:rect l="l" t="t" r="r" b="b"/>
              <a:pathLst>
                <a:path w="120000" h="120000" extrusionOk="0">
                  <a:moveTo>
                    <a:pt x="104807" y="120000"/>
                  </a:moveTo>
                  <a:cubicBezTo>
                    <a:pt x="15192" y="120000"/>
                    <a:pt x="15192" y="120000"/>
                    <a:pt x="15192" y="120000"/>
                  </a:cubicBezTo>
                  <a:cubicBezTo>
                    <a:pt x="6730" y="120000"/>
                    <a:pt x="0" y="93417"/>
                    <a:pt x="0" y="60000"/>
                  </a:cubicBezTo>
                  <a:cubicBezTo>
                    <a:pt x="0" y="26582"/>
                    <a:pt x="6730" y="0"/>
                    <a:pt x="15192" y="0"/>
                  </a:cubicBezTo>
                  <a:cubicBezTo>
                    <a:pt x="104807" y="0"/>
                    <a:pt x="104807" y="0"/>
                    <a:pt x="104807" y="0"/>
                  </a:cubicBezTo>
                  <a:cubicBezTo>
                    <a:pt x="113269" y="0"/>
                    <a:pt x="120000" y="26582"/>
                    <a:pt x="120000" y="60000"/>
                  </a:cubicBezTo>
                  <a:cubicBezTo>
                    <a:pt x="120000" y="93417"/>
                    <a:pt x="113269" y="120000"/>
                    <a:pt x="104807" y="120000"/>
                  </a:cubicBezTo>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24" name="Google Shape;524;p79"/>
            <p:cNvSpPr/>
            <p:nvPr/>
          </p:nvSpPr>
          <p:spPr>
            <a:xfrm>
              <a:off x="5154612" y="1468196"/>
              <a:ext cx="1096962" cy="1658938"/>
            </a:xfrm>
            <a:custGeom>
              <a:avLst/>
              <a:gdLst/>
              <a:ahLst/>
              <a:cxnLst/>
              <a:rect l="l" t="t" r="r" b="b"/>
              <a:pathLst>
                <a:path w="120000" h="120000" extrusionOk="0">
                  <a:moveTo>
                    <a:pt x="120000" y="60000"/>
                  </a:moveTo>
                  <a:cubicBezTo>
                    <a:pt x="120000" y="65609"/>
                    <a:pt x="116676" y="70487"/>
                    <a:pt x="111138" y="74146"/>
                  </a:cubicBezTo>
                  <a:cubicBezTo>
                    <a:pt x="110769" y="74146"/>
                    <a:pt x="110769" y="74146"/>
                    <a:pt x="110769" y="74146"/>
                  </a:cubicBezTo>
                  <a:cubicBezTo>
                    <a:pt x="52800" y="112439"/>
                    <a:pt x="52800" y="112439"/>
                    <a:pt x="52800" y="112439"/>
                  </a:cubicBezTo>
                  <a:cubicBezTo>
                    <a:pt x="41353" y="120000"/>
                    <a:pt x="22892" y="120000"/>
                    <a:pt x="11446" y="112439"/>
                  </a:cubicBezTo>
                  <a:cubicBezTo>
                    <a:pt x="0" y="104878"/>
                    <a:pt x="0" y="92682"/>
                    <a:pt x="11446" y="85121"/>
                  </a:cubicBezTo>
                  <a:cubicBezTo>
                    <a:pt x="49476" y="60000"/>
                    <a:pt x="49476" y="60000"/>
                    <a:pt x="49476" y="60000"/>
                  </a:cubicBezTo>
                  <a:cubicBezTo>
                    <a:pt x="11446" y="35121"/>
                    <a:pt x="11446" y="35121"/>
                    <a:pt x="11446" y="35121"/>
                  </a:cubicBezTo>
                  <a:cubicBezTo>
                    <a:pt x="0" y="27560"/>
                    <a:pt x="0" y="15121"/>
                    <a:pt x="11446" y="7560"/>
                  </a:cubicBezTo>
                  <a:cubicBezTo>
                    <a:pt x="22892" y="0"/>
                    <a:pt x="41353" y="0"/>
                    <a:pt x="52800" y="7560"/>
                  </a:cubicBezTo>
                  <a:cubicBezTo>
                    <a:pt x="110769" y="45853"/>
                    <a:pt x="110769" y="45853"/>
                    <a:pt x="110769" y="45853"/>
                  </a:cubicBezTo>
                  <a:cubicBezTo>
                    <a:pt x="111138" y="45853"/>
                    <a:pt x="111138" y="45853"/>
                    <a:pt x="111138" y="45853"/>
                  </a:cubicBezTo>
                  <a:cubicBezTo>
                    <a:pt x="116676" y="49512"/>
                    <a:pt x="120000" y="54390"/>
                    <a:pt x="120000" y="60000"/>
                  </a:cubicBezTo>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25" name="Google Shape;525;p79"/>
            <p:cNvSpPr/>
            <p:nvPr/>
          </p:nvSpPr>
          <p:spPr>
            <a:xfrm>
              <a:off x="5607050" y="2031759"/>
              <a:ext cx="644524" cy="531812"/>
            </a:xfrm>
            <a:custGeom>
              <a:avLst/>
              <a:gdLst/>
              <a:ahLst/>
              <a:cxnLst/>
              <a:rect l="l" t="t" r="r" b="b"/>
              <a:pathLst>
                <a:path w="120000" h="120000" extrusionOk="0">
                  <a:moveTo>
                    <a:pt x="70366" y="0"/>
                  </a:moveTo>
                  <a:cubicBezTo>
                    <a:pt x="59057" y="0"/>
                    <a:pt x="48376" y="4556"/>
                    <a:pt x="39581" y="12151"/>
                  </a:cubicBezTo>
                  <a:cubicBezTo>
                    <a:pt x="39581" y="12911"/>
                    <a:pt x="38952" y="12911"/>
                    <a:pt x="38952" y="12911"/>
                  </a:cubicBezTo>
                  <a:cubicBezTo>
                    <a:pt x="31413" y="22025"/>
                    <a:pt x="31413" y="22025"/>
                    <a:pt x="31413" y="22025"/>
                  </a:cubicBezTo>
                  <a:cubicBezTo>
                    <a:pt x="0" y="60000"/>
                    <a:pt x="0" y="60000"/>
                    <a:pt x="0" y="60000"/>
                  </a:cubicBezTo>
                  <a:cubicBezTo>
                    <a:pt x="18219" y="81265"/>
                    <a:pt x="18219" y="81265"/>
                    <a:pt x="18219" y="81265"/>
                  </a:cubicBezTo>
                  <a:cubicBezTo>
                    <a:pt x="31413" y="97974"/>
                    <a:pt x="31413" y="97974"/>
                    <a:pt x="31413" y="97974"/>
                  </a:cubicBezTo>
                  <a:cubicBezTo>
                    <a:pt x="38952" y="107088"/>
                    <a:pt x="38952" y="107088"/>
                    <a:pt x="38952" y="107088"/>
                  </a:cubicBezTo>
                  <a:cubicBezTo>
                    <a:pt x="40837" y="109367"/>
                    <a:pt x="43350" y="110886"/>
                    <a:pt x="45863" y="112405"/>
                  </a:cubicBezTo>
                  <a:cubicBezTo>
                    <a:pt x="53403" y="117721"/>
                    <a:pt x="61570" y="120000"/>
                    <a:pt x="70366" y="120000"/>
                  </a:cubicBezTo>
                  <a:cubicBezTo>
                    <a:pt x="70366" y="120000"/>
                    <a:pt x="70366" y="120000"/>
                    <a:pt x="70366" y="120000"/>
                  </a:cubicBezTo>
                  <a:cubicBezTo>
                    <a:pt x="70366" y="120000"/>
                    <a:pt x="70366" y="120000"/>
                    <a:pt x="70366" y="120000"/>
                  </a:cubicBezTo>
                  <a:cubicBezTo>
                    <a:pt x="83560" y="120000"/>
                    <a:pt x="95497" y="113924"/>
                    <a:pt x="104293" y="104050"/>
                  </a:cubicBezTo>
                  <a:cubicBezTo>
                    <a:pt x="104293" y="104050"/>
                    <a:pt x="104293" y="104050"/>
                    <a:pt x="104293" y="104050"/>
                  </a:cubicBezTo>
                  <a:cubicBezTo>
                    <a:pt x="104293" y="104050"/>
                    <a:pt x="104293" y="104050"/>
                    <a:pt x="104293" y="104050"/>
                  </a:cubicBezTo>
                  <a:cubicBezTo>
                    <a:pt x="104921" y="104050"/>
                    <a:pt x="104921" y="104050"/>
                    <a:pt x="104921" y="104050"/>
                  </a:cubicBezTo>
                  <a:cubicBezTo>
                    <a:pt x="109947" y="97215"/>
                    <a:pt x="114345" y="89620"/>
                    <a:pt x="116858" y="81265"/>
                  </a:cubicBezTo>
                  <a:cubicBezTo>
                    <a:pt x="119371" y="74430"/>
                    <a:pt x="120000" y="67594"/>
                    <a:pt x="120000" y="60000"/>
                  </a:cubicBezTo>
                  <a:cubicBezTo>
                    <a:pt x="120000" y="60000"/>
                    <a:pt x="120000" y="60000"/>
                    <a:pt x="120000" y="60000"/>
                  </a:cubicBezTo>
                  <a:cubicBezTo>
                    <a:pt x="120000" y="60000"/>
                    <a:pt x="120000" y="60000"/>
                    <a:pt x="120000" y="60000"/>
                  </a:cubicBezTo>
                  <a:cubicBezTo>
                    <a:pt x="120000" y="60000"/>
                    <a:pt x="120000" y="60000"/>
                    <a:pt x="120000" y="6000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5443"/>
                  </a:cubicBezTo>
                  <a:cubicBezTo>
                    <a:pt x="120000" y="55443"/>
                    <a:pt x="120000" y="55443"/>
                    <a:pt x="120000" y="55443"/>
                  </a:cubicBezTo>
                  <a:cubicBezTo>
                    <a:pt x="120000" y="52405"/>
                    <a:pt x="119371" y="48607"/>
                    <a:pt x="118743" y="45569"/>
                  </a:cubicBezTo>
                  <a:cubicBezTo>
                    <a:pt x="118743" y="45569"/>
                    <a:pt x="118743" y="45569"/>
                    <a:pt x="118743" y="45569"/>
                  </a:cubicBezTo>
                  <a:cubicBezTo>
                    <a:pt x="118743" y="45569"/>
                    <a:pt x="118743" y="45569"/>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050"/>
                  </a:cubicBezTo>
                  <a:cubicBezTo>
                    <a:pt x="118743" y="44050"/>
                    <a:pt x="118743" y="44050"/>
                    <a:pt x="118743" y="44050"/>
                  </a:cubicBezTo>
                  <a:cubicBezTo>
                    <a:pt x="118743" y="44050"/>
                    <a:pt x="118743" y="44050"/>
                    <a:pt x="118743" y="44050"/>
                  </a:cubicBezTo>
                  <a:cubicBezTo>
                    <a:pt x="118743" y="44050"/>
                    <a:pt x="118743" y="44050"/>
                    <a:pt x="118743" y="44050"/>
                  </a:cubicBezTo>
                  <a:cubicBezTo>
                    <a:pt x="118743" y="44050"/>
                    <a:pt x="118743" y="44050"/>
                    <a:pt x="118743" y="44050"/>
                  </a:cubicBezTo>
                  <a:cubicBezTo>
                    <a:pt x="116230" y="33417"/>
                    <a:pt x="111204" y="23544"/>
                    <a:pt x="104921" y="15949"/>
                  </a:cubicBezTo>
                  <a:cubicBezTo>
                    <a:pt x="104293" y="15949"/>
                    <a:pt x="104293" y="15949"/>
                    <a:pt x="104293" y="15949"/>
                  </a:cubicBezTo>
                  <a:cubicBezTo>
                    <a:pt x="104293" y="15949"/>
                    <a:pt x="104293" y="15949"/>
                    <a:pt x="104293" y="15949"/>
                  </a:cubicBezTo>
                  <a:cubicBezTo>
                    <a:pt x="104293" y="15949"/>
                    <a:pt x="104293" y="15949"/>
                    <a:pt x="104293" y="15949"/>
                  </a:cubicBezTo>
                  <a:cubicBezTo>
                    <a:pt x="95497" y="6075"/>
                    <a:pt x="83560" y="0"/>
                    <a:pt x="70366" y="0"/>
                  </a:cubicBezTo>
                </a:path>
              </a:pathLst>
            </a:custGeom>
            <a:solidFill>
              <a:srgbClr val="0D604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26" name="Google Shape;526;p79"/>
            <p:cNvSpPr/>
            <p:nvPr/>
          </p:nvSpPr>
          <p:spPr>
            <a:xfrm>
              <a:off x="5337175" y="2031759"/>
              <a:ext cx="647700" cy="265113"/>
            </a:xfrm>
            <a:custGeom>
              <a:avLst/>
              <a:gdLst/>
              <a:ahLst/>
              <a:cxnLst/>
              <a:rect l="l" t="t" r="r" b="b"/>
              <a:pathLst>
                <a:path w="120000" h="120000" extrusionOk="0">
                  <a:moveTo>
                    <a:pt x="120000" y="0"/>
                  </a:moveTo>
                  <a:cubicBezTo>
                    <a:pt x="0" y="0"/>
                    <a:pt x="0" y="0"/>
                    <a:pt x="0" y="0"/>
                  </a:cubicBezTo>
                  <a:cubicBezTo>
                    <a:pt x="50000" y="120000"/>
                    <a:pt x="50000" y="120000"/>
                    <a:pt x="50000" y="120000"/>
                  </a:cubicBezTo>
                  <a:cubicBezTo>
                    <a:pt x="50000" y="120000"/>
                    <a:pt x="50000" y="120000"/>
                    <a:pt x="50000" y="120000"/>
                  </a:cubicBezTo>
                  <a:cubicBezTo>
                    <a:pt x="50000" y="120000"/>
                    <a:pt x="50000" y="120000"/>
                    <a:pt x="50000" y="120000"/>
                  </a:cubicBezTo>
                  <a:cubicBezTo>
                    <a:pt x="81250" y="44050"/>
                    <a:pt x="81250" y="44050"/>
                    <a:pt x="81250" y="44050"/>
                  </a:cubicBezTo>
                  <a:cubicBezTo>
                    <a:pt x="88750" y="27341"/>
                    <a:pt x="88750" y="27341"/>
                    <a:pt x="88750" y="27341"/>
                  </a:cubicBezTo>
                  <a:cubicBezTo>
                    <a:pt x="88750" y="25822"/>
                    <a:pt x="89375" y="25822"/>
                    <a:pt x="89375" y="24303"/>
                  </a:cubicBezTo>
                  <a:cubicBezTo>
                    <a:pt x="98125" y="9113"/>
                    <a:pt x="108750" y="0"/>
                    <a:pt x="120000" y="0"/>
                  </a:cubicBezTo>
                </a:path>
              </a:pathLst>
            </a:custGeom>
            <a:solidFill>
              <a:srgbClr val="14906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27" name="Google Shape;527;p79"/>
            <p:cNvSpPr/>
            <p:nvPr/>
          </p:nvSpPr>
          <p:spPr>
            <a:xfrm>
              <a:off x="5337175" y="2296872"/>
              <a:ext cx="647700" cy="266699"/>
            </a:xfrm>
            <a:custGeom>
              <a:avLst/>
              <a:gdLst/>
              <a:ahLst/>
              <a:cxnLst/>
              <a:rect l="l" t="t" r="r" b="b"/>
              <a:pathLst>
                <a:path w="120000" h="120000" extrusionOk="0">
                  <a:moveTo>
                    <a:pt x="50000" y="0"/>
                  </a:moveTo>
                  <a:cubicBezTo>
                    <a:pt x="0" y="120000"/>
                    <a:pt x="0" y="120000"/>
                    <a:pt x="0" y="120000"/>
                  </a:cubicBezTo>
                  <a:cubicBezTo>
                    <a:pt x="120000" y="120000"/>
                    <a:pt x="120000" y="120000"/>
                    <a:pt x="120000" y="120000"/>
                  </a:cubicBezTo>
                  <a:cubicBezTo>
                    <a:pt x="120000" y="120000"/>
                    <a:pt x="120000" y="120000"/>
                    <a:pt x="120000" y="120000"/>
                  </a:cubicBezTo>
                  <a:cubicBezTo>
                    <a:pt x="111250" y="120000"/>
                    <a:pt x="103125" y="115443"/>
                    <a:pt x="95625" y="104810"/>
                  </a:cubicBezTo>
                  <a:cubicBezTo>
                    <a:pt x="93125" y="101772"/>
                    <a:pt x="90625" y="98734"/>
                    <a:pt x="88750" y="94177"/>
                  </a:cubicBezTo>
                  <a:cubicBezTo>
                    <a:pt x="81250" y="75949"/>
                    <a:pt x="81250" y="75949"/>
                    <a:pt x="81250" y="75949"/>
                  </a:cubicBezTo>
                  <a:cubicBezTo>
                    <a:pt x="68125" y="42531"/>
                    <a:pt x="68125" y="42531"/>
                    <a:pt x="68125" y="42531"/>
                  </a:cubicBezTo>
                  <a:cubicBezTo>
                    <a:pt x="50000" y="0"/>
                    <a:pt x="50000" y="0"/>
                    <a:pt x="50000" y="0"/>
                  </a:cubicBezTo>
                </a:path>
              </a:pathLst>
            </a:custGeom>
            <a:solidFill>
              <a:srgbClr val="14906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528" name="Google Shape;528;p79"/>
          <p:cNvGrpSpPr/>
          <p:nvPr/>
        </p:nvGrpSpPr>
        <p:grpSpPr>
          <a:xfrm>
            <a:off x="8852789" y="3752912"/>
            <a:ext cx="2105024" cy="1658938"/>
            <a:chOff x="5946775" y="4468571"/>
            <a:chExt cx="2105024" cy="1658938"/>
          </a:xfrm>
        </p:grpSpPr>
        <p:sp>
          <p:nvSpPr>
            <p:cNvPr id="529" name="Google Shape;529;p79"/>
            <p:cNvSpPr/>
            <p:nvPr/>
          </p:nvSpPr>
          <p:spPr>
            <a:xfrm>
              <a:off x="5946775" y="5032135"/>
              <a:ext cx="2105024" cy="534988"/>
            </a:xfrm>
            <a:custGeom>
              <a:avLst/>
              <a:gdLst/>
              <a:ahLst/>
              <a:cxnLst/>
              <a:rect l="l" t="t" r="r" b="b"/>
              <a:pathLst>
                <a:path w="120000" h="120000" extrusionOk="0">
                  <a:moveTo>
                    <a:pt x="15192" y="120000"/>
                  </a:moveTo>
                  <a:cubicBezTo>
                    <a:pt x="104807" y="120000"/>
                    <a:pt x="104807" y="120000"/>
                    <a:pt x="104807" y="120000"/>
                  </a:cubicBezTo>
                  <a:cubicBezTo>
                    <a:pt x="113269" y="120000"/>
                    <a:pt x="120000" y="92830"/>
                    <a:pt x="120000" y="59622"/>
                  </a:cubicBezTo>
                  <a:cubicBezTo>
                    <a:pt x="120000" y="26415"/>
                    <a:pt x="113269" y="0"/>
                    <a:pt x="104807" y="0"/>
                  </a:cubicBezTo>
                  <a:cubicBezTo>
                    <a:pt x="15192" y="0"/>
                    <a:pt x="15192" y="0"/>
                    <a:pt x="15192" y="0"/>
                  </a:cubicBezTo>
                  <a:cubicBezTo>
                    <a:pt x="6730" y="0"/>
                    <a:pt x="0" y="26415"/>
                    <a:pt x="0" y="59622"/>
                  </a:cubicBezTo>
                  <a:cubicBezTo>
                    <a:pt x="0" y="92830"/>
                    <a:pt x="6730" y="120000"/>
                    <a:pt x="15192" y="120000"/>
                  </a:cubicBezTo>
                </a:path>
              </a:pathLst>
            </a:custGeom>
            <a:solidFill>
              <a:schemeClr val="accent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30" name="Google Shape;530;p79"/>
            <p:cNvSpPr/>
            <p:nvPr/>
          </p:nvSpPr>
          <p:spPr>
            <a:xfrm>
              <a:off x="5946775" y="4468571"/>
              <a:ext cx="1096962" cy="1658938"/>
            </a:xfrm>
            <a:custGeom>
              <a:avLst/>
              <a:gdLst/>
              <a:ahLst/>
              <a:cxnLst/>
              <a:rect l="l" t="t" r="r" b="b"/>
              <a:pathLst>
                <a:path w="120000" h="120000" extrusionOk="0">
                  <a:moveTo>
                    <a:pt x="0" y="60000"/>
                  </a:moveTo>
                  <a:cubicBezTo>
                    <a:pt x="0" y="65609"/>
                    <a:pt x="3323" y="70487"/>
                    <a:pt x="8861" y="74146"/>
                  </a:cubicBezTo>
                  <a:cubicBezTo>
                    <a:pt x="9230" y="74146"/>
                    <a:pt x="9230" y="74146"/>
                    <a:pt x="9230" y="74146"/>
                  </a:cubicBezTo>
                  <a:cubicBezTo>
                    <a:pt x="67200" y="112439"/>
                    <a:pt x="67200" y="112439"/>
                    <a:pt x="67200" y="112439"/>
                  </a:cubicBezTo>
                  <a:cubicBezTo>
                    <a:pt x="78646" y="120000"/>
                    <a:pt x="97107" y="120000"/>
                    <a:pt x="108553" y="112439"/>
                  </a:cubicBezTo>
                  <a:cubicBezTo>
                    <a:pt x="120000" y="104878"/>
                    <a:pt x="120000" y="92682"/>
                    <a:pt x="108553" y="85121"/>
                  </a:cubicBezTo>
                  <a:cubicBezTo>
                    <a:pt x="70523" y="60000"/>
                    <a:pt x="70523" y="60000"/>
                    <a:pt x="70523" y="60000"/>
                  </a:cubicBezTo>
                  <a:cubicBezTo>
                    <a:pt x="108553" y="35121"/>
                    <a:pt x="108553" y="35121"/>
                    <a:pt x="108553" y="35121"/>
                  </a:cubicBezTo>
                  <a:cubicBezTo>
                    <a:pt x="120000" y="27560"/>
                    <a:pt x="120000" y="15121"/>
                    <a:pt x="108553" y="7560"/>
                  </a:cubicBezTo>
                  <a:cubicBezTo>
                    <a:pt x="97107" y="0"/>
                    <a:pt x="78646" y="0"/>
                    <a:pt x="67200" y="7560"/>
                  </a:cubicBezTo>
                  <a:cubicBezTo>
                    <a:pt x="9230" y="45853"/>
                    <a:pt x="9230" y="45853"/>
                    <a:pt x="9230" y="45853"/>
                  </a:cubicBezTo>
                  <a:cubicBezTo>
                    <a:pt x="8861" y="45853"/>
                    <a:pt x="8861" y="45853"/>
                    <a:pt x="8861" y="45853"/>
                  </a:cubicBezTo>
                  <a:cubicBezTo>
                    <a:pt x="3323" y="49512"/>
                    <a:pt x="0" y="54390"/>
                    <a:pt x="0" y="60000"/>
                  </a:cubicBezTo>
                </a:path>
              </a:pathLst>
            </a:custGeom>
            <a:solidFill>
              <a:schemeClr val="accent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31" name="Google Shape;531;p79"/>
            <p:cNvSpPr/>
            <p:nvPr/>
          </p:nvSpPr>
          <p:spPr>
            <a:xfrm>
              <a:off x="5946775" y="5032135"/>
              <a:ext cx="644524" cy="534988"/>
            </a:xfrm>
            <a:custGeom>
              <a:avLst/>
              <a:gdLst/>
              <a:ahLst/>
              <a:cxnLst/>
              <a:rect l="l" t="t" r="r" b="b"/>
              <a:pathLst>
                <a:path w="120000" h="120000" extrusionOk="0">
                  <a:moveTo>
                    <a:pt x="49633" y="0"/>
                  </a:moveTo>
                  <a:cubicBezTo>
                    <a:pt x="36439" y="0"/>
                    <a:pt x="24502" y="6037"/>
                    <a:pt x="15706" y="15849"/>
                  </a:cubicBezTo>
                  <a:cubicBezTo>
                    <a:pt x="15706" y="15849"/>
                    <a:pt x="15706" y="15849"/>
                    <a:pt x="15706" y="15849"/>
                  </a:cubicBezTo>
                  <a:cubicBezTo>
                    <a:pt x="15706" y="15849"/>
                    <a:pt x="15706" y="15849"/>
                    <a:pt x="15706" y="15849"/>
                  </a:cubicBezTo>
                  <a:cubicBezTo>
                    <a:pt x="15078" y="15849"/>
                    <a:pt x="15078" y="15849"/>
                    <a:pt x="15078" y="15849"/>
                  </a:cubicBezTo>
                  <a:cubicBezTo>
                    <a:pt x="9424" y="22641"/>
                    <a:pt x="5026" y="30943"/>
                    <a:pt x="2513" y="40754"/>
                  </a:cubicBezTo>
                  <a:cubicBezTo>
                    <a:pt x="2513" y="40754"/>
                    <a:pt x="2513" y="40754"/>
                    <a:pt x="2513" y="40754"/>
                  </a:cubicBezTo>
                  <a:cubicBezTo>
                    <a:pt x="2513" y="40754"/>
                    <a:pt x="2513" y="40754"/>
                    <a:pt x="2513" y="40754"/>
                  </a:cubicBezTo>
                  <a:cubicBezTo>
                    <a:pt x="2513" y="40754"/>
                    <a:pt x="2513" y="40754"/>
                    <a:pt x="2513" y="40754"/>
                  </a:cubicBezTo>
                  <a:cubicBezTo>
                    <a:pt x="2513" y="40754"/>
                    <a:pt x="2513" y="40754"/>
                    <a:pt x="2513" y="40754"/>
                  </a:cubicBezTo>
                  <a:cubicBezTo>
                    <a:pt x="2513" y="40754"/>
                    <a:pt x="2513" y="40754"/>
                    <a:pt x="2513" y="40754"/>
                  </a:cubicBezTo>
                  <a:cubicBezTo>
                    <a:pt x="2513" y="40754"/>
                    <a:pt x="2513" y="40754"/>
                    <a:pt x="2513" y="40754"/>
                  </a:cubicBezTo>
                  <a:cubicBezTo>
                    <a:pt x="2513" y="40754"/>
                    <a:pt x="2513" y="40754"/>
                    <a:pt x="2513" y="40754"/>
                  </a:cubicBezTo>
                  <a:cubicBezTo>
                    <a:pt x="2513" y="40754"/>
                    <a:pt x="2513" y="40754"/>
                    <a:pt x="2513" y="40754"/>
                  </a:cubicBezTo>
                  <a:cubicBezTo>
                    <a:pt x="2513" y="40754"/>
                    <a:pt x="2513" y="40754"/>
                    <a:pt x="2513" y="41509"/>
                  </a:cubicBezTo>
                  <a:cubicBezTo>
                    <a:pt x="2513" y="41509"/>
                    <a:pt x="2513" y="41509"/>
                    <a:pt x="1884" y="41509"/>
                  </a:cubicBezTo>
                  <a:cubicBezTo>
                    <a:pt x="1884" y="41509"/>
                    <a:pt x="1884" y="41509"/>
                    <a:pt x="1884" y="41509"/>
                  </a:cubicBezTo>
                  <a:cubicBezTo>
                    <a:pt x="1884" y="41509"/>
                    <a:pt x="1884" y="41509"/>
                    <a:pt x="1884" y="41509"/>
                  </a:cubicBezTo>
                  <a:cubicBezTo>
                    <a:pt x="1884" y="41509"/>
                    <a:pt x="1884" y="41509"/>
                    <a:pt x="1884" y="41509"/>
                  </a:cubicBezTo>
                  <a:cubicBezTo>
                    <a:pt x="1884" y="41509"/>
                    <a:pt x="1884" y="41509"/>
                    <a:pt x="1884" y="41509"/>
                  </a:cubicBezTo>
                  <a:cubicBezTo>
                    <a:pt x="1884" y="41509"/>
                    <a:pt x="1884" y="41509"/>
                    <a:pt x="1884" y="41509"/>
                  </a:cubicBezTo>
                  <a:cubicBezTo>
                    <a:pt x="1884" y="41509"/>
                    <a:pt x="1884" y="41509"/>
                    <a:pt x="1884" y="41509"/>
                  </a:cubicBezTo>
                  <a:cubicBezTo>
                    <a:pt x="628" y="46037"/>
                    <a:pt x="0" y="51320"/>
                    <a:pt x="0" y="55849"/>
                  </a:cubicBezTo>
                  <a:cubicBezTo>
                    <a:pt x="0" y="55849"/>
                    <a:pt x="0" y="55849"/>
                    <a:pt x="0" y="55849"/>
                  </a:cubicBezTo>
                  <a:cubicBezTo>
                    <a:pt x="0" y="55849"/>
                    <a:pt x="0" y="55849"/>
                    <a:pt x="0" y="55849"/>
                  </a:cubicBezTo>
                  <a:cubicBezTo>
                    <a:pt x="0" y="55849"/>
                    <a:pt x="0" y="55849"/>
                    <a:pt x="0" y="55849"/>
                  </a:cubicBezTo>
                  <a:cubicBezTo>
                    <a:pt x="0" y="55849"/>
                    <a:pt x="0" y="55849"/>
                    <a:pt x="0" y="56603"/>
                  </a:cubicBezTo>
                  <a:cubicBezTo>
                    <a:pt x="0" y="56603"/>
                    <a:pt x="0" y="56603"/>
                    <a:pt x="0" y="56603"/>
                  </a:cubicBezTo>
                  <a:cubicBezTo>
                    <a:pt x="0" y="56603"/>
                    <a:pt x="0" y="56603"/>
                    <a:pt x="0" y="56603"/>
                  </a:cubicBezTo>
                  <a:cubicBezTo>
                    <a:pt x="0" y="56603"/>
                    <a:pt x="0" y="56603"/>
                    <a:pt x="0" y="56603"/>
                  </a:cubicBezTo>
                  <a:cubicBezTo>
                    <a:pt x="0" y="56603"/>
                    <a:pt x="0" y="56603"/>
                    <a:pt x="0" y="56603"/>
                  </a:cubicBezTo>
                  <a:cubicBezTo>
                    <a:pt x="0" y="56603"/>
                    <a:pt x="0" y="56603"/>
                    <a:pt x="0" y="56603"/>
                  </a:cubicBezTo>
                  <a:cubicBezTo>
                    <a:pt x="0" y="56603"/>
                    <a:pt x="0" y="56603"/>
                    <a:pt x="0" y="56603"/>
                  </a:cubicBezTo>
                  <a:cubicBezTo>
                    <a:pt x="0" y="56603"/>
                    <a:pt x="0" y="56603"/>
                    <a:pt x="0" y="56603"/>
                  </a:cubicBezTo>
                  <a:cubicBezTo>
                    <a:pt x="0" y="56603"/>
                    <a:pt x="0" y="56603"/>
                    <a:pt x="0" y="57358"/>
                  </a:cubicBezTo>
                  <a:cubicBezTo>
                    <a:pt x="0" y="57358"/>
                    <a:pt x="0" y="57358"/>
                    <a:pt x="0" y="57358"/>
                  </a:cubicBezTo>
                  <a:cubicBezTo>
                    <a:pt x="0" y="57358"/>
                    <a:pt x="0" y="57358"/>
                    <a:pt x="0" y="57358"/>
                  </a:cubicBezTo>
                  <a:cubicBezTo>
                    <a:pt x="0" y="57358"/>
                    <a:pt x="0" y="57358"/>
                    <a:pt x="0" y="57358"/>
                  </a:cubicBezTo>
                  <a:cubicBezTo>
                    <a:pt x="0" y="57358"/>
                    <a:pt x="0" y="57358"/>
                    <a:pt x="0" y="57358"/>
                  </a:cubicBezTo>
                  <a:cubicBezTo>
                    <a:pt x="0" y="57358"/>
                    <a:pt x="0" y="57358"/>
                    <a:pt x="0" y="57358"/>
                  </a:cubicBezTo>
                  <a:cubicBezTo>
                    <a:pt x="0" y="57358"/>
                    <a:pt x="0" y="57358"/>
                    <a:pt x="0" y="57358"/>
                  </a:cubicBezTo>
                  <a:cubicBezTo>
                    <a:pt x="0" y="57358"/>
                    <a:pt x="0" y="57358"/>
                    <a:pt x="0" y="57358"/>
                  </a:cubicBezTo>
                  <a:cubicBezTo>
                    <a:pt x="0" y="57358"/>
                    <a:pt x="0" y="57358"/>
                    <a:pt x="0" y="58113"/>
                  </a:cubicBezTo>
                  <a:cubicBezTo>
                    <a:pt x="0" y="58113"/>
                    <a:pt x="0" y="58113"/>
                    <a:pt x="0" y="58113"/>
                  </a:cubicBezTo>
                  <a:cubicBezTo>
                    <a:pt x="0" y="58113"/>
                    <a:pt x="0" y="58113"/>
                    <a:pt x="0" y="58113"/>
                  </a:cubicBezTo>
                  <a:cubicBezTo>
                    <a:pt x="0" y="58113"/>
                    <a:pt x="0" y="58113"/>
                    <a:pt x="0" y="58113"/>
                  </a:cubicBezTo>
                  <a:cubicBezTo>
                    <a:pt x="0" y="58113"/>
                    <a:pt x="0" y="58113"/>
                    <a:pt x="0" y="58113"/>
                  </a:cubicBezTo>
                  <a:cubicBezTo>
                    <a:pt x="0" y="58113"/>
                    <a:pt x="0" y="58113"/>
                    <a:pt x="0" y="58113"/>
                  </a:cubicBezTo>
                  <a:cubicBezTo>
                    <a:pt x="0" y="58113"/>
                    <a:pt x="0" y="58113"/>
                    <a:pt x="0" y="58113"/>
                  </a:cubicBezTo>
                  <a:cubicBezTo>
                    <a:pt x="0" y="58113"/>
                    <a:pt x="0" y="58113"/>
                    <a:pt x="0" y="58113"/>
                  </a:cubicBezTo>
                  <a:cubicBezTo>
                    <a:pt x="0" y="58113"/>
                    <a:pt x="0" y="58867"/>
                    <a:pt x="0" y="58867"/>
                  </a:cubicBezTo>
                  <a:cubicBezTo>
                    <a:pt x="0" y="58867"/>
                    <a:pt x="0" y="58867"/>
                    <a:pt x="0" y="58867"/>
                  </a:cubicBezTo>
                  <a:cubicBezTo>
                    <a:pt x="0" y="58867"/>
                    <a:pt x="0" y="58867"/>
                    <a:pt x="0" y="58867"/>
                  </a:cubicBezTo>
                  <a:cubicBezTo>
                    <a:pt x="0" y="58867"/>
                    <a:pt x="0" y="58867"/>
                    <a:pt x="0" y="58867"/>
                  </a:cubicBezTo>
                  <a:cubicBezTo>
                    <a:pt x="0" y="58867"/>
                    <a:pt x="0" y="58867"/>
                    <a:pt x="0" y="58867"/>
                  </a:cubicBezTo>
                  <a:cubicBezTo>
                    <a:pt x="0" y="58867"/>
                    <a:pt x="0" y="58867"/>
                    <a:pt x="0" y="58867"/>
                  </a:cubicBezTo>
                  <a:cubicBezTo>
                    <a:pt x="0" y="58867"/>
                    <a:pt x="0" y="58867"/>
                    <a:pt x="0" y="58867"/>
                  </a:cubicBezTo>
                  <a:cubicBezTo>
                    <a:pt x="0" y="58867"/>
                    <a:pt x="0" y="58867"/>
                    <a:pt x="0" y="58867"/>
                  </a:cubicBezTo>
                  <a:cubicBezTo>
                    <a:pt x="0" y="59622"/>
                    <a:pt x="0" y="59622"/>
                    <a:pt x="0" y="59622"/>
                  </a:cubicBezTo>
                  <a:cubicBezTo>
                    <a:pt x="0" y="59622"/>
                    <a:pt x="0" y="59622"/>
                    <a:pt x="0" y="59622"/>
                  </a:cubicBezTo>
                  <a:cubicBezTo>
                    <a:pt x="0" y="59622"/>
                    <a:pt x="0" y="59622"/>
                    <a:pt x="0" y="59622"/>
                  </a:cubicBezTo>
                  <a:cubicBezTo>
                    <a:pt x="0" y="59622"/>
                    <a:pt x="0" y="59622"/>
                    <a:pt x="0" y="59622"/>
                  </a:cubicBezTo>
                  <a:cubicBezTo>
                    <a:pt x="0" y="67169"/>
                    <a:pt x="628" y="74716"/>
                    <a:pt x="3141" y="80754"/>
                  </a:cubicBezTo>
                  <a:cubicBezTo>
                    <a:pt x="5654" y="89811"/>
                    <a:pt x="10052" y="97358"/>
                    <a:pt x="15078" y="103396"/>
                  </a:cubicBezTo>
                  <a:cubicBezTo>
                    <a:pt x="15706" y="103396"/>
                    <a:pt x="15706" y="103396"/>
                    <a:pt x="15706" y="103396"/>
                  </a:cubicBezTo>
                  <a:cubicBezTo>
                    <a:pt x="15706" y="103396"/>
                    <a:pt x="15706" y="103396"/>
                    <a:pt x="15706" y="103396"/>
                  </a:cubicBezTo>
                  <a:cubicBezTo>
                    <a:pt x="15706" y="103396"/>
                    <a:pt x="15706" y="103396"/>
                    <a:pt x="15706" y="103396"/>
                  </a:cubicBezTo>
                  <a:cubicBezTo>
                    <a:pt x="24502" y="113207"/>
                    <a:pt x="36439" y="120000"/>
                    <a:pt x="49633" y="120000"/>
                  </a:cubicBezTo>
                  <a:cubicBezTo>
                    <a:pt x="49633" y="120000"/>
                    <a:pt x="49633" y="120000"/>
                    <a:pt x="49633" y="120000"/>
                  </a:cubicBezTo>
                  <a:cubicBezTo>
                    <a:pt x="49633" y="120000"/>
                    <a:pt x="49633" y="120000"/>
                    <a:pt x="49633" y="120000"/>
                  </a:cubicBezTo>
                  <a:cubicBezTo>
                    <a:pt x="59057" y="120000"/>
                    <a:pt x="67225" y="116981"/>
                    <a:pt x="74764" y="111698"/>
                  </a:cubicBezTo>
                  <a:cubicBezTo>
                    <a:pt x="77277" y="110188"/>
                    <a:pt x="79162" y="107924"/>
                    <a:pt x="81047" y="106415"/>
                  </a:cubicBezTo>
                  <a:cubicBezTo>
                    <a:pt x="88586" y="97358"/>
                    <a:pt x="88586" y="97358"/>
                    <a:pt x="88586" y="97358"/>
                  </a:cubicBezTo>
                  <a:cubicBezTo>
                    <a:pt x="102408" y="80754"/>
                    <a:pt x="102408" y="80754"/>
                    <a:pt x="102408" y="80754"/>
                  </a:cubicBezTo>
                  <a:cubicBezTo>
                    <a:pt x="120000" y="59622"/>
                    <a:pt x="120000" y="59622"/>
                    <a:pt x="120000" y="59622"/>
                  </a:cubicBezTo>
                  <a:cubicBezTo>
                    <a:pt x="88586" y="21886"/>
                    <a:pt x="88586" y="21886"/>
                    <a:pt x="88586" y="21886"/>
                  </a:cubicBezTo>
                  <a:cubicBezTo>
                    <a:pt x="81047" y="12830"/>
                    <a:pt x="81047" y="12830"/>
                    <a:pt x="81047" y="12830"/>
                  </a:cubicBezTo>
                  <a:cubicBezTo>
                    <a:pt x="81047" y="12830"/>
                    <a:pt x="80418" y="12830"/>
                    <a:pt x="80418" y="12075"/>
                  </a:cubicBezTo>
                  <a:cubicBezTo>
                    <a:pt x="71623" y="4528"/>
                    <a:pt x="60942" y="0"/>
                    <a:pt x="49633" y="0"/>
                  </a:cubicBezTo>
                </a:path>
              </a:pathLst>
            </a:custGeom>
            <a:solidFill>
              <a:srgbClr val="222A3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32" name="Google Shape;532;p79"/>
            <p:cNvSpPr/>
            <p:nvPr/>
          </p:nvSpPr>
          <p:spPr>
            <a:xfrm>
              <a:off x="6213475" y="5032135"/>
              <a:ext cx="647700" cy="266699"/>
            </a:xfrm>
            <a:custGeom>
              <a:avLst/>
              <a:gdLst/>
              <a:ahLst/>
              <a:cxnLst/>
              <a:rect l="l" t="t" r="r" b="b"/>
              <a:pathLst>
                <a:path w="120000" h="120000" extrusionOk="0">
                  <a:moveTo>
                    <a:pt x="0" y="0"/>
                  </a:moveTo>
                  <a:cubicBezTo>
                    <a:pt x="11250" y="0"/>
                    <a:pt x="21875" y="9113"/>
                    <a:pt x="30625" y="24303"/>
                  </a:cubicBezTo>
                  <a:cubicBezTo>
                    <a:pt x="30625" y="25822"/>
                    <a:pt x="31250" y="25822"/>
                    <a:pt x="31250" y="27341"/>
                  </a:cubicBezTo>
                  <a:cubicBezTo>
                    <a:pt x="38750" y="44050"/>
                    <a:pt x="38750" y="44050"/>
                    <a:pt x="38750" y="44050"/>
                  </a:cubicBezTo>
                  <a:cubicBezTo>
                    <a:pt x="70000" y="120000"/>
                    <a:pt x="70000" y="120000"/>
                    <a:pt x="70000" y="120000"/>
                  </a:cubicBezTo>
                  <a:cubicBezTo>
                    <a:pt x="70000" y="120000"/>
                    <a:pt x="70000" y="120000"/>
                    <a:pt x="70000" y="120000"/>
                  </a:cubicBezTo>
                  <a:cubicBezTo>
                    <a:pt x="70000" y="120000"/>
                    <a:pt x="70000" y="120000"/>
                    <a:pt x="70000" y="120000"/>
                  </a:cubicBezTo>
                  <a:cubicBezTo>
                    <a:pt x="120000" y="0"/>
                    <a:pt x="120000" y="0"/>
                    <a:pt x="120000" y="0"/>
                  </a:cubicBezTo>
                  <a:cubicBezTo>
                    <a:pt x="0" y="0"/>
                    <a:pt x="0" y="0"/>
                    <a:pt x="0" y="0"/>
                  </a:cubicBezTo>
                </a:path>
              </a:pathLst>
            </a:custGeom>
            <a:solidFill>
              <a:srgbClr val="323F4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33" name="Google Shape;533;p79"/>
            <p:cNvSpPr/>
            <p:nvPr/>
          </p:nvSpPr>
          <p:spPr>
            <a:xfrm>
              <a:off x="6213475" y="5298835"/>
              <a:ext cx="647700" cy="268288"/>
            </a:xfrm>
            <a:custGeom>
              <a:avLst/>
              <a:gdLst/>
              <a:ahLst/>
              <a:cxnLst/>
              <a:rect l="l" t="t" r="r" b="b"/>
              <a:pathLst>
                <a:path w="120000" h="120000" extrusionOk="0">
                  <a:moveTo>
                    <a:pt x="70000" y="0"/>
                  </a:moveTo>
                  <a:cubicBezTo>
                    <a:pt x="52500" y="42000"/>
                    <a:pt x="52500" y="42000"/>
                    <a:pt x="52500" y="42000"/>
                  </a:cubicBezTo>
                  <a:cubicBezTo>
                    <a:pt x="38750" y="75000"/>
                    <a:pt x="38750" y="75000"/>
                    <a:pt x="38750" y="75000"/>
                  </a:cubicBezTo>
                  <a:cubicBezTo>
                    <a:pt x="31250" y="93000"/>
                    <a:pt x="31250" y="93000"/>
                    <a:pt x="31250" y="93000"/>
                  </a:cubicBezTo>
                  <a:cubicBezTo>
                    <a:pt x="29375" y="96000"/>
                    <a:pt x="27500" y="100500"/>
                    <a:pt x="25000" y="103500"/>
                  </a:cubicBezTo>
                  <a:cubicBezTo>
                    <a:pt x="17500" y="114000"/>
                    <a:pt x="9375" y="120000"/>
                    <a:pt x="0" y="120000"/>
                  </a:cubicBezTo>
                  <a:cubicBezTo>
                    <a:pt x="0" y="120000"/>
                    <a:pt x="0" y="120000"/>
                    <a:pt x="0" y="120000"/>
                  </a:cubicBezTo>
                  <a:cubicBezTo>
                    <a:pt x="120000" y="120000"/>
                    <a:pt x="120000" y="120000"/>
                    <a:pt x="120000" y="120000"/>
                  </a:cubicBezTo>
                  <a:cubicBezTo>
                    <a:pt x="70000" y="0"/>
                    <a:pt x="70000" y="0"/>
                    <a:pt x="70000" y="0"/>
                  </a:cubicBezTo>
                </a:path>
              </a:pathLst>
            </a:custGeom>
            <a:solidFill>
              <a:srgbClr val="323F4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534" name="Google Shape;534;p79"/>
          <p:cNvGrpSpPr/>
          <p:nvPr/>
        </p:nvGrpSpPr>
        <p:grpSpPr>
          <a:xfrm>
            <a:off x="7179565" y="4794313"/>
            <a:ext cx="2105024" cy="1658938"/>
            <a:chOff x="4146550" y="1468196"/>
            <a:chExt cx="2105024" cy="1658938"/>
          </a:xfrm>
        </p:grpSpPr>
        <p:sp>
          <p:nvSpPr>
            <p:cNvPr id="535" name="Google Shape;535;p79"/>
            <p:cNvSpPr/>
            <p:nvPr/>
          </p:nvSpPr>
          <p:spPr>
            <a:xfrm>
              <a:off x="4146550" y="2031759"/>
              <a:ext cx="2105024" cy="531812"/>
            </a:xfrm>
            <a:custGeom>
              <a:avLst/>
              <a:gdLst/>
              <a:ahLst/>
              <a:cxnLst/>
              <a:rect l="l" t="t" r="r" b="b"/>
              <a:pathLst>
                <a:path w="120000" h="120000" extrusionOk="0">
                  <a:moveTo>
                    <a:pt x="104807" y="120000"/>
                  </a:moveTo>
                  <a:cubicBezTo>
                    <a:pt x="15192" y="120000"/>
                    <a:pt x="15192" y="120000"/>
                    <a:pt x="15192" y="120000"/>
                  </a:cubicBezTo>
                  <a:cubicBezTo>
                    <a:pt x="6730" y="120000"/>
                    <a:pt x="0" y="93417"/>
                    <a:pt x="0" y="60000"/>
                  </a:cubicBezTo>
                  <a:cubicBezTo>
                    <a:pt x="0" y="26582"/>
                    <a:pt x="6730" y="0"/>
                    <a:pt x="15192" y="0"/>
                  </a:cubicBezTo>
                  <a:cubicBezTo>
                    <a:pt x="104807" y="0"/>
                    <a:pt x="104807" y="0"/>
                    <a:pt x="104807" y="0"/>
                  </a:cubicBezTo>
                  <a:cubicBezTo>
                    <a:pt x="113269" y="0"/>
                    <a:pt x="120000" y="26582"/>
                    <a:pt x="120000" y="60000"/>
                  </a:cubicBezTo>
                  <a:cubicBezTo>
                    <a:pt x="120000" y="93417"/>
                    <a:pt x="113269" y="120000"/>
                    <a:pt x="104807" y="120000"/>
                  </a:cubicBezTo>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36" name="Google Shape;536;p79"/>
            <p:cNvSpPr/>
            <p:nvPr/>
          </p:nvSpPr>
          <p:spPr>
            <a:xfrm>
              <a:off x="5154612" y="1468196"/>
              <a:ext cx="1096962" cy="1658938"/>
            </a:xfrm>
            <a:custGeom>
              <a:avLst/>
              <a:gdLst/>
              <a:ahLst/>
              <a:cxnLst/>
              <a:rect l="l" t="t" r="r" b="b"/>
              <a:pathLst>
                <a:path w="120000" h="120000" extrusionOk="0">
                  <a:moveTo>
                    <a:pt x="120000" y="60000"/>
                  </a:moveTo>
                  <a:cubicBezTo>
                    <a:pt x="120000" y="65609"/>
                    <a:pt x="116676" y="70487"/>
                    <a:pt x="111138" y="74146"/>
                  </a:cubicBezTo>
                  <a:cubicBezTo>
                    <a:pt x="110769" y="74146"/>
                    <a:pt x="110769" y="74146"/>
                    <a:pt x="110769" y="74146"/>
                  </a:cubicBezTo>
                  <a:cubicBezTo>
                    <a:pt x="52800" y="112439"/>
                    <a:pt x="52800" y="112439"/>
                    <a:pt x="52800" y="112439"/>
                  </a:cubicBezTo>
                  <a:cubicBezTo>
                    <a:pt x="41353" y="120000"/>
                    <a:pt x="22892" y="120000"/>
                    <a:pt x="11446" y="112439"/>
                  </a:cubicBezTo>
                  <a:cubicBezTo>
                    <a:pt x="0" y="104878"/>
                    <a:pt x="0" y="92682"/>
                    <a:pt x="11446" y="85121"/>
                  </a:cubicBezTo>
                  <a:cubicBezTo>
                    <a:pt x="49476" y="60000"/>
                    <a:pt x="49476" y="60000"/>
                    <a:pt x="49476" y="60000"/>
                  </a:cubicBezTo>
                  <a:cubicBezTo>
                    <a:pt x="11446" y="35121"/>
                    <a:pt x="11446" y="35121"/>
                    <a:pt x="11446" y="35121"/>
                  </a:cubicBezTo>
                  <a:cubicBezTo>
                    <a:pt x="0" y="27560"/>
                    <a:pt x="0" y="15121"/>
                    <a:pt x="11446" y="7560"/>
                  </a:cubicBezTo>
                  <a:cubicBezTo>
                    <a:pt x="22892" y="0"/>
                    <a:pt x="41353" y="0"/>
                    <a:pt x="52800" y="7560"/>
                  </a:cubicBezTo>
                  <a:cubicBezTo>
                    <a:pt x="110769" y="45853"/>
                    <a:pt x="110769" y="45853"/>
                    <a:pt x="110769" y="45853"/>
                  </a:cubicBezTo>
                  <a:cubicBezTo>
                    <a:pt x="111138" y="45853"/>
                    <a:pt x="111138" y="45853"/>
                    <a:pt x="111138" y="45853"/>
                  </a:cubicBezTo>
                  <a:cubicBezTo>
                    <a:pt x="116676" y="49512"/>
                    <a:pt x="120000" y="54390"/>
                    <a:pt x="120000" y="60000"/>
                  </a:cubicBezTo>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37" name="Google Shape;537;p79"/>
            <p:cNvSpPr/>
            <p:nvPr/>
          </p:nvSpPr>
          <p:spPr>
            <a:xfrm>
              <a:off x="5607050" y="2031759"/>
              <a:ext cx="644524" cy="531812"/>
            </a:xfrm>
            <a:custGeom>
              <a:avLst/>
              <a:gdLst/>
              <a:ahLst/>
              <a:cxnLst/>
              <a:rect l="l" t="t" r="r" b="b"/>
              <a:pathLst>
                <a:path w="120000" h="120000" extrusionOk="0">
                  <a:moveTo>
                    <a:pt x="70366" y="0"/>
                  </a:moveTo>
                  <a:cubicBezTo>
                    <a:pt x="59057" y="0"/>
                    <a:pt x="48376" y="4556"/>
                    <a:pt x="39581" y="12151"/>
                  </a:cubicBezTo>
                  <a:cubicBezTo>
                    <a:pt x="39581" y="12911"/>
                    <a:pt x="38952" y="12911"/>
                    <a:pt x="38952" y="12911"/>
                  </a:cubicBezTo>
                  <a:cubicBezTo>
                    <a:pt x="31413" y="22025"/>
                    <a:pt x="31413" y="22025"/>
                    <a:pt x="31413" y="22025"/>
                  </a:cubicBezTo>
                  <a:cubicBezTo>
                    <a:pt x="0" y="60000"/>
                    <a:pt x="0" y="60000"/>
                    <a:pt x="0" y="60000"/>
                  </a:cubicBezTo>
                  <a:cubicBezTo>
                    <a:pt x="18219" y="81265"/>
                    <a:pt x="18219" y="81265"/>
                    <a:pt x="18219" y="81265"/>
                  </a:cubicBezTo>
                  <a:cubicBezTo>
                    <a:pt x="31413" y="97974"/>
                    <a:pt x="31413" y="97974"/>
                    <a:pt x="31413" y="97974"/>
                  </a:cubicBezTo>
                  <a:cubicBezTo>
                    <a:pt x="38952" y="107088"/>
                    <a:pt x="38952" y="107088"/>
                    <a:pt x="38952" y="107088"/>
                  </a:cubicBezTo>
                  <a:cubicBezTo>
                    <a:pt x="40837" y="109367"/>
                    <a:pt x="43350" y="110886"/>
                    <a:pt x="45863" y="112405"/>
                  </a:cubicBezTo>
                  <a:cubicBezTo>
                    <a:pt x="53403" y="117721"/>
                    <a:pt x="61570" y="120000"/>
                    <a:pt x="70366" y="120000"/>
                  </a:cubicBezTo>
                  <a:cubicBezTo>
                    <a:pt x="70366" y="120000"/>
                    <a:pt x="70366" y="120000"/>
                    <a:pt x="70366" y="120000"/>
                  </a:cubicBezTo>
                  <a:cubicBezTo>
                    <a:pt x="70366" y="120000"/>
                    <a:pt x="70366" y="120000"/>
                    <a:pt x="70366" y="120000"/>
                  </a:cubicBezTo>
                  <a:cubicBezTo>
                    <a:pt x="83560" y="120000"/>
                    <a:pt x="95497" y="113924"/>
                    <a:pt x="104293" y="104050"/>
                  </a:cubicBezTo>
                  <a:cubicBezTo>
                    <a:pt x="104293" y="104050"/>
                    <a:pt x="104293" y="104050"/>
                    <a:pt x="104293" y="104050"/>
                  </a:cubicBezTo>
                  <a:cubicBezTo>
                    <a:pt x="104293" y="104050"/>
                    <a:pt x="104293" y="104050"/>
                    <a:pt x="104293" y="104050"/>
                  </a:cubicBezTo>
                  <a:cubicBezTo>
                    <a:pt x="104921" y="104050"/>
                    <a:pt x="104921" y="104050"/>
                    <a:pt x="104921" y="104050"/>
                  </a:cubicBezTo>
                  <a:cubicBezTo>
                    <a:pt x="109947" y="97215"/>
                    <a:pt x="114345" y="89620"/>
                    <a:pt x="116858" y="81265"/>
                  </a:cubicBezTo>
                  <a:cubicBezTo>
                    <a:pt x="119371" y="74430"/>
                    <a:pt x="120000" y="67594"/>
                    <a:pt x="120000" y="60000"/>
                  </a:cubicBezTo>
                  <a:cubicBezTo>
                    <a:pt x="120000" y="60000"/>
                    <a:pt x="120000" y="60000"/>
                    <a:pt x="120000" y="60000"/>
                  </a:cubicBezTo>
                  <a:cubicBezTo>
                    <a:pt x="120000" y="60000"/>
                    <a:pt x="120000" y="60000"/>
                    <a:pt x="120000" y="60000"/>
                  </a:cubicBezTo>
                  <a:cubicBezTo>
                    <a:pt x="120000" y="60000"/>
                    <a:pt x="120000" y="60000"/>
                    <a:pt x="120000" y="6000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9240"/>
                  </a:cubicBezTo>
                  <a:cubicBezTo>
                    <a:pt x="120000" y="59240"/>
                    <a:pt x="120000" y="59240"/>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8481"/>
                    <a:pt x="120000" y="58481"/>
                  </a:cubicBezTo>
                  <a:cubicBezTo>
                    <a:pt x="120000" y="5848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7721"/>
                    <a:pt x="120000" y="57721"/>
                    <a:pt x="120000" y="57721"/>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962"/>
                  </a:cubicBezTo>
                  <a:cubicBezTo>
                    <a:pt x="120000" y="56962"/>
                    <a:pt x="120000" y="5696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6202"/>
                  </a:cubicBezTo>
                  <a:cubicBezTo>
                    <a:pt x="120000" y="56202"/>
                    <a:pt x="120000" y="56202"/>
                    <a:pt x="120000" y="55443"/>
                  </a:cubicBezTo>
                  <a:cubicBezTo>
                    <a:pt x="120000" y="55443"/>
                    <a:pt x="120000" y="55443"/>
                    <a:pt x="120000" y="55443"/>
                  </a:cubicBezTo>
                  <a:cubicBezTo>
                    <a:pt x="120000" y="52405"/>
                    <a:pt x="119371" y="48607"/>
                    <a:pt x="118743" y="45569"/>
                  </a:cubicBezTo>
                  <a:cubicBezTo>
                    <a:pt x="118743" y="45569"/>
                    <a:pt x="118743" y="45569"/>
                    <a:pt x="118743" y="45569"/>
                  </a:cubicBezTo>
                  <a:cubicBezTo>
                    <a:pt x="118743" y="45569"/>
                    <a:pt x="118743" y="45569"/>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810"/>
                  </a:cubicBezTo>
                  <a:cubicBezTo>
                    <a:pt x="118743" y="44810"/>
                    <a:pt x="118743" y="44810"/>
                    <a:pt x="118743" y="44050"/>
                  </a:cubicBezTo>
                  <a:cubicBezTo>
                    <a:pt x="118743" y="44050"/>
                    <a:pt x="118743" y="44050"/>
                    <a:pt x="118743" y="44050"/>
                  </a:cubicBezTo>
                  <a:cubicBezTo>
                    <a:pt x="118743" y="44050"/>
                    <a:pt x="118743" y="44050"/>
                    <a:pt x="118743" y="44050"/>
                  </a:cubicBezTo>
                  <a:cubicBezTo>
                    <a:pt x="118743" y="44050"/>
                    <a:pt x="118743" y="44050"/>
                    <a:pt x="118743" y="44050"/>
                  </a:cubicBezTo>
                  <a:cubicBezTo>
                    <a:pt x="118743" y="44050"/>
                    <a:pt x="118743" y="44050"/>
                    <a:pt x="118743" y="44050"/>
                  </a:cubicBezTo>
                  <a:cubicBezTo>
                    <a:pt x="116230" y="33417"/>
                    <a:pt x="111204" y="23544"/>
                    <a:pt x="104921" y="15949"/>
                  </a:cubicBezTo>
                  <a:cubicBezTo>
                    <a:pt x="104293" y="15949"/>
                    <a:pt x="104293" y="15949"/>
                    <a:pt x="104293" y="15949"/>
                  </a:cubicBezTo>
                  <a:cubicBezTo>
                    <a:pt x="104293" y="15949"/>
                    <a:pt x="104293" y="15949"/>
                    <a:pt x="104293" y="15949"/>
                  </a:cubicBezTo>
                  <a:cubicBezTo>
                    <a:pt x="104293" y="15949"/>
                    <a:pt x="104293" y="15949"/>
                    <a:pt x="104293" y="15949"/>
                  </a:cubicBezTo>
                  <a:cubicBezTo>
                    <a:pt x="95497" y="6075"/>
                    <a:pt x="83560" y="0"/>
                    <a:pt x="70366" y="0"/>
                  </a:cubicBezTo>
                </a:path>
              </a:pathLst>
            </a:custGeom>
            <a:solidFill>
              <a:srgbClr val="0D604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38" name="Google Shape;538;p79"/>
            <p:cNvSpPr/>
            <p:nvPr/>
          </p:nvSpPr>
          <p:spPr>
            <a:xfrm>
              <a:off x="5337175" y="2031759"/>
              <a:ext cx="647700" cy="265113"/>
            </a:xfrm>
            <a:custGeom>
              <a:avLst/>
              <a:gdLst/>
              <a:ahLst/>
              <a:cxnLst/>
              <a:rect l="l" t="t" r="r" b="b"/>
              <a:pathLst>
                <a:path w="120000" h="120000" extrusionOk="0">
                  <a:moveTo>
                    <a:pt x="120000" y="0"/>
                  </a:moveTo>
                  <a:cubicBezTo>
                    <a:pt x="0" y="0"/>
                    <a:pt x="0" y="0"/>
                    <a:pt x="0" y="0"/>
                  </a:cubicBezTo>
                  <a:cubicBezTo>
                    <a:pt x="50000" y="120000"/>
                    <a:pt x="50000" y="120000"/>
                    <a:pt x="50000" y="120000"/>
                  </a:cubicBezTo>
                  <a:cubicBezTo>
                    <a:pt x="50000" y="120000"/>
                    <a:pt x="50000" y="120000"/>
                    <a:pt x="50000" y="120000"/>
                  </a:cubicBezTo>
                  <a:cubicBezTo>
                    <a:pt x="50000" y="120000"/>
                    <a:pt x="50000" y="120000"/>
                    <a:pt x="50000" y="120000"/>
                  </a:cubicBezTo>
                  <a:cubicBezTo>
                    <a:pt x="81250" y="44050"/>
                    <a:pt x="81250" y="44050"/>
                    <a:pt x="81250" y="44050"/>
                  </a:cubicBezTo>
                  <a:cubicBezTo>
                    <a:pt x="88750" y="27341"/>
                    <a:pt x="88750" y="27341"/>
                    <a:pt x="88750" y="27341"/>
                  </a:cubicBezTo>
                  <a:cubicBezTo>
                    <a:pt x="88750" y="25822"/>
                    <a:pt x="89375" y="25822"/>
                    <a:pt x="89375" y="24303"/>
                  </a:cubicBezTo>
                  <a:cubicBezTo>
                    <a:pt x="98125" y="9113"/>
                    <a:pt x="108750" y="0"/>
                    <a:pt x="120000" y="0"/>
                  </a:cubicBezTo>
                </a:path>
              </a:pathLst>
            </a:custGeom>
            <a:solidFill>
              <a:srgbClr val="14906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39" name="Google Shape;539;p79"/>
            <p:cNvSpPr/>
            <p:nvPr/>
          </p:nvSpPr>
          <p:spPr>
            <a:xfrm>
              <a:off x="5337175" y="2296872"/>
              <a:ext cx="647700" cy="266699"/>
            </a:xfrm>
            <a:custGeom>
              <a:avLst/>
              <a:gdLst/>
              <a:ahLst/>
              <a:cxnLst/>
              <a:rect l="l" t="t" r="r" b="b"/>
              <a:pathLst>
                <a:path w="120000" h="120000" extrusionOk="0">
                  <a:moveTo>
                    <a:pt x="50000" y="0"/>
                  </a:moveTo>
                  <a:cubicBezTo>
                    <a:pt x="0" y="120000"/>
                    <a:pt x="0" y="120000"/>
                    <a:pt x="0" y="120000"/>
                  </a:cubicBezTo>
                  <a:cubicBezTo>
                    <a:pt x="120000" y="120000"/>
                    <a:pt x="120000" y="120000"/>
                    <a:pt x="120000" y="120000"/>
                  </a:cubicBezTo>
                  <a:cubicBezTo>
                    <a:pt x="120000" y="120000"/>
                    <a:pt x="120000" y="120000"/>
                    <a:pt x="120000" y="120000"/>
                  </a:cubicBezTo>
                  <a:cubicBezTo>
                    <a:pt x="111250" y="120000"/>
                    <a:pt x="103125" y="115443"/>
                    <a:pt x="95625" y="104810"/>
                  </a:cubicBezTo>
                  <a:cubicBezTo>
                    <a:pt x="93125" y="101772"/>
                    <a:pt x="90625" y="98734"/>
                    <a:pt x="88750" y="94177"/>
                  </a:cubicBezTo>
                  <a:cubicBezTo>
                    <a:pt x="81250" y="75949"/>
                    <a:pt x="81250" y="75949"/>
                    <a:pt x="81250" y="75949"/>
                  </a:cubicBezTo>
                  <a:cubicBezTo>
                    <a:pt x="68125" y="42531"/>
                    <a:pt x="68125" y="42531"/>
                    <a:pt x="68125" y="42531"/>
                  </a:cubicBezTo>
                  <a:cubicBezTo>
                    <a:pt x="50000" y="0"/>
                    <a:pt x="50000" y="0"/>
                    <a:pt x="50000" y="0"/>
                  </a:cubicBezTo>
                </a:path>
              </a:pathLst>
            </a:custGeom>
            <a:solidFill>
              <a:srgbClr val="14906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Aero-Infographic">
  <p:cSld name="Aero-Infographic">
    <p:spTree>
      <p:nvGrpSpPr>
        <p:cNvPr id="1" name="Shape 540"/>
        <p:cNvGrpSpPr/>
        <p:nvPr/>
      </p:nvGrpSpPr>
      <p:grpSpPr>
        <a:xfrm>
          <a:off x="0" y="0"/>
          <a:ext cx="0" cy="0"/>
          <a:chOff x="0" y="0"/>
          <a:chExt cx="0" cy="0"/>
        </a:xfrm>
      </p:grpSpPr>
      <p:sp>
        <p:nvSpPr>
          <p:cNvPr id="541" name="Google Shape;541;p80"/>
          <p:cNvSpPr txBox="1">
            <a:spLocks noGrp="1"/>
          </p:cNvSpPr>
          <p:nvPr>
            <p:ph type="title"/>
          </p:nvPr>
        </p:nvSpPr>
        <p:spPr>
          <a:xfrm>
            <a:off x="208635" y="633245"/>
            <a:ext cx="9569083" cy="492172"/>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42" name="Google Shape;542;p80"/>
          <p:cNvSpPr txBox="1">
            <a:spLocks noGrp="1"/>
          </p:cNvSpPr>
          <p:nvPr>
            <p:ph type="body" idx="1"/>
          </p:nvPr>
        </p:nvSpPr>
        <p:spPr>
          <a:xfrm>
            <a:off x="207963" y="273050"/>
            <a:ext cx="9569083" cy="298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EC07D"/>
              </a:buClr>
              <a:buSzPts val="1600"/>
              <a:buFont typeface="Arial"/>
              <a:buNone/>
              <a:defRPr sz="1600" b="0" i="0" u="none" strike="noStrike" cap="none">
                <a:solidFill>
                  <a:srgbClr val="0EC07D"/>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43" name="Google Shape;543;p80"/>
          <p:cNvSpPr/>
          <p:nvPr/>
        </p:nvSpPr>
        <p:spPr>
          <a:xfrm>
            <a:off x="-84570" y="2350435"/>
            <a:ext cx="9794526" cy="3583613"/>
          </a:xfrm>
          <a:custGeom>
            <a:avLst/>
            <a:gdLst/>
            <a:ahLst/>
            <a:cxnLst/>
            <a:rect l="l" t="t" r="r" b="b"/>
            <a:pathLst>
              <a:path w="120000" h="120000" extrusionOk="0">
                <a:moveTo>
                  <a:pt x="0" y="99534"/>
                </a:moveTo>
                <a:cubicBezTo>
                  <a:pt x="17821" y="120000"/>
                  <a:pt x="19688" y="62325"/>
                  <a:pt x="28005" y="62790"/>
                </a:cubicBezTo>
                <a:cubicBezTo>
                  <a:pt x="36322" y="63255"/>
                  <a:pt x="41414" y="85581"/>
                  <a:pt x="52277" y="83720"/>
                </a:cubicBezTo>
                <a:cubicBezTo>
                  <a:pt x="63140" y="81860"/>
                  <a:pt x="63988" y="40930"/>
                  <a:pt x="75190" y="37209"/>
                </a:cubicBezTo>
                <a:cubicBezTo>
                  <a:pt x="86393" y="33488"/>
                  <a:pt x="87538" y="57093"/>
                  <a:pt x="98231" y="55697"/>
                </a:cubicBezTo>
                <a:cubicBezTo>
                  <a:pt x="108925" y="54302"/>
                  <a:pt x="109137" y="9767"/>
                  <a:pt x="120000" y="0"/>
                </a:cubicBezTo>
              </a:path>
            </a:pathLst>
          </a:custGeom>
          <a:noFill/>
          <a:ln w="15875" cap="flat" cmpd="sng">
            <a:solidFill>
              <a:schemeClr val="dk1"/>
            </a:solidFill>
            <a:prstDash val="dash"/>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nvGrpSpPr>
          <p:cNvPr id="544" name="Google Shape;544;p80"/>
          <p:cNvGrpSpPr/>
          <p:nvPr/>
        </p:nvGrpSpPr>
        <p:grpSpPr>
          <a:xfrm>
            <a:off x="1760306" y="3744764"/>
            <a:ext cx="995965" cy="993236"/>
            <a:chOff x="1760306" y="3744764"/>
            <a:chExt cx="995965" cy="993236"/>
          </a:xfrm>
        </p:grpSpPr>
        <p:sp>
          <p:nvSpPr>
            <p:cNvPr id="545" name="Google Shape;545;p80"/>
            <p:cNvSpPr/>
            <p:nvPr/>
          </p:nvSpPr>
          <p:spPr>
            <a:xfrm>
              <a:off x="1760306" y="3744764"/>
              <a:ext cx="995965" cy="993236"/>
            </a:xfrm>
            <a:prstGeom prst="ellipse">
              <a:avLst/>
            </a:prstGeom>
            <a:gradFill>
              <a:gsLst>
                <a:gs pos="0">
                  <a:srgbClr val="4AC990"/>
                </a:gs>
                <a:gs pos="50000">
                  <a:srgbClr val="12C884"/>
                </a:gs>
                <a:gs pos="100000">
                  <a:srgbClr val="08B876"/>
                </a:gs>
              </a:gsLst>
              <a:lin ang="5400000" scaled="0"/>
            </a:gradFill>
            <a:ln>
              <a:noFill/>
            </a:ln>
            <a:effectLst>
              <a:outerShdw blurRad="57150" dist="19050" dir="5400000" algn="ctr" rotWithShape="0">
                <a:srgbClr val="000000">
                  <a:alpha val="6235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546" name="Google Shape;546;p80"/>
            <p:cNvSpPr/>
            <p:nvPr/>
          </p:nvSpPr>
          <p:spPr>
            <a:xfrm>
              <a:off x="2118625" y="4101719"/>
              <a:ext cx="279327" cy="279327"/>
            </a:xfrm>
            <a:custGeom>
              <a:avLst/>
              <a:gdLst/>
              <a:ahLst/>
              <a:cxnLst/>
              <a:rect l="l" t="t" r="r" b="b"/>
              <a:pathLst>
                <a:path w="120000" h="120000" extrusionOk="0">
                  <a:moveTo>
                    <a:pt x="97116" y="71977"/>
                  </a:moveTo>
                  <a:cubicBezTo>
                    <a:pt x="94833" y="68100"/>
                    <a:pt x="92088" y="64072"/>
                    <a:pt x="88950" y="59972"/>
                  </a:cubicBezTo>
                  <a:cubicBezTo>
                    <a:pt x="92072" y="55905"/>
                    <a:pt x="94844" y="51883"/>
                    <a:pt x="97116" y="48022"/>
                  </a:cubicBezTo>
                  <a:cubicBezTo>
                    <a:pt x="107833" y="51005"/>
                    <a:pt x="114544" y="55266"/>
                    <a:pt x="114544" y="60000"/>
                  </a:cubicBezTo>
                  <a:cubicBezTo>
                    <a:pt x="114544" y="64733"/>
                    <a:pt x="107833" y="68994"/>
                    <a:pt x="97116" y="71977"/>
                  </a:cubicBezTo>
                  <a:moveTo>
                    <a:pt x="98566" y="98572"/>
                  </a:moveTo>
                  <a:cubicBezTo>
                    <a:pt x="95222" y="101916"/>
                    <a:pt x="87444" y="100155"/>
                    <a:pt x="77755" y="94694"/>
                  </a:cubicBezTo>
                  <a:cubicBezTo>
                    <a:pt x="78877" y="90338"/>
                    <a:pt x="79805" y="85588"/>
                    <a:pt x="80483" y="80488"/>
                  </a:cubicBezTo>
                  <a:cubicBezTo>
                    <a:pt x="85583" y="79811"/>
                    <a:pt x="90338" y="78877"/>
                    <a:pt x="94688" y="77755"/>
                  </a:cubicBezTo>
                  <a:cubicBezTo>
                    <a:pt x="100155" y="87444"/>
                    <a:pt x="101916" y="95222"/>
                    <a:pt x="98566" y="98572"/>
                  </a:cubicBezTo>
                  <a:moveTo>
                    <a:pt x="85577" y="64227"/>
                  </a:moveTo>
                  <a:cubicBezTo>
                    <a:pt x="87983" y="67327"/>
                    <a:pt x="90105" y="70344"/>
                    <a:pt x="91966" y="73250"/>
                  </a:cubicBezTo>
                  <a:cubicBezTo>
                    <a:pt x="88611" y="73983"/>
                    <a:pt x="84972" y="74605"/>
                    <a:pt x="81094" y="75094"/>
                  </a:cubicBezTo>
                  <a:cubicBezTo>
                    <a:pt x="81283" y="73083"/>
                    <a:pt x="81416" y="71022"/>
                    <a:pt x="81538" y="68938"/>
                  </a:cubicBezTo>
                  <a:cubicBezTo>
                    <a:pt x="82944" y="67372"/>
                    <a:pt x="84277" y="65800"/>
                    <a:pt x="85577" y="64227"/>
                  </a:cubicBezTo>
                  <a:moveTo>
                    <a:pt x="85566" y="55733"/>
                  </a:moveTo>
                  <a:cubicBezTo>
                    <a:pt x="84277" y="54177"/>
                    <a:pt x="82933" y="52616"/>
                    <a:pt x="81538" y="51061"/>
                  </a:cubicBezTo>
                  <a:cubicBezTo>
                    <a:pt x="81416" y="48983"/>
                    <a:pt x="81283" y="46916"/>
                    <a:pt x="81094" y="44911"/>
                  </a:cubicBezTo>
                  <a:cubicBezTo>
                    <a:pt x="84972" y="45394"/>
                    <a:pt x="88611" y="46016"/>
                    <a:pt x="91966" y="46750"/>
                  </a:cubicBezTo>
                  <a:cubicBezTo>
                    <a:pt x="90116" y="49638"/>
                    <a:pt x="87955" y="52655"/>
                    <a:pt x="85566" y="55733"/>
                  </a:cubicBezTo>
                  <a:moveTo>
                    <a:pt x="98566" y="21427"/>
                  </a:moveTo>
                  <a:cubicBezTo>
                    <a:pt x="101916" y="24777"/>
                    <a:pt x="100155" y="32555"/>
                    <a:pt x="94688" y="42244"/>
                  </a:cubicBezTo>
                  <a:cubicBezTo>
                    <a:pt x="90338" y="41122"/>
                    <a:pt x="85583" y="40188"/>
                    <a:pt x="80483" y="39511"/>
                  </a:cubicBezTo>
                  <a:cubicBezTo>
                    <a:pt x="79805" y="34411"/>
                    <a:pt x="78877" y="29661"/>
                    <a:pt x="77755" y="25305"/>
                  </a:cubicBezTo>
                  <a:cubicBezTo>
                    <a:pt x="87444" y="19844"/>
                    <a:pt x="95222" y="18083"/>
                    <a:pt x="98566" y="21427"/>
                  </a:cubicBezTo>
                  <a:moveTo>
                    <a:pt x="76211" y="66733"/>
                  </a:moveTo>
                  <a:cubicBezTo>
                    <a:pt x="74711" y="68350"/>
                    <a:pt x="73177" y="69961"/>
                    <a:pt x="71566" y="71572"/>
                  </a:cubicBezTo>
                  <a:cubicBezTo>
                    <a:pt x="69961" y="73177"/>
                    <a:pt x="68350" y="74716"/>
                    <a:pt x="66733" y="76216"/>
                  </a:cubicBezTo>
                  <a:cubicBezTo>
                    <a:pt x="64522" y="76294"/>
                    <a:pt x="62288" y="76361"/>
                    <a:pt x="60000" y="76361"/>
                  </a:cubicBezTo>
                  <a:cubicBezTo>
                    <a:pt x="57705" y="76361"/>
                    <a:pt x="55472" y="76294"/>
                    <a:pt x="53261" y="76216"/>
                  </a:cubicBezTo>
                  <a:cubicBezTo>
                    <a:pt x="51650" y="74716"/>
                    <a:pt x="50033" y="73177"/>
                    <a:pt x="48427" y="71572"/>
                  </a:cubicBezTo>
                  <a:cubicBezTo>
                    <a:pt x="46822" y="69961"/>
                    <a:pt x="45288" y="68350"/>
                    <a:pt x="43783" y="66733"/>
                  </a:cubicBezTo>
                  <a:cubicBezTo>
                    <a:pt x="43700" y="64522"/>
                    <a:pt x="43638" y="62288"/>
                    <a:pt x="43638" y="60000"/>
                  </a:cubicBezTo>
                  <a:cubicBezTo>
                    <a:pt x="43638" y="57711"/>
                    <a:pt x="43700" y="55477"/>
                    <a:pt x="43783" y="53261"/>
                  </a:cubicBezTo>
                  <a:cubicBezTo>
                    <a:pt x="45288" y="51650"/>
                    <a:pt x="46822" y="50038"/>
                    <a:pt x="48427" y="48427"/>
                  </a:cubicBezTo>
                  <a:cubicBezTo>
                    <a:pt x="50033" y="46822"/>
                    <a:pt x="51650" y="45283"/>
                    <a:pt x="53261" y="43783"/>
                  </a:cubicBezTo>
                  <a:cubicBezTo>
                    <a:pt x="55472" y="43705"/>
                    <a:pt x="57705" y="43638"/>
                    <a:pt x="60000" y="43638"/>
                  </a:cubicBezTo>
                  <a:cubicBezTo>
                    <a:pt x="62288" y="43638"/>
                    <a:pt x="64522" y="43705"/>
                    <a:pt x="66733" y="43783"/>
                  </a:cubicBezTo>
                  <a:cubicBezTo>
                    <a:pt x="68350" y="45283"/>
                    <a:pt x="69961" y="46822"/>
                    <a:pt x="71566" y="48427"/>
                  </a:cubicBezTo>
                  <a:cubicBezTo>
                    <a:pt x="73177" y="50038"/>
                    <a:pt x="74711" y="51650"/>
                    <a:pt x="76211" y="53261"/>
                  </a:cubicBezTo>
                  <a:cubicBezTo>
                    <a:pt x="76294" y="55477"/>
                    <a:pt x="76361" y="57711"/>
                    <a:pt x="76361" y="60000"/>
                  </a:cubicBezTo>
                  <a:cubicBezTo>
                    <a:pt x="76361" y="62288"/>
                    <a:pt x="76294" y="64522"/>
                    <a:pt x="76211" y="66733"/>
                  </a:cubicBezTo>
                  <a:moveTo>
                    <a:pt x="73250" y="91972"/>
                  </a:moveTo>
                  <a:cubicBezTo>
                    <a:pt x="70344" y="90105"/>
                    <a:pt x="67333" y="87983"/>
                    <a:pt x="64227" y="85577"/>
                  </a:cubicBezTo>
                  <a:cubicBezTo>
                    <a:pt x="65800" y="84277"/>
                    <a:pt x="67372" y="82950"/>
                    <a:pt x="68938" y="81538"/>
                  </a:cubicBezTo>
                  <a:cubicBezTo>
                    <a:pt x="71016" y="81416"/>
                    <a:pt x="73083" y="81283"/>
                    <a:pt x="75094" y="81094"/>
                  </a:cubicBezTo>
                  <a:cubicBezTo>
                    <a:pt x="74605" y="84972"/>
                    <a:pt x="73977" y="88611"/>
                    <a:pt x="73250" y="91972"/>
                  </a:cubicBezTo>
                  <a:moveTo>
                    <a:pt x="60000" y="114544"/>
                  </a:moveTo>
                  <a:cubicBezTo>
                    <a:pt x="55266" y="114544"/>
                    <a:pt x="51005" y="107833"/>
                    <a:pt x="48016" y="97116"/>
                  </a:cubicBezTo>
                  <a:cubicBezTo>
                    <a:pt x="51883" y="94844"/>
                    <a:pt x="55900" y="92072"/>
                    <a:pt x="59972" y="88950"/>
                  </a:cubicBezTo>
                  <a:cubicBezTo>
                    <a:pt x="64066" y="92088"/>
                    <a:pt x="68100" y="94833"/>
                    <a:pt x="71983" y="97116"/>
                  </a:cubicBezTo>
                  <a:cubicBezTo>
                    <a:pt x="68994" y="107833"/>
                    <a:pt x="64733" y="114544"/>
                    <a:pt x="60000" y="114544"/>
                  </a:cubicBezTo>
                  <a:moveTo>
                    <a:pt x="44905" y="81094"/>
                  </a:moveTo>
                  <a:cubicBezTo>
                    <a:pt x="46916" y="81283"/>
                    <a:pt x="48977" y="81416"/>
                    <a:pt x="51055" y="81538"/>
                  </a:cubicBezTo>
                  <a:cubicBezTo>
                    <a:pt x="52616" y="82938"/>
                    <a:pt x="54172" y="84277"/>
                    <a:pt x="55733" y="85572"/>
                  </a:cubicBezTo>
                  <a:cubicBezTo>
                    <a:pt x="52655" y="87955"/>
                    <a:pt x="49638" y="90116"/>
                    <a:pt x="46750" y="91972"/>
                  </a:cubicBezTo>
                  <a:cubicBezTo>
                    <a:pt x="46016" y="88611"/>
                    <a:pt x="45394" y="84972"/>
                    <a:pt x="44905" y="81094"/>
                  </a:cubicBezTo>
                  <a:moveTo>
                    <a:pt x="46750" y="28027"/>
                  </a:moveTo>
                  <a:cubicBezTo>
                    <a:pt x="49655" y="29894"/>
                    <a:pt x="52666" y="32011"/>
                    <a:pt x="55766" y="34422"/>
                  </a:cubicBezTo>
                  <a:cubicBezTo>
                    <a:pt x="54200" y="35722"/>
                    <a:pt x="52627" y="37055"/>
                    <a:pt x="51055" y="38466"/>
                  </a:cubicBezTo>
                  <a:cubicBezTo>
                    <a:pt x="48977" y="38583"/>
                    <a:pt x="46916" y="38716"/>
                    <a:pt x="44905" y="38905"/>
                  </a:cubicBezTo>
                  <a:cubicBezTo>
                    <a:pt x="45394" y="35027"/>
                    <a:pt x="46016" y="31388"/>
                    <a:pt x="46750" y="28027"/>
                  </a:cubicBezTo>
                  <a:moveTo>
                    <a:pt x="60000" y="5455"/>
                  </a:moveTo>
                  <a:cubicBezTo>
                    <a:pt x="64733" y="5455"/>
                    <a:pt x="68994" y="12172"/>
                    <a:pt x="71983" y="22883"/>
                  </a:cubicBezTo>
                  <a:cubicBezTo>
                    <a:pt x="68116" y="25155"/>
                    <a:pt x="64094" y="27927"/>
                    <a:pt x="60022" y="31050"/>
                  </a:cubicBezTo>
                  <a:cubicBezTo>
                    <a:pt x="55927" y="27911"/>
                    <a:pt x="51894" y="25166"/>
                    <a:pt x="48016" y="22883"/>
                  </a:cubicBezTo>
                  <a:cubicBezTo>
                    <a:pt x="51005" y="12172"/>
                    <a:pt x="55266" y="5455"/>
                    <a:pt x="60000" y="5455"/>
                  </a:cubicBezTo>
                  <a:moveTo>
                    <a:pt x="75094" y="38905"/>
                  </a:moveTo>
                  <a:cubicBezTo>
                    <a:pt x="73083" y="38716"/>
                    <a:pt x="71016" y="38583"/>
                    <a:pt x="68938" y="38466"/>
                  </a:cubicBezTo>
                  <a:cubicBezTo>
                    <a:pt x="67383" y="37061"/>
                    <a:pt x="65822" y="35722"/>
                    <a:pt x="64266" y="34433"/>
                  </a:cubicBezTo>
                  <a:cubicBezTo>
                    <a:pt x="67344" y="32044"/>
                    <a:pt x="70361" y="29883"/>
                    <a:pt x="73250" y="28027"/>
                  </a:cubicBezTo>
                  <a:cubicBezTo>
                    <a:pt x="73977" y="31388"/>
                    <a:pt x="74605" y="35027"/>
                    <a:pt x="75094" y="38905"/>
                  </a:cubicBezTo>
                  <a:moveTo>
                    <a:pt x="39511" y="39511"/>
                  </a:moveTo>
                  <a:cubicBezTo>
                    <a:pt x="34411" y="40188"/>
                    <a:pt x="29661" y="41122"/>
                    <a:pt x="25305" y="42244"/>
                  </a:cubicBezTo>
                  <a:cubicBezTo>
                    <a:pt x="19844" y="32555"/>
                    <a:pt x="18083" y="24777"/>
                    <a:pt x="21433" y="21427"/>
                  </a:cubicBezTo>
                  <a:cubicBezTo>
                    <a:pt x="24777" y="18083"/>
                    <a:pt x="32555" y="19844"/>
                    <a:pt x="42244" y="25305"/>
                  </a:cubicBezTo>
                  <a:cubicBezTo>
                    <a:pt x="41122" y="29661"/>
                    <a:pt x="40188" y="34411"/>
                    <a:pt x="39511" y="39511"/>
                  </a:cubicBezTo>
                  <a:moveTo>
                    <a:pt x="21433" y="98572"/>
                  </a:moveTo>
                  <a:cubicBezTo>
                    <a:pt x="18083" y="95222"/>
                    <a:pt x="19844" y="87444"/>
                    <a:pt x="25305" y="77755"/>
                  </a:cubicBezTo>
                  <a:cubicBezTo>
                    <a:pt x="29661" y="78877"/>
                    <a:pt x="34411" y="79811"/>
                    <a:pt x="39511" y="80488"/>
                  </a:cubicBezTo>
                  <a:cubicBezTo>
                    <a:pt x="40188" y="85588"/>
                    <a:pt x="41122" y="90338"/>
                    <a:pt x="42244" y="94694"/>
                  </a:cubicBezTo>
                  <a:cubicBezTo>
                    <a:pt x="32555" y="100155"/>
                    <a:pt x="24777" y="101916"/>
                    <a:pt x="21433" y="98572"/>
                  </a:cubicBezTo>
                  <a:moveTo>
                    <a:pt x="38905" y="75094"/>
                  </a:moveTo>
                  <a:cubicBezTo>
                    <a:pt x="35027" y="74605"/>
                    <a:pt x="31388" y="73983"/>
                    <a:pt x="28027" y="73250"/>
                  </a:cubicBezTo>
                  <a:cubicBezTo>
                    <a:pt x="29883" y="70361"/>
                    <a:pt x="32044" y="67344"/>
                    <a:pt x="34427" y="64266"/>
                  </a:cubicBezTo>
                  <a:cubicBezTo>
                    <a:pt x="35716" y="65822"/>
                    <a:pt x="37061" y="67383"/>
                    <a:pt x="38461" y="68938"/>
                  </a:cubicBezTo>
                  <a:cubicBezTo>
                    <a:pt x="38577" y="71022"/>
                    <a:pt x="38711" y="73083"/>
                    <a:pt x="38905" y="75094"/>
                  </a:cubicBezTo>
                  <a:moveTo>
                    <a:pt x="38461" y="51061"/>
                  </a:moveTo>
                  <a:cubicBezTo>
                    <a:pt x="37050" y="52627"/>
                    <a:pt x="35716" y="54200"/>
                    <a:pt x="34422" y="55772"/>
                  </a:cubicBezTo>
                  <a:cubicBezTo>
                    <a:pt x="32016" y="52672"/>
                    <a:pt x="29894" y="49655"/>
                    <a:pt x="28027" y="46750"/>
                  </a:cubicBezTo>
                  <a:cubicBezTo>
                    <a:pt x="31388" y="46016"/>
                    <a:pt x="35027" y="45394"/>
                    <a:pt x="38905" y="44911"/>
                  </a:cubicBezTo>
                  <a:cubicBezTo>
                    <a:pt x="38711" y="46916"/>
                    <a:pt x="38577" y="48977"/>
                    <a:pt x="38461" y="51061"/>
                  </a:cubicBezTo>
                  <a:moveTo>
                    <a:pt x="5455" y="60000"/>
                  </a:moveTo>
                  <a:cubicBezTo>
                    <a:pt x="5455" y="55266"/>
                    <a:pt x="12166" y="51005"/>
                    <a:pt x="22883" y="48022"/>
                  </a:cubicBezTo>
                  <a:cubicBezTo>
                    <a:pt x="25166" y="51900"/>
                    <a:pt x="27905" y="55927"/>
                    <a:pt x="31044" y="60027"/>
                  </a:cubicBezTo>
                  <a:cubicBezTo>
                    <a:pt x="27927" y="64094"/>
                    <a:pt x="25155" y="68122"/>
                    <a:pt x="22883" y="71977"/>
                  </a:cubicBezTo>
                  <a:cubicBezTo>
                    <a:pt x="12166" y="68994"/>
                    <a:pt x="5455" y="64733"/>
                    <a:pt x="5455" y="60000"/>
                  </a:cubicBezTo>
                  <a:moveTo>
                    <a:pt x="120000" y="60000"/>
                  </a:moveTo>
                  <a:cubicBezTo>
                    <a:pt x="120000" y="53466"/>
                    <a:pt x="112072" y="47616"/>
                    <a:pt x="99544" y="43627"/>
                  </a:cubicBezTo>
                  <a:cubicBezTo>
                    <a:pt x="105566" y="31944"/>
                    <a:pt x="107050" y="22194"/>
                    <a:pt x="102427" y="17572"/>
                  </a:cubicBezTo>
                  <a:cubicBezTo>
                    <a:pt x="97805" y="12955"/>
                    <a:pt x="88055" y="14433"/>
                    <a:pt x="76377" y="20455"/>
                  </a:cubicBezTo>
                  <a:cubicBezTo>
                    <a:pt x="72383" y="7927"/>
                    <a:pt x="66533" y="0"/>
                    <a:pt x="60000" y="0"/>
                  </a:cubicBezTo>
                  <a:cubicBezTo>
                    <a:pt x="53461" y="0"/>
                    <a:pt x="47616" y="7927"/>
                    <a:pt x="43622" y="20455"/>
                  </a:cubicBezTo>
                  <a:cubicBezTo>
                    <a:pt x="31944" y="14433"/>
                    <a:pt x="22194" y="12955"/>
                    <a:pt x="17572" y="17572"/>
                  </a:cubicBezTo>
                  <a:cubicBezTo>
                    <a:pt x="12950" y="22194"/>
                    <a:pt x="14433" y="31944"/>
                    <a:pt x="20455" y="43627"/>
                  </a:cubicBezTo>
                  <a:cubicBezTo>
                    <a:pt x="7922" y="47616"/>
                    <a:pt x="0" y="53466"/>
                    <a:pt x="0" y="60000"/>
                  </a:cubicBezTo>
                  <a:cubicBezTo>
                    <a:pt x="0" y="66533"/>
                    <a:pt x="7922" y="72383"/>
                    <a:pt x="20455" y="76377"/>
                  </a:cubicBezTo>
                  <a:cubicBezTo>
                    <a:pt x="14433" y="88061"/>
                    <a:pt x="12950" y="97805"/>
                    <a:pt x="17572" y="102427"/>
                  </a:cubicBezTo>
                  <a:cubicBezTo>
                    <a:pt x="22194" y="107044"/>
                    <a:pt x="31944" y="105566"/>
                    <a:pt x="43622" y="99544"/>
                  </a:cubicBezTo>
                  <a:cubicBezTo>
                    <a:pt x="47616" y="112072"/>
                    <a:pt x="53461" y="120000"/>
                    <a:pt x="60000" y="120000"/>
                  </a:cubicBezTo>
                  <a:cubicBezTo>
                    <a:pt x="66533" y="120000"/>
                    <a:pt x="72383" y="112072"/>
                    <a:pt x="76377" y="99544"/>
                  </a:cubicBezTo>
                  <a:cubicBezTo>
                    <a:pt x="88055" y="105566"/>
                    <a:pt x="97805" y="107044"/>
                    <a:pt x="102427" y="102427"/>
                  </a:cubicBezTo>
                  <a:cubicBezTo>
                    <a:pt x="107050" y="97805"/>
                    <a:pt x="105566" y="88061"/>
                    <a:pt x="99544" y="76377"/>
                  </a:cubicBezTo>
                  <a:cubicBezTo>
                    <a:pt x="112072" y="72383"/>
                    <a:pt x="120000" y="66533"/>
                    <a:pt x="120000" y="60000"/>
                  </a:cubicBezTo>
                  <a:moveTo>
                    <a:pt x="60000" y="54544"/>
                  </a:moveTo>
                  <a:cubicBezTo>
                    <a:pt x="56988" y="54544"/>
                    <a:pt x="54544" y="56988"/>
                    <a:pt x="54544" y="60000"/>
                  </a:cubicBezTo>
                  <a:cubicBezTo>
                    <a:pt x="54544" y="63011"/>
                    <a:pt x="56988" y="65455"/>
                    <a:pt x="60000" y="65455"/>
                  </a:cubicBezTo>
                  <a:cubicBezTo>
                    <a:pt x="63011" y="65455"/>
                    <a:pt x="65455" y="63011"/>
                    <a:pt x="65455" y="60000"/>
                  </a:cubicBezTo>
                  <a:cubicBezTo>
                    <a:pt x="65455" y="56988"/>
                    <a:pt x="63011" y="54544"/>
                    <a:pt x="60000" y="54544"/>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grpSp>
      <p:grpSp>
        <p:nvGrpSpPr>
          <p:cNvPr id="547" name="Google Shape;547;p80"/>
          <p:cNvGrpSpPr/>
          <p:nvPr/>
        </p:nvGrpSpPr>
        <p:grpSpPr>
          <a:xfrm>
            <a:off x="3658378" y="4366073"/>
            <a:ext cx="995965" cy="993236"/>
            <a:chOff x="3658378" y="4366073"/>
            <a:chExt cx="995965" cy="993236"/>
          </a:xfrm>
        </p:grpSpPr>
        <p:sp>
          <p:nvSpPr>
            <p:cNvPr id="548" name="Google Shape;548;p80"/>
            <p:cNvSpPr/>
            <p:nvPr/>
          </p:nvSpPr>
          <p:spPr>
            <a:xfrm>
              <a:off x="3658378" y="4366073"/>
              <a:ext cx="995965" cy="993236"/>
            </a:xfrm>
            <a:prstGeom prst="ellipse">
              <a:avLst/>
            </a:prstGeom>
            <a:gradFill>
              <a:gsLst>
                <a:gs pos="0">
                  <a:srgbClr val="A1E6C7"/>
                </a:gs>
                <a:gs pos="50000">
                  <a:srgbClr val="92E4BF"/>
                </a:gs>
                <a:gs pos="100000">
                  <a:srgbClr val="7CCFA9"/>
                </a:gs>
              </a:gsLst>
              <a:lin ang="5400000" scaled="0"/>
            </a:gradFill>
            <a:ln>
              <a:noFill/>
            </a:ln>
            <a:effectLst>
              <a:outerShdw blurRad="57150" dist="19050" dir="5400000" algn="ctr" rotWithShape="0">
                <a:srgbClr val="000000">
                  <a:alpha val="6235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Calibri"/>
                <a:ea typeface="Calibri"/>
                <a:cs typeface="Calibri"/>
                <a:sym typeface="Calibri"/>
              </a:endParaRPr>
            </a:p>
          </p:txBody>
        </p:sp>
        <p:sp>
          <p:nvSpPr>
            <p:cNvPr id="549" name="Google Shape;549;p80"/>
            <p:cNvSpPr/>
            <p:nvPr/>
          </p:nvSpPr>
          <p:spPr>
            <a:xfrm>
              <a:off x="4030553" y="4724983"/>
              <a:ext cx="279327" cy="279327"/>
            </a:xfrm>
            <a:custGeom>
              <a:avLst/>
              <a:gdLst/>
              <a:ahLst/>
              <a:cxnLst/>
              <a:rect l="l" t="t" r="r" b="b"/>
              <a:pathLst>
                <a:path w="120000" h="120000" extrusionOk="0">
                  <a:moveTo>
                    <a:pt x="114544" y="16361"/>
                  </a:moveTo>
                  <a:lnTo>
                    <a:pt x="5455" y="16361"/>
                  </a:lnTo>
                  <a:lnTo>
                    <a:pt x="5455" y="10911"/>
                  </a:lnTo>
                  <a:lnTo>
                    <a:pt x="114544" y="10911"/>
                  </a:lnTo>
                  <a:cubicBezTo>
                    <a:pt x="114544" y="10911"/>
                    <a:pt x="114544" y="16361"/>
                    <a:pt x="114544" y="16361"/>
                  </a:cubicBezTo>
                  <a:close/>
                  <a:moveTo>
                    <a:pt x="109088" y="87272"/>
                  </a:moveTo>
                  <a:lnTo>
                    <a:pt x="10911" y="87272"/>
                  </a:lnTo>
                  <a:lnTo>
                    <a:pt x="10911" y="21816"/>
                  </a:lnTo>
                  <a:lnTo>
                    <a:pt x="109088" y="21816"/>
                  </a:lnTo>
                  <a:cubicBezTo>
                    <a:pt x="109088" y="21816"/>
                    <a:pt x="109088" y="87272"/>
                    <a:pt x="109088" y="87272"/>
                  </a:cubicBezTo>
                  <a:close/>
                  <a:moveTo>
                    <a:pt x="114544" y="5455"/>
                  </a:moveTo>
                  <a:lnTo>
                    <a:pt x="65455" y="5455"/>
                  </a:lnTo>
                  <a:cubicBezTo>
                    <a:pt x="65455" y="2444"/>
                    <a:pt x="63011" y="0"/>
                    <a:pt x="60000" y="0"/>
                  </a:cubicBezTo>
                  <a:cubicBezTo>
                    <a:pt x="56983" y="0"/>
                    <a:pt x="54544" y="2444"/>
                    <a:pt x="54544" y="5455"/>
                  </a:cubicBezTo>
                  <a:lnTo>
                    <a:pt x="5455" y="5455"/>
                  </a:lnTo>
                  <a:cubicBezTo>
                    <a:pt x="2438" y="5455"/>
                    <a:pt x="0" y="7900"/>
                    <a:pt x="0" y="10911"/>
                  </a:cubicBezTo>
                  <a:lnTo>
                    <a:pt x="0" y="16361"/>
                  </a:lnTo>
                  <a:cubicBezTo>
                    <a:pt x="0" y="19377"/>
                    <a:pt x="2438" y="21816"/>
                    <a:pt x="5455" y="21816"/>
                  </a:cubicBezTo>
                  <a:lnTo>
                    <a:pt x="5455" y="87272"/>
                  </a:lnTo>
                  <a:cubicBezTo>
                    <a:pt x="5455" y="90288"/>
                    <a:pt x="7894" y="92727"/>
                    <a:pt x="10911" y="92727"/>
                  </a:cubicBezTo>
                  <a:lnTo>
                    <a:pt x="57272" y="92727"/>
                  </a:lnTo>
                  <a:lnTo>
                    <a:pt x="57272" y="99777"/>
                  </a:lnTo>
                  <a:lnTo>
                    <a:pt x="41705" y="115344"/>
                  </a:lnTo>
                  <a:cubicBezTo>
                    <a:pt x="41216" y="115838"/>
                    <a:pt x="40911" y="116522"/>
                    <a:pt x="40911" y="117272"/>
                  </a:cubicBezTo>
                  <a:cubicBezTo>
                    <a:pt x="40911" y="118777"/>
                    <a:pt x="42127" y="120000"/>
                    <a:pt x="43638" y="120000"/>
                  </a:cubicBezTo>
                  <a:cubicBezTo>
                    <a:pt x="44388" y="120000"/>
                    <a:pt x="45072" y="119694"/>
                    <a:pt x="45566" y="119200"/>
                  </a:cubicBezTo>
                  <a:lnTo>
                    <a:pt x="60000" y="104766"/>
                  </a:lnTo>
                  <a:lnTo>
                    <a:pt x="74433" y="119200"/>
                  </a:lnTo>
                  <a:cubicBezTo>
                    <a:pt x="74933" y="119694"/>
                    <a:pt x="75611" y="120000"/>
                    <a:pt x="76361" y="120000"/>
                  </a:cubicBezTo>
                  <a:cubicBezTo>
                    <a:pt x="77872" y="120000"/>
                    <a:pt x="79088" y="118777"/>
                    <a:pt x="79088" y="117272"/>
                  </a:cubicBezTo>
                  <a:cubicBezTo>
                    <a:pt x="79088" y="116522"/>
                    <a:pt x="78788" y="115838"/>
                    <a:pt x="78294" y="115344"/>
                  </a:cubicBezTo>
                  <a:lnTo>
                    <a:pt x="62727" y="99777"/>
                  </a:lnTo>
                  <a:lnTo>
                    <a:pt x="62727" y="92727"/>
                  </a:lnTo>
                  <a:lnTo>
                    <a:pt x="109088" y="92727"/>
                  </a:lnTo>
                  <a:cubicBezTo>
                    <a:pt x="112100" y="92727"/>
                    <a:pt x="114544" y="90288"/>
                    <a:pt x="114544" y="87272"/>
                  </a:cubicBezTo>
                  <a:lnTo>
                    <a:pt x="114544" y="21816"/>
                  </a:lnTo>
                  <a:cubicBezTo>
                    <a:pt x="117555" y="21816"/>
                    <a:pt x="120000" y="19377"/>
                    <a:pt x="120000" y="16361"/>
                  </a:cubicBezTo>
                  <a:lnTo>
                    <a:pt x="120000" y="10911"/>
                  </a:lnTo>
                  <a:cubicBezTo>
                    <a:pt x="120000" y="7900"/>
                    <a:pt x="117555" y="5455"/>
                    <a:pt x="114544" y="5455"/>
                  </a:cubicBezTo>
                  <a:moveTo>
                    <a:pt x="90000" y="32727"/>
                  </a:moveTo>
                  <a:cubicBezTo>
                    <a:pt x="91505" y="32727"/>
                    <a:pt x="92727" y="33950"/>
                    <a:pt x="92727" y="35455"/>
                  </a:cubicBezTo>
                  <a:cubicBezTo>
                    <a:pt x="92727" y="36961"/>
                    <a:pt x="91505" y="38183"/>
                    <a:pt x="90000" y="38183"/>
                  </a:cubicBezTo>
                  <a:cubicBezTo>
                    <a:pt x="88494" y="38183"/>
                    <a:pt x="87272" y="36961"/>
                    <a:pt x="87272" y="35455"/>
                  </a:cubicBezTo>
                  <a:cubicBezTo>
                    <a:pt x="87272" y="33950"/>
                    <a:pt x="88494" y="32727"/>
                    <a:pt x="90000" y="32727"/>
                  </a:cubicBezTo>
                  <a:moveTo>
                    <a:pt x="90000" y="43638"/>
                  </a:moveTo>
                  <a:cubicBezTo>
                    <a:pt x="94516" y="43638"/>
                    <a:pt x="98183" y="39977"/>
                    <a:pt x="98183" y="35455"/>
                  </a:cubicBezTo>
                  <a:cubicBezTo>
                    <a:pt x="98183" y="30938"/>
                    <a:pt x="94516" y="27272"/>
                    <a:pt x="90000" y="27272"/>
                  </a:cubicBezTo>
                  <a:cubicBezTo>
                    <a:pt x="85483" y="27272"/>
                    <a:pt x="81816" y="30938"/>
                    <a:pt x="81816" y="35455"/>
                  </a:cubicBezTo>
                  <a:cubicBezTo>
                    <a:pt x="81816" y="39977"/>
                    <a:pt x="85483" y="43638"/>
                    <a:pt x="90000" y="43638"/>
                  </a:cubicBezTo>
                  <a:moveTo>
                    <a:pt x="46788" y="45194"/>
                  </a:moveTo>
                  <a:lnTo>
                    <a:pt x="66255" y="64655"/>
                  </a:lnTo>
                  <a:cubicBezTo>
                    <a:pt x="66750" y="65150"/>
                    <a:pt x="67433" y="65455"/>
                    <a:pt x="68183" y="65455"/>
                  </a:cubicBezTo>
                  <a:cubicBezTo>
                    <a:pt x="68933" y="65455"/>
                    <a:pt x="69616" y="65150"/>
                    <a:pt x="70111" y="64655"/>
                  </a:cubicBezTo>
                  <a:lnTo>
                    <a:pt x="78794" y="55972"/>
                  </a:lnTo>
                  <a:lnTo>
                    <a:pt x="90000" y="70911"/>
                  </a:lnTo>
                  <a:lnTo>
                    <a:pt x="29644" y="70911"/>
                  </a:lnTo>
                  <a:cubicBezTo>
                    <a:pt x="29644" y="70911"/>
                    <a:pt x="46788" y="45194"/>
                    <a:pt x="46788" y="45194"/>
                  </a:cubicBezTo>
                  <a:close/>
                  <a:moveTo>
                    <a:pt x="24544" y="76361"/>
                  </a:moveTo>
                  <a:lnTo>
                    <a:pt x="95455" y="76361"/>
                  </a:lnTo>
                  <a:cubicBezTo>
                    <a:pt x="96961" y="76361"/>
                    <a:pt x="98183" y="75144"/>
                    <a:pt x="98183" y="73638"/>
                  </a:cubicBezTo>
                  <a:cubicBezTo>
                    <a:pt x="98183" y="73022"/>
                    <a:pt x="97944" y="72483"/>
                    <a:pt x="97600" y="72027"/>
                  </a:cubicBezTo>
                  <a:lnTo>
                    <a:pt x="97638" y="72000"/>
                  </a:lnTo>
                  <a:lnTo>
                    <a:pt x="81272" y="50183"/>
                  </a:lnTo>
                  <a:lnTo>
                    <a:pt x="81233" y="50211"/>
                  </a:lnTo>
                  <a:cubicBezTo>
                    <a:pt x="80738" y="49550"/>
                    <a:pt x="79983" y="49088"/>
                    <a:pt x="79088" y="49088"/>
                  </a:cubicBezTo>
                  <a:cubicBezTo>
                    <a:pt x="78338" y="49088"/>
                    <a:pt x="77655" y="49394"/>
                    <a:pt x="77161" y="49888"/>
                  </a:cubicBezTo>
                  <a:lnTo>
                    <a:pt x="68183" y="58872"/>
                  </a:lnTo>
                  <a:lnTo>
                    <a:pt x="48294" y="38983"/>
                  </a:lnTo>
                  <a:cubicBezTo>
                    <a:pt x="47800" y="38488"/>
                    <a:pt x="47116" y="38183"/>
                    <a:pt x="46361" y="38183"/>
                  </a:cubicBezTo>
                  <a:cubicBezTo>
                    <a:pt x="45416" y="38183"/>
                    <a:pt x="44627" y="38694"/>
                    <a:pt x="44138" y="39427"/>
                  </a:cubicBezTo>
                  <a:lnTo>
                    <a:pt x="44094" y="39394"/>
                  </a:lnTo>
                  <a:lnTo>
                    <a:pt x="22277" y="72122"/>
                  </a:lnTo>
                  <a:lnTo>
                    <a:pt x="22316" y="72155"/>
                  </a:lnTo>
                  <a:cubicBezTo>
                    <a:pt x="22027" y="72588"/>
                    <a:pt x="21816" y="73077"/>
                    <a:pt x="21816" y="73638"/>
                  </a:cubicBezTo>
                  <a:cubicBezTo>
                    <a:pt x="21816" y="75144"/>
                    <a:pt x="23038" y="76361"/>
                    <a:pt x="24544" y="76361"/>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grpSp>
      <p:grpSp>
        <p:nvGrpSpPr>
          <p:cNvPr id="550" name="Google Shape;550;p80"/>
          <p:cNvGrpSpPr/>
          <p:nvPr/>
        </p:nvGrpSpPr>
        <p:grpSpPr>
          <a:xfrm>
            <a:off x="5556451" y="3010474"/>
            <a:ext cx="995965" cy="993236"/>
            <a:chOff x="5556451" y="3010474"/>
            <a:chExt cx="995965" cy="993236"/>
          </a:xfrm>
        </p:grpSpPr>
        <p:sp>
          <p:nvSpPr>
            <p:cNvPr id="551" name="Google Shape;551;p80"/>
            <p:cNvSpPr/>
            <p:nvPr/>
          </p:nvSpPr>
          <p:spPr>
            <a:xfrm>
              <a:off x="5556451" y="3010474"/>
              <a:ext cx="995965" cy="993236"/>
            </a:xfrm>
            <a:prstGeom prst="ellipse">
              <a:avLst/>
            </a:prstGeom>
            <a:gradFill>
              <a:gsLst>
                <a:gs pos="0">
                  <a:srgbClr val="6A798A"/>
                </a:gs>
                <a:gs pos="50000">
                  <a:srgbClr val="54677D"/>
                </a:gs>
                <a:gs pos="100000">
                  <a:srgbClr val="485A6F"/>
                </a:gs>
              </a:gsLst>
              <a:lin ang="5400000" scaled="0"/>
            </a:gradFill>
            <a:ln>
              <a:noFill/>
            </a:ln>
            <a:effectLst>
              <a:outerShdw blurRad="57150" dist="19050" dir="5400000" algn="ctr" rotWithShape="0">
                <a:srgbClr val="000000">
                  <a:alpha val="6235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552" name="Google Shape;552;p80"/>
            <p:cNvSpPr/>
            <p:nvPr/>
          </p:nvSpPr>
          <p:spPr>
            <a:xfrm>
              <a:off x="5922678" y="3342621"/>
              <a:ext cx="279327" cy="279327"/>
            </a:xfrm>
            <a:custGeom>
              <a:avLst/>
              <a:gdLst/>
              <a:ahLst/>
              <a:cxnLst/>
              <a:rect l="l" t="t" r="r" b="b"/>
              <a:pathLst>
                <a:path w="120000" h="120000" extrusionOk="0">
                  <a:moveTo>
                    <a:pt x="60000" y="114544"/>
                  </a:moveTo>
                  <a:cubicBezTo>
                    <a:pt x="29872" y="114544"/>
                    <a:pt x="5455" y="90127"/>
                    <a:pt x="5455" y="60000"/>
                  </a:cubicBezTo>
                  <a:cubicBezTo>
                    <a:pt x="5455" y="29872"/>
                    <a:pt x="29872" y="5455"/>
                    <a:pt x="60000" y="5455"/>
                  </a:cubicBezTo>
                  <a:cubicBezTo>
                    <a:pt x="90127" y="5455"/>
                    <a:pt x="114544" y="29872"/>
                    <a:pt x="114544" y="60000"/>
                  </a:cubicBezTo>
                  <a:cubicBezTo>
                    <a:pt x="114544" y="90127"/>
                    <a:pt x="90127" y="114544"/>
                    <a:pt x="60000" y="114544"/>
                  </a:cubicBezTo>
                  <a:moveTo>
                    <a:pt x="101555" y="103216"/>
                  </a:moveTo>
                  <a:cubicBezTo>
                    <a:pt x="112905" y="92300"/>
                    <a:pt x="120000" y="76994"/>
                    <a:pt x="120000" y="60000"/>
                  </a:cubicBezTo>
                  <a:cubicBezTo>
                    <a:pt x="120000" y="26861"/>
                    <a:pt x="93133" y="0"/>
                    <a:pt x="60000" y="0"/>
                  </a:cubicBezTo>
                  <a:cubicBezTo>
                    <a:pt x="26866" y="0"/>
                    <a:pt x="0" y="26861"/>
                    <a:pt x="0" y="60000"/>
                  </a:cubicBezTo>
                  <a:cubicBezTo>
                    <a:pt x="0" y="76994"/>
                    <a:pt x="7094" y="92300"/>
                    <a:pt x="18444" y="103216"/>
                  </a:cubicBezTo>
                  <a:lnTo>
                    <a:pt x="11705" y="115344"/>
                  </a:lnTo>
                  <a:cubicBezTo>
                    <a:pt x="11216" y="115838"/>
                    <a:pt x="10911" y="116522"/>
                    <a:pt x="10911" y="117272"/>
                  </a:cubicBezTo>
                  <a:cubicBezTo>
                    <a:pt x="10911" y="118777"/>
                    <a:pt x="12133" y="120000"/>
                    <a:pt x="13638" y="120000"/>
                  </a:cubicBezTo>
                  <a:cubicBezTo>
                    <a:pt x="14388" y="120000"/>
                    <a:pt x="15072" y="119694"/>
                    <a:pt x="15566" y="119200"/>
                  </a:cubicBezTo>
                  <a:cubicBezTo>
                    <a:pt x="15877" y="118888"/>
                    <a:pt x="16077" y="118483"/>
                    <a:pt x="16205" y="118044"/>
                  </a:cubicBezTo>
                  <a:lnTo>
                    <a:pt x="22466" y="106772"/>
                  </a:lnTo>
                  <a:cubicBezTo>
                    <a:pt x="32750" y="115033"/>
                    <a:pt x="45788" y="120000"/>
                    <a:pt x="60000" y="120000"/>
                  </a:cubicBezTo>
                  <a:cubicBezTo>
                    <a:pt x="74211" y="120000"/>
                    <a:pt x="87250" y="115033"/>
                    <a:pt x="97527" y="106772"/>
                  </a:cubicBezTo>
                  <a:lnTo>
                    <a:pt x="103794" y="118044"/>
                  </a:lnTo>
                  <a:cubicBezTo>
                    <a:pt x="104127" y="119166"/>
                    <a:pt x="105127" y="120000"/>
                    <a:pt x="106361" y="120000"/>
                  </a:cubicBezTo>
                  <a:cubicBezTo>
                    <a:pt x="107866" y="120000"/>
                    <a:pt x="109088" y="118777"/>
                    <a:pt x="109088" y="117272"/>
                  </a:cubicBezTo>
                  <a:cubicBezTo>
                    <a:pt x="109088" y="116522"/>
                    <a:pt x="108783" y="115838"/>
                    <a:pt x="108294" y="115344"/>
                  </a:cubicBezTo>
                  <a:cubicBezTo>
                    <a:pt x="108294" y="115344"/>
                    <a:pt x="101555" y="103216"/>
                    <a:pt x="101555" y="103216"/>
                  </a:cubicBezTo>
                  <a:close/>
                  <a:moveTo>
                    <a:pt x="60000" y="92727"/>
                  </a:moveTo>
                  <a:cubicBezTo>
                    <a:pt x="41927" y="92727"/>
                    <a:pt x="27272" y="78072"/>
                    <a:pt x="27272" y="60000"/>
                  </a:cubicBezTo>
                  <a:cubicBezTo>
                    <a:pt x="27272" y="41927"/>
                    <a:pt x="41927" y="27272"/>
                    <a:pt x="60000" y="27272"/>
                  </a:cubicBezTo>
                  <a:cubicBezTo>
                    <a:pt x="78072" y="27272"/>
                    <a:pt x="92727" y="41927"/>
                    <a:pt x="92727" y="60000"/>
                  </a:cubicBezTo>
                  <a:cubicBezTo>
                    <a:pt x="92727" y="78072"/>
                    <a:pt x="78072" y="92727"/>
                    <a:pt x="60000" y="92727"/>
                  </a:cubicBezTo>
                  <a:moveTo>
                    <a:pt x="60000" y="21816"/>
                  </a:moveTo>
                  <a:cubicBezTo>
                    <a:pt x="38911" y="21816"/>
                    <a:pt x="21816" y="38911"/>
                    <a:pt x="21816" y="60000"/>
                  </a:cubicBezTo>
                  <a:cubicBezTo>
                    <a:pt x="21816" y="81088"/>
                    <a:pt x="38911" y="98183"/>
                    <a:pt x="60000" y="98183"/>
                  </a:cubicBezTo>
                  <a:cubicBezTo>
                    <a:pt x="81088" y="98183"/>
                    <a:pt x="98183" y="81088"/>
                    <a:pt x="98183" y="60000"/>
                  </a:cubicBezTo>
                  <a:cubicBezTo>
                    <a:pt x="98183" y="38911"/>
                    <a:pt x="81088" y="21816"/>
                    <a:pt x="60000" y="21816"/>
                  </a:cubicBezTo>
                  <a:moveTo>
                    <a:pt x="60000" y="70911"/>
                  </a:moveTo>
                  <a:cubicBezTo>
                    <a:pt x="53977" y="70911"/>
                    <a:pt x="49088" y="66022"/>
                    <a:pt x="49088" y="60000"/>
                  </a:cubicBezTo>
                  <a:cubicBezTo>
                    <a:pt x="49088" y="53977"/>
                    <a:pt x="53977" y="49088"/>
                    <a:pt x="60000" y="49088"/>
                  </a:cubicBezTo>
                  <a:cubicBezTo>
                    <a:pt x="66022" y="49088"/>
                    <a:pt x="70911" y="53977"/>
                    <a:pt x="70911" y="60000"/>
                  </a:cubicBezTo>
                  <a:cubicBezTo>
                    <a:pt x="70911" y="66022"/>
                    <a:pt x="66022" y="70911"/>
                    <a:pt x="60000" y="70911"/>
                  </a:cubicBezTo>
                  <a:moveTo>
                    <a:pt x="60000" y="43638"/>
                  </a:moveTo>
                  <a:cubicBezTo>
                    <a:pt x="50961" y="43638"/>
                    <a:pt x="43638" y="50961"/>
                    <a:pt x="43638" y="60000"/>
                  </a:cubicBezTo>
                  <a:cubicBezTo>
                    <a:pt x="43638" y="69038"/>
                    <a:pt x="50961" y="76361"/>
                    <a:pt x="60000" y="76361"/>
                  </a:cubicBezTo>
                  <a:cubicBezTo>
                    <a:pt x="69038" y="76361"/>
                    <a:pt x="76361" y="69038"/>
                    <a:pt x="76361" y="60000"/>
                  </a:cubicBezTo>
                  <a:cubicBezTo>
                    <a:pt x="76361" y="50961"/>
                    <a:pt x="69038" y="43638"/>
                    <a:pt x="60000" y="43638"/>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grpSp>
      <p:grpSp>
        <p:nvGrpSpPr>
          <p:cNvPr id="553" name="Google Shape;553;p80"/>
          <p:cNvGrpSpPr/>
          <p:nvPr/>
        </p:nvGrpSpPr>
        <p:grpSpPr>
          <a:xfrm>
            <a:off x="7454525" y="3536691"/>
            <a:ext cx="995965" cy="993236"/>
            <a:chOff x="7454525" y="3536691"/>
            <a:chExt cx="995965" cy="993236"/>
          </a:xfrm>
        </p:grpSpPr>
        <p:sp>
          <p:nvSpPr>
            <p:cNvPr id="554" name="Google Shape;554;p80"/>
            <p:cNvSpPr/>
            <p:nvPr/>
          </p:nvSpPr>
          <p:spPr>
            <a:xfrm>
              <a:off x="7454525" y="3536691"/>
              <a:ext cx="995965" cy="993236"/>
            </a:xfrm>
            <a:prstGeom prst="ellipse">
              <a:avLst/>
            </a:prstGeom>
            <a:gradFill>
              <a:gsLst>
                <a:gs pos="0">
                  <a:srgbClr val="5E697B"/>
                </a:gs>
                <a:gs pos="50000">
                  <a:srgbClr val="42536A"/>
                </a:gs>
                <a:gs pos="100000">
                  <a:srgbClr val="38495F"/>
                </a:gs>
              </a:gsLst>
              <a:lin ang="5400000" scaled="0"/>
            </a:gradFill>
            <a:ln>
              <a:noFill/>
            </a:ln>
            <a:effectLst>
              <a:outerShdw blurRad="57150" dist="19050" dir="5400000" algn="ctr" rotWithShape="0">
                <a:srgbClr val="000000">
                  <a:alpha val="6235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555" name="Google Shape;555;p80"/>
            <p:cNvSpPr/>
            <p:nvPr/>
          </p:nvSpPr>
          <p:spPr>
            <a:xfrm>
              <a:off x="7812842" y="3893644"/>
              <a:ext cx="279327" cy="279327"/>
            </a:xfrm>
            <a:custGeom>
              <a:avLst/>
              <a:gdLst/>
              <a:ahLst/>
              <a:cxnLst/>
              <a:rect l="l" t="t" r="r" b="b"/>
              <a:pathLst>
                <a:path w="120000" h="120000" extrusionOk="0">
                  <a:moveTo>
                    <a:pt x="113072" y="62383"/>
                  </a:moveTo>
                  <a:lnTo>
                    <a:pt x="113088" y="62411"/>
                  </a:lnTo>
                  <a:lnTo>
                    <a:pt x="61272" y="89683"/>
                  </a:lnTo>
                  <a:lnTo>
                    <a:pt x="61255" y="89655"/>
                  </a:lnTo>
                  <a:cubicBezTo>
                    <a:pt x="60872" y="89855"/>
                    <a:pt x="60461" y="90000"/>
                    <a:pt x="60000" y="90000"/>
                  </a:cubicBezTo>
                  <a:cubicBezTo>
                    <a:pt x="59538" y="90000"/>
                    <a:pt x="59127" y="89855"/>
                    <a:pt x="58744" y="89655"/>
                  </a:cubicBezTo>
                  <a:lnTo>
                    <a:pt x="58727" y="89683"/>
                  </a:lnTo>
                  <a:lnTo>
                    <a:pt x="6911" y="62411"/>
                  </a:lnTo>
                  <a:lnTo>
                    <a:pt x="6927" y="62383"/>
                  </a:lnTo>
                  <a:cubicBezTo>
                    <a:pt x="6061" y="61927"/>
                    <a:pt x="5455" y="61044"/>
                    <a:pt x="5455" y="60000"/>
                  </a:cubicBezTo>
                  <a:cubicBezTo>
                    <a:pt x="5455" y="58955"/>
                    <a:pt x="6061" y="58072"/>
                    <a:pt x="6927" y="57616"/>
                  </a:cubicBezTo>
                  <a:lnTo>
                    <a:pt x="6911" y="57588"/>
                  </a:lnTo>
                  <a:lnTo>
                    <a:pt x="19788" y="50811"/>
                  </a:lnTo>
                  <a:lnTo>
                    <a:pt x="56183" y="69966"/>
                  </a:lnTo>
                  <a:lnTo>
                    <a:pt x="56205" y="69933"/>
                  </a:lnTo>
                  <a:cubicBezTo>
                    <a:pt x="57344" y="70538"/>
                    <a:pt x="58622" y="70911"/>
                    <a:pt x="60000" y="70911"/>
                  </a:cubicBezTo>
                  <a:cubicBezTo>
                    <a:pt x="61377" y="70911"/>
                    <a:pt x="62655" y="70538"/>
                    <a:pt x="63794" y="69933"/>
                  </a:cubicBezTo>
                  <a:lnTo>
                    <a:pt x="63811" y="69966"/>
                  </a:lnTo>
                  <a:lnTo>
                    <a:pt x="100211" y="50811"/>
                  </a:lnTo>
                  <a:lnTo>
                    <a:pt x="113088" y="57588"/>
                  </a:lnTo>
                  <a:lnTo>
                    <a:pt x="113072" y="57616"/>
                  </a:lnTo>
                  <a:cubicBezTo>
                    <a:pt x="113938" y="58072"/>
                    <a:pt x="114544" y="58955"/>
                    <a:pt x="114544" y="60000"/>
                  </a:cubicBezTo>
                  <a:cubicBezTo>
                    <a:pt x="114544" y="61044"/>
                    <a:pt x="113938" y="61927"/>
                    <a:pt x="113072" y="62383"/>
                  </a:cubicBezTo>
                  <a:moveTo>
                    <a:pt x="113088" y="82133"/>
                  </a:moveTo>
                  <a:lnTo>
                    <a:pt x="113072" y="82166"/>
                  </a:lnTo>
                  <a:cubicBezTo>
                    <a:pt x="113938" y="82622"/>
                    <a:pt x="114544" y="83500"/>
                    <a:pt x="114544" y="84544"/>
                  </a:cubicBezTo>
                  <a:cubicBezTo>
                    <a:pt x="114544" y="85594"/>
                    <a:pt x="113938" y="86472"/>
                    <a:pt x="113072" y="86927"/>
                  </a:cubicBezTo>
                  <a:lnTo>
                    <a:pt x="113088" y="86961"/>
                  </a:lnTo>
                  <a:lnTo>
                    <a:pt x="61272" y="114233"/>
                  </a:lnTo>
                  <a:lnTo>
                    <a:pt x="61255" y="114200"/>
                  </a:lnTo>
                  <a:cubicBezTo>
                    <a:pt x="60872" y="114400"/>
                    <a:pt x="60461" y="114544"/>
                    <a:pt x="60000" y="114544"/>
                  </a:cubicBezTo>
                  <a:cubicBezTo>
                    <a:pt x="59538" y="114544"/>
                    <a:pt x="59127" y="114400"/>
                    <a:pt x="58744" y="114200"/>
                  </a:cubicBezTo>
                  <a:lnTo>
                    <a:pt x="58727" y="114233"/>
                  </a:lnTo>
                  <a:lnTo>
                    <a:pt x="6911" y="86961"/>
                  </a:lnTo>
                  <a:lnTo>
                    <a:pt x="6927" y="86927"/>
                  </a:lnTo>
                  <a:cubicBezTo>
                    <a:pt x="6061" y="86472"/>
                    <a:pt x="5455" y="85594"/>
                    <a:pt x="5455" y="84544"/>
                  </a:cubicBezTo>
                  <a:cubicBezTo>
                    <a:pt x="5455" y="83500"/>
                    <a:pt x="6061" y="82622"/>
                    <a:pt x="6927" y="82166"/>
                  </a:cubicBezTo>
                  <a:lnTo>
                    <a:pt x="6911" y="82133"/>
                  </a:lnTo>
                  <a:lnTo>
                    <a:pt x="19788" y="75355"/>
                  </a:lnTo>
                  <a:lnTo>
                    <a:pt x="56183" y="94511"/>
                  </a:lnTo>
                  <a:lnTo>
                    <a:pt x="56205" y="94477"/>
                  </a:lnTo>
                  <a:cubicBezTo>
                    <a:pt x="57344" y="95083"/>
                    <a:pt x="58622" y="95455"/>
                    <a:pt x="60000" y="95455"/>
                  </a:cubicBezTo>
                  <a:cubicBezTo>
                    <a:pt x="61377" y="95455"/>
                    <a:pt x="62655" y="95083"/>
                    <a:pt x="63794" y="94477"/>
                  </a:cubicBezTo>
                  <a:lnTo>
                    <a:pt x="63811" y="94511"/>
                  </a:lnTo>
                  <a:lnTo>
                    <a:pt x="100211" y="75355"/>
                  </a:lnTo>
                  <a:cubicBezTo>
                    <a:pt x="100211" y="75355"/>
                    <a:pt x="113088" y="82133"/>
                    <a:pt x="113088" y="82133"/>
                  </a:cubicBezTo>
                  <a:close/>
                  <a:moveTo>
                    <a:pt x="6911" y="37866"/>
                  </a:moveTo>
                  <a:lnTo>
                    <a:pt x="6927" y="37838"/>
                  </a:lnTo>
                  <a:cubicBezTo>
                    <a:pt x="6061" y="37377"/>
                    <a:pt x="5455" y="36500"/>
                    <a:pt x="5455" y="35455"/>
                  </a:cubicBezTo>
                  <a:cubicBezTo>
                    <a:pt x="5455" y="34411"/>
                    <a:pt x="6061" y="33527"/>
                    <a:pt x="6927" y="33072"/>
                  </a:cubicBezTo>
                  <a:lnTo>
                    <a:pt x="6911" y="33038"/>
                  </a:lnTo>
                  <a:lnTo>
                    <a:pt x="58727" y="5766"/>
                  </a:lnTo>
                  <a:lnTo>
                    <a:pt x="58744" y="5800"/>
                  </a:lnTo>
                  <a:cubicBezTo>
                    <a:pt x="59127" y="5600"/>
                    <a:pt x="59538" y="5455"/>
                    <a:pt x="60000" y="5455"/>
                  </a:cubicBezTo>
                  <a:cubicBezTo>
                    <a:pt x="60461" y="5455"/>
                    <a:pt x="60872" y="5600"/>
                    <a:pt x="61255" y="5800"/>
                  </a:cubicBezTo>
                  <a:lnTo>
                    <a:pt x="61272" y="5766"/>
                  </a:lnTo>
                  <a:lnTo>
                    <a:pt x="113088" y="33038"/>
                  </a:lnTo>
                  <a:lnTo>
                    <a:pt x="113072" y="33072"/>
                  </a:lnTo>
                  <a:cubicBezTo>
                    <a:pt x="113938" y="33527"/>
                    <a:pt x="114544" y="34411"/>
                    <a:pt x="114544" y="35455"/>
                  </a:cubicBezTo>
                  <a:cubicBezTo>
                    <a:pt x="114544" y="36500"/>
                    <a:pt x="113938" y="37377"/>
                    <a:pt x="113072" y="37838"/>
                  </a:cubicBezTo>
                  <a:lnTo>
                    <a:pt x="113088" y="37866"/>
                  </a:lnTo>
                  <a:lnTo>
                    <a:pt x="61272" y="65138"/>
                  </a:lnTo>
                  <a:lnTo>
                    <a:pt x="61255" y="65111"/>
                  </a:lnTo>
                  <a:cubicBezTo>
                    <a:pt x="60872" y="65311"/>
                    <a:pt x="60461" y="65455"/>
                    <a:pt x="60000" y="65455"/>
                  </a:cubicBezTo>
                  <a:cubicBezTo>
                    <a:pt x="59538" y="65455"/>
                    <a:pt x="59127" y="65311"/>
                    <a:pt x="58744" y="65111"/>
                  </a:cubicBezTo>
                  <a:lnTo>
                    <a:pt x="58727" y="65138"/>
                  </a:lnTo>
                  <a:cubicBezTo>
                    <a:pt x="58727" y="65138"/>
                    <a:pt x="6911" y="37866"/>
                    <a:pt x="6911" y="37866"/>
                  </a:cubicBezTo>
                  <a:close/>
                  <a:moveTo>
                    <a:pt x="120000" y="60000"/>
                  </a:moveTo>
                  <a:cubicBezTo>
                    <a:pt x="120000" y="56855"/>
                    <a:pt x="118211" y="54161"/>
                    <a:pt x="115611" y="52794"/>
                  </a:cubicBezTo>
                  <a:lnTo>
                    <a:pt x="115627" y="52761"/>
                  </a:lnTo>
                  <a:lnTo>
                    <a:pt x="106066" y="47727"/>
                  </a:lnTo>
                  <a:lnTo>
                    <a:pt x="115627" y="42694"/>
                  </a:lnTo>
                  <a:lnTo>
                    <a:pt x="115611" y="42661"/>
                  </a:lnTo>
                  <a:cubicBezTo>
                    <a:pt x="118211" y="41294"/>
                    <a:pt x="120000" y="38600"/>
                    <a:pt x="120000" y="35455"/>
                  </a:cubicBezTo>
                  <a:cubicBezTo>
                    <a:pt x="120000" y="32311"/>
                    <a:pt x="118211" y="29616"/>
                    <a:pt x="115611" y="28250"/>
                  </a:cubicBezTo>
                  <a:lnTo>
                    <a:pt x="115627" y="28216"/>
                  </a:lnTo>
                  <a:lnTo>
                    <a:pt x="63811" y="944"/>
                  </a:lnTo>
                  <a:lnTo>
                    <a:pt x="63794" y="972"/>
                  </a:lnTo>
                  <a:cubicBezTo>
                    <a:pt x="62655" y="372"/>
                    <a:pt x="61377" y="0"/>
                    <a:pt x="60000" y="0"/>
                  </a:cubicBezTo>
                  <a:cubicBezTo>
                    <a:pt x="58622" y="0"/>
                    <a:pt x="57344" y="372"/>
                    <a:pt x="56205" y="972"/>
                  </a:cubicBezTo>
                  <a:lnTo>
                    <a:pt x="56183" y="944"/>
                  </a:lnTo>
                  <a:lnTo>
                    <a:pt x="4366" y="28216"/>
                  </a:lnTo>
                  <a:lnTo>
                    <a:pt x="4388" y="28250"/>
                  </a:lnTo>
                  <a:cubicBezTo>
                    <a:pt x="1788" y="29616"/>
                    <a:pt x="0" y="32311"/>
                    <a:pt x="0" y="35455"/>
                  </a:cubicBezTo>
                  <a:cubicBezTo>
                    <a:pt x="0" y="38600"/>
                    <a:pt x="1788" y="41294"/>
                    <a:pt x="4388" y="42661"/>
                  </a:cubicBezTo>
                  <a:lnTo>
                    <a:pt x="4366" y="42694"/>
                  </a:lnTo>
                  <a:lnTo>
                    <a:pt x="13933" y="47727"/>
                  </a:lnTo>
                  <a:lnTo>
                    <a:pt x="4366" y="52761"/>
                  </a:lnTo>
                  <a:lnTo>
                    <a:pt x="4388" y="52794"/>
                  </a:lnTo>
                  <a:cubicBezTo>
                    <a:pt x="1788" y="54161"/>
                    <a:pt x="0" y="56855"/>
                    <a:pt x="0" y="60000"/>
                  </a:cubicBezTo>
                  <a:cubicBezTo>
                    <a:pt x="0" y="63144"/>
                    <a:pt x="1788" y="65838"/>
                    <a:pt x="4388" y="67205"/>
                  </a:cubicBezTo>
                  <a:lnTo>
                    <a:pt x="4366" y="67238"/>
                  </a:lnTo>
                  <a:lnTo>
                    <a:pt x="13933" y="72272"/>
                  </a:lnTo>
                  <a:lnTo>
                    <a:pt x="4366" y="77305"/>
                  </a:lnTo>
                  <a:lnTo>
                    <a:pt x="4388" y="77338"/>
                  </a:lnTo>
                  <a:cubicBezTo>
                    <a:pt x="1788" y="78705"/>
                    <a:pt x="0" y="81400"/>
                    <a:pt x="0" y="84544"/>
                  </a:cubicBezTo>
                  <a:cubicBezTo>
                    <a:pt x="0" y="87688"/>
                    <a:pt x="1788" y="90383"/>
                    <a:pt x="4388" y="91750"/>
                  </a:cubicBezTo>
                  <a:lnTo>
                    <a:pt x="4366" y="91783"/>
                  </a:lnTo>
                  <a:lnTo>
                    <a:pt x="56183" y="119055"/>
                  </a:lnTo>
                  <a:lnTo>
                    <a:pt x="56205" y="119027"/>
                  </a:lnTo>
                  <a:cubicBezTo>
                    <a:pt x="57344" y="119627"/>
                    <a:pt x="58622" y="120000"/>
                    <a:pt x="60000" y="120000"/>
                  </a:cubicBezTo>
                  <a:cubicBezTo>
                    <a:pt x="61377" y="120000"/>
                    <a:pt x="62655" y="119627"/>
                    <a:pt x="63794" y="119027"/>
                  </a:cubicBezTo>
                  <a:lnTo>
                    <a:pt x="63811" y="119055"/>
                  </a:lnTo>
                  <a:lnTo>
                    <a:pt x="115627" y="91783"/>
                  </a:lnTo>
                  <a:lnTo>
                    <a:pt x="115611" y="91750"/>
                  </a:lnTo>
                  <a:cubicBezTo>
                    <a:pt x="118211" y="90383"/>
                    <a:pt x="120000" y="87688"/>
                    <a:pt x="120000" y="84544"/>
                  </a:cubicBezTo>
                  <a:cubicBezTo>
                    <a:pt x="120000" y="81400"/>
                    <a:pt x="118211" y="78705"/>
                    <a:pt x="115611" y="77338"/>
                  </a:cubicBezTo>
                  <a:lnTo>
                    <a:pt x="115627" y="77305"/>
                  </a:lnTo>
                  <a:lnTo>
                    <a:pt x="106066" y="72272"/>
                  </a:lnTo>
                  <a:lnTo>
                    <a:pt x="115627" y="67238"/>
                  </a:lnTo>
                  <a:lnTo>
                    <a:pt x="115611" y="67205"/>
                  </a:lnTo>
                  <a:cubicBezTo>
                    <a:pt x="118211" y="65838"/>
                    <a:pt x="120000" y="63144"/>
                    <a:pt x="120000" y="60000"/>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grpSp>
      <p:sp>
        <p:nvSpPr>
          <p:cNvPr id="556" name="Google Shape;556;p80"/>
          <p:cNvSpPr/>
          <p:nvPr/>
        </p:nvSpPr>
        <p:spPr>
          <a:xfrm>
            <a:off x="9656652" y="830141"/>
            <a:ext cx="1589340" cy="1589340"/>
          </a:xfrm>
          <a:custGeom>
            <a:avLst/>
            <a:gdLst/>
            <a:ahLst/>
            <a:cxnLst/>
            <a:rect l="l" t="t" r="r" b="b"/>
            <a:pathLst>
              <a:path w="120000" h="120000" extrusionOk="0">
                <a:moveTo>
                  <a:pt x="68227" y="110255"/>
                </a:moveTo>
                <a:lnTo>
                  <a:pt x="52294" y="71566"/>
                </a:lnTo>
                <a:lnTo>
                  <a:pt x="109194" y="14666"/>
                </a:lnTo>
                <a:cubicBezTo>
                  <a:pt x="109194" y="14666"/>
                  <a:pt x="68227" y="110255"/>
                  <a:pt x="68227" y="110255"/>
                </a:cubicBezTo>
                <a:close/>
                <a:moveTo>
                  <a:pt x="9750" y="51777"/>
                </a:moveTo>
                <a:lnTo>
                  <a:pt x="105333" y="10805"/>
                </a:lnTo>
                <a:lnTo>
                  <a:pt x="48438" y="67705"/>
                </a:lnTo>
                <a:cubicBezTo>
                  <a:pt x="48438" y="67705"/>
                  <a:pt x="9750" y="51777"/>
                  <a:pt x="9750" y="51777"/>
                </a:cubicBezTo>
                <a:close/>
                <a:moveTo>
                  <a:pt x="120000" y="2727"/>
                </a:moveTo>
                <a:cubicBezTo>
                  <a:pt x="120000" y="1222"/>
                  <a:pt x="118777" y="0"/>
                  <a:pt x="117272" y="0"/>
                </a:cubicBezTo>
                <a:cubicBezTo>
                  <a:pt x="116855" y="0"/>
                  <a:pt x="116466" y="111"/>
                  <a:pt x="116111" y="288"/>
                </a:cubicBezTo>
                <a:lnTo>
                  <a:pt x="116100" y="266"/>
                </a:lnTo>
                <a:lnTo>
                  <a:pt x="1677" y="49305"/>
                </a:lnTo>
                <a:cubicBezTo>
                  <a:pt x="1672" y="49305"/>
                  <a:pt x="1661" y="49311"/>
                  <a:pt x="1650" y="49316"/>
                </a:cubicBezTo>
                <a:lnTo>
                  <a:pt x="1555" y="49361"/>
                </a:lnTo>
                <a:lnTo>
                  <a:pt x="1561" y="49372"/>
                </a:lnTo>
                <a:cubicBezTo>
                  <a:pt x="644" y="49816"/>
                  <a:pt x="0" y="50733"/>
                  <a:pt x="0" y="51816"/>
                </a:cubicBezTo>
                <a:cubicBezTo>
                  <a:pt x="0" y="53055"/>
                  <a:pt x="838" y="54061"/>
                  <a:pt x="1972" y="54394"/>
                </a:cubicBezTo>
                <a:lnTo>
                  <a:pt x="1961" y="54438"/>
                </a:lnTo>
                <a:lnTo>
                  <a:pt x="47011" y="72988"/>
                </a:lnTo>
                <a:lnTo>
                  <a:pt x="65561" y="118044"/>
                </a:lnTo>
                <a:lnTo>
                  <a:pt x="65605" y="118027"/>
                </a:lnTo>
                <a:cubicBezTo>
                  <a:pt x="65938" y="119161"/>
                  <a:pt x="66944" y="120000"/>
                  <a:pt x="68183" y="120000"/>
                </a:cubicBezTo>
                <a:cubicBezTo>
                  <a:pt x="69266" y="120000"/>
                  <a:pt x="70188" y="119355"/>
                  <a:pt x="70627" y="118438"/>
                </a:cubicBezTo>
                <a:lnTo>
                  <a:pt x="70644" y="118444"/>
                </a:lnTo>
                <a:lnTo>
                  <a:pt x="70683" y="118350"/>
                </a:lnTo>
                <a:cubicBezTo>
                  <a:pt x="70688" y="118338"/>
                  <a:pt x="70694" y="118333"/>
                  <a:pt x="70694" y="118322"/>
                </a:cubicBezTo>
                <a:lnTo>
                  <a:pt x="119738" y="3900"/>
                </a:lnTo>
                <a:lnTo>
                  <a:pt x="119705" y="3883"/>
                </a:lnTo>
                <a:cubicBezTo>
                  <a:pt x="119877" y="3533"/>
                  <a:pt x="120000" y="3150"/>
                  <a:pt x="120000" y="2727"/>
                </a:cubicBezTo>
                <a:moveTo>
                  <a:pt x="43638" y="90000"/>
                </a:moveTo>
                <a:cubicBezTo>
                  <a:pt x="42883" y="90000"/>
                  <a:pt x="42200" y="90305"/>
                  <a:pt x="41705" y="90800"/>
                </a:cubicBezTo>
                <a:lnTo>
                  <a:pt x="33527" y="98983"/>
                </a:lnTo>
                <a:cubicBezTo>
                  <a:pt x="33033" y="99472"/>
                  <a:pt x="32727" y="100161"/>
                  <a:pt x="32727" y="100911"/>
                </a:cubicBezTo>
                <a:cubicBezTo>
                  <a:pt x="32727" y="102416"/>
                  <a:pt x="33950" y="103638"/>
                  <a:pt x="35455" y="103638"/>
                </a:cubicBezTo>
                <a:cubicBezTo>
                  <a:pt x="36205" y="103638"/>
                  <a:pt x="36888" y="103333"/>
                  <a:pt x="37383" y="102838"/>
                </a:cubicBezTo>
                <a:lnTo>
                  <a:pt x="45566" y="94655"/>
                </a:lnTo>
                <a:cubicBezTo>
                  <a:pt x="46061" y="94166"/>
                  <a:pt x="46361" y="93483"/>
                  <a:pt x="46361" y="92727"/>
                </a:cubicBezTo>
                <a:cubicBezTo>
                  <a:pt x="46361" y="91222"/>
                  <a:pt x="45144" y="90000"/>
                  <a:pt x="43638" y="90000"/>
                </a:cubicBezTo>
                <a:moveTo>
                  <a:pt x="43638" y="79094"/>
                </a:moveTo>
                <a:cubicBezTo>
                  <a:pt x="43638" y="77588"/>
                  <a:pt x="42416" y="76361"/>
                  <a:pt x="40911" y="76361"/>
                </a:cubicBezTo>
                <a:cubicBezTo>
                  <a:pt x="40155" y="76361"/>
                  <a:pt x="39472" y="76672"/>
                  <a:pt x="38983" y="77161"/>
                </a:cubicBezTo>
                <a:lnTo>
                  <a:pt x="11705" y="104433"/>
                </a:lnTo>
                <a:cubicBezTo>
                  <a:pt x="11216" y="104933"/>
                  <a:pt x="10911" y="105616"/>
                  <a:pt x="10911" y="106361"/>
                </a:cubicBezTo>
                <a:cubicBezTo>
                  <a:pt x="10911" y="107872"/>
                  <a:pt x="12133" y="109088"/>
                  <a:pt x="13638" y="109088"/>
                </a:cubicBezTo>
                <a:cubicBezTo>
                  <a:pt x="14388" y="109088"/>
                  <a:pt x="15072" y="108788"/>
                  <a:pt x="15566" y="108294"/>
                </a:cubicBezTo>
                <a:lnTo>
                  <a:pt x="42838" y="81016"/>
                </a:lnTo>
                <a:cubicBezTo>
                  <a:pt x="43333" y="80527"/>
                  <a:pt x="43638" y="79844"/>
                  <a:pt x="43638" y="79094"/>
                </a:cubicBezTo>
                <a:moveTo>
                  <a:pt x="26472" y="81016"/>
                </a:moveTo>
                <a:lnTo>
                  <a:pt x="29200" y="78294"/>
                </a:lnTo>
                <a:cubicBezTo>
                  <a:pt x="29694" y="77800"/>
                  <a:pt x="30000" y="77116"/>
                  <a:pt x="30000" y="76361"/>
                </a:cubicBezTo>
                <a:cubicBezTo>
                  <a:pt x="30000" y="74861"/>
                  <a:pt x="28777" y="73638"/>
                  <a:pt x="27272" y="73638"/>
                </a:cubicBezTo>
                <a:cubicBezTo>
                  <a:pt x="26522" y="73638"/>
                  <a:pt x="25838" y="73944"/>
                  <a:pt x="25344" y="74433"/>
                </a:cubicBezTo>
                <a:lnTo>
                  <a:pt x="22616" y="77161"/>
                </a:lnTo>
                <a:cubicBezTo>
                  <a:pt x="22122" y="77661"/>
                  <a:pt x="21816" y="78338"/>
                  <a:pt x="21816" y="79094"/>
                </a:cubicBezTo>
                <a:cubicBezTo>
                  <a:pt x="21816" y="80594"/>
                  <a:pt x="23038" y="81816"/>
                  <a:pt x="24544" y="81816"/>
                </a:cubicBezTo>
                <a:cubicBezTo>
                  <a:pt x="25300" y="81816"/>
                  <a:pt x="25977" y="81516"/>
                  <a:pt x="26472" y="81016"/>
                </a:cubicBezTo>
              </a:path>
            </a:pathLst>
          </a:custGeom>
          <a:solidFill>
            <a:schemeClr val="accen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Arial"/>
              <a:ea typeface="Arial"/>
              <a:cs typeface="Arial"/>
              <a:sym typeface="Arial"/>
            </a:endParaRPr>
          </a:p>
        </p:txBody>
      </p:sp>
      <p:sp>
        <p:nvSpPr>
          <p:cNvPr id="557" name="Google Shape;557;p80"/>
          <p:cNvSpPr/>
          <p:nvPr/>
        </p:nvSpPr>
        <p:spPr>
          <a:xfrm>
            <a:off x="3061373" y="3925276"/>
            <a:ext cx="279327" cy="279327"/>
          </a:xfrm>
          <a:custGeom>
            <a:avLst/>
            <a:gdLst/>
            <a:ahLst/>
            <a:cxnLst/>
            <a:rect l="l" t="t" r="r" b="b"/>
            <a:pathLst>
              <a:path w="120000" h="120000" extrusionOk="0">
                <a:moveTo>
                  <a:pt x="97116" y="71977"/>
                </a:moveTo>
                <a:cubicBezTo>
                  <a:pt x="94833" y="68100"/>
                  <a:pt x="92088" y="64072"/>
                  <a:pt x="88950" y="59972"/>
                </a:cubicBezTo>
                <a:cubicBezTo>
                  <a:pt x="92072" y="55905"/>
                  <a:pt x="94844" y="51883"/>
                  <a:pt x="97116" y="48022"/>
                </a:cubicBezTo>
                <a:cubicBezTo>
                  <a:pt x="107833" y="51005"/>
                  <a:pt x="114544" y="55266"/>
                  <a:pt x="114544" y="60000"/>
                </a:cubicBezTo>
                <a:cubicBezTo>
                  <a:pt x="114544" y="64733"/>
                  <a:pt x="107833" y="68994"/>
                  <a:pt x="97116" y="71977"/>
                </a:cubicBezTo>
                <a:moveTo>
                  <a:pt x="98566" y="98572"/>
                </a:moveTo>
                <a:cubicBezTo>
                  <a:pt x="95222" y="101916"/>
                  <a:pt x="87444" y="100155"/>
                  <a:pt x="77755" y="94694"/>
                </a:cubicBezTo>
                <a:cubicBezTo>
                  <a:pt x="78877" y="90338"/>
                  <a:pt x="79805" y="85588"/>
                  <a:pt x="80483" y="80488"/>
                </a:cubicBezTo>
                <a:cubicBezTo>
                  <a:pt x="85583" y="79811"/>
                  <a:pt x="90338" y="78877"/>
                  <a:pt x="94688" y="77755"/>
                </a:cubicBezTo>
                <a:cubicBezTo>
                  <a:pt x="100155" y="87444"/>
                  <a:pt x="101916" y="95222"/>
                  <a:pt x="98566" y="98572"/>
                </a:cubicBezTo>
                <a:moveTo>
                  <a:pt x="85577" y="64227"/>
                </a:moveTo>
                <a:cubicBezTo>
                  <a:pt x="87983" y="67327"/>
                  <a:pt x="90105" y="70344"/>
                  <a:pt x="91966" y="73250"/>
                </a:cubicBezTo>
                <a:cubicBezTo>
                  <a:pt x="88611" y="73983"/>
                  <a:pt x="84972" y="74605"/>
                  <a:pt x="81094" y="75094"/>
                </a:cubicBezTo>
                <a:cubicBezTo>
                  <a:pt x="81283" y="73083"/>
                  <a:pt x="81416" y="71022"/>
                  <a:pt x="81538" y="68938"/>
                </a:cubicBezTo>
                <a:cubicBezTo>
                  <a:pt x="82944" y="67372"/>
                  <a:pt x="84277" y="65800"/>
                  <a:pt x="85577" y="64227"/>
                </a:cubicBezTo>
                <a:moveTo>
                  <a:pt x="85566" y="55733"/>
                </a:moveTo>
                <a:cubicBezTo>
                  <a:pt x="84277" y="54177"/>
                  <a:pt x="82933" y="52616"/>
                  <a:pt x="81538" y="51061"/>
                </a:cubicBezTo>
                <a:cubicBezTo>
                  <a:pt x="81416" y="48983"/>
                  <a:pt x="81283" y="46916"/>
                  <a:pt x="81094" y="44911"/>
                </a:cubicBezTo>
                <a:cubicBezTo>
                  <a:pt x="84972" y="45394"/>
                  <a:pt x="88611" y="46016"/>
                  <a:pt x="91966" y="46750"/>
                </a:cubicBezTo>
                <a:cubicBezTo>
                  <a:pt x="90116" y="49638"/>
                  <a:pt x="87955" y="52655"/>
                  <a:pt x="85566" y="55733"/>
                </a:cubicBezTo>
                <a:moveTo>
                  <a:pt x="98566" y="21427"/>
                </a:moveTo>
                <a:cubicBezTo>
                  <a:pt x="101916" y="24777"/>
                  <a:pt x="100155" y="32555"/>
                  <a:pt x="94688" y="42244"/>
                </a:cubicBezTo>
                <a:cubicBezTo>
                  <a:pt x="90338" y="41122"/>
                  <a:pt x="85583" y="40188"/>
                  <a:pt x="80483" y="39511"/>
                </a:cubicBezTo>
                <a:cubicBezTo>
                  <a:pt x="79805" y="34411"/>
                  <a:pt x="78877" y="29661"/>
                  <a:pt x="77755" y="25305"/>
                </a:cubicBezTo>
                <a:cubicBezTo>
                  <a:pt x="87444" y="19844"/>
                  <a:pt x="95222" y="18083"/>
                  <a:pt x="98566" y="21427"/>
                </a:cubicBezTo>
                <a:moveTo>
                  <a:pt x="76211" y="66733"/>
                </a:moveTo>
                <a:cubicBezTo>
                  <a:pt x="74711" y="68350"/>
                  <a:pt x="73177" y="69961"/>
                  <a:pt x="71566" y="71572"/>
                </a:cubicBezTo>
                <a:cubicBezTo>
                  <a:pt x="69961" y="73177"/>
                  <a:pt x="68350" y="74716"/>
                  <a:pt x="66733" y="76216"/>
                </a:cubicBezTo>
                <a:cubicBezTo>
                  <a:pt x="64522" y="76294"/>
                  <a:pt x="62288" y="76361"/>
                  <a:pt x="60000" y="76361"/>
                </a:cubicBezTo>
                <a:cubicBezTo>
                  <a:pt x="57705" y="76361"/>
                  <a:pt x="55472" y="76294"/>
                  <a:pt x="53261" y="76216"/>
                </a:cubicBezTo>
                <a:cubicBezTo>
                  <a:pt x="51650" y="74716"/>
                  <a:pt x="50033" y="73177"/>
                  <a:pt x="48427" y="71572"/>
                </a:cubicBezTo>
                <a:cubicBezTo>
                  <a:pt x="46822" y="69961"/>
                  <a:pt x="45288" y="68350"/>
                  <a:pt x="43783" y="66733"/>
                </a:cubicBezTo>
                <a:cubicBezTo>
                  <a:pt x="43700" y="64522"/>
                  <a:pt x="43638" y="62288"/>
                  <a:pt x="43638" y="60000"/>
                </a:cubicBezTo>
                <a:cubicBezTo>
                  <a:pt x="43638" y="57711"/>
                  <a:pt x="43700" y="55477"/>
                  <a:pt x="43783" y="53261"/>
                </a:cubicBezTo>
                <a:cubicBezTo>
                  <a:pt x="45288" y="51650"/>
                  <a:pt x="46822" y="50038"/>
                  <a:pt x="48427" y="48427"/>
                </a:cubicBezTo>
                <a:cubicBezTo>
                  <a:pt x="50033" y="46822"/>
                  <a:pt x="51650" y="45283"/>
                  <a:pt x="53261" y="43783"/>
                </a:cubicBezTo>
                <a:cubicBezTo>
                  <a:pt x="55472" y="43705"/>
                  <a:pt x="57705" y="43638"/>
                  <a:pt x="60000" y="43638"/>
                </a:cubicBezTo>
                <a:cubicBezTo>
                  <a:pt x="62288" y="43638"/>
                  <a:pt x="64522" y="43705"/>
                  <a:pt x="66733" y="43783"/>
                </a:cubicBezTo>
                <a:cubicBezTo>
                  <a:pt x="68350" y="45283"/>
                  <a:pt x="69961" y="46822"/>
                  <a:pt x="71566" y="48427"/>
                </a:cubicBezTo>
                <a:cubicBezTo>
                  <a:pt x="73177" y="50038"/>
                  <a:pt x="74711" y="51650"/>
                  <a:pt x="76211" y="53261"/>
                </a:cubicBezTo>
                <a:cubicBezTo>
                  <a:pt x="76294" y="55477"/>
                  <a:pt x="76361" y="57711"/>
                  <a:pt x="76361" y="60000"/>
                </a:cubicBezTo>
                <a:cubicBezTo>
                  <a:pt x="76361" y="62288"/>
                  <a:pt x="76294" y="64522"/>
                  <a:pt x="76211" y="66733"/>
                </a:cubicBezTo>
                <a:moveTo>
                  <a:pt x="73250" y="91972"/>
                </a:moveTo>
                <a:cubicBezTo>
                  <a:pt x="70344" y="90105"/>
                  <a:pt x="67333" y="87983"/>
                  <a:pt x="64227" y="85577"/>
                </a:cubicBezTo>
                <a:cubicBezTo>
                  <a:pt x="65800" y="84277"/>
                  <a:pt x="67372" y="82950"/>
                  <a:pt x="68938" y="81538"/>
                </a:cubicBezTo>
                <a:cubicBezTo>
                  <a:pt x="71016" y="81416"/>
                  <a:pt x="73083" y="81283"/>
                  <a:pt x="75094" y="81094"/>
                </a:cubicBezTo>
                <a:cubicBezTo>
                  <a:pt x="74605" y="84972"/>
                  <a:pt x="73977" y="88611"/>
                  <a:pt x="73250" y="91972"/>
                </a:cubicBezTo>
                <a:moveTo>
                  <a:pt x="60000" y="114544"/>
                </a:moveTo>
                <a:cubicBezTo>
                  <a:pt x="55266" y="114544"/>
                  <a:pt x="51005" y="107833"/>
                  <a:pt x="48016" y="97116"/>
                </a:cubicBezTo>
                <a:cubicBezTo>
                  <a:pt x="51883" y="94844"/>
                  <a:pt x="55900" y="92072"/>
                  <a:pt x="59972" y="88950"/>
                </a:cubicBezTo>
                <a:cubicBezTo>
                  <a:pt x="64066" y="92088"/>
                  <a:pt x="68100" y="94833"/>
                  <a:pt x="71983" y="97116"/>
                </a:cubicBezTo>
                <a:cubicBezTo>
                  <a:pt x="68994" y="107833"/>
                  <a:pt x="64733" y="114544"/>
                  <a:pt x="60000" y="114544"/>
                </a:cubicBezTo>
                <a:moveTo>
                  <a:pt x="44905" y="81094"/>
                </a:moveTo>
                <a:cubicBezTo>
                  <a:pt x="46916" y="81283"/>
                  <a:pt x="48977" y="81416"/>
                  <a:pt x="51055" y="81538"/>
                </a:cubicBezTo>
                <a:cubicBezTo>
                  <a:pt x="52616" y="82938"/>
                  <a:pt x="54172" y="84277"/>
                  <a:pt x="55733" y="85572"/>
                </a:cubicBezTo>
                <a:cubicBezTo>
                  <a:pt x="52655" y="87955"/>
                  <a:pt x="49638" y="90116"/>
                  <a:pt x="46750" y="91972"/>
                </a:cubicBezTo>
                <a:cubicBezTo>
                  <a:pt x="46016" y="88611"/>
                  <a:pt x="45394" y="84972"/>
                  <a:pt x="44905" y="81094"/>
                </a:cubicBezTo>
                <a:moveTo>
                  <a:pt x="46750" y="28027"/>
                </a:moveTo>
                <a:cubicBezTo>
                  <a:pt x="49655" y="29894"/>
                  <a:pt x="52666" y="32011"/>
                  <a:pt x="55766" y="34422"/>
                </a:cubicBezTo>
                <a:cubicBezTo>
                  <a:pt x="54200" y="35722"/>
                  <a:pt x="52627" y="37055"/>
                  <a:pt x="51055" y="38466"/>
                </a:cubicBezTo>
                <a:cubicBezTo>
                  <a:pt x="48977" y="38583"/>
                  <a:pt x="46916" y="38716"/>
                  <a:pt x="44905" y="38905"/>
                </a:cubicBezTo>
                <a:cubicBezTo>
                  <a:pt x="45394" y="35027"/>
                  <a:pt x="46016" y="31388"/>
                  <a:pt x="46750" y="28027"/>
                </a:cubicBezTo>
                <a:moveTo>
                  <a:pt x="60000" y="5455"/>
                </a:moveTo>
                <a:cubicBezTo>
                  <a:pt x="64733" y="5455"/>
                  <a:pt x="68994" y="12172"/>
                  <a:pt x="71983" y="22883"/>
                </a:cubicBezTo>
                <a:cubicBezTo>
                  <a:pt x="68116" y="25155"/>
                  <a:pt x="64094" y="27927"/>
                  <a:pt x="60022" y="31050"/>
                </a:cubicBezTo>
                <a:cubicBezTo>
                  <a:pt x="55927" y="27911"/>
                  <a:pt x="51894" y="25166"/>
                  <a:pt x="48016" y="22883"/>
                </a:cubicBezTo>
                <a:cubicBezTo>
                  <a:pt x="51005" y="12172"/>
                  <a:pt x="55266" y="5455"/>
                  <a:pt x="60000" y="5455"/>
                </a:cubicBezTo>
                <a:moveTo>
                  <a:pt x="75094" y="38905"/>
                </a:moveTo>
                <a:cubicBezTo>
                  <a:pt x="73083" y="38716"/>
                  <a:pt x="71016" y="38583"/>
                  <a:pt x="68938" y="38466"/>
                </a:cubicBezTo>
                <a:cubicBezTo>
                  <a:pt x="67383" y="37061"/>
                  <a:pt x="65822" y="35722"/>
                  <a:pt x="64266" y="34433"/>
                </a:cubicBezTo>
                <a:cubicBezTo>
                  <a:pt x="67344" y="32044"/>
                  <a:pt x="70361" y="29883"/>
                  <a:pt x="73250" y="28027"/>
                </a:cubicBezTo>
                <a:cubicBezTo>
                  <a:pt x="73977" y="31388"/>
                  <a:pt x="74605" y="35027"/>
                  <a:pt x="75094" y="38905"/>
                </a:cubicBezTo>
                <a:moveTo>
                  <a:pt x="39511" y="39511"/>
                </a:moveTo>
                <a:cubicBezTo>
                  <a:pt x="34411" y="40188"/>
                  <a:pt x="29661" y="41122"/>
                  <a:pt x="25305" y="42244"/>
                </a:cubicBezTo>
                <a:cubicBezTo>
                  <a:pt x="19844" y="32555"/>
                  <a:pt x="18083" y="24777"/>
                  <a:pt x="21433" y="21427"/>
                </a:cubicBezTo>
                <a:cubicBezTo>
                  <a:pt x="24777" y="18083"/>
                  <a:pt x="32555" y="19844"/>
                  <a:pt x="42244" y="25305"/>
                </a:cubicBezTo>
                <a:cubicBezTo>
                  <a:pt x="41122" y="29661"/>
                  <a:pt x="40188" y="34411"/>
                  <a:pt x="39511" y="39511"/>
                </a:cubicBezTo>
                <a:moveTo>
                  <a:pt x="21433" y="98572"/>
                </a:moveTo>
                <a:cubicBezTo>
                  <a:pt x="18083" y="95222"/>
                  <a:pt x="19844" y="87444"/>
                  <a:pt x="25305" y="77755"/>
                </a:cubicBezTo>
                <a:cubicBezTo>
                  <a:pt x="29661" y="78877"/>
                  <a:pt x="34411" y="79811"/>
                  <a:pt x="39511" y="80488"/>
                </a:cubicBezTo>
                <a:cubicBezTo>
                  <a:pt x="40188" y="85588"/>
                  <a:pt x="41122" y="90338"/>
                  <a:pt x="42244" y="94694"/>
                </a:cubicBezTo>
                <a:cubicBezTo>
                  <a:pt x="32555" y="100155"/>
                  <a:pt x="24777" y="101916"/>
                  <a:pt x="21433" y="98572"/>
                </a:cubicBezTo>
                <a:moveTo>
                  <a:pt x="38905" y="75094"/>
                </a:moveTo>
                <a:cubicBezTo>
                  <a:pt x="35027" y="74605"/>
                  <a:pt x="31388" y="73983"/>
                  <a:pt x="28027" y="73250"/>
                </a:cubicBezTo>
                <a:cubicBezTo>
                  <a:pt x="29883" y="70361"/>
                  <a:pt x="32044" y="67344"/>
                  <a:pt x="34427" y="64266"/>
                </a:cubicBezTo>
                <a:cubicBezTo>
                  <a:pt x="35716" y="65822"/>
                  <a:pt x="37061" y="67383"/>
                  <a:pt x="38461" y="68938"/>
                </a:cubicBezTo>
                <a:cubicBezTo>
                  <a:pt x="38577" y="71022"/>
                  <a:pt x="38711" y="73083"/>
                  <a:pt x="38905" y="75094"/>
                </a:cubicBezTo>
                <a:moveTo>
                  <a:pt x="38461" y="51061"/>
                </a:moveTo>
                <a:cubicBezTo>
                  <a:pt x="37050" y="52627"/>
                  <a:pt x="35716" y="54200"/>
                  <a:pt x="34422" y="55772"/>
                </a:cubicBezTo>
                <a:cubicBezTo>
                  <a:pt x="32016" y="52672"/>
                  <a:pt x="29894" y="49655"/>
                  <a:pt x="28027" y="46750"/>
                </a:cubicBezTo>
                <a:cubicBezTo>
                  <a:pt x="31388" y="46016"/>
                  <a:pt x="35027" y="45394"/>
                  <a:pt x="38905" y="44911"/>
                </a:cubicBezTo>
                <a:cubicBezTo>
                  <a:pt x="38711" y="46916"/>
                  <a:pt x="38577" y="48977"/>
                  <a:pt x="38461" y="51061"/>
                </a:cubicBezTo>
                <a:moveTo>
                  <a:pt x="5455" y="60000"/>
                </a:moveTo>
                <a:cubicBezTo>
                  <a:pt x="5455" y="55266"/>
                  <a:pt x="12166" y="51005"/>
                  <a:pt x="22883" y="48022"/>
                </a:cubicBezTo>
                <a:cubicBezTo>
                  <a:pt x="25166" y="51900"/>
                  <a:pt x="27905" y="55927"/>
                  <a:pt x="31044" y="60027"/>
                </a:cubicBezTo>
                <a:cubicBezTo>
                  <a:pt x="27927" y="64094"/>
                  <a:pt x="25155" y="68122"/>
                  <a:pt x="22883" y="71977"/>
                </a:cubicBezTo>
                <a:cubicBezTo>
                  <a:pt x="12166" y="68994"/>
                  <a:pt x="5455" y="64733"/>
                  <a:pt x="5455" y="60000"/>
                </a:cubicBezTo>
                <a:moveTo>
                  <a:pt x="120000" y="60000"/>
                </a:moveTo>
                <a:cubicBezTo>
                  <a:pt x="120000" y="53466"/>
                  <a:pt x="112072" y="47616"/>
                  <a:pt x="99544" y="43627"/>
                </a:cubicBezTo>
                <a:cubicBezTo>
                  <a:pt x="105566" y="31944"/>
                  <a:pt x="107050" y="22194"/>
                  <a:pt x="102427" y="17572"/>
                </a:cubicBezTo>
                <a:cubicBezTo>
                  <a:pt x="97805" y="12955"/>
                  <a:pt x="88055" y="14433"/>
                  <a:pt x="76377" y="20455"/>
                </a:cubicBezTo>
                <a:cubicBezTo>
                  <a:pt x="72383" y="7927"/>
                  <a:pt x="66533" y="0"/>
                  <a:pt x="60000" y="0"/>
                </a:cubicBezTo>
                <a:cubicBezTo>
                  <a:pt x="53461" y="0"/>
                  <a:pt x="47616" y="7927"/>
                  <a:pt x="43622" y="20455"/>
                </a:cubicBezTo>
                <a:cubicBezTo>
                  <a:pt x="31944" y="14433"/>
                  <a:pt x="22194" y="12955"/>
                  <a:pt x="17572" y="17572"/>
                </a:cubicBezTo>
                <a:cubicBezTo>
                  <a:pt x="12950" y="22194"/>
                  <a:pt x="14433" y="31944"/>
                  <a:pt x="20455" y="43627"/>
                </a:cubicBezTo>
                <a:cubicBezTo>
                  <a:pt x="7922" y="47616"/>
                  <a:pt x="0" y="53466"/>
                  <a:pt x="0" y="60000"/>
                </a:cubicBezTo>
                <a:cubicBezTo>
                  <a:pt x="0" y="66533"/>
                  <a:pt x="7922" y="72383"/>
                  <a:pt x="20455" y="76377"/>
                </a:cubicBezTo>
                <a:cubicBezTo>
                  <a:pt x="14433" y="88061"/>
                  <a:pt x="12950" y="97805"/>
                  <a:pt x="17572" y="102427"/>
                </a:cubicBezTo>
                <a:cubicBezTo>
                  <a:pt x="22194" y="107044"/>
                  <a:pt x="31944" y="105566"/>
                  <a:pt x="43622" y="99544"/>
                </a:cubicBezTo>
                <a:cubicBezTo>
                  <a:pt x="47616" y="112072"/>
                  <a:pt x="53461" y="120000"/>
                  <a:pt x="60000" y="120000"/>
                </a:cubicBezTo>
                <a:cubicBezTo>
                  <a:pt x="66533" y="120000"/>
                  <a:pt x="72383" y="112072"/>
                  <a:pt x="76377" y="99544"/>
                </a:cubicBezTo>
                <a:cubicBezTo>
                  <a:pt x="88055" y="105566"/>
                  <a:pt x="97805" y="107044"/>
                  <a:pt x="102427" y="102427"/>
                </a:cubicBezTo>
                <a:cubicBezTo>
                  <a:pt x="107050" y="97805"/>
                  <a:pt x="105566" y="88061"/>
                  <a:pt x="99544" y="76377"/>
                </a:cubicBezTo>
                <a:cubicBezTo>
                  <a:pt x="112072" y="72383"/>
                  <a:pt x="120000" y="66533"/>
                  <a:pt x="120000" y="60000"/>
                </a:cubicBezTo>
                <a:moveTo>
                  <a:pt x="60000" y="54544"/>
                </a:moveTo>
                <a:cubicBezTo>
                  <a:pt x="56988" y="54544"/>
                  <a:pt x="54544" y="56988"/>
                  <a:pt x="54544" y="60000"/>
                </a:cubicBezTo>
                <a:cubicBezTo>
                  <a:pt x="54544" y="63011"/>
                  <a:pt x="56988" y="65455"/>
                  <a:pt x="60000" y="65455"/>
                </a:cubicBezTo>
                <a:cubicBezTo>
                  <a:pt x="63011" y="65455"/>
                  <a:pt x="65455" y="63011"/>
                  <a:pt x="65455" y="60000"/>
                </a:cubicBezTo>
                <a:cubicBezTo>
                  <a:pt x="65455" y="56988"/>
                  <a:pt x="63011" y="54544"/>
                  <a:pt x="60000" y="54544"/>
                </a:cubicBezTo>
              </a:path>
            </a:pathLst>
          </a:custGeom>
          <a:solidFill>
            <a:schemeClr val="dk2"/>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sp>
        <p:nvSpPr>
          <p:cNvPr id="558" name="Google Shape;558;p80"/>
          <p:cNvSpPr/>
          <p:nvPr/>
        </p:nvSpPr>
        <p:spPr>
          <a:xfrm>
            <a:off x="2820294" y="4872157"/>
            <a:ext cx="279327" cy="279327"/>
          </a:xfrm>
          <a:custGeom>
            <a:avLst/>
            <a:gdLst/>
            <a:ahLst/>
            <a:cxnLst/>
            <a:rect l="l" t="t" r="r" b="b"/>
            <a:pathLst>
              <a:path w="120000" h="120000" extrusionOk="0">
                <a:moveTo>
                  <a:pt x="60000" y="114544"/>
                </a:moveTo>
                <a:cubicBezTo>
                  <a:pt x="29872" y="114544"/>
                  <a:pt x="5455" y="90127"/>
                  <a:pt x="5455" y="60000"/>
                </a:cubicBezTo>
                <a:cubicBezTo>
                  <a:pt x="5455" y="29872"/>
                  <a:pt x="29872" y="5455"/>
                  <a:pt x="60000" y="5455"/>
                </a:cubicBezTo>
                <a:cubicBezTo>
                  <a:pt x="90127" y="5455"/>
                  <a:pt x="114544" y="29872"/>
                  <a:pt x="114544" y="60000"/>
                </a:cubicBezTo>
                <a:cubicBezTo>
                  <a:pt x="114544" y="90127"/>
                  <a:pt x="90127" y="114544"/>
                  <a:pt x="60000" y="114544"/>
                </a:cubicBezTo>
                <a:moveTo>
                  <a:pt x="101555" y="103216"/>
                </a:moveTo>
                <a:cubicBezTo>
                  <a:pt x="112905" y="92300"/>
                  <a:pt x="120000" y="76994"/>
                  <a:pt x="120000" y="60000"/>
                </a:cubicBezTo>
                <a:cubicBezTo>
                  <a:pt x="120000" y="26861"/>
                  <a:pt x="93133" y="0"/>
                  <a:pt x="60000" y="0"/>
                </a:cubicBezTo>
                <a:cubicBezTo>
                  <a:pt x="26866" y="0"/>
                  <a:pt x="0" y="26861"/>
                  <a:pt x="0" y="60000"/>
                </a:cubicBezTo>
                <a:cubicBezTo>
                  <a:pt x="0" y="76994"/>
                  <a:pt x="7094" y="92300"/>
                  <a:pt x="18444" y="103216"/>
                </a:cubicBezTo>
                <a:lnTo>
                  <a:pt x="11705" y="115344"/>
                </a:lnTo>
                <a:cubicBezTo>
                  <a:pt x="11216" y="115838"/>
                  <a:pt x="10911" y="116522"/>
                  <a:pt x="10911" y="117272"/>
                </a:cubicBezTo>
                <a:cubicBezTo>
                  <a:pt x="10911" y="118777"/>
                  <a:pt x="12133" y="120000"/>
                  <a:pt x="13638" y="120000"/>
                </a:cubicBezTo>
                <a:cubicBezTo>
                  <a:pt x="14388" y="120000"/>
                  <a:pt x="15072" y="119694"/>
                  <a:pt x="15566" y="119200"/>
                </a:cubicBezTo>
                <a:cubicBezTo>
                  <a:pt x="15877" y="118888"/>
                  <a:pt x="16077" y="118483"/>
                  <a:pt x="16205" y="118044"/>
                </a:cubicBezTo>
                <a:lnTo>
                  <a:pt x="22466" y="106772"/>
                </a:lnTo>
                <a:cubicBezTo>
                  <a:pt x="32750" y="115033"/>
                  <a:pt x="45788" y="120000"/>
                  <a:pt x="60000" y="120000"/>
                </a:cubicBezTo>
                <a:cubicBezTo>
                  <a:pt x="74211" y="120000"/>
                  <a:pt x="87250" y="115033"/>
                  <a:pt x="97527" y="106772"/>
                </a:cubicBezTo>
                <a:lnTo>
                  <a:pt x="103794" y="118044"/>
                </a:lnTo>
                <a:cubicBezTo>
                  <a:pt x="104127" y="119166"/>
                  <a:pt x="105127" y="120000"/>
                  <a:pt x="106361" y="120000"/>
                </a:cubicBezTo>
                <a:cubicBezTo>
                  <a:pt x="107866" y="120000"/>
                  <a:pt x="109088" y="118777"/>
                  <a:pt x="109088" y="117272"/>
                </a:cubicBezTo>
                <a:cubicBezTo>
                  <a:pt x="109088" y="116522"/>
                  <a:pt x="108783" y="115838"/>
                  <a:pt x="108294" y="115344"/>
                </a:cubicBezTo>
                <a:cubicBezTo>
                  <a:pt x="108294" y="115344"/>
                  <a:pt x="101555" y="103216"/>
                  <a:pt x="101555" y="103216"/>
                </a:cubicBezTo>
                <a:close/>
                <a:moveTo>
                  <a:pt x="60000" y="92727"/>
                </a:moveTo>
                <a:cubicBezTo>
                  <a:pt x="41927" y="92727"/>
                  <a:pt x="27272" y="78072"/>
                  <a:pt x="27272" y="60000"/>
                </a:cubicBezTo>
                <a:cubicBezTo>
                  <a:pt x="27272" y="41927"/>
                  <a:pt x="41927" y="27272"/>
                  <a:pt x="60000" y="27272"/>
                </a:cubicBezTo>
                <a:cubicBezTo>
                  <a:pt x="78072" y="27272"/>
                  <a:pt x="92727" y="41927"/>
                  <a:pt x="92727" y="60000"/>
                </a:cubicBezTo>
                <a:cubicBezTo>
                  <a:pt x="92727" y="78072"/>
                  <a:pt x="78072" y="92727"/>
                  <a:pt x="60000" y="92727"/>
                </a:cubicBezTo>
                <a:moveTo>
                  <a:pt x="60000" y="21816"/>
                </a:moveTo>
                <a:cubicBezTo>
                  <a:pt x="38911" y="21816"/>
                  <a:pt x="21816" y="38911"/>
                  <a:pt x="21816" y="60000"/>
                </a:cubicBezTo>
                <a:cubicBezTo>
                  <a:pt x="21816" y="81088"/>
                  <a:pt x="38911" y="98183"/>
                  <a:pt x="60000" y="98183"/>
                </a:cubicBezTo>
                <a:cubicBezTo>
                  <a:pt x="81088" y="98183"/>
                  <a:pt x="98183" y="81088"/>
                  <a:pt x="98183" y="60000"/>
                </a:cubicBezTo>
                <a:cubicBezTo>
                  <a:pt x="98183" y="38911"/>
                  <a:pt x="81088" y="21816"/>
                  <a:pt x="60000" y="21816"/>
                </a:cubicBezTo>
                <a:moveTo>
                  <a:pt x="60000" y="70911"/>
                </a:moveTo>
                <a:cubicBezTo>
                  <a:pt x="53977" y="70911"/>
                  <a:pt x="49088" y="66022"/>
                  <a:pt x="49088" y="60000"/>
                </a:cubicBezTo>
                <a:cubicBezTo>
                  <a:pt x="49088" y="53977"/>
                  <a:pt x="53977" y="49088"/>
                  <a:pt x="60000" y="49088"/>
                </a:cubicBezTo>
                <a:cubicBezTo>
                  <a:pt x="66022" y="49088"/>
                  <a:pt x="70911" y="53977"/>
                  <a:pt x="70911" y="60000"/>
                </a:cubicBezTo>
                <a:cubicBezTo>
                  <a:pt x="70911" y="66022"/>
                  <a:pt x="66022" y="70911"/>
                  <a:pt x="60000" y="70911"/>
                </a:cubicBezTo>
                <a:moveTo>
                  <a:pt x="60000" y="43638"/>
                </a:moveTo>
                <a:cubicBezTo>
                  <a:pt x="50961" y="43638"/>
                  <a:pt x="43638" y="50961"/>
                  <a:pt x="43638" y="60000"/>
                </a:cubicBezTo>
                <a:cubicBezTo>
                  <a:pt x="43638" y="69038"/>
                  <a:pt x="50961" y="76361"/>
                  <a:pt x="60000" y="76361"/>
                </a:cubicBezTo>
                <a:cubicBezTo>
                  <a:pt x="69038" y="76361"/>
                  <a:pt x="76361" y="69038"/>
                  <a:pt x="76361" y="60000"/>
                </a:cubicBezTo>
                <a:cubicBezTo>
                  <a:pt x="76361" y="50961"/>
                  <a:pt x="69038" y="43638"/>
                  <a:pt x="60000" y="43638"/>
                </a:cubicBezTo>
              </a:path>
            </a:pathLst>
          </a:custGeom>
          <a:solidFill>
            <a:schemeClr val="dk2"/>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sp>
        <p:nvSpPr>
          <p:cNvPr id="559" name="Google Shape;559;p80"/>
          <p:cNvSpPr/>
          <p:nvPr/>
        </p:nvSpPr>
        <p:spPr>
          <a:xfrm>
            <a:off x="5352763" y="4390342"/>
            <a:ext cx="279327" cy="279327"/>
          </a:xfrm>
          <a:custGeom>
            <a:avLst/>
            <a:gdLst/>
            <a:ahLst/>
            <a:cxnLst/>
            <a:rect l="l" t="t" r="r" b="b"/>
            <a:pathLst>
              <a:path w="120000" h="120000" extrusionOk="0">
                <a:moveTo>
                  <a:pt x="114544" y="16361"/>
                </a:moveTo>
                <a:lnTo>
                  <a:pt x="5455" y="16361"/>
                </a:lnTo>
                <a:lnTo>
                  <a:pt x="5455" y="10911"/>
                </a:lnTo>
                <a:lnTo>
                  <a:pt x="114544" y="10911"/>
                </a:lnTo>
                <a:cubicBezTo>
                  <a:pt x="114544" y="10911"/>
                  <a:pt x="114544" y="16361"/>
                  <a:pt x="114544" y="16361"/>
                </a:cubicBezTo>
                <a:close/>
                <a:moveTo>
                  <a:pt x="109088" y="87272"/>
                </a:moveTo>
                <a:lnTo>
                  <a:pt x="10911" y="87272"/>
                </a:lnTo>
                <a:lnTo>
                  <a:pt x="10911" y="21816"/>
                </a:lnTo>
                <a:lnTo>
                  <a:pt x="109088" y="21816"/>
                </a:lnTo>
                <a:cubicBezTo>
                  <a:pt x="109088" y="21816"/>
                  <a:pt x="109088" y="87272"/>
                  <a:pt x="109088" y="87272"/>
                </a:cubicBezTo>
                <a:close/>
                <a:moveTo>
                  <a:pt x="114544" y="5455"/>
                </a:moveTo>
                <a:lnTo>
                  <a:pt x="65455" y="5455"/>
                </a:lnTo>
                <a:cubicBezTo>
                  <a:pt x="65455" y="2444"/>
                  <a:pt x="63011" y="0"/>
                  <a:pt x="60000" y="0"/>
                </a:cubicBezTo>
                <a:cubicBezTo>
                  <a:pt x="56983" y="0"/>
                  <a:pt x="54544" y="2444"/>
                  <a:pt x="54544" y="5455"/>
                </a:cubicBezTo>
                <a:lnTo>
                  <a:pt x="5455" y="5455"/>
                </a:lnTo>
                <a:cubicBezTo>
                  <a:pt x="2438" y="5455"/>
                  <a:pt x="0" y="7900"/>
                  <a:pt x="0" y="10911"/>
                </a:cubicBezTo>
                <a:lnTo>
                  <a:pt x="0" y="16361"/>
                </a:lnTo>
                <a:cubicBezTo>
                  <a:pt x="0" y="19377"/>
                  <a:pt x="2438" y="21816"/>
                  <a:pt x="5455" y="21816"/>
                </a:cubicBezTo>
                <a:lnTo>
                  <a:pt x="5455" y="87272"/>
                </a:lnTo>
                <a:cubicBezTo>
                  <a:pt x="5455" y="90288"/>
                  <a:pt x="7894" y="92727"/>
                  <a:pt x="10911" y="92727"/>
                </a:cubicBezTo>
                <a:lnTo>
                  <a:pt x="57272" y="92727"/>
                </a:lnTo>
                <a:lnTo>
                  <a:pt x="57272" y="99777"/>
                </a:lnTo>
                <a:lnTo>
                  <a:pt x="41705" y="115344"/>
                </a:lnTo>
                <a:cubicBezTo>
                  <a:pt x="41216" y="115838"/>
                  <a:pt x="40911" y="116522"/>
                  <a:pt x="40911" y="117272"/>
                </a:cubicBezTo>
                <a:cubicBezTo>
                  <a:pt x="40911" y="118777"/>
                  <a:pt x="42127" y="120000"/>
                  <a:pt x="43638" y="120000"/>
                </a:cubicBezTo>
                <a:cubicBezTo>
                  <a:pt x="44388" y="120000"/>
                  <a:pt x="45072" y="119694"/>
                  <a:pt x="45566" y="119200"/>
                </a:cubicBezTo>
                <a:lnTo>
                  <a:pt x="60000" y="104766"/>
                </a:lnTo>
                <a:lnTo>
                  <a:pt x="74433" y="119200"/>
                </a:lnTo>
                <a:cubicBezTo>
                  <a:pt x="74933" y="119694"/>
                  <a:pt x="75611" y="120000"/>
                  <a:pt x="76361" y="120000"/>
                </a:cubicBezTo>
                <a:cubicBezTo>
                  <a:pt x="77872" y="120000"/>
                  <a:pt x="79088" y="118777"/>
                  <a:pt x="79088" y="117272"/>
                </a:cubicBezTo>
                <a:cubicBezTo>
                  <a:pt x="79088" y="116522"/>
                  <a:pt x="78788" y="115838"/>
                  <a:pt x="78294" y="115344"/>
                </a:cubicBezTo>
                <a:lnTo>
                  <a:pt x="62727" y="99777"/>
                </a:lnTo>
                <a:lnTo>
                  <a:pt x="62727" y="92727"/>
                </a:lnTo>
                <a:lnTo>
                  <a:pt x="109088" y="92727"/>
                </a:lnTo>
                <a:cubicBezTo>
                  <a:pt x="112100" y="92727"/>
                  <a:pt x="114544" y="90288"/>
                  <a:pt x="114544" y="87272"/>
                </a:cubicBezTo>
                <a:lnTo>
                  <a:pt x="114544" y="21816"/>
                </a:lnTo>
                <a:cubicBezTo>
                  <a:pt x="117555" y="21816"/>
                  <a:pt x="120000" y="19377"/>
                  <a:pt x="120000" y="16361"/>
                </a:cubicBezTo>
                <a:lnTo>
                  <a:pt x="120000" y="10911"/>
                </a:lnTo>
                <a:cubicBezTo>
                  <a:pt x="120000" y="7900"/>
                  <a:pt x="117555" y="5455"/>
                  <a:pt x="114544" y="5455"/>
                </a:cubicBezTo>
                <a:moveTo>
                  <a:pt x="90000" y="32727"/>
                </a:moveTo>
                <a:cubicBezTo>
                  <a:pt x="91505" y="32727"/>
                  <a:pt x="92727" y="33950"/>
                  <a:pt x="92727" y="35455"/>
                </a:cubicBezTo>
                <a:cubicBezTo>
                  <a:pt x="92727" y="36961"/>
                  <a:pt x="91505" y="38183"/>
                  <a:pt x="90000" y="38183"/>
                </a:cubicBezTo>
                <a:cubicBezTo>
                  <a:pt x="88494" y="38183"/>
                  <a:pt x="87272" y="36961"/>
                  <a:pt x="87272" y="35455"/>
                </a:cubicBezTo>
                <a:cubicBezTo>
                  <a:pt x="87272" y="33950"/>
                  <a:pt x="88494" y="32727"/>
                  <a:pt x="90000" y="32727"/>
                </a:cubicBezTo>
                <a:moveTo>
                  <a:pt x="90000" y="43638"/>
                </a:moveTo>
                <a:cubicBezTo>
                  <a:pt x="94516" y="43638"/>
                  <a:pt x="98183" y="39977"/>
                  <a:pt x="98183" y="35455"/>
                </a:cubicBezTo>
                <a:cubicBezTo>
                  <a:pt x="98183" y="30938"/>
                  <a:pt x="94516" y="27272"/>
                  <a:pt x="90000" y="27272"/>
                </a:cubicBezTo>
                <a:cubicBezTo>
                  <a:pt x="85483" y="27272"/>
                  <a:pt x="81816" y="30938"/>
                  <a:pt x="81816" y="35455"/>
                </a:cubicBezTo>
                <a:cubicBezTo>
                  <a:pt x="81816" y="39977"/>
                  <a:pt x="85483" y="43638"/>
                  <a:pt x="90000" y="43638"/>
                </a:cubicBezTo>
                <a:moveTo>
                  <a:pt x="46788" y="45194"/>
                </a:moveTo>
                <a:lnTo>
                  <a:pt x="66255" y="64655"/>
                </a:lnTo>
                <a:cubicBezTo>
                  <a:pt x="66750" y="65150"/>
                  <a:pt x="67433" y="65455"/>
                  <a:pt x="68183" y="65455"/>
                </a:cubicBezTo>
                <a:cubicBezTo>
                  <a:pt x="68933" y="65455"/>
                  <a:pt x="69616" y="65150"/>
                  <a:pt x="70111" y="64655"/>
                </a:cubicBezTo>
                <a:lnTo>
                  <a:pt x="78794" y="55972"/>
                </a:lnTo>
                <a:lnTo>
                  <a:pt x="90000" y="70911"/>
                </a:lnTo>
                <a:lnTo>
                  <a:pt x="29644" y="70911"/>
                </a:lnTo>
                <a:cubicBezTo>
                  <a:pt x="29644" y="70911"/>
                  <a:pt x="46788" y="45194"/>
                  <a:pt x="46788" y="45194"/>
                </a:cubicBezTo>
                <a:close/>
                <a:moveTo>
                  <a:pt x="24544" y="76361"/>
                </a:moveTo>
                <a:lnTo>
                  <a:pt x="95455" y="76361"/>
                </a:lnTo>
                <a:cubicBezTo>
                  <a:pt x="96961" y="76361"/>
                  <a:pt x="98183" y="75144"/>
                  <a:pt x="98183" y="73638"/>
                </a:cubicBezTo>
                <a:cubicBezTo>
                  <a:pt x="98183" y="73022"/>
                  <a:pt x="97944" y="72483"/>
                  <a:pt x="97600" y="72027"/>
                </a:cubicBezTo>
                <a:lnTo>
                  <a:pt x="97638" y="72000"/>
                </a:lnTo>
                <a:lnTo>
                  <a:pt x="81272" y="50183"/>
                </a:lnTo>
                <a:lnTo>
                  <a:pt x="81233" y="50211"/>
                </a:lnTo>
                <a:cubicBezTo>
                  <a:pt x="80738" y="49550"/>
                  <a:pt x="79983" y="49088"/>
                  <a:pt x="79088" y="49088"/>
                </a:cubicBezTo>
                <a:cubicBezTo>
                  <a:pt x="78338" y="49088"/>
                  <a:pt x="77655" y="49394"/>
                  <a:pt x="77161" y="49888"/>
                </a:cubicBezTo>
                <a:lnTo>
                  <a:pt x="68183" y="58872"/>
                </a:lnTo>
                <a:lnTo>
                  <a:pt x="48294" y="38983"/>
                </a:lnTo>
                <a:cubicBezTo>
                  <a:pt x="47800" y="38488"/>
                  <a:pt x="47116" y="38183"/>
                  <a:pt x="46361" y="38183"/>
                </a:cubicBezTo>
                <a:cubicBezTo>
                  <a:pt x="45416" y="38183"/>
                  <a:pt x="44627" y="38694"/>
                  <a:pt x="44138" y="39427"/>
                </a:cubicBezTo>
                <a:lnTo>
                  <a:pt x="44094" y="39394"/>
                </a:lnTo>
                <a:lnTo>
                  <a:pt x="22277" y="72122"/>
                </a:lnTo>
                <a:lnTo>
                  <a:pt x="22316" y="72155"/>
                </a:lnTo>
                <a:cubicBezTo>
                  <a:pt x="22027" y="72588"/>
                  <a:pt x="21816" y="73077"/>
                  <a:pt x="21816" y="73638"/>
                </a:cubicBezTo>
                <a:cubicBezTo>
                  <a:pt x="21816" y="75144"/>
                  <a:pt x="23038" y="76361"/>
                  <a:pt x="24544" y="76361"/>
                </a:cubicBezTo>
              </a:path>
            </a:pathLst>
          </a:custGeom>
          <a:solidFill>
            <a:schemeClr val="dk2"/>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sp>
        <p:nvSpPr>
          <p:cNvPr id="560" name="Google Shape;560;p80"/>
          <p:cNvSpPr/>
          <p:nvPr/>
        </p:nvSpPr>
        <p:spPr>
          <a:xfrm>
            <a:off x="7165005" y="2888865"/>
            <a:ext cx="279327" cy="279327"/>
          </a:xfrm>
          <a:custGeom>
            <a:avLst/>
            <a:gdLst/>
            <a:ahLst/>
            <a:cxnLst/>
            <a:rect l="l" t="t" r="r" b="b"/>
            <a:pathLst>
              <a:path w="120000" h="120000" extrusionOk="0">
                <a:moveTo>
                  <a:pt x="113072" y="62383"/>
                </a:moveTo>
                <a:lnTo>
                  <a:pt x="113088" y="62411"/>
                </a:lnTo>
                <a:lnTo>
                  <a:pt x="61272" y="89683"/>
                </a:lnTo>
                <a:lnTo>
                  <a:pt x="61255" y="89655"/>
                </a:lnTo>
                <a:cubicBezTo>
                  <a:pt x="60872" y="89855"/>
                  <a:pt x="60461" y="90000"/>
                  <a:pt x="60000" y="90000"/>
                </a:cubicBezTo>
                <a:cubicBezTo>
                  <a:pt x="59538" y="90000"/>
                  <a:pt x="59127" y="89855"/>
                  <a:pt x="58744" y="89655"/>
                </a:cubicBezTo>
                <a:lnTo>
                  <a:pt x="58727" y="89683"/>
                </a:lnTo>
                <a:lnTo>
                  <a:pt x="6911" y="62411"/>
                </a:lnTo>
                <a:lnTo>
                  <a:pt x="6927" y="62383"/>
                </a:lnTo>
                <a:cubicBezTo>
                  <a:pt x="6061" y="61927"/>
                  <a:pt x="5455" y="61044"/>
                  <a:pt x="5455" y="60000"/>
                </a:cubicBezTo>
                <a:cubicBezTo>
                  <a:pt x="5455" y="58955"/>
                  <a:pt x="6061" y="58072"/>
                  <a:pt x="6927" y="57616"/>
                </a:cubicBezTo>
                <a:lnTo>
                  <a:pt x="6911" y="57588"/>
                </a:lnTo>
                <a:lnTo>
                  <a:pt x="19788" y="50811"/>
                </a:lnTo>
                <a:lnTo>
                  <a:pt x="56183" y="69966"/>
                </a:lnTo>
                <a:lnTo>
                  <a:pt x="56205" y="69933"/>
                </a:lnTo>
                <a:cubicBezTo>
                  <a:pt x="57344" y="70538"/>
                  <a:pt x="58622" y="70911"/>
                  <a:pt x="60000" y="70911"/>
                </a:cubicBezTo>
                <a:cubicBezTo>
                  <a:pt x="61377" y="70911"/>
                  <a:pt x="62655" y="70538"/>
                  <a:pt x="63794" y="69933"/>
                </a:cubicBezTo>
                <a:lnTo>
                  <a:pt x="63811" y="69966"/>
                </a:lnTo>
                <a:lnTo>
                  <a:pt x="100211" y="50811"/>
                </a:lnTo>
                <a:lnTo>
                  <a:pt x="113088" y="57588"/>
                </a:lnTo>
                <a:lnTo>
                  <a:pt x="113072" y="57616"/>
                </a:lnTo>
                <a:cubicBezTo>
                  <a:pt x="113938" y="58072"/>
                  <a:pt x="114544" y="58955"/>
                  <a:pt x="114544" y="60000"/>
                </a:cubicBezTo>
                <a:cubicBezTo>
                  <a:pt x="114544" y="61044"/>
                  <a:pt x="113938" y="61927"/>
                  <a:pt x="113072" y="62383"/>
                </a:cubicBezTo>
                <a:moveTo>
                  <a:pt x="113088" y="82133"/>
                </a:moveTo>
                <a:lnTo>
                  <a:pt x="113072" y="82166"/>
                </a:lnTo>
                <a:cubicBezTo>
                  <a:pt x="113938" y="82622"/>
                  <a:pt x="114544" y="83500"/>
                  <a:pt x="114544" y="84544"/>
                </a:cubicBezTo>
                <a:cubicBezTo>
                  <a:pt x="114544" y="85594"/>
                  <a:pt x="113938" y="86472"/>
                  <a:pt x="113072" y="86927"/>
                </a:cubicBezTo>
                <a:lnTo>
                  <a:pt x="113088" y="86961"/>
                </a:lnTo>
                <a:lnTo>
                  <a:pt x="61272" y="114233"/>
                </a:lnTo>
                <a:lnTo>
                  <a:pt x="61255" y="114200"/>
                </a:lnTo>
                <a:cubicBezTo>
                  <a:pt x="60872" y="114400"/>
                  <a:pt x="60461" y="114544"/>
                  <a:pt x="60000" y="114544"/>
                </a:cubicBezTo>
                <a:cubicBezTo>
                  <a:pt x="59538" y="114544"/>
                  <a:pt x="59127" y="114400"/>
                  <a:pt x="58744" y="114200"/>
                </a:cubicBezTo>
                <a:lnTo>
                  <a:pt x="58727" y="114233"/>
                </a:lnTo>
                <a:lnTo>
                  <a:pt x="6911" y="86961"/>
                </a:lnTo>
                <a:lnTo>
                  <a:pt x="6927" y="86927"/>
                </a:lnTo>
                <a:cubicBezTo>
                  <a:pt x="6061" y="86472"/>
                  <a:pt x="5455" y="85594"/>
                  <a:pt x="5455" y="84544"/>
                </a:cubicBezTo>
                <a:cubicBezTo>
                  <a:pt x="5455" y="83500"/>
                  <a:pt x="6061" y="82622"/>
                  <a:pt x="6927" y="82166"/>
                </a:cubicBezTo>
                <a:lnTo>
                  <a:pt x="6911" y="82133"/>
                </a:lnTo>
                <a:lnTo>
                  <a:pt x="19788" y="75355"/>
                </a:lnTo>
                <a:lnTo>
                  <a:pt x="56183" y="94511"/>
                </a:lnTo>
                <a:lnTo>
                  <a:pt x="56205" y="94477"/>
                </a:lnTo>
                <a:cubicBezTo>
                  <a:pt x="57344" y="95083"/>
                  <a:pt x="58622" y="95455"/>
                  <a:pt x="60000" y="95455"/>
                </a:cubicBezTo>
                <a:cubicBezTo>
                  <a:pt x="61377" y="95455"/>
                  <a:pt x="62655" y="95083"/>
                  <a:pt x="63794" y="94477"/>
                </a:cubicBezTo>
                <a:lnTo>
                  <a:pt x="63811" y="94511"/>
                </a:lnTo>
                <a:lnTo>
                  <a:pt x="100211" y="75355"/>
                </a:lnTo>
                <a:cubicBezTo>
                  <a:pt x="100211" y="75355"/>
                  <a:pt x="113088" y="82133"/>
                  <a:pt x="113088" y="82133"/>
                </a:cubicBezTo>
                <a:close/>
                <a:moveTo>
                  <a:pt x="6911" y="37866"/>
                </a:moveTo>
                <a:lnTo>
                  <a:pt x="6927" y="37838"/>
                </a:lnTo>
                <a:cubicBezTo>
                  <a:pt x="6061" y="37377"/>
                  <a:pt x="5455" y="36500"/>
                  <a:pt x="5455" y="35455"/>
                </a:cubicBezTo>
                <a:cubicBezTo>
                  <a:pt x="5455" y="34411"/>
                  <a:pt x="6061" y="33527"/>
                  <a:pt x="6927" y="33072"/>
                </a:cubicBezTo>
                <a:lnTo>
                  <a:pt x="6911" y="33038"/>
                </a:lnTo>
                <a:lnTo>
                  <a:pt x="58727" y="5766"/>
                </a:lnTo>
                <a:lnTo>
                  <a:pt x="58744" y="5800"/>
                </a:lnTo>
                <a:cubicBezTo>
                  <a:pt x="59127" y="5600"/>
                  <a:pt x="59538" y="5455"/>
                  <a:pt x="60000" y="5455"/>
                </a:cubicBezTo>
                <a:cubicBezTo>
                  <a:pt x="60461" y="5455"/>
                  <a:pt x="60872" y="5600"/>
                  <a:pt x="61255" y="5800"/>
                </a:cubicBezTo>
                <a:lnTo>
                  <a:pt x="61272" y="5766"/>
                </a:lnTo>
                <a:lnTo>
                  <a:pt x="113088" y="33038"/>
                </a:lnTo>
                <a:lnTo>
                  <a:pt x="113072" y="33072"/>
                </a:lnTo>
                <a:cubicBezTo>
                  <a:pt x="113938" y="33527"/>
                  <a:pt x="114544" y="34411"/>
                  <a:pt x="114544" y="35455"/>
                </a:cubicBezTo>
                <a:cubicBezTo>
                  <a:pt x="114544" y="36500"/>
                  <a:pt x="113938" y="37377"/>
                  <a:pt x="113072" y="37838"/>
                </a:cubicBezTo>
                <a:lnTo>
                  <a:pt x="113088" y="37866"/>
                </a:lnTo>
                <a:lnTo>
                  <a:pt x="61272" y="65138"/>
                </a:lnTo>
                <a:lnTo>
                  <a:pt x="61255" y="65111"/>
                </a:lnTo>
                <a:cubicBezTo>
                  <a:pt x="60872" y="65311"/>
                  <a:pt x="60461" y="65455"/>
                  <a:pt x="60000" y="65455"/>
                </a:cubicBezTo>
                <a:cubicBezTo>
                  <a:pt x="59538" y="65455"/>
                  <a:pt x="59127" y="65311"/>
                  <a:pt x="58744" y="65111"/>
                </a:cubicBezTo>
                <a:lnTo>
                  <a:pt x="58727" y="65138"/>
                </a:lnTo>
                <a:cubicBezTo>
                  <a:pt x="58727" y="65138"/>
                  <a:pt x="6911" y="37866"/>
                  <a:pt x="6911" y="37866"/>
                </a:cubicBezTo>
                <a:close/>
                <a:moveTo>
                  <a:pt x="120000" y="60000"/>
                </a:moveTo>
                <a:cubicBezTo>
                  <a:pt x="120000" y="56855"/>
                  <a:pt x="118211" y="54161"/>
                  <a:pt x="115611" y="52794"/>
                </a:cubicBezTo>
                <a:lnTo>
                  <a:pt x="115627" y="52761"/>
                </a:lnTo>
                <a:lnTo>
                  <a:pt x="106066" y="47727"/>
                </a:lnTo>
                <a:lnTo>
                  <a:pt x="115627" y="42694"/>
                </a:lnTo>
                <a:lnTo>
                  <a:pt x="115611" y="42661"/>
                </a:lnTo>
                <a:cubicBezTo>
                  <a:pt x="118211" y="41294"/>
                  <a:pt x="120000" y="38600"/>
                  <a:pt x="120000" y="35455"/>
                </a:cubicBezTo>
                <a:cubicBezTo>
                  <a:pt x="120000" y="32311"/>
                  <a:pt x="118211" y="29616"/>
                  <a:pt x="115611" y="28250"/>
                </a:cubicBezTo>
                <a:lnTo>
                  <a:pt x="115627" y="28216"/>
                </a:lnTo>
                <a:lnTo>
                  <a:pt x="63811" y="944"/>
                </a:lnTo>
                <a:lnTo>
                  <a:pt x="63794" y="972"/>
                </a:lnTo>
                <a:cubicBezTo>
                  <a:pt x="62655" y="372"/>
                  <a:pt x="61377" y="0"/>
                  <a:pt x="60000" y="0"/>
                </a:cubicBezTo>
                <a:cubicBezTo>
                  <a:pt x="58622" y="0"/>
                  <a:pt x="57344" y="372"/>
                  <a:pt x="56205" y="972"/>
                </a:cubicBezTo>
                <a:lnTo>
                  <a:pt x="56183" y="944"/>
                </a:lnTo>
                <a:lnTo>
                  <a:pt x="4366" y="28216"/>
                </a:lnTo>
                <a:lnTo>
                  <a:pt x="4388" y="28250"/>
                </a:lnTo>
                <a:cubicBezTo>
                  <a:pt x="1788" y="29616"/>
                  <a:pt x="0" y="32311"/>
                  <a:pt x="0" y="35455"/>
                </a:cubicBezTo>
                <a:cubicBezTo>
                  <a:pt x="0" y="38600"/>
                  <a:pt x="1788" y="41294"/>
                  <a:pt x="4388" y="42661"/>
                </a:cubicBezTo>
                <a:lnTo>
                  <a:pt x="4366" y="42694"/>
                </a:lnTo>
                <a:lnTo>
                  <a:pt x="13933" y="47727"/>
                </a:lnTo>
                <a:lnTo>
                  <a:pt x="4366" y="52761"/>
                </a:lnTo>
                <a:lnTo>
                  <a:pt x="4388" y="52794"/>
                </a:lnTo>
                <a:cubicBezTo>
                  <a:pt x="1788" y="54161"/>
                  <a:pt x="0" y="56855"/>
                  <a:pt x="0" y="60000"/>
                </a:cubicBezTo>
                <a:cubicBezTo>
                  <a:pt x="0" y="63144"/>
                  <a:pt x="1788" y="65838"/>
                  <a:pt x="4388" y="67205"/>
                </a:cubicBezTo>
                <a:lnTo>
                  <a:pt x="4366" y="67238"/>
                </a:lnTo>
                <a:lnTo>
                  <a:pt x="13933" y="72272"/>
                </a:lnTo>
                <a:lnTo>
                  <a:pt x="4366" y="77305"/>
                </a:lnTo>
                <a:lnTo>
                  <a:pt x="4388" y="77338"/>
                </a:lnTo>
                <a:cubicBezTo>
                  <a:pt x="1788" y="78705"/>
                  <a:pt x="0" y="81400"/>
                  <a:pt x="0" y="84544"/>
                </a:cubicBezTo>
                <a:cubicBezTo>
                  <a:pt x="0" y="87688"/>
                  <a:pt x="1788" y="90383"/>
                  <a:pt x="4388" y="91750"/>
                </a:cubicBezTo>
                <a:lnTo>
                  <a:pt x="4366" y="91783"/>
                </a:lnTo>
                <a:lnTo>
                  <a:pt x="56183" y="119055"/>
                </a:lnTo>
                <a:lnTo>
                  <a:pt x="56205" y="119027"/>
                </a:lnTo>
                <a:cubicBezTo>
                  <a:pt x="57344" y="119627"/>
                  <a:pt x="58622" y="120000"/>
                  <a:pt x="60000" y="120000"/>
                </a:cubicBezTo>
                <a:cubicBezTo>
                  <a:pt x="61377" y="120000"/>
                  <a:pt x="62655" y="119627"/>
                  <a:pt x="63794" y="119027"/>
                </a:cubicBezTo>
                <a:lnTo>
                  <a:pt x="63811" y="119055"/>
                </a:lnTo>
                <a:lnTo>
                  <a:pt x="115627" y="91783"/>
                </a:lnTo>
                <a:lnTo>
                  <a:pt x="115611" y="91750"/>
                </a:lnTo>
                <a:cubicBezTo>
                  <a:pt x="118211" y="90383"/>
                  <a:pt x="120000" y="87688"/>
                  <a:pt x="120000" y="84544"/>
                </a:cubicBezTo>
                <a:cubicBezTo>
                  <a:pt x="120000" y="81400"/>
                  <a:pt x="118211" y="78705"/>
                  <a:pt x="115611" y="77338"/>
                </a:cubicBezTo>
                <a:lnTo>
                  <a:pt x="115627" y="77305"/>
                </a:lnTo>
                <a:lnTo>
                  <a:pt x="106066" y="72272"/>
                </a:lnTo>
                <a:lnTo>
                  <a:pt x="115627" y="67238"/>
                </a:lnTo>
                <a:lnTo>
                  <a:pt x="115611" y="67205"/>
                </a:lnTo>
                <a:cubicBezTo>
                  <a:pt x="118211" y="65838"/>
                  <a:pt x="120000" y="63144"/>
                  <a:pt x="120000" y="60000"/>
                </a:cubicBezTo>
              </a:path>
            </a:pathLst>
          </a:custGeom>
          <a:solidFill>
            <a:schemeClr val="dk2"/>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sp>
        <p:nvSpPr>
          <p:cNvPr id="561" name="Google Shape;561;p80"/>
          <p:cNvSpPr txBox="1">
            <a:spLocks noGrp="1"/>
          </p:cNvSpPr>
          <p:nvPr>
            <p:ph type="body" idx="2"/>
          </p:nvPr>
        </p:nvSpPr>
        <p:spPr>
          <a:xfrm>
            <a:off x="1180757" y="2775427"/>
            <a:ext cx="2247780" cy="87365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62" name="Google Shape;562;p80"/>
          <p:cNvSpPr txBox="1">
            <a:spLocks noGrp="1"/>
          </p:cNvSpPr>
          <p:nvPr>
            <p:ph type="body" idx="3"/>
          </p:nvPr>
        </p:nvSpPr>
        <p:spPr>
          <a:xfrm>
            <a:off x="3025297" y="5390259"/>
            <a:ext cx="2327466" cy="78964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63" name="Google Shape;563;p80"/>
          <p:cNvSpPr txBox="1">
            <a:spLocks noGrp="1"/>
          </p:cNvSpPr>
          <p:nvPr>
            <p:ph type="body" idx="4"/>
          </p:nvPr>
        </p:nvSpPr>
        <p:spPr>
          <a:xfrm>
            <a:off x="4721151" y="2149850"/>
            <a:ext cx="2327466" cy="862752"/>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64" name="Google Shape;564;p80"/>
          <p:cNvSpPr txBox="1">
            <a:spLocks noGrp="1"/>
          </p:cNvSpPr>
          <p:nvPr>
            <p:ph type="body" idx="5"/>
          </p:nvPr>
        </p:nvSpPr>
        <p:spPr>
          <a:xfrm>
            <a:off x="6986775" y="4708150"/>
            <a:ext cx="2327466" cy="789646"/>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65" name="Google Shape;565;p80"/>
          <p:cNvSpPr txBox="1">
            <a:spLocks noGrp="1"/>
          </p:cNvSpPr>
          <p:nvPr>
            <p:ph type="body" idx="6"/>
          </p:nvPr>
        </p:nvSpPr>
        <p:spPr>
          <a:xfrm>
            <a:off x="10694145" y="1955612"/>
            <a:ext cx="1318631" cy="186025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100"/>
              <a:buFont typeface="Arial"/>
              <a:buNone/>
              <a:defRPr sz="1100" b="1"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1"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66" name="Google Shape;566;p80"/>
          <p:cNvSpPr txBox="1">
            <a:spLocks noGrp="1"/>
          </p:cNvSpPr>
          <p:nvPr>
            <p:ph type="body" idx="7"/>
          </p:nvPr>
        </p:nvSpPr>
        <p:spPr>
          <a:xfrm>
            <a:off x="1180758" y="2222957"/>
            <a:ext cx="2247780" cy="496064"/>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67" name="Google Shape;567;p80"/>
          <p:cNvSpPr txBox="1">
            <a:spLocks noGrp="1"/>
          </p:cNvSpPr>
          <p:nvPr>
            <p:ph type="body" idx="8"/>
          </p:nvPr>
        </p:nvSpPr>
        <p:spPr>
          <a:xfrm>
            <a:off x="4721151" y="1607631"/>
            <a:ext cx="2327466" cy="496064"/>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68" name="Google Shape;568;p80"/>
          <p:cNvSpPr txBox="1">
            <a:spLocks noGrp="1"/>
          </p:cNvSpPr>
          <p:nvPr>
            <p:ph type="body" idx="9"/>
          </p:nvPr>
        </p:nvSpPr>
        <p:spPr>
          <a:xfrm>
            <a:off x="3025297" y="6180788"/>
            <a:ext cx="2327466" cy="364177"/>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69" name="Google Shape;569;p80"/>
          <p:cNvSpPr txBox="1">
            <a:spLocks noGrp="1"/>
          </p:cNvSpPr>
          <p:nvPr>
            <p:ph type="body" idx="13"/>
          </p:nvPr>
        </p:nvSpPr>
        <p:spPr>
          <a:xfrm>
            <a:off x="6986775" y="5537050"/>
            <a:ext cx="2327466" cy="496064"/>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5_Custom Layout">
  <p:cSld name="5_Custom Layout">
    <p:spTree>
      <p:nvGrpSpPr>
        <p:cNvPr id="1" name="Shape 570"/>
        <p:cNvGrpSpPr/>
        <p:nvPr/>
      </p:nvGrpSpPr>
      <p:grpSpPr>
        <a:xfrm>
          <a:off x="0" y="0"/>
          <a:ext cx="0" cy="0"/>
          <a:chOff x="0" y="0"/>
          <a:chExt cx="0" cy="0"/>
        </a:xfrm>
      </p:grpSpPr>
      <p:sp>
        <p:nvSpPr>
          <p:cNvPr id="571" name="Google Shape;571;p81"/>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72" name="Google Shape;572;p81"/>
          <p:cNvSpPr txBox="1">
            <a:spLocks noGrp="1"/>
          </p:cNvSpPr>
          <p:nvPr>
            <p:ph type="body" idx="1"/>
          </p:nvPr>
        </p:nvSpPr>
        <p:spPr>
          <a:xfrm>
            <a:off x="207963" y="273050"/>
            <a:ext cx="11291702" cy="298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EC07D"/>
              </a:buClr>
              <a:buSzPts val="1600"/>
              <a:buFont typeface="Arial"/>
              <a:buNone/>
              <a:defRPr sz="1600" b="0" i="0" u="none" strike="noStrike" cap="none">
                <a:solidFill>
                  <a:srgbClr val="0EC07D"/>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grpSp>
        <p:nvGrpSpPr>
          <p:cNvPr id="573" name="Google Shape;573;p81"/>
          <p:cNvGrpSpPr/>
          <p:nvPr/>
        </p:nvGrpSpPr>
        <p:grpSpPr>
          <a:xfrm>
            <a:off x="8705339" y="1607951"/>
            <a:ext cx="2504672" cy="2336330"/>
            <a:chOff x="8705339" y="1607951"/>
            <a:chExt cx="2504672" cy="2336330"/>
          </a:xfrm>
        </p:grpSpPr>
        <p:grpSp>
          <p:nvGrpSpPr>
            <p:cNvPr id="574" name="Google Shape;574;p81"/>
            <p:cNvGrpSpPr/>
            <p:nvPr/>
          </p:nvGrpSpPr>
          <p:grpSpPr>
            <a:xfrm>
              <a:off x="8705339" y="1607951"/>
              <a:ext cx="2358104" cy="2097263"/>
              <a:chOff x="8705339" y="1607951"/>
              <a:chExt cx="2358104" cy="2097263"/>
            </a:xfrm>
          </p:grpSpPr>
          <p:sp>
            <p:nvSpPr>
              <p:cNvPr id="575" name="Google Shape;575;p81"/>
              <p:cNvSpPr/>
              <p:nvPr/>
            </p:nvSpPr>
            <p:spPr>
              <a:xfrm rot="-5400000">
                <a:off x="8706847" y="1606446"/>
                <a:ext cx="1180703" cy="1183715"/>
              </a:xfrm>
              <a:custGeom>
                <a:avLst/>
                <a:gdLst/>
                <a:ahLst/>
                <a:cxnLst/>
                <a:rect l="l" t="t" r="r" b="b"/>
                <a:pathLst>
                  <a:path w="120000" h="120000" extrusionOk="0">
                    <a:moveTo>
                      <a:pt x="0" y="0"/>
                    </a:moveTo>
                    <a:lnTo>
                      <a:pt x="11979" y="603"/>
                    </a:lnTo>
                    <a:cubicBezTo>
                      <a:pt x="72653" y="6749"/>
                      <a:pt x="120000" y="57859"/>
                      <a:pt x="120000" y="120000"/>
                    </a:cubicBezTo>
                    <a:lnTo>
                      <a:pt x="73548" y="120000"/>
                    </a:lnTo>
                    <a:lnTo>
                      <a:pt x="73548" y="119999"/>
                    </a:lnTo>
                    <a:cubicBezTo>
                      <a:pt x="73548" y="81849"/>
                      <a:pt x="44480" y="50470"/>
                      <a:pt x="7230" y="46697"/>
                    </a:cubicBezTo>
                    <a:lnTo>
                      <a:pt x="0" y="46333"/>
                    </a:ln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76" name="Google Shape;576;p81"/>
              <p:cNvSpPr/>
              <p:nvPr/>
            </p:nvSpPr>
            <p:spPr>
              <a:xfrm>
                <a:off x="9882742" y="1607951"/>
                <a:ext cx="1180701" cy="1183715"/>
              </a:xfrm>
              <a:custGeom>
                <a:avLst/>
                <a:gdLst/>
                <a:ahLst/>
                <a:cxnLst/>
                <a:rect l="l" t="t" r="r" b="b"/>
                <a:pathLst>
                  <a:path w="120000" h="120000" extrusionOk="0">
                    <a:moveTo>
                      <a:pt x="0" y="0"/>
                    </a:moveTo>
                    <a:lnTo>
                      <a:pt x="11979" y="603"/>
                    </a:lnTo>
                    <a:cubicBezTo>
                      <a:pt x="72653" y="6749"/>
                      <a:pt x="120000" y="57859"/>
                      <a:pt x="120000" y="120000"/>
                    </a:cubicBezTo>
                    <a:lnTo>
                      <a:pt x="73548" y="120000"/>
                    </a:lnTo>
                    <a:lnTo>
                      <a:pt x="73548" y="119999"/>
                    </a:lnTo>
                    <a:cubicBezTo>
                      <a:pt x="73548" y="81849"/>
                      <a:pt x="44480" y="50470"/>
                      <a:pt x="7230" y="46697"/>
                    </a:cubicBezTo>
                    <a:lnTo>
                      <a:pt x="0" y="46333"/>
                    </a:ln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77" name="Google Shape;577;p81"/>
              <p:cNvSpPr/>
              <p:nvPr/>
            </p:nvSpPr>
            <p:spPr>
              <a:xfrm>
                <a:off x="8705339" y="2785319"/>
                <a:ext cx="455853" cy="919353"/>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78" name="Google Shape;578;p81"/>
              <p:cNvSpPr/>
              <p:nvPr/>
            </p:nvSpPr>
            <p:spPr>
              <a:xfrm>
                <a:off x="10607442" y="2785321"/>
                <a:ext cx="455853" cy="919893"/>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579" name="Google Shape;579;p81"/>
            <p:cNvSpPr/>
            <p:nvPr/>
          </p:nvSpPr>
          <p:spPr>
            <a:xfrm rot="2700000">
              <a:off x="10575857" y="3310127"/>
              <a:ext cx="525350" cy="525350"/>
            </a:xfrm>
            <a:custGeom>
              <a:avLst/>
              <a:gdLst/>
              <a:ahLst/>
              <a:cxnLst/>
              <a:rect l="l" t="t" r="r" b="b"/>
              <a:pathLst>
                <a:path w="120000" h="120000" extrusionOk="0">
                  <a:moveTo>
                    <a:pt x="0" y="120000"/>
                  </a:moveTo>
                  <a:lnTo>
                    <a:pt x="120000" y="0"/>
                  </a:lnTo>
                  <a:lnTo>
                    <a:pt x="120000" y="120000"/>
                  </a:lnTo>
                  <a:lnTo>
                    <a:pt x="0" y="120000"/>
                  </a:ln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grpSp>
        <p:nvGrpSpPr>
          <p:cNvPr id="580" name="Google Shape;580;p81"/>
          <p:cNvGrpSpPr/>
          <p:nvPr/>
        </p:nvGrpSpPr>
        <p:grpSpPr>
          <a:xfrm>
            <a:off x="6794670" y="3441706"/>
            <a:ext cx="2503757" cy="2336328"/>
            <a:chOff x="3371475" y="3591818"/>
            <a:chExt cx="2074748" cy="1936007"/>
          </a:xfrm>
        </p:grpSpPr>
        <p:sp>
          <p:nvSpPr>
            <p:cNvPr id="581" name="Google Shape;581;p81"/>
            <p:cNvSpPr/>
            <p:nvPr/>
          </p:nvSpPr>
          <p:spPr>
            <a:xfrm rot="-5400000" flipH="1">
              <a:off x="3372725" y="4548183"/>
              <a:ext cx="978394" cy="980890"/>
            </a:xfrm>
            <a:custGeom>
              <a:avLst/>
              <a:gdLst/>
              <a:ahLst/>
              <a:cxnLst/>
              <a:rect l="l" t="t" r="r" b="b"/>
              <a:pathLst>
                <a:path w="120000" h="120000" extrusionOk="0">
                  <a:moveTo>
                    <a:pt x="0" y="0"/>
                  </a:moveTo>
                  <a:lnTo>
                    <a:pt x="11979" y="603"/>
                  </a:lnTo>
                  <a:cubicBezTo>
                    <a:pt x="72653" y="6749"/>
                    <a:pt x="120000" y="57859"/>
                    <a:pt x="120000" y="120000"/>
                  </a:cubicBezTo>
                  <a:lnTo>
                    <a:pt x="73548" y="120000"/>
                  </a:lnTo>
                  <a:lnTo>
                    <a:pt x="73548" y="119999"/>
                  </a:lnTo>
                  <a:cubicBezTo>
                    <a:pt x="73548" y="81849"/>
                    <a:pt x="44480" y="50470"/>
                    <a:pt x="7230" y="46697"/>
                  </a:cubicBezTo>
                  <a:lnTo>
                    <a:pt x="0" y="46333"/>
                  </a:lnTo>
                  <a:close/>
                </a:path>
              </a:pathLst>
            </a:cu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82" name="Google Shape;582;p81"/>
            <p:cNvSpPr/>
            <p:nvPr/>
          </p:nvSpPr>
          <p:spPr>
            <a:xfrm rot="10800000" flipH="1">
              <a:off x="4346378" y="4546935"/>
              <a:ext cx="978394" cy="980890"/>
            </a:xfrm>
            <a:custGeom>
              <a:avLst/>
              <a:gdLst/>
              <a:ahLst/>
              <a:cxnLst/>
              <a:rect l="l" t="t" r="r" b="b"/>
              <a:pathLst>
                <a:path w="120000" h="120000" extrusionOk="0">
                  <a:moveTo>
                    <a:pt x="0" y="0"/>
                  </a:moveTo>
                  <a:lnTo>
                    <a:pt x="11979" y="603"/>
                  </a:lnTo>
                  <a:cubicBezTo>
                    <a:pt x="72653" y="6749"/>
                    <a:pt x="120000" y="57859"/>
                    <a:pt x="120000" y="120000"/>
                  </a:cubicBezTo>
                  <a:lnTo>
                    <a:pt x="73548" y="120000"/>
                  </a:lnTo>
                  <a:lnTo>
                    <a:pt x="73548" y="119999"/>
                  </a:lnTo>
                  <a:cubicBezTo>
                    <a:pt x="73548" y="81849"/>
                    <a:pt x="44480" y="50470"/>
                    <a:pt x="7230" y="46697"/>
                  </a:cubicBezTo>
                  <a:lnTo>
                    <a:pt x="0" y="46333"/>
                  </a:lnTo>
                  <a:close/>
                </a:path>
              </a:pathLst>
            </a:cu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83" name="Google Shape;583;p81"/>
            <p:cNvSpPr/>
            <p:nvPr/>
          </p:nvSpPr>
          <p:spPr>
            <a:xfrm rot="10800000" flipH="1">
              <a:off x="3371475" y="3790370"/>
              <a:ext cx="377745" cy="761826"/>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84" name="Google Shape;584;p81"/>
            <p:cNvSpPr/>
            <p:nvPr/>
          </p:nvSpPr>
          <p:spPr>
            <a:xfrm rot="10800000" flipH="1">
              <a:off x="4946903" y="3789921"/>
              <a:ext cx="377745" cy="762272"/>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85" name="Google Shape;585;p81"/>
            <p:cNvSpPr/>
            <p:nvPr/>
          </p:nvSpPr>
          <p:spPr>
            <a:xfrm rot="8100000" flipH="1">
              <a:off x="4920731" y="3681978"/>
              <a:ext cx="435332" cy="435332"/>
            </a:xfrm>
            <a:custGeom>
              <a:avLst/>
              <a:gdLst/>
              <a:ahLst/>
              <a:cxnLst/>
              <a:rect l="l" t="t" r="r" b="b"/>
              <a:pathLst>
                <a:path w="120000" h="120000" extrusionOk="0">
                  <a:moveTo>
                    <a:pt x="0" y="120000"/>
                  </a:moveTo>
                  <a:lnTo>
                    <a:pt x="120000" y="0"/>
                  </a:lnTo>
                  <a:lnTo>
                    <a:pt x="120000" y="120000"/>
                  </a:lnTo>
                  <a:lnTo>
                    <a:pt x="0" y="120000"/>
                  </a:lnTo>
                  <a:close/>
                </a:path>
              </a:pathLst>
            </a:cu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grpSp>
        <p:nvGrpSpPr>
          <p:cNvPr id="586" name="Google Shape;586;p81"/>
          <p:cNvGrpSpPr/>
          <p:nvPr/>
        </p:nvGrpSpPr>
        <p:grpSpPr>
          <a:xfrm>
            <a:off x="4892567" y="1607951"/>
            <a:ext cx="2504672" cy="2336330"/>
            <a:chOff x="4892567" y="1607951"/>
            <a:chExt cx="2504672" cy="2336330"/>
          </a:xfrm>
        </p:grpSpPr>
        <p:sp>
          <p:nvSpPr>
            <p:cNvPr id="587" name="Google Shape;587;p81"/>
            <p:cNvSpPr/>
            <p:nvPr/>
          </p:nvSpPr>
          <p:spPr>
            <a:xfrm rot="-5400000">
              <a:off x="4894075" y="1606446"/>
              <a:ext cx="1180703" cy="1183715"/>
            </a:xfrm>
            <a:custGeom>
              <a:avLst/>
              <a:gdLst/>
              <a:ahLst/>
              <a:cxnLst/>
              <a:rect l="l" t="t" r="r" b="b"/>
              <a:pathLst>
                <a:path w="120000" h="120000" extrusionOk="0">
                  <a:moveTo>
                    <a:pt x="0" y="0"/>
                  </a:moveTo>
                  <a:lnTo>
                    <a:pt x="11979" y="603"/>
                  </a:lnTo>
                  <a:cubicBezTo>
                    <a:pt x="72653" y="6749"/>
                    <a:pt x="120000" y="57859"/>
                    <a:pt x="120000" y="120000"/>
                  </a:cubicBezTo>
                  <a:lnTo>
                    <a:pt x="73548" y="120000"/>
                  </a:lnTo>
                  <a:lnTo>
                    <a:pt x="73548" y="119999"/>
                  </a:lnTo>
                  <a:cubicBezTo>
                    <a:pt x="73548" y="81849"/>
                    <a:pt x="44480" y="50470"/>
                    <a:pt x="7230" y="46697"/>
                  </a:cubicBezTo>
                  <a:lnTo>
                    <a:pt x="0" y="46333"/>
                  </a:lnTo>
                  <a:close/>
                </a:path>
              </a:pathLst>
            </a:cu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88" name="Google Shape;588;p81"/>
            <p:cNvSpPr/>
            <p:nvPr/>
          </p:nvSpPr>
          <p:spPr>
            <a:xfrm>
              <a:off x="6069971" y="1607951"/>
              <a:ext cx="1180701" cy="1183715"/>
            </a:xfrm>
            <a:custGeom>
              <a:avLst/>
              <a:gdLst/>
              <a:ahLst/>
              <a:cxnLst/>
              <a:rect l="l" t="t" r="r" b="b"/>
              <a:pathLst>
                <a:path w="120000" h="120000" extrusionOk="0">
                  <a:moveTo>
                    <a:pt x="0" y="0"/>
                  </a:moveTo>
                  <a:lnTo>
                    <a:pt x="11979" y="603"/>
                  </a:lnTo>
                  <a:cubicBezTo>
                    <a:pt x="72653" y="6749"/>
                    <a:pt x="120000" y="57859"/>
                    <a:pt x="120000" y="120000"/>
                  </a:cubicBezTo>
                  <a:lnTo>
                    <a:pt x="73548" y="120000"/>
                  </a:lnTo>
                  <a:lnTo>
                    <a:pt x="73548" y="119999"/>
                  </a:lnTo>
                  <a:cubicBezTo>
                    <a:pt x="73548" y="81849"/>
                    <a:pt x="44480" y="50470"/>
                    <a:pt x="7230" y="46697"/>
                  </a:cubicBezTo>
                  <a:lnTo>
                    <a:pt x="0" y="46333"/>
                  </a:lnTo>
                  <a:close/>
                </a:path>
              </a:pathLst>
            </a:cu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89" name="Google Shape;589;p81"/>
            <p:cNvSpPr/>
            <p:nvPr/>
          </p:nvSpPr>
          <p:spPr>
            <a:xfrm>
              <a:off x="4892567" y="2785319"/>
              <a:ext cx="455853" cy="919353"/>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0" name="Google Shape;590;p81"/>
            <p:cNvSpPr/>
            <p:nvPr/>
          </p:nvSpPr>
          <p:spPr>
            <a:xfrm>
              <a:off x="6794671" y="2785321"/>
              <a:ext cx="455853" cy="919893"/>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1" name="Google Shape;591;p81"/>
            <p:cNvSpPr/>
            <p:nvPr/>
          </p:nvSpPr>
          <p:spPr>
            <a:xfrm rot="2700000">
              <a:off x="6763085" y="3310127"/>
              <a:ext cx="525350" cy="525350"/>
            </a:xfrm>
            <a:custGeom>
              <a:avLst/>
              <a:gdLst/>
              <a:ahLst/>
              <a:cxnLst/>
              <a:rect l="l" t="t" r="r" b="b"/>
              <a:pathLst>
                <a:path w="120000" h="120000" extrusionOk="0">
                  <a:moveTo>
                    <a:pt x="0" y="120000"/>
                  </a:moveTo>
                  <a:lnTo>
                    <a:pt x="120000" y="0"/>
                  </a:lnTo>
                  <a:lnTo>
                    <a:pt x="120000" y="120000"/>
                  </a:lnTo>
                  <a:lnTo>
                    <a:pt x="0" y="120000"/>
                  </a:lnTo>
                  <a:close/>
                </a:path>
              </a:pathLst>
            </a:cu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grpSp>
        <p:nvGrpSpPr>
          <p:cNvPr id="592" name="Google Shape;592;p81"/>
          <p:cNvGrpSpPr/>
          <p:nvPr/>
        </p:nvGrpSpPr>
        <p:grpSpPr>
          <a:xfrm>
            <a:off x="2992894" y="3441706"/>
            <a:ext cx="2503757" cy="2336328"/>
            <a:chOff x="3371475" y="3591818"/>
            <a:chExt cx="2074748" cy="1936007"/>
          </a:xfrm>
        </p:grpSpPr>
        <p:sp>
          <p:nvSpPr>
            <p:cNvPr id="593" name="Google Shape;593;p81"/>
            <p:cNvSpPr/>
            <p:nvPr/>
          </p:nvSpPr>
          <p:spPr>
            <a:xfrm rot="-5400000" flipH="1">
              <a:off x="3372725" y="4548183"/>
              <a:ext cx="978394" cy="980890"/>
            </a:xfrm>
            <a:custGeom>
              <a:avLst/>
              <a:gdLst/>
              <a:ahLst/>
              <a:cxnLst/>
              <a:rect l="l" t="t" r="r" b="b"/>
              <a:pathLst>
                <a:path w="120000" h="120000" extrusionOk="0">
                  <a:moveTo>
                    <a:pt x="0" y="0"/>
                  </a:moveTo>
                  <a:lnTo>
                    <a:pt x="11979" y="603"/>
                  </a:lnTo>
                  <a:cubicBezTo>
                    <a:pt x="72653" y="6749"/>
                    <a:pt x="120000" y="57859"/>
                    <a:pt x="120000" y="120000"/>
                  </a:cubicBezTo>
                  <a:lnTo>
                    <a:pt x="73548" y="120000"/>
                  </a:lnTo>
                  <a:lnTo>
                    <a:pt x="73548" y="119999"/>
                  </a:lnTo>
                  <a:cubicBezTo>
                    <a:pt x="73548" y="81849"/>
                    <a:pt x="44480" y="50470"/>
                    <a:pt x="7230" y="46697"/>
                  </a:cubicBezTo>
                  <a:lnTo>
                    <a:pt x="0" y="46333"/>
                  </a:ln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4" name="Google Shape;594;p81"/>
            <p:cNvSpPr/>
            <p:nvPr/>
          </p:nvSpPr>
          <p:spPr>
            <a:xfrm rot="10800000" flipH="1">
              <a:off x="4346378" y="4546935"/>
              <a:ext cx="978394" cy="980890"/>
            </a:xfrm>
            <a:custGeom>
              <a:avLst/>
              <a:gdLst/>
              <a:ahLst/>
              <a:cxnLst/>
              <a:rect l="l" t="t" r="r" b="b"/>
              <a:pathLst>
                <a:path w="120000" h="120000" extrusionOk="0">
                  <a:moveTo>
                    <a:pt x="0" y="0"/>
                  </a:moveTo>
                  <a:lnTo>
                    <a:pt x="11979" y="603"/>
                  </a:lnTo>
                  <a:cubicBezTo>
                    <a:pt x="72653" y="6749"/>
                    <a:pt x="120000" y="57859"/>
                    <a:pt x="120000" y="120000"/>
                  </a:cubicBezTo>
                  <a:lnTo>
                    <a:pt x="73548" y="120000"/>
                  </a:lnTo>
                  <a:lnTo>
                    <a:pt x="73548" y="119999"/>
                  </a:lnTo>
                  <a:cubicBezTo>
                    <a:pt x="73548" y="81849"/>
                    <a:pt x="44480" y="50470"/>
                    <a:pt x="7230" y="46697"/>
                  </a:cubicBezTo>
                  <a:lnTo>
                    <a:pt x="0" y="46333"/>
                  </a:ln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5" name="Google Shape;595;p81"/>
            <p:cNvSpPr/>
            <p:nvPr/>
          </p:nvSpPr>
          <p:spPr>
            <a:xfrm rot="10800000" flipH="1">
              <a:off x="3371475" y="3790370"/>
              <a:ext cx="377745" cy="761826"/>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81"/>
            <p:cNvSpPr/>
            <p:nvPr/>
          </p:nvSpPr>
          <p:spPr>
            <a:xfrm rot="10800000" flipH="1">
              <a:off x="4946903" y="3789921"/>
              <a:ext cx="377745" cy="76227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81"/>
            <p:cNvSpPr/>
            <p:nvPr/>
          </p:nvSpPr>
          <p:spPr>
            <a:xfrm rot="8100000" flipH="1">
              <a:off x="4920731" y="3681978"/>
              <a:ext cx="435332" cy="435332"/>
            </a:xfrm>
            <a:custGeom>
              <a:avLst/>
              <a:gdLst/>
              <a:ahLst/>
              <a:cxnLst/>
              <a:rect l="l" t="t" r="r" b="b"/>
              <a:pathLst>
                <a:path w="120000" h="120000" extrusionOk="0">
                  <a:moveTo>
                    <a:pt x="0" y="120000"/>
                  </a:moveTo>
                  <a:lnTo>
                    <a:pt x="120000" y="0"/>
                  </a:lnTo>
                  <a:lnTo>
                    <a:pt x="120000" y="120000"/>
                  </a:lnTo>
                  <a:lnTo>
                    <a:pt x="0" y="120000"/>
                  </a:ln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grpSp>
        <p:nvGrpSpPr>
          <p:cNvPr id="598" name="Google Shape;598;p81"/>
          <p:cNvGrpSpPr/>
          <p:nvPr/>
        </p:nvGrpSpPr>
        <p:grpSpPr>
          <a:xfrm>
            <a:off x="1090792" y="1607950"/>
            <a:ext cx="2504673" cy="2336331"/>
            <a:chOff x="1090792" y="1607950"/>
            <a:chExt cx="2504673" cy="2336331"/>
          </a:xfrm>
        </p:grpSpPr>
        <p:sp>
          <p:nvSpPr>
            <p:cNvPr id="599" name="Google Shape;599;p81"/>
            <p:cNvSpPr/>
            <p:nvPr/>
          </p:nvSpPr>
          <p:spPr>
            <a:xfrm rot="-5400000">
              <a:off x="1092300" y="1606446"/>
              <a:ext cx="1180703" cy="1183715"/>
            </a:xfrm>
            <a:custGeom>
              <a:avLst/>
              <a:gdLst/>
              <a:ahLst/>
              <a:cxnLst/>
              <a:rect l="l" t="t" r="r" b="b"/>
              <a:pathLst>
                <a:path w="120000" h="120000" extrusionOk="0">
                  <a:moveTo>
                    <a:pt x="0" y="0"/>
                  </a:moveTo>
                  <a:lnTo>
                    <a:pt x="11979" y="603"/>
                  </a:lnTo>
                  <a:cubicBezTo>
                    <a:pt x="72653" y="6749"/>
                    <a:pt x="120000" y="57859"/>
                    <a:pt x="120000" y="120000"/>
                  </a:cubicBezTo>
                  <a:lnTo>
                    <a:pt x="73548" y="120000"/>
                  </a:lnTo>
                  <a:lnTo>
                    <a:pt x="73548" y="119999"/>
                  </a:lnTo>
                  <a:cubicBezTo>
                    <a:pt x="73548" y="81849"/>
                    <a:pt x="44480" y="50470"/>
                    <a:pt x="7230" y="46697"/>
                  </a:cubicBezTo>
                  <a:lnTo>
                    <a:pt x="0" y="46333"/>
                  </a:ln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81"/>
            <p:cNvSpPr/>
            <p:nvPr/>
          </p:nvSpPr>
          <p:spPr>
            <a:xfrm>
              <a:off x="2268196" y="1607950"/>
              <a:ext cx="1180701" cy="1183715"/>
            </a:xfrm>
            <a:custGeom>
              <a:avLst/>
              <a:gdLst/>
              <a:ahLst/>
              <a:cxnLst/>
              <a:rect l="l" t="t" r="r" b="b"/>
              <a:pathLst>
                <a:path w="120000" h="120000" extrusionOk="0">
                  <a:moveTo>
                    <a:pt x="0" y="0"/>
                  </a:moveTo>
                  <a:lnTo>
                    <a:pt x="11979" y="603"/>
                  </a:lnTo>
                  <a:cubicBezTo>
                    <a:pt x="72653" y="6749"/>
                    <a:pt x="120000" y="57859"/>
                    <a:pt x="120000" y="120000"/>
                  </a:cubicBezTo>
                  <a:lnTo>
                    <a:pt x="73548" y="120000"/>
                  </a:lnTo>
                  <a:lnTo>
                    <a:pt x="73548" y="119999"/>
                  </a:lnTo>
                  <a:cubicBezTo>
                    <a:pt x="73548" y="81849"/>
                    <a:pt x="44480" y="50470"/>
                    <a:pt x="7230" y="46697"/>
                  </a:cubicBezTo>
                  <a:lnTo>
                    <a:pt x="0" y="46333"/>
                  </a:ln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1" name="Google Shape;601;p81"/>
            <p:cNvSpPr/>
            <p:nvPr/>
          </p:nvSpPr>
          <p:spPr>
            <a:xfrm>
              <a:off x="1090792" y="2785318"/>
              <a:ext cx="455853" cy="919353"/>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2" name="Google Shape;602;p81"/>
            <p:cNvSpPr/>
            <p:nvPr/>
          </p:nvSpPr>
          <p:spPr>
            <a:xfrm>
              <a:off x="2992894" y="2785318"/>
              <a:ext cx="455853" cy="919893"/>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3" name="Google Shape;603;p81"/>
            <p:cNvSpPr/>
            <p:nvPr/>
          </p:nvSpPr>
          <p:spPr>
            <a:xfrm rot="2700000">
              <a:off x="2961311" y="3310127"/>
              <a:ext cx="525350" cy="525350"/>
            </a:xfrm>
            <a:custGeom>
              <a:avLst/>
              <a:gdLst/>
              <a:ahLst/>
              <a:cxnLst/>
              <a:rect l="l" t="t" r="r" b="b"/>
              <a:pathLst>
                <a:path w="120000" h="120000" extrusionOk="0">
                  <a:moveTo>
                    <a:pt x="0" y="120000"/>
                  </a:moveTo>
                  <a:lnTo>
                    <a:pt x="120000" y="0"/>
                  </a:lnTo>
                  <a:lnTo>
                    <a:pt x="120000" y="120000"/>
                  </a:lnTo>
                  <a:lnTo>
                    <a:pt x="0" y="120000"/>
                  </a:ln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04" name="Google Shape;604;p81"/>
          <p:cNvSpPr/>
          <p:nvPr/>
        </p:nvSpPr>
        <p:spPr>
          <a:xfrm>
            <a:off x="1981263" y="2448663"/>
            <a:ext cx="611596" cy="611596"/>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05" name="Google Shape;605;p81"/>
          <p:cNvSpPr/>
          <p:nvPr/>
        </p:nvSpPr>
        <p:spPr>
          <a:xfrm>
            <a:off x="2153233" y="2615963"/>
            <a:ext cx="279327" cy="279327"/>
          </a:xfrm>
          <a:custGeom>
            <a:avLst/>
            <a:gdLst/>
            <a:ahLst/>
            <a:cxnLst/>
            <a:rect l="l" t="t" r="r" b="b"/>
            <a:pathLst>
              <a:path w="120000" h="120000" extrusionOk="0">
                <a:moveTo>
                  <a:pt x="97116" y="71977"/>
                </a:moveTo>
                <a:cubicBezTo>
                  <a:pt x="94833" y="68100"/>
                  <a:pt x="92088" y="64072"/>
                  <a:pt x="88950" y="59972"/>
                </a:cubicBezTo>
                <a:cubicBezTo>
                  <a:pt x="92072" y="55905"/>
                  <a:pt x="94844" y="51883"/>
                  <a:pt x="97116" y="48022"/>
                </a:cubicBezTo>
                <a:cubicBezTo>
                  <a:pt x="107833" y="51005"/>
                  <a:pt x="114544" y="55266"/>
                  <a:pt x="114544" y="60000"/>
                </a:cubicBezTo>
                <a:cubicBezTo>
                  <a:pt x="114544" y="64733"/>
                  <a:pt x="107833" y="68994"/>
                  <a:pt x="97116" y="71977"/>
                </a:cubicBezTo>
                <a:moveTo>
                  <a:pt x="98566" y="98572"/>
                </a:moveTo>
                <a:cubicBezTo>
                  <a:pt x="95222" y="101916"/>
                  <a:pt x="87444" y="100155"/>
                  <a:pt x="77755" y="94694"/>
                </a:cubicBezTo>
                <a:cubicBezTo>
                  <a:pt x="78877" y="90338"/>
                  <a:pt x="79805" y="85588"/>
                  <a:pt x="80483" y="80488"/>
                </a:cubicBezTo>
                <a:cubicBezTo>
                  <a:pt x="85583" y="79811"/>
                  <a:pt x="90338" y="78877"/>
                  <a:pt x="94688" y="77755"/>
                </a:cubicBezTo>
                <a:cubicBezTo>
                  <a:pt x="100155" y="87444"/>
                  <a:pt x="101916" y="95222"/>
                  <a:pt x="98566" y="98572"/>
                </a:cubicBezTo>
                <a:moveTo>
                  <a:pt x="85577" y="64227"/>
                </a:moveTo>
                <a:cubicBezTo>
                  <a:pt x="87983" y="67327"/>
                  <a:pt x="90105" y="70344"/>
                  <a:pt x="91966" y="73250"/>
                </a:cubicBezTo>
                <a:cubicBezTo>
                  <a:pt x="88611" y="73983"/>
                  <a:pt x="84972" y="74605"/>
                  <a:pt x="81094" y="75094"/>
                </a:cubicBezTo>
                <a:cubicBezTo>
                  <a:pt x="81283" y="73083"/>
                  <a:pt x="81416" y="71022"/>
                  <a:pt x="81538" y="68938"/>
                </a:cubicBezTo>
                <a:cubicBezTo>
                  <a:pt x="82944" y="67372"/>
                  <a:pt x="84277" y="65800"/>
                  <a:pt x="85577" y="64227"/>
                </a:cubicBezTo>
                <a:moveTo>
                  <a:pt x="85566" y="55733"/>
                </a:moveTo>
                <a:cubicBezTo>
                  <a:pt x="84277" y="54177"/>
                  <a:pt x="82933" y="52616"/>
                  <a:pt x="81538" y="51061"/>
                </a:cubicBezTo>
                <a:cubicBezTo>
                  <a:pt x="81416" y="48983"/>
                  <a:pt x="81283" y="46916"/>
                  <a:pt x="81094" y="44911"/>
                </a:cubicBezTo>
                <a:cubicBezTo>
                  <a:pt x="84972" y="45394"/>
                  <a:pt x="88611" y="46016"/>
                  <a:pt x="91966" y="46750"/>
                </a:cubicBezTo>
                <a:cubicBezTo>
                  <a:pt x="90116" y="49638"/>
                  <a:pt x="87955" y="52655"/>
                  <a:pt x="85566" y="55733"/>
                </a:cubicBezTo>
                <a:moveTo>
                  <a:pt x="98566" y="21427"/>
                </a:moveTo>
                <a:cubicBezTo>
                  <a:pt x="101916" y="24777"/>
                  <a:pt x="100155" y="32555"/>
                  <a:pt x="94688" y="42244"/>
                </a:cubicBezTo>
                <a:cubicBezTo>
                  <a:pt x="90338" y="41122"/>
                  <a:pt x="85583" y="40188"/>
                  <a:pt x="80483" y="39511"/>
                </a:cubicBezTo>
                <a:cubicBezTo>
                  <a:pt x="79805" y="34411"/>
                  <a:pt x="78877" y="29661"/>
                  <a:pt x="77755" y="25305"/>
                </a:cubicBezTo>
                <a:cubicBezTo>
                  <a:pt x="87444" y="19844"/>
                  <a:pt x="95222" y="18083"/>
                  <a:pt x="98566" y="21427"/>
                </a:cubicBezTo>
                <a:moveTo>
                  <a:pt x="76211" y="66733"/>
                </a:moveTo>
                <a:cubicBezTo>
                  <a:pt x="74711" y="68350"/>
                  <a:pt x="73177" y="69961"/>
                  <a:pt x="71566" y="71572"/>
                </a:cubicBezTo>
                <a:cubicBezTo>
                  <a:pt x="69961" y="73177"/>
                  <a:pt x="68350" y="74716"/>
                  <a:pt x="66733" y="76216"/>
                </a:cubicBezTo>
                <a:cubicBezTo>
                  <a:pt x="64522" y="76294"/>
                  <a:pt x="62288" y="76361"/>
                  <a:pt x="60000" y="76361"/>
                </a:cubicBezTo>
                <a:cubicBezTo>
                  <a:pt x="57705" y="76361"/>
                  <a:pt x="55472" y="76294"/>
                  <a:pt x="53261" y="76216"/>
                </a:cubicBezTo>
                <a:cubicBezTo>
                  <a:pt x="51650" y="74716"/>
                  <a:pt x="50033" y="73177"/>
                  <a:pt x="48427" y="71572"/>
                </a:cubicBezTo>
                <a:cubicBezTo>
                  <a:pt x="46822" y="69961"/>
                  <a:pt x="45288" y="68350"/>
                  <a:pt x="43783" y="66733"/>
                </a:cubicBezTo>
                <a:cubicBezTo>
                  <a:pt x="43700" y="64522"/>
                  <a:pt x="43638" y="62288"/>
                  <a:pt x="43638" y="60000"/>
                </a:cubicBezTo>
                <a:cubicBezTo>
                  <a:pt x="43638" y="57711"/>
                  <a:pt x="43700" y="55477"/>
                  <a:pt x="43783" y="53261"/>
                </a:cubicBezTo>
                <a:cubicBezTo>
                  <a:pt x="45288" y="51650"/>
                  <a:pt x="46822" y="50038"/>
                  <a:pt x="48427" y="48427"/>
                </a:cubicBezTo>
                <a:cubicBezTo>
                  <a:pt x="50033" y="46822"/>
                  <a:pt x="51650" y="45283"/>
                  <a:pt x="53261" y="43783"/>
                </a:cubicBezTo>
                <a:cubicBezTo>
                  <a:pt x="55472" y="43705"/>
                  <a:pt x="57705" y="43638"/>
                  <a:pt x="60000" y="43638"/>
                </a:cubicBezTo>
                <a:cubicBezTo>
                  <a:pt x="62288" y="43638"/>
                  <a:pt x="64522" y="43705"/>
                  <a:pt x="66733" y="43783"/>
                </a:cubicBezTo>
                <a:cubicBezTo>
                  <a:pt x="68350" y="45283"/>
                  <a:pt x="69961" y="46822"/>
                  <a:pt x="71566" y="48427"/>
                </a:cubicBezTo>
                <a:cubicBezTo>
                  <a:pt x="73177" y="50038"/>
                  <a:pt x="74711" y="51650"/>
                  <a:pt x="76211" y="53261"/>
                </a:cubicBezTo>
                <a:cubicBezTo>
                  <a:pt x="76294" y="55477"/>
                  <a:pt x="76361" y="57711"/>
                  <a:pt x="76361" y="60000"/>
                </a:cubicBezTo>
                <a:cubicBezTo>
                  <a:pt x="76361" y="62288"/>
                  <a:pt x="76294" y="64522"/>
                  <a:pt x="76211" y="66733"/>
                </a:cubicBezTo>
                <a:moveTo>
                  <a:pt x="73250" y="91972"/>
                </a:moveTo>
                <a:cubicBezTo>
                  <a:pt x="70344" y="90105"/>
                  <a:pt x="67333" y="87983"/>
                  <a:pt x="64227" y="85577"/>
                </a:cubicBezTo>
                <a:cubicBezTo>
                  <a:pt x="65800" y="84277"/>
                  <a:pt x="67372" y="82950"/>
                  <a:pt x="68938" y="81538"/>
                </a:cubicBezTo>
                <a:cubicBezTo>
                  <a:pt x="71016" y="81416"/>
                  <a:pt x="73083" y="81283"/>
                  <a:pt x="75094" y="81094"/>
                </a:cubicBezTo>
                <a:cubicBezTo>
                  <a:pt x="74605" y="84972"/>
                  <a:pt x="73977" y="88611"/>
                  <a:pt x="73250" y="91972"/>
                </a:cubicBezTo>
                <a:moveTo>
                  <a:pt x="60000" y="114544"/>
                </a:moveTo>
                <a:cubicBezTo>
                  <a:pt x="55266" y="114544"/>
                  <a:pt x="51005" y="107833"/>
                  <a:pt x="48016" y="97116"/>
                </a:cubicBezTo>
                <a:cubicBezTo>
                  <a:pt x="51883" y="94844"/>
                  <a:pt x="55900" y="92072"/>
                  <a:pt x="59972" y="88950"/>
                </a:cubicBezTo>
                <a:cubicBezTo>
                  <a:pt x="64066" y="92088"/>
                  <a:pt x="68100" y="94833"/>
                  <a:pt x="71983" y="97116"/>
                </a:cubicBezTo>
                <a:cubicBezTo>
                  <a:pt x="68994" y="107833"/>
                  <a:pt x="64733" y="114544"/>
                  <a:pt x="60000" y="114544"/>
                </a:cubicBezTo>
                <a:moveTo>
                  <a:pt x="44905" y="81094"/>
                </a:moveTo>
                <a:cubicBezTo>
                  <a:pt x="46916" y="81283"/>
                  <a:pt x="48977" y="81416"/>
                  <a:pt x="51055" y="81538"/>
                </a:cubicBezTo>
                <a:cubicBezTo>
                  <a:pt x="52616" y="82938"/>
                  <a:pt x="54172" y="84277"/>
                  <a:pt x="55733" y="85572"/>
                </a:cubicBezTo>
                <a:cubicBezTo>
                  <a:pt x="52655" y="87955"/>
                  <a:pt x="49638" y="90116"/>
                  <a:pt x="46750" y="91972"/>
                </a:cubicBezTo>
                <a:cubicBezTo>
                  <a:pt x="46016" y="88611"/>
                  <a:pt x="45394" y="84972"/>
                  <a:pt x="44905" y="81094"/>
                </a:cubicBezTo>
                <a:moveTo>
                  <a:pt x="46750" y="28027"/>
                </a:moveTo>
                <a:cubicBezTo>
                  <a:pt x="49655" y="29894"/>
                  <a:pt x="52666" y="32011"/>
                  <a:pt x="55766" y="34422"/>
                </a:cubicBezTo>
                <a:cubicBezTo>
                  <a:pt x="54200" y="35722"/>
                  <a:pt x="52627" y="37055"/>
                  <a:pt x="51055" y="38466"/>
                </a:cubicBezTo>
                <a:cubicBezTo>
                  <a:pt x="48977" y="38583"/>
                  <a:pt x="46916" y="38716"/>
                  <a:pt x="44905" y="38905"/>
                </a:cubicBezTo>
                <a:cubicBezTo>
                  <a:pt x="45394" y="35027"/>
                  <a:pt x="46016" y="31388"/>
                  <a:pt x="46750" y="28027"/>
                </a:cubicBezTo>
                <a:moveTo>
                  <a:pt x="60000" y="5455"/>
                </a:moveTo>
                <a:cubicBezTo>
                  <a:pt x="64733" y="5455"/>
                  <a:pt x="68994" y="12172"/>
                  <a:pt x="71983" y="22883"/>
                </a:cubicBezTo>
                <a:cubicBezTo>
                  <a:pt x="68116" y="25155"/>
                  <a:pt x="64094" y="27927"/>
                  <a:pt x="60022" y="31050"/>
                </a:cubicBezTo>
                <a:cubicBezTo>
                  <a:pt x="55927" y="27911"/>
                  <a:pt x="51894" y="25166"/>
                  <a:pt x="48016" y="22883"/>
                </a:cubicBezTo>
                <a:cubicBezTo>
                  <a:pt x="51005" y="12172"/>
                  <a:pt x="55266" y="5455"/>
                  <a:pt x="60000" y="5455"/>
                </a:cubicBezTo>
                <a:moveTo>
                  <a:pt x="75094" y="38905"/>
                </a:moveTo>
                <a:cubicBezTo>
                  <a:pt x="73083" y="38716"/>
                  <a:pt x="71016" y="38583"/>
                  <a:pt x="68938" y="38466"/>
                </a:cubicBezTo>
                <a:cubicBezTo>
                  <a:pt x="67383" y="37061"/>
                  <a:pt x="65822" y="35722"/>
                  <a:pt x="64266" y="34433"/>
                </a:cubicBezTo>
                <a:cubicBezTo>
                  <a:pt x="67344" y="32044"/>
                  <a:pt x="70361" y="29883"/>
                  <a:pt x="73250" y="28027"/>
                </a:cubicBezTo>
                <a:cubicBezTo>
                  <a:pt x="73977" y="31388"/>
                  <a:pt x="74605" y="35027"/>
                  <a:pt x="75094" y="38905"/>
                </a:cubicBezTo>
                <a:moveTo>
                  <a:pt x="39511" y="39511"/>
                </a:moveTo>
                <a:cubicBezTo>
                  <a:pt x="34411" y="40188"/>
                  <a:pt x="29661" y="41122"/>
                  <a:pt x="25305" y="42244"/>
                </a:cubicBezTo>
                <a:cubicBezTo>
                  <a:pt x="19844" y="32555"/>
                  <a:pt x="18083" y="24777"/>
                  <a:pt x="21433" y="21427"/>
                </a:cubicBezTo>
                <a:cubicBezTo>
                  <a:pt x="24777" y="18083"/>
                  <a:pt x="32555" y="19844"/>
                  <a:pt x="42244" y="25305"/>
                </a:cubicBezTo>
                <a:cubicBezTo>
                  <a:pt x="41122" y="29661"/>
                  <a:pt x="40188" y="34411"/>
                  <a:pt x="39511" y="39511"/>
                </a:cubicBezTo>
                <a:moveTo>
                  <a:pt x="21433" y="98572"/>
                </a:moveTo>
                <a:cubicBezTo>
                  <a:pt x="18083" y="95222"/>
                  <a:pt x="19844" y="87444"/>
                  <a:pt x="25305" y="77755"/>
                </a:cubicBezTo>
                <a:cubicBezTo>
                  <a:pt x="29661" y="78877"/>
                  <a:pt x="34411" y="79811"/>
                  <a:pt x="39511" y="80488"/>
                </a:cubicBezTo>
                <a:cubicBezTo>
                  <a:pt x="40188" y="85588"/>
                  <a:pt x="41122" y="90338"/>
                  <a:pt x="42244" y="94694"/>
                </a:cubicBezTo>
                <a:cubicBezTo>
                  <a:pt x="32555" y="100155"/>
                  <a:pt x="24777" y="101916"/>
                  <a:pt x="21433" y="98572"/>
                </a:cubicBezTo>
                <a:moveTo>
                  <a:pt x="38905" y="75094"/>
                </a:moveTo>
                <a:cubicBezTo>
                  <a:pt x="35027" y="74605"/>
                  <a:pt x="31388" y="73983"/>
                  <a:pt x="28027" y="73250"/>
                </a:cubicBezTo>
                <a:cubicBezTo>
                  <a:pt x="29883" y="70361"/>
                  <a:pt x="32044" y="67344"/>
                  <a:pt x="34427" y="64266"/>
                </a:cubicBezTo>
                <a:cubicBezTo>
                  <a:pt x="35716" y="65822"/>
                  <a:pt x="37061" y="67383"/>
                  <a:pt x="38461" y="68938"/>
                </a:cubicBezTo>
                <a:cubicBezTo>
                  <a:pt x="38577" y="71022"/>
                  <a:pt x="38711" y="73083"/>
                  <a:pt x="38905" y="75094"/>
                </a:cubicBezTo>
                <a:moveTo>
                  <a:pt x="38461" y="51061"/>
                </a:moveTo>
                <a:cubicBezTo>
                  <a:pt x="37050" y="52627"/>
                  <a:pt x="35716" y="54200"/>
                  <a:pt x="34422" y="55772"/>
                </a:cubicBezTo>
                <a:cubicBezTo>
                  <a:pt x="32016" y="52672"/>
                  <a:pt x="29894" y="49655"/>
                  <a:pt x="28027" y="46750"/>
                </a:cubicBezTo>
                <a:cubicBezTo>
                  <a:pt x="31388" y="46016"/>
                  <a:pt x="35027" y="45394"/>
                  <a:pt x="38905" y="44911"/>
                </a:cubicBezTo>
                <a:cubicBezTo>
                  <a:pt x="38711" y="46916"/>
                  <a:pt x="38577" y="48977"/>
                  <a:pt x="38461" y="51061"/>
                </a:cubicBezTo>
                <a:moveTo>
                  <a:pt x="5455" y="60000"/>
                </a:moveTo>
                <a:cubicBezTo>
                  <a:pt x="5455" y="55266"/>
                  <a:pt x="12166" y="51005"/>
                  <a:pt x="22883" y="48022"/>
                </a:cubicBezTo>
                <a:cubicBezTo>
                  <a:pt x="25166" y="51900"/>
                  <a:pt x="27905" y="55927"/>
                  <a:pt x="31044" y="60027"/>
                </a:cubicBezTo>
                <a:cubicBezTo>
                  <a:pt x="27927" y="64094"/>
                  <a:pt x="25155" y="68122"/>
                  <a:pt x="22883" y="71977"/>
                </a:cubicBezTo>
                <a:cubicBezTo>
                  <a:pt x="12166" y="68994"/>
                  <a:pt x="5455" y="64733"/>
                  <a:pt x="5455" y="60000"/>
                </a:cubicBezTo>
                <a:moveTo>
                  <a:pt x="120000" y="60000"/>
                </a:moveTo>
                <a:cubicBezTo>
                  <a:pt x="120000" y="53466"/>
                  <a:pt x="112072" y="47616"/>
                  <a:pt x="99544" y="43627"/>
                </a:cubicBezTo>
                <a:cubicBezTo>
                  <a:pt x="105566" y="31944"/>
                  <a:pt x="107050" y="22194"/>
                  <a:pt x="102427" y="17572"/>
                </a:cubicBezTo>
                <a:cubicBezTo>
                  <a:pt x="97805" y="12955"/>
                  <a:pt x="88055" y="14433"/>
                  <a:pt x="76377" y="20455"/>
                </a:cubicBezTo>
                <a:cubicBezTo>
                  <a:pt x="72383" y="7927"/>
                  <a:pt x="66533" y="0"/>
                  <a:pt x="60000" y="0"/>
                </a:cubicBezTo>
                <a:cubicBezTo>
                  <a:pt x="53461" y="0"/>
                  <a:pt x="47616" y="7927"/>
                  <a:pt x="43622" y="20455"/>
                </a:cubicBezTo>
                <a:cubicBezTo>
                  <a:pt x="31944" y="14433"/>
                  <a:pt x="22194" y="12955"/>
                  <a:pt x="17572" y="17572"/>
                </a:cubicBezTo>
                <a:cubicBezTo>
                  <a:pt x="12950" y="22194"/>
                  <a:pt x="14433" y="31944"/>
                  <a:pt x="20455" y="43627"/>
                </a:cubicBezTo>
                <a:cubicBezTo>
                  <a:pt x="7922" y="47616"/>
                  <a:pt x="0" y="53466"/>
                  <a:pt x="0" y="60000"/>
                </a:cubicBezTo>
                <a:cubicBezTo>
                  <a:pt x="0" y="66533"/>
                  <a:pt x="7922" y="72383"/>
                  <a:pt x="20455" y="76377"/>
                </a:cubicBezTo>
                <a:cubicBezTo>
                  <a:pt x="14433" y="88061"/>
                  <a:pt x="12950" y="97805"/>
                  <a:pt x="17572" y="102427"/>
                </a:cubicBezTo>
                <a:cubicBezTo>
                  <a:pt x="22194" y="107044"/>
                  <a:pt x="31944" y="105566"/>
                  <a:pt x="43622" y="99544"/>
                </a:cubicBezTo>
                <a:cubicBezTo>
                  <a:pt x="47616" y="112072"/>
                  <a:pt x="53461" y="120000"/>
                  <a:pt x="60000" y="120000"/>
                </a:cubicBezTo>
                <a:cubicBezTo>
                  <a:pt x="66533" y="120000"/>
                  <a:pt x="72383" y="112072"/>
                  <a:pt x="76377" y="99544"/>
                </a:cubicBezTo>
                <a:cubicBezTo>
                  <a:pt x="88055" y="105566"/>
                  <a:pt x="97805" y="107044"/>
                  <a:pt x="102427" y="102427"/>
                </a:cubicBezTo>
                <a:cubicBezTo>
                  <a:pt x="107050" y="97805"/>
                  <a:pt x="105566" y="88061"/>
                  <a:pt x="99544" y="76377"/>
                </a:cubicBezTo>
                <a:cubicBezTo>
                  <a:pt x="112072" y="72383"/>
                  <a:pt x="120000" y="66533"/>
                  <a:pt x="120000" y="60000"/>
                </a:cubicBezTo>
                <a:moveTo>
                  <a:pt x="60000" y="54544"/>
                </a:moveTo>
                <a:cubicBezTo>
                  <a:pt x="56988" y="54544"/>
                  <a:pt x="54544" y="56988"/>
                  <a:pt x="54544" y="60000"/>
                </a:cubicBezTo>
                <a:cubicBezTo>
                  <a:pt x="54544" y="63011"/>
                  <a:pt x="56988" y="65455"/>
                  <a:pt x="60000" y="65455"/>
                </a:cubicBezTo>
                <a:cubicBezTo>
                  <a:pt x="63011" y="65455"/>
                  <a:pt x="65455" y="63011"/>
                  <a:pt x="65455" y="60000"/>
                </a:cubicBezTo>
                <a:cubicBezTo>
                  <a:pt x="65455" y="56988"/>
                  <a:pt x="63011" y="54544"/>
                  <a:pt x="60000" y="54544"/>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sp>
        <p:nvSpPr>
          <p:cNvPr id="606" name="Google Shape;606;p81"/>
          <p:cNvSpPr/>
          <p:nvPr/>
        </p:nvSpPr>
        <p:spPr>
          <a:xfrm>
            <a:off x="3864632" y="4349703"/>
            <a:ext cx="611596" cy="611596"/>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07" name="Google Shape;607;p81"/>
          <p:cNvSpPr/>
          <p:nvPr/>
        </p:nvSpPr>
        <p:spPr>
          <a:xfrm>
            <a:off x="4047092" y="4515837"/>
            <a:ext cx="279327" cy="279327"/>
          </a:xfrm>
          <a:custGeom>
            <a:avLst/>
            <a:gdLst/>
            <a:ahLst/>
            <a:cxnLst/>
            <a:rect l="l" t="t" r="r" b="b"/>
            <a:pathLst>
              <a:path w="120000" h="120000" extrusionOk="0">
                <a:moveTo>
                  <a:pt x="114544" y="16361"/>
                </a:moveTo>
                <a:lnTo>
                  <a:pt x="5455" y="16361"/>
                </a:lnTo>
                <a:lnTo>
                  <a:pt x="5455" y="10911"/>
                </a:lnTo>
                <a:lnTo>
                  <a:pt x="114544" y="10911"/>
                </a:lnTo>
                <a:cubicBezTo>
                  <a:pt x="114544" y="10911"/>
                  <a:pt x="114544" y="16361"/>
                  <a:pt x="114544" y="16361"/>
                </a:cubicBezTo>
                <a:close/>
                <a:moveTo>
                  <a:pt x="109088" y="87272"/>
                </a:moveTo>
                <a:lnTo>
                  <a:pt x="10911" y="87272"/>
                </a:lnTo>
                <a:lnTo>
                  <a:pt x="10911" y="21816"/>
                </a:lnTo>
                <a:lnTo>
                  <a:pt x="109088" y="21816"/>
                </a:lnTo>
                <a:cubicBezTo>
                  <a:pt x="109088" y="21816"/>
                  <a:pt x="109088" y="87272"/>
                  <a:pt x="109088" y="87272"/>
                </a:cubicBezTo>
                <a:close/>
                <a:moveTo>
                  <a:pt x="114544" y="5455"/>
                </a:moveTo>
                <a:lnTo>
                  <a:pt x="65455" y="5455"/>
                </a:lnTo>
                <a:cubicBezTo>
                  <a:pt x="65455" y="2444"/>
                  <a:pt x="63011" y="0"/>
                  <a:pt x="60000" y="0"/>
                </a:cubicBezTo>
                <a:cubicBezTo>
                  <a:pt x="56983" y="0"/>
                  <a:pt x="54544" y="2444"/>
                  <a:pt x="54544" y="5455"/>
                </a:cubicBezTo>
                <a:lnTo>
                  <a:pt x="5455" y="5455"/>
                </a:lnTo>
                <a:cubicBezTo>
                  <a:pt x="2438" y="5455"/>
                  <a:pt x="0" y="7900"/>
                  <a:pt x="0" y="10911"/>
                </a:cubicBezTo>
                <a:lnTo>
                  <a:pt x="0" y="16361"/>
                </a:lnTo>
                <a:cubicBezTo>
                  <a:pt x="0" y="19377"/>
                  <a:pt x="2438" y="21816"/>
                  <a:pt x="5455" y="21816"/>
                </a:cubicBezTo>
                <a:lnTo>
                  <a:pt x="5455" y="87272"/>
                </a:lnTo>
                <a:cubicBezTo>
                  <a:pt x="5455" y="90288"/>
                  <a:pt x="7894" y="92727"/>
                  <a:pt x="10911" y="92727"/>
                </a:cubicBezTo>
                <a:lnTo>
                  <a:pt x="57272" y="92727"/>
                </a:lnTo>
                <a:lnTo>
                  <a:pt x="57272" y="99777"/>
                </a:lnTo>
                <a:lnTo>
                  <a:pt x="41705" y="115344"/>
                </a:lnTo>
                <a:cubicBezTo>
                  <a:pt x="41216" y="115838"/>
                  <a:pt x="40911" y="116522"/>
                  <a:pt x="40911" y="117272"/>
                </a:cubicBezTo>
                <a:cubicBezTo>
                  <a:pt x="40911" y="118777"/>
                  <a:pt x="42127" y="120000"/>
                  <a:pt x="43638" y="120000"/>
                </a:cubicBezTo>
                <a:cubicBezTo>
                  <a:pt x="44388" y="120000"/>
                  <a:pt x="45072" y="119694"/>
                  <a:pt x="45566" y="119200"/>
                </a:cubicBezTo>
                <a:lnTo>
                  <a:pt x="60000" y="104766"/>
                </a:lnTo>
                <a:lnTo>
                  <a:pt x="74433" y="119200"/>
                </a:lnTo>
                <a:cubicBezTo>
                  <a:pt x="74933" y="119694"/>
                  <a:pt x="75611" y="120000"/>
                  <a:pt x="76361" y="120000"/>
                </a:cubicBezTo>
                <a:cubicBezTo>
                  <a:pt x="77872" y="120000"/>
                  <a:pt x="79088" y="118777"/>
                  <a:pt x="79088" y="117272"/>
                </a:cubicBezTo>
                <a:cubicBezTo>
                  <a:pt x="79088" y="116522"/>
                  <a:pt x="78788" y="115838"/>
                  <a:pt x="78294" y="115344"/>
                </a:cubicBezTo>
                <a:lnTo>
                  <a:pt x="62727" y="99777"/>
                </a:lnTo>
                <a:lnTo>
                  <a:pt x="62727" y="92727"/>
                </a:lnTo>
                <a:lnTo>
                  <a:pt x="109088" y="92727"/>
                </a:lnTo>
                <a:cubicBezTo>
                  <a:pt x="112100" y="92727"/>
                  <a:pt x="114544" y="90288"/>
                  <a:pt x="114544" y="87272"/>
                </a:cubicBezTo>
                <a:lnTo>
                  <a:pt x="114544" y="21816"/>
                </a:lnTo>
                <a:cubicBezTo>
                  <a:pt x="117555" y="21816"/>
                  <a:pt x="120000" y="19377"/>
                  <a:pt x="120000" y="16361"/>
                </a:cubicBezTo>
                <a:lnTo>
                  <a:pt x="120000" y="10911"/>
                </a:lnTo>
                <a:cubicBezTo>
                  <a:pt x="120000" y="7900"/>
                  <a:pt x="117555" y="5455"/>
                  <a:pt x="114544" y="5455"/>
                </a:cubicBezTo>
                <a:moveTo>
                  <a:pt x="90000" y="32727"/>
                </a:moveTo>
                <a:cubicBezTo>
                  <a:pt x="91505" y="32727"/>
                  <a:pt x="92727" y="33950"/>
                  <a:pt x="92727" y="35455"/>
                </a:cubicBezTo>
                <a:cubicBezTo>
                  <a:pt x="92727" y="36961"/>
                  <a:pt x="91505" y="38183"/>
                  <a:pt x="90000" y="38183"/>
                </a:cubicBezTo>
                <a:cubicBezTo>
                  <a:pt x="88494" y="38183"/>
                  <a:pt x="87272" y="36961"/>
                  <a:pt x="87272" y="35455"/>
                </a:cubicBezTo>
                <a:cubicBezTo>
                  <a:pt x="87272" y="33950"/>
                  <a:pt x="88494" y="32727"/>
                  <a:pt x="90000" y="32727"/>
                </a:cubicBezTo>
                <a:moveTo>
                  <a:pt x="90000" y="43638"/>
                </a:moveTo>
                <a:cubicBezTo>
                  <a:pt x="94516" y="43638"/>
                  <a:pt x="98183" y="39977"/>
                  <a:pt x="98183" y="35455"/>
                </a:cubicBezTo>
                <a:cubicBezTo>
                  <a:pt x="98183" y="30938"/>
                  <a:pt x="94516" y="27272"/>
                  <a:pt x="90000" y="27272"/>
                </a:cubicBezTo>
                <a:cubicBezTo>
                  <a:pt x="85483" y="27272"/>
                  <a:pt x="81816" y="30938"/>
                  <a:pt x="81816" y="35455"/>
                </a:cubicBezTo>
                <a:cubicBezTo>
                  <a:pt x="81816" y="39977"/>
                  <a:pt x="85483" y="43638"/>
                  <a:pt x="90000" y="43638"/>
                </a:cubicBezTo>
                <a:moveTo>
                  <a:pt x="46788" y="45194"/>
                </a:moveTo>
                <a:lnTo>
                  <a:pt x="66255" y="64655"/>
                </a:lnTo>
                <a:cubicBezTo>
                  <a:pt x="66750" y="65150"/>
                  <a:pt x="67433" y="65455"/>
                  <a:pt x="68183" y="65455"/>
                </a:cubicBezTo>
                <a:cubicBezTo>
                  <a:pt x="68933" y="65455"/>
                  <a:pt x="69616" y="65150"/>
                  <a:pt x="70111" y="64655"/>
                </a:cubicBezTo>
                <a:lnTo>
                  <a:pt x="78794" y="55972"/>
                </a:lnTo>
                <a:lnTo>
                  <a:pt x="90000" y="70911"/>
                </a:lnTo>
                <a:lnTo>
                  <a:pt x="29644" y="70911"/>
                </a:lnTo>
                <a:cubicBezTo>
                  <a:pt x="29644" y="70911"/>
                  <a:pt x="46788" y="45194"/>
                  <a:pt x="46788" y="45194"/>
                </a:cubicBezTo>
                <a:close/>
                <a:moveTo>
                  <a:pt x="24544" y="76361"/>
                </a:moveTo>
                <a:lnTo>
                  <a:pt x="95455" y="76361"/>
                </a:lnTo>
                <a:cubicBezTo>
                  <a:pt x="96961" y="76361"/>
                  <a:pt x="98183" y="75144"/>
                  <a:pt x="98183" y="73638"/>
                </a:cubicBezTo>
                <a:cubicBezTo>
                  <a:pt x="98183" y="73022"/>
                  <a:pt x="97944" y="72483"/>
                  <a:pt x="97600" y="72027"/>
                </a:cubicBezTo>
                <a:lnTo>
                  <a:pt x="97638" y="72000"/>
                </a:lnTo>
                <a:lnTo>
                  <a:pt x="81272" y="50183"/>
                </a:lnTo>
                <a:lnTo>
                  <a:pt x="81233" y="50211"/>
                </a:lnTo>
                <a:cubicBezTo>
                  <a:pt x="80738" y="49550"/>
                  <a:pt x="79983" y="49088"/>
                  <a:pt x="79088" y="49088"/>
                </a:cubicBezTo>
                <a:cubicBezTo>
                  <a:pt x="78338" y="49088"/>
                  <a:pt x="77655" y="49394"/>
                  <a:pt x="77161" y="49888"/>
                </a:cubicBezTo>
                <a:lnTo>
                  <a:pt x="68183" y="58872"/>
                </a:lnTo>
                <a:lnTo>
                  <a:pt x="48294" y="38983"/>
                </a:lnTo>
                <a:cubicBezTo>
                  <a:pt x="47800" y="38488"/>
                  <a:pt x="47116" y="38183"/>
                  <a:pt x="46361" y="38183"/>
                </a:cubicBezTo>
                <a:cubicBezTo>
                  <a:pt x="45416" y="38183"/>
                  <a:pt x="44627" y="38694"/>
                  <a:pt x="44138" y="39427"/>
                </a:cubicBezTo>
                <a:lnTo>
                  <a:pt x="44094" y="39394"/>
                </a:lnTo>
                <a:lnTo>
                  <a:pt x="22277" y="72122"/>
                </a:lnTo>
                <a:lnTo>
                  <a:pt x="22316" y="72155"/>
                </a:lnTo>
                <a:cubicBezTo>
                  <a:pt x="22027" y="72588"/>
                  <a:pt x="21816" y="73077"/>
                  <a:pt x="21816" y="73638"/>
                </a:cubicBezTo>
                <a:cubicBezTo>
                  <a:pt x="21816" y="75144"/>
                  <a:pt x="23038" y="76361"/>
                  <a:pt x="24544" y="76361"/>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grpSp>
        <p:nvGrpSpPr>
          <p:cNvPr id="608" name="Google Shape;608;p81"/>
          <p:cNvGrpSpPr/>
          <p:nvPr/>
        </p:nvGrpSpPr>
        <p:grpSpPr>
          <a:xfrm>
            <a:off x="5759496" y="2448663"/>
            <a:ext cx="611596" cy="611596"/>
            <a:chOff x="5759496" y="2448663"/>
            <a:chExt cx="611596" cy="611596"/>
          </a:xfrm>
        </p:grpSpPr>
        <p:sp>
          <p:nvSpPr>
            <p:cNvPr id="609" name="Google Shape;609;p81"/>
            <p:cNvSpPr/>
            <p:nvPr/>
          </p:nvSpPr>
          <p:spPr>
            <a:xfrm>
              <a:off x="5759496" y="2448663"/>
              <a:ext cx="611596" cy="611596"/>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10" name="Google Shape;610;p81"/>
            <p:cNvSpPr/>
            <p:nvPr/>
          </p:nvSpPr>
          <p:spPr>
            <a:xfrm>
              <a:off x="5936021" y="2614727"/>
              <a:ext cx="279327" cy="279327"/>
            </a:xfrm>
            <a:custGeom>
              <a:avLst/>
              <a:gdLst/>
              <a:ahLst/>
              <a:cxnLst/>
              <a:rect l="l" t="t" r="r" b="b"/>
              <a:pathLst>
                <a:path w="120000" h="120000" extrusionOk="0">
                  <a:moveTo>
                    <a:pt x="60000" y="114544"/>
                  </a:moveTo>
                  <a:cubicBezTo>
                    <a:pt x="29872" y="114544"/>
                    <a:pt x="5455" y="90127"/>
                    <a:pt x="5455" y="60000"/>
                  </a:cubicBezTo>
                  <a:cubicBezTo>
                    <a:pt x="5455" y="29872"/>
                    <a:pt x="29872" y="5455"/>
                    <a:pt x="60000" y="5455"/>
                  </a:cubicBezTo>
                  <a:cubicBezTo>
                    <a:pt x="90127" y="5455"/>
                    <a:pt x="114544" y="29872"/>
                    <a:pt x="114544" y="60000"/>
                  </a:cubicBezTo>
                  <a:cubicBezTo>
                    <a:pt x="114544" y="90127"/>
                    <a:pt x="90127" y="114544"/>
                    <a:pt x="60000" y="114544"/>
                  </a:cubicBezTo>
                  <a:moveTo>
                    <a:pt x="101555" y="103216"/>
                  </a:moveTo>
                  <a:cubicBezTo>
                    <a:pt x="112905" y="92300"/>
                    <a:pt x="120000" y="76994"/>
                    <a:pt x="120000" y="60000"/>
                  </a:cubicBezTo>
                  <a:cubicBezTo>
                    <a:pt x="120000" y="26861"/>
                    <a:pt x="93133" y="0"/>
                    <a:pt x="60000" y="0"/>
                  </a:cubicBezTo>
                  <a:cubicBezTo>
                    <a:pt x="26866" y="0"/>
                    <a:pt x="0" y="26861"/>
                    <a:pt x="0" y="60000"/>
                  </a:cubicBezTo>
                  <a:cubicBezTo>
                    <a:pt x="0" y="76994"/>
                    <a:pt x="7094" y="92300"/>
                    <a:pt x="18444" y="103216"/>
                  </a:cubicBezTo>
                  <a:lnTo>
                    <a:pt x="11705" y="115344"/>
                  </a:lnTo>
                  <a:cubicBezTo>
                    <a:pt x="11216" y="115838"/>
                    <a:pt x="10911" y="116522"/>
                    <a:pt x="10911" y="117272"/>
                  </a:cubicBezTo>
                  <a:cubicBezTo>
                    <a:pt x="10911" y="118777"/>
                    <a:pt x="12133" y="120000"/>
                    <a:pt x="13638" y="120000"/>
                  </a:cubicBezTo>
                  <a:cubicBezTo>
                    <a:pt x="14388" y="120000"/>
                    <a:pt x="15072" y="119694"/>
                    <a:pt x="15566" y="119200"/>
                  </a:cubicBezTo>
                  <a:cubicBezTo>
                    <a:pt x="15877" y="118888"/>
                    <a:pt x="16077" y="118483"/>
                    <a:pt x="16205" y="118044"/>
                  </a:cubicBezTo>
                  <a:lnTo>
                    <a:pt x="22466" y="106772"/>
                  </a:lnTo>
                  <a:cubicBezTo>
                    <a:pt x="32750" y="115033"/>
                    <a:pt x="45788" y="120000"/>
                    <a:pt x="60000" y="120000"/>
                  </a:cubicBezTo>
                  <a:cubicBezTo>
                    <a:pt x="74211" y="120000"/>
                    <a:pt x="87250" y="115033"/>
                    <a:pt x="97527" y="106772"/>
                  </a:cubicBezTo>
                  <a:lnTo>
                    <a:pt x="103794" y="118044"/>
                  </a:lnTo>
                  <a:cubicBezTo>
                    <a:pt x="104127" y="119166"/>
                    <a:pt x="105127" y="120000"/>
                    <a:pt x="106361" y="120000"/>
                  </a:cubicBezTo>
                  <a:cubicBezTo>
                    <a:pt x="107866" y="120000"/>
                    <a:pt x="109088" y="118777"/>
                    <a:pt x="109088" y="117272"/>
                  </a:cubicBezTo>
                  <a:cubicBezTo>
                    <a:pt x="109088" y="116522"/>
                    <a:pt x="108783" y="115838"/>
                    <a:pt x="108294" y="115344"/>
                  </a:cubicBezTo>
                  <a:cubicBezTo>
                    <a:pt x="108294" y="115344"/>
                    <a:pt x="101555" y="103216"/>
                    <a:pt x="101555" y="103216"/>
                  </a:cubicBezTo>
                  <a:close/>
                  <a:moveTo>
                    <a:pt x="60000" y="92727"/>
                  </a:moveTo>
                  <a:cubicBezTo>
                    <a:pt x="41927" y="92727"/>
                    <a:pt x="27272" y="78072"/>
                    <a:pt x="27272" y="60000"/>
                  </a:cubicBezTo>
                  <a:cubicBezTo>
                    <a:pt x="27272" y="41927"/>
                    <a:pt x="41927" y="27272"/>
                    <a:pt x="60000" y="27272"/>
                  </a:cubicBezTo>
                  <a:cubicBezTo>
                    <a:pt x="78072" y="27272"/>
                    <a:pt x="92727" y="41927"/>
                    <a:pt x="92727" y="60000"/>
                  </a:cubicBezTo>
                  <a:cubicBezTo>
                    <a:pt x="92727" y="78072"/>
                    <a:pt x="78072" y="92727"/>
                    <a:pt x="60000" y="92727"/>
                  </a:cubicBezTo>
                  <a:moveTo>
                    <a:pt x="60000" y="21816"/>
                  </a:moveTo>
                  <a:cubicBezTo>
                    <a:pt x="38911" y="21816"/>
                    <a:pt x="21816" y="38911"/>
                    <a:pt x="21816" y="60000"/>
                  </a:cubicBezTo>
                  <a:cubicBezTo>
                    <a:pt x="21816" y="81088"/>
                    <a:pt x="38911" y="98183"/>
                    <a:pt x="60000" y="98183"/>
                  </a:cubicBezTo>
                  <a:cubicBezTo>
                    <a:pt x="81088" y="98183"/>
                    <a:pt x="98183" y="81088"/>
                    <a:pt x="98183" y="60000"/>
                  </a:cubicBezTo>
                  <a:cubicBezTo>
                    <a:pt x="98183" y="38911"/>
                    <a:pt x="81088" y="21816"/>
                    <a:pt x="60000" y="21816"/>
                  </a:cubicBezTo>
                  <a:moveTo>
                    <a:pt x="60000" y="70911"/>
                  </a:moveTo>
                  <a:cubicBezTo>
                    <a:pt x="53977" y="70911"/>
                    <a:pt x="49088" y="66022"/>
                    <a:pt x="49088" y="60000"/>
                  </a:cubicBezTo>
                  <a:cubicBezTo>
                    <a:pt x="49088" y="53977"/>
                    <a:pt x="53977" y="49088"/>
                    <a:pt x="60000" y="49088"/>
                  </a:cubicBezTo>
                  <a:cubicBezTo>
                    <a:pt x="66022" y="49088"/>
                    <a:pt x="70911" y="53977"/>
                    <a:pt x="70911" y="60000"/>
                  </a:cubicBezTo>
                  <a:cubicBezTo>
                    <a:pt x="70911" y="66022"/>
                    <a:pt x="66022" y="70911"/>
                    <a:pt x="60000" y="70911"/>
                  </a:cubicBezTo>
                  <a:moveTo>
                    <a:pt x="60000" y="43638"/>
                  </a:moveTo>
                  <a:cubicBezTo>
                    <a:pt x="50961" y="43638"/>
                    <a:pt x="43638" y="50961"/>
                    <a:pt x="43638" y="60000"/>
                  </a:cubicBezTo>
                  <a:cubicBezTo>
                    <a:pt x="43638" y="69038"/>
                    <a:pt x="50961" y="76361"/>
                    <a:pt x="60000" y="76361"/>
                  </a:cubicBezTo>
                  <a:cubicBezTo>
                    <a:pt x="69038" y="76361"/>
                    <a:pt x="76361" y="69038"/>
                    <a:pt x="76361" y="60000"/>
                  </a:cubicBezTo>
                  <a:cubicBezTo>
                    <a:pt x="76361" y="50961"/>
                    <a:pt x="69038" y="43638"/>
                    <a:pt x="60000" y="43638"/>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grpSp>
      <p:grpSp>
        <p:nvGrpSpPr>
          <p:cNvPr id="611" name="Google Shape;611;p81"/>
          <p:cNvGrpSpPr/>
          <p:nvPr/>
        </p:nvGrpSpPr>
        <p:grpSpPr>
          <a:xfrm>
            <a:off x="7681647" y="4349703"/>
            <a:ext cx="611596" cy="611596"/>
            <a:chOff x="7681647" y="4349703"/>
            <a:chExt cx="611596" cy="611596"/>
          </a:xfrm>
        </p:grpSpPr>
        <p:sp>
          <p:nvSpPr>
            <p:cNvPr id="612" name="Google Shape;612;p81"/>
            <p:cNvSpPr/>
            <p:nvPr/>
          </p:nvSpPr>
          <p:spPr>
            <a:xfrm>
              <a:off x="7681647" y="4349703"/>
              <a:ext cx="611596" cy="611596"/>
            </a:xfrm>
            <a:prstGeom prst="ellipse">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81"/>
            <p:cNvSpPr/>
            <p:nvPr/>
          </p:nvSpPr>
          <p:spPr>
            <a:xfrm>
              <a:off x="7846559" y="4515837"/>
              <a:ext cx="279327" cy="279327"/>
            </a:xfrm>
            <a:custGeom>
              <a:avLst/>
              <a:gdLst/>
              <a:ahLst/>
              <a:cxnLst/>
              <a:rect l="l" t="t" r="r" b="b"/>
              <a:pathLst>
                <a:path w="120000" h="120000" extrusionOk="0">
                  <a:moveTo>
                    <a:pt x="113072" y="62383"/>
                  </a:moveTo>
                  <a:lnTo>
                    <a:pt x="113088" y="62411"/>
                  </a:lnTo>
                  <a:lnTo>
                    <a:pt x="61272" y="89683"/>
                  </a:lnTo>
                  <a:lnTo>
                    <a:pt x="61255" y="89655"/>
                  </a:lnTo>
                  <a:cubicBezTo>
                    <a:pt x="60872" y="89855"/>
                    <a:pt x="60461" y="90000"/>
                    <a:pt x="60000" y="90000"/>
                  </a:cubicBezTo>
                  <a:cubicBezTo>
                    <a:pt x="59538" y="90000"/>
                    <a:pt x="59127" y="89855"/>
                    <a:pt x="58744" y="89655"/>
                  </a:cubicBezTo>
                  <a:lnTo>
                    <a:pt x="58727" y="89683"/>
                  </a:lnTo>
                  <a:lnTo>
                    <a:pt x="6911" y="62411"/>
                  </a:lnTo>
                  <a:lnTo>
                    <a:pt x="6927" y="62383"/>
                  </a:lnTo>
                  <a:cubicBezTo>
                    <a:pt x="6061" y="61927"/>
                    <a:pt x="5455" y="61044"/>
                    <a:pt x="5455" y="60000"/>
                  </a:cubicBezTo>
                  <a:cubicBezTo>
                    <a:pt x="5455" y="58955"/>
                    <a:pt x="6061" y="58072"/>
                    <a:pt x="6927" y="57616"/>
                  </a:cubicBezTo>
                  <a:lnTo>
                    <a:pt x="6911" y="57588"/>
                  </a:lnTo>
                  <a:lnTo>
                    <a:pt x="19788" y="50811"/>
                  </a:lnTo>
                  <a:lnTo>
                    <a:pt x="56183" y="69966"/>
                  </a:lnTo>
                  <a:lnTo>
                    <a:pt x="56205" y="69933"/>
                  </a:lnTo>
                  <a:cubicBezTo>
                    <a:pt x="57344" y="70538"/>
                    <a:pt x="58622" y="70911"/>
                    <a:pt x="60000" y="70911"/>
                  </a:cubicBezTo>
                  <a:cubicBezTo>
                    <a:pt x="61377" y="70911"/>
                    <a:pt x="62655" y="70538"/>
                    <a:pt x="63794" y="69933"/>
                  </a:cubicBezTo>
                  <a:lnTo>
                    <a:pt x="63811" y="69966"/>
                  </a:lnTo>
                  <a:lnTo>
                    <a:pt x="100211" y="50811"/>
                  </a:lnTo>
                  <a:lnTo>
                    <a:pt x="113088" y="57588"/>
                  </a:lnTo>
                  <a:lnTo>
                    <a:pt x="113072" y="57616"/>
                  </a:lnTo>
                  <a:cubicBezTo>
                    <a:pt x="113938" y="58072"/>
                    <a:pt x="114544" y="58955"/>
                    <a:pt x="114544" y="60000"/>
                  </a:cubicBezTo>
                  <a:cubicBezTo>
                    <a:pt x="114544" y="61044"/>
                    <a:pt x="113938" y="61927"/>
                    <a:pt x="113072" y="62383"/>
                  </a:cubicBezTo>
                  <a:moveTo>
                    <a:pt x="113088" y="82133"/>
                  </a:moveTo>
                  <a:lnTo>
                    <a:pt x="113072" y="82166"/>
                  </a:lnTo>
                  <a:cubicBezTo>
                    <a:pt x="113938" y="82622"/>
                    <a:pt x="114544" y="83500"/>
                    <a:pt x="114544" y="84544"/>
                  </a:cubicBezTo>
                  <a:cubicBezTo>
                    <a:pt x="114544" y="85594"/>
                    <a:pt x="113938" y="86472"/>
                    <a:pt x="113072" y="86927"/>
                  </a:cubicBezTo>
                  <a:lnTo>
                    <a:pt x="113088" y="86961"/>
                  </a:lnTo>
                  <a:lnTo>
                    <a:pt x="61272" y="114233"/>
                  </a:lnTo>
                  <a:lnTo>
                    <a:pt x="61255" y="114200"/>
                  </a:lnTo>
                  <a:cubicBezTo>
                    <a:pt x="60872" y="114400"/>
                    <a:pt x="60461" y="114544"/>
                    <a:pt x="60000" y="114544"/>
                  </a:cubicBezTo>
                  <a:cubicBezTo>
                    <a:pt x="59538" y="114544"/>
                    <a:pt x="59127" y="114400"/>
                    <a:pt x="58744" y="114200"/>
                  </a:cubicBezTo>
                  <a:lnTo>
                    <a:pt x="58727" y="114233"/>
                  </a:lnTo>
                  <a:lnTo>
                    <a:pt x="6911" y="86961"/>
                  </a:lnTo>
                  <a:lnTo>
                    <a:pt x="6927" y="86927"/>
                  </a:lnTo>
                  <a:cubicBezTo>
                    <a:pt x="6061" y="86472"/>
                    <a:pt x="5455" y="85594"/>
                    <a:pt x="5455" y="84544"/>
                  </a:cubicBezTo>
                  <a:cubicBezTo>
                    <a:pt x="5455" y="83500"/>
                    <a:pt x="6061" y="82622"/>
                    <a:pt x="6927" y="82166"/>
                  </a:cubicBezTo>
                  <a:lnTo>
                    <a:pt x="6911" y="82133"/>
                  </a:lnTo>
                  <a:lnTo>
                    <a:pt x="19788" y="75355"/>
                  </a:lnTo>
                  <a:lnTo>
                    <a:pt x="56183" y="94511"/>
                  </a:lnTo>
                  <a:lnTo>
                    <a:pt x="56205" y="94477"/>
                  </a:lnTo>
                  <a:cubicBezTo>
                    <a:pt x="57344" y="95083"/>
                    <a:pt x="58622" y="95455"/>
                    <a:pt x="60000" y="95455"/>
                  </a:cubicBezTo>
                  <a:cubicBezTo>
                    <a:pt x="61377" y="95455"/>
                    <a:pt x="62655" y="95083"/>
                    <a:pt x="63794" y="94477"/>
                  </a:cubicBezTo>
                  <a:lnTo>
                    <a:pt x="63811" y="94511"/>
                  </a:lnTo>
                  <a:lnTo>
                    <a:pt x="100211" y="75355"/>
                  </a:lnTo>
                  <a:cubicBezTo>
                    <a:pt x="100211" y="75355"/>
                    <a:pt x="113088" y="82133"/>
                    <a:pt x="113088" y="82133"/>
                  </a:cubicBezTo>
                  <a:close/>
                  <a:moveTo>
                    <a:pt x="6911" y="37866"/>
                  </a:moveTo>
                  <a:lnTo>
                    <a:pt x="6927" y="37838"/>
                  </a:lnTo>
                  <a:cubicBezTo>
                    <a:pt x="6061" y="37377"/>
                    <a:pt x="5455" y="36500"/>
                    <a:pt x="5455" y="35455"/>
                  </a:cubicBezTo>
                  <a:cubicBezTo>
                    <a:pt x="5455" y="34411"/>
                    <a:pt x="6061" y="33527"/>
                    <a:pt x="6927" y="33072"/>
                  </a:cubicBezTo>
                  <a:lnTo>
                    <a:pt x="6911" y="33038"/>
                  </a:lnTo>
                  <a:lnTo>
                    <a:pt x="58727" y="5766"/>
                  </a:lnTo>
                  <a:lnTo>
                    <a:pt x="58744" y="5800"/>
                  </a:lnTo>
                  <a:cubicBezTo>
                    <a:pt x="59127" y="5600"/>
                    <a:pt x="59538" y="5455"/>
                    <a:pt x="60000" y="5455"/>
                  </a:cubicBezTo>
                  <a:cubicBezTo>
                    <a:pt x="60461" y="5455"/>
                    <a:pt x="60872" y="5600"/>
                    <a:pt x="61255" y="5800"/>
                  </a:cubicBezTo>
                  <a:lnTo>
                    <a:pt x="61272" y="5766"/>
                  </a:lnTo>
                  <a:lnTo>
                    <a:pt x="113088" y="33038"/>
                  </a:lnTo>
                  <a:lnTo>
                    <a:pt x="113072" y="33072"/>
                  </a:lnTo>
                  <a:cubicBezTo>
                    <a:pt x="113938" y="33527"/>
                    <a:pt x="114544" y="34411"/>
                    <a:pt x="114544" y="35455"/>
                  </a:cubicBezTo>
                  <a:cubicBezTo>
                    <a:pt x="114544" y="36500"/>
                    <a:pt x="113938" y="37377"/>
                    <a:pt x="113072" y="37838"/>
                  </a:cubicBezTo>
                  <a:lnTo>
                    <a:pt x="113088" y="37866"/>
                  </a:lnTo>
                  <a:lnTo>
                    <a:pt x="61272" y="65138"/>
                  </a:lnTo>
                  <a:lnTo>
                    <a:pt x="61255" y="65111"/>
                  </a:lnTo>
                  <a:cubicBezTo>
                    <a:pt x="60872" y="65311"/>
                    <a:pt x="60461" y="65455"/>
                    <a:pt x="60000" y="65455"/>
                  </a:cubicBezTo>
                  <a:cubicBezTo>
                    <a:pt x="59538" y="65455"/>
                    <a:pt x="59127" y="65311"/>
                    <a:pt x="58744" y="65111"/>
                  </a:cubicBezTo>
                  <a:lnTo>
                    <a:pt x="58727" y="65138"/>
                  </a:lnTo>
                  <a:cubicBezTo>
                    <a:pt x="58727" y="65138"/>
                    <a:pt x="6911" y="37866"/>
                    <a:pt x="6911" y="37866"/>
                  </a:cubicBezTo>
                  <a:close/>
                  <a:moveTo>
                    <a:pt x="120000" y="60000"/>
                  </a:moveTo>
                  <a:cubicBezTo>
                    <a:pt x="120000" y="56855"/>
                    <a:pt x="118211" y="54161"/>
                    <a:pt x="115611" y="52794"/>
                  </a:cubicBezTo>
                  <a:lnTo>
                    <a:pt x="115627" y="52761"/>
                  </a:lnTo>
                  <a:lnTo>
                    <a:pt x="106066" y="47727"/>
                  </a:lnTo>
                  <a:lnTo>
                    <a:pt x="115627" y="42694"/>
                  </a:lnTo>
                  <a:lnTo>
                    <a:pt x="115611" y="42661"/>
                  </a:lnTo>
                  <a:cubicBezTo>
                    <a:pt x="118211" y="41294"/>
                    <a:pt x="120000" y="38600"/>
                    <a:pt x="120000" y="35455"/>
                  </a:cubicBezTo>
                  <a:cubicBezTo>
                    <a:pt x="120000" y="32311"/>
                    <a:pt x="118211" y="29616"/>
                    <a:pt x="115611" y="28250"/>
                  </a:cubicBezTo>
                  <a:lnTo>
                    <a:pt x="115627" y="28216"/>
                  </a:lnTo>
                  <a:lnTo>
                    <a:pt x="63811" y="944"/>
                  </a:lnTo>
                  <a:lnTo>
                    <a:pt x="63794" y="972"/>
                  </a:lnTo>
                  <a:cubicBezTo>
                    <a:pt x="62655" y="372"/>
                    <a:pt x="61377" y="0"/>
                    <a:pt x="60000" y="0"/>
                  </a:cubicBezTo>
                  <a:cubicBezTo>
                    <a:pt x="58622" y="0"/>
                    <a:pt x="57344" y="372"/>
                    <a:pt x="56205" y="972"/>
                  </a:cubicBezTo>
                  <a:lnTo>
                    <a:pt x="56183" y="944"/>
                  </a:lnTo>
                  <a:lnTo>
                    <a:pt x="4366" y="28216"/>
                  </a:lnTo>
                  <a:lnTo>
                    <a:pt x="4388" y="28250"/>
                  </a:lnTo>
                  <a:cubicBezTo>
                    <a:pt x="1788" y="29616"/>
                    <a:pt x="0" y="32311"/>
                    <a:pt x="0" y="35455"/>
                  </a:cubicBezTo>
                  <a:cubicBezTo>
                    <a:pt x="0" y="38600"/>
                    <a:pt x="1788" y="41294"/>
                    <a:pt x="4388" y="42661"/>
                  </a:cubicBezTo>
                  <a:lnTo>
                    <a:pt x="4366" y="42694"/>
                  </a:lnTo>
                  <a:lnTo>
                    <a:pt x="13933" y="47727"/>
                  </a:lnTo>
                  <a:lnTo>
                    <a:pt x="4366" y="52761"/>
                  </a:lnTo>
                  <a:lnTo>
                    <a:pt x="4388" y="52794"/>
                  </a:lnTo>
                  <a:cubicBezTo>
                    <a:pt x="1788" y="54161"/>
                    <a:pt x="0" y="56855"/>
                    <a:pt x="0" y="60000"/>
                  </a:cubicBezTo>
                  <a:cubicBezTo>
                    <a:pt x="0" y="63144"/>
                    <a:pt x="1788" y="65838"/>
                    <a:pt x="4388" y="67205"/>
                  </a:cubicBezTo>
                  <a:lnTo>
                    <a:pt x="4366" y="67238"/>
                  </a:lnTo>
                  <a:lnTo>
                    <a:pt x="13933" y="72272"/>
                  </a:lnTo>
                  <a:lnTo>
                    <a:pt x="4366" y="77305"/>
                  </a:lnTo>
                  <a:lnTo>
                    <a:pt x="4388" y="77338"/>
                  </a:lnTo>
                  <a:cubicBezTo>
                    <a:pt x="1788" y="78705"/>
                    <a:pt x="0" y="81400"/>
                    <a:pt x="0" y="84544"/>
                  </a:cubicBezTo>
                  <a:cubicBezTo>
                    <a:pt x="0" y="87688"/>
                    <a:pt x="1788" y="90383"/>
                    <a:pt x="4388" y="91750"/>
                  </a:cubicBezTo>
                  <a:lnTo>
                    <a:pt x="4366" y="91783"/>
                  </a:lnTo>
                  <a:lnTo>
                    <a:pt x="56183" y="119055"/>
                  </a:lnTo>
                  <a:lnTo>
                    <a:pt x="56205" y="119027"/>
                  </a:lnTo>
                  <a:cubicBezTo>
                    <a:pt x="57344" y="119627"/>
                    <a:pt x="58622" y="120000"/>
                    <a:pt x="60000" y="120000"/>
                  </a:cubicBezTo>
                  <a:cubicBezTo>
                    <a:pt x="61377" y="120000"/>
                    <a:pt x="62655" y="119627"/>
                    <a:pt x="63794" y="119027"/>
                  </a:cubicBezTo>
                  <a:lnTo>
                    <a:pt x="63811" y="119055"/>
                  </a:lnTo>
                  <a:lnTo>
                    <a:pt x="115627" y="91783"/>
                  </a:lnTo>
                  <a:lnTo>
                    <a:pt x="115611" y="91750"/>
                  </a:lnTo>
                  <a:cubicBezTo>
                    <a:pt x="118211" y="90383"/>
                    <a:pt x="120000" y="87688"/>
                    <a:pt x="120000" y="84544"/>
                  </a:cubicBezTo>
                  <a:cubicBezTo>
                    <a:pt x="120000" y="81400"/>
                    <a:pt x="118211" y="78705"/>
                    <a:pt x="115611" y="77338"/>
                  </a:cubicBezTo>
                  <a:lnTo>
                    <a:pt x="115627" y="77305"/>
                  </a:lnTo>
                  <a:lnTo>
                    <a:pt x="106066" y="72272"/>
                  </a:lnTo>
                  <a:lnTo>
                    <a:pt x="115627" y="67238"/>
                  </a:lnTo>
                  <a:lnTo>
                    <a:pt x="115611" y="67205"/>
                  </a:lnTo>
                  <a:cubicBezTo>
                    <a:pt x="118211" y="65838"/>
                    <a:pt x="120000" y="63144"/>
                    <a:pt x="120000" y="60000"/>
                  </a:cubicBezTo>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grpSp>
      <p:grpSp>
        <p:nvGrpSpPr>
          <p:cNvPr id="614" name="Google Shape;614;p81"/>
          <p:cNvGrpSpPr/>
          <p:nvPr/>
        </p:nvGrpSpPr>
        <p:grpSpPr>
          <a:xfrm>
            <a:off x="9576939" y="2448663"/>
            <a:ext cx="611596" cy="611596"/>
            <a:chOff x="9576939" y="2448663"/>
            <a:chExt cx="611596" cy="611596"/>
          </a:xfrm>
        </p:grpSpPr>
        <p:sp>
          <p:nvSpPr>
            <p:cNvPr id="615" name="Google Shape;615;p81"/>
            <p:cNvSpPr/>
            <p:nvPr/>
          </p:nvSpPr>
          <p:spPr>
            <a:xfrm>
              <a:off x="9576939" y="2448663"/>
              <a:ext cx="611596" cy="611596"/>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16" name="Google Shape;616;p81"/>
            <p:cNvSpPr/>
            <p:nvPr/>
          </p:nvSpPr>
          <p:spPr>
            <a:xfrm>
              <a:off x="9749393" y="2614727"/>
              <a:ext cx="279327" cy="279327"/>
            </a:xfrm>
            <a:custGeom>
              <a:avLst/>
              <a:gdLst/>
              <a:ahLst/>
              <a:cxnLst/>
              <a:rect l="l" t="t" r="r" b="b"/>
              <a:pathLst>
                <a:path w="120000" h="120000" extrusionOk="0">
                  <a:moveTo>
                    <a:pt x="87272" y="103638"/>
                  </a:moveTo>
                  <a:lnTo>
                    <a:pt x="81816" y="103638"/>
                  </a:lnTo>
                  <a:lnTo>
                    <a:pt x="81816" y="109088"/>
                  </a:lnTo>
                  <a:lnTo>
                    <a:pt x="87272" y="109088"/>
                  </a:lnTo>
                  <a:cubicBezTo>
                    <a:pt x="87272" y="109088"/>
                    <a:pt x="87272" y="103638"/>
                    <a:pt x="87272" y="103638"/>
                  </a:cubicBezTo>
                  <a:close/>
                  <a:moveTo>
                    <a:pt x="87272" y="81816"/>
                  </a:moveTo>
                  <a:lnTo>
                    <a:pt x="81816" y="81816"/>
                  </a:lnTo>
                  <a:lnTo>
                    <a:pt x="81816" y="87272"/>
                  </a:lnTo>
                  <a:lnTo>
                    <a:pt x="87272" y="87272"/>
                  </a:lnTo>
                  <a:cubicBezTo>
                    <a:pt x="87272" y="87272"/>
                    <a:pt x="87272" y="81816"/>
                    <a:pt x="87272" y="81816"/>
                  </a:cubicBezTo>
                  <a:close/>
                  <a:moveTo>
                    <a:pt x="81816" y="60000"/>
                  </a:moveTo>
                  <a:lnTo>
                    <a:pt x="87272" y="60000"/>
                  </a:lnTo>
                  <a:lnTo>
                    <a:pt x="87272" y="54544"/>
                  </a:lnTo>
                  <a:lnTo>
                    <a:pt x="81816" y="54544"/>
                  </a:lnTo>
                  <a:cubicBezTo>
                    <a:pt x="81816" y="54544"/>
                    <a:pt x="81816" y="60000"/>
                    <a:pt x="81816" y="60000"/>
                  </a:cubicBezTo>
                  <a:close/>
                  <a:moveTo>
                    <a:pt x="87272" y="92727"/>
                  </a:moveTo>
                  <a:lnTo>
                    <a:pt x="81816" y="92727"/>
                  </a:lnTo>
                  <a:lnTo>
                    <a:pt x="81816" y="98183"/>
                  </a:lnTo>
                  <a:lnTo>
                    <a:pt x="87272" y="98183"/>
                  </a:lnTo>
                  <a:cubicBezTo>
                    <a:pt x="87272" y="98183"/>
                    <a:pt x="87272" y="92727"/>
                    <a:pt x="87272" y="92727"/>
                  </a:cubicBezTo>
                  <a:close/>
                  <a:moveTo>
                    <a:pt x="81816" y="49088"/>
                  </a:moveTo>
                  <a:lnTo>
                    <a:pt x="87272" y="49088"/>
                  </a:lnTo>
                  <a:lnTo>
                    <a:pt x="87272" y="43638"/>
                  </a:lnTo>
                  <a:lnTo>
                    <a:pt x="81816" y="43638"/>
                  </a:lnTo>
                  <a:cubicBezTo>
                    <a:pt x="81816" y="43638"/>
                    <a:pt x="81816" y="49088"/>
                    <a:pt x="81816" y="49088"/>
                  </a:cubicBezTo>
                  <a:close/>
                  <a:moveTo>
                    <a:pt x="109088" y="0"/>
                  </a:moveTo>
                  <a:lnTo>
                    <a:pt x="32727" y="0"/>
                  </a:lnTo>
                  <a:cubicBezTo>
                    <a:pt x="26700" y="0"/>
                    <a:pt x="21816" y="4883"/>
                    <a:pt x="21816" y="10911"/>
                  </a:cubicBezTo>
                  <a:lnTo>
                    <a:pt x="21816" y="13638"/>
                  </a:lnTo>
                  <a:cubicBezTo>
                    <a:pt x="21816" y="15144"/>
                    <a:pt x="23038" y="16361"/>
                    <a:pt x="24544" y="16361"/>
                  </a:cubicBezTo>
                  <a:cubicBezTo>
                    <a:pt x="26055" y="16361"/>
                    <a:pt x="27272" y="15144"/>
                    <a:pt x="27272" y="13638"/>
                  </a:cubicBezTo>
                  <a:lnTo>
                    <a:pt x="27272" y="10911"/>
                  </a:lnTo>
                  <a:cubicBezTo>
                    <a:pt x="27272" y="7900"/>
                    <a:pt x="29716" y="5455"/>
                    <a:pt x="32727" y="5455"/>
                  </a:cubicBezTo>
                  <a:lnTo>
                    <a:pt x="109088" y="5455"/>
                  </a:lnTo>
                  <a:cubicBezTo>
                    <a:pt x="112100" y="5455"/>
                    <a:pt x="114544" y="7900"/>
                    <a:pt x="114544" y="10911"/>
                  </a:cubicBezTo>
                  <a:lnTo>
                    <a:pt x="114544" y="87272"/>
                  </a:lnTo>
                  <a:cubicBezTo>
                    <a:pt x="114544" y="90283"/>
                    <a:pt x="112100" y="92727"/>
                    <a:pt x="109088" y="92727"/>
                  </a:cubicBezTo>
                  <a:lnTo>
                    <a:pt x="106361" y="92727"/>
                  </a:lnTo>
                  <a:cubicBezTo>
                    <a:pt x="104855" y="92727"/>
                    <a:pt x="103638" y="93950"/>
                    <a:pt x="103638" y="95455"/>
                  </a:cubicBezTo>
                  <a:cubicBezTo>
                    <a:pt x="103638" y="96961"/>
                    <a:pt x="104855" y="98183"/>
                    <a:pt x="106361" y="98183"/>
                  </a:cubicBezTo>
                  <a:lnTo>
                    <a:pt x="109088" y="98183"/>
                  </a:lnTo>
                  <a:cubicBezTo>
                    <a:pt x="115116" y="98183"/>
                    <a:pt x="120000" y="93300"/>
                    <a:pt x="120000" y="87272"/>
                  </a:cubicBezTo>
                  <a:lnTo>
                    <a:pt x="120000" y="10911"/>
                  </a:lnTo>
                  <a:cubicBezTo>
                    <a:pt x="120000" y="4883"/>
                    <a:pt x="115116" y="0"/>
                    <a:pt x="109088" y="0"/>
                  </a:cubicBezTo>
                  <a:moveTo>
                    <a:pt x="81816" y="38183"/>
                  </a:moveTo>
                  <a:lnTo>
                    <a:pt x="87272" y="38183"/>
                  </a:lnTo>
                  <a:lnTo>
                    <a:pt x="87272" y="32727"/>
                  </a:lnTo>
                  <a:lnTo>
                    <a:pt x="81816" y="32727"/>
                  </a:lnTo>
                  <a:cubicBezTo>
                    <a:pt x="81816" y="32727"/>
                    <a:pt x="81816" y="38183"/>
                    <a:pt x="81816" y="38183"/>
                  </a:cubicBezTo>
                  <a:close/>
                  <a:moveTo>
                    <a:pt x="92727" y="68183"/>
                  </a:moveTo>
                  <a:lnTo>
                    <a:pt x="76361" y="68183"/>
                  </a:lnTo>
                  <a:lnTo>
                    <a:pt x="76361" y="27272"/>
                  </a:lnTo>
                  <a:lnTo>
                    <a:pt x="87272" y="27272"/>
                  </a:lnTo>
                  <a:cubicBezTo>
                    <a:pt x="90283" y="27272"/>
                    <a:pt x="92727" y="29716"/>
                    <a:pt x="92727" y="32727"/>
                  </a:cubicBezTo>
                  <a:cubicBezTo>
                    <a:pt x="92727" y="32727"/>
                    <a:pt x="92727" y="68183"/>
                    <a:pt x="92727" y="68183"/>
                  </a:cubicBezTo>
                  <a:close/>
                  <a:moveTo>
                    <a:pt x="92727" y="109088"/>
                  </a:moveTo>
                  <a:cubicBezTo>
                    <a:pt x="92727" y="112100"/>
                    <a:pt x="90283" y="114544"/>
                    <a:pt x="87272" y="114544"/>
                  </a:cubicBezTo>
                  <a:lnTo>
                    <a:pt x="76361" y="114544"/>
                  </a:lnTo>
                  <a:lnTo>
                    <a:pt x="76361" y="73638"/>
                  </a:lnTo>
                  <a:lnTo>
                    <a:pt x="92727" y="73638"/>
                  </a:lnTo>
                  <a:cubicBezTo>
                    <a:pt x="92727" y="73638"/>
                    <a:pt x="92727" y="109088"/>
                    <a:pt x="92727" y="109088"/>
                  </a:cubicBezTo>
                  <a:close/>
                  <a:moveTo>
                    <a:pt x="70911" y="68183"/>
                  </a:moveTo>
                  <a:lnTo>
                    <a:pt x="27272" y="68183"/>
                  </a:lnTo>
                  <a:lnTo>
                    <a:pt x="27272" y="27272"/>
                  </a:lnTo>
                  <a:lnTo>
                    <a:pt x="70911" y="27272"/>
                  </a:lnTo>
                  <a:cubicBezTo>
                    <a:pt x="70911" y="27272"/>
                    <a:pt x="70911" y="68183"/>
                    <a:pt x="70911" y="68183"/>
                  </a:cubicBezTo>
                  <a:close/>
                  <a:moveTo>
                    <a:pt x="70911" y="114544"/>
                  </a:moveTo>
                  <a:lnTo>
                    <a:pt x="27272" y="114544"/>
                  </a:lnTo>
                  <a:lnTo>
                    <a:pt x="27272" y="73638"/>
                  </a:lnTo>
                  <a:lnTo>
                    <a:pt x="70911" y="73638"/>
                  </a:lnTo>
                  <a:cubicBezTo>
                    <a:pt x="70911" y="73638"/>
                    <a:pt x="70911" y="114544"/>
                    <a:pt x="70911" y="114544"/>
                  </a:cubicBezTo>
                  <a:close/>
                  <a:moveTo>
                    <a:pt x="21816" y="68183"/>
                  </a:moveTo>
                  <a:lnTo>
                    <a:pt x="5455" y="68183"/>
                  </a:lnTo>
                  <a:lnTo>
                    <a:pt x="5455" y="32727"/>
                  </a:lnTo>
                  <a:cubicBezTo>
                    <a:pt x="5455" y="29716"/>
                    <a:pt x="7900" y="27272"/>
                    <a:pt x="10911" y="27272"/>
                  </a:cubicBezTo>
                  <a:lnTo>
                    <a:pt x="21816" y="27272"/>
                  </a:lnTo>
                  <a:cubicBezTo>
                    <a:pt x="21816" y="27272"/>
                    <a:pt x="21816" y="68183"/>
                    <a:pt x="21816" y="68183"/>
                  </a:cubicBezTo>
                  <a:close/>
                  <a:moveTo>
                    <a:pt x="21816" y="114544"/>
                  </a:moveTo>
                  <a:lnTo>
                    <a:pt x="10911" y="114544"/>
                  </a:lnTo>
                  <a:cubicBezTo>
                    <a:pt x="7900" y="114544"/>
                    <a:pt x="5455" y="112100"/>
                    <a:pt x="5455" y="109088"/>
                  </a:cubicBezTo>
                  <a:lnTo>
                    <a:pt x="5455" y="73638"/>
                  </a:lnTo>
                  <a:lnTo>
                    <a:pt x="21816" y="73638"/>
                  </a:lnTo>
                  <a:cubicBezTo>
                    <a:pt x="21816" y="73638"/>
                    <a:pt x="21816" y="114544"/>
                    <a:pt x="21816" y="114544"/>
                  </a:cubicBezTo>
                  <a:close/>
                  <a:moveTo>
                    <a:pt x="87272" y="21816"/>
                  </a:moveTo>
                  <a:lnTo>
                    <a:pt x="10911" y="21816"/>
                  </a:lnTo>
                  <a:cubicBezTo>
                    <a:pt x="4883" y="21816"/>
                    <a:pt x="0" y="26700"/>
                    <a:pt x="0" y="32727"/>
                  </a:cubicBezTo>
                  <a:lnTo>
                    <a:pt x="0" y="109088"/>
                  </a:lnTo>
                  <a:cubicBezTo>
                    <a:pt x="0" y="115116"/>
                    <a:pt x="4883" y="120000"/>
                    <a:pt x="10911" y="120000"/>
                  </a:cubicBezTo>
                  <a:lnTo>
                    <a:pt x="87272" y="120000"/>
                  </a:lnTo>
                  <a:cubicBezTo>
                    <a:pt x="93300" y="120000"/>
                    <a:pt x="98183" y="115116"/>
                    <a:pt x="98183" y="109088"/>
                  </a:cubicBezTo>
                  <a:lnTo>
                    <a:pt x="98183" y="32727"/>
                  </a:lnTo>
                  <a:cubicBezTo>
                    <a:pt x="98183" y="26700"/>
                    <a:pt x="93300" y="21816"/>
                    <a:pt x="87272" y="21816"/>
                  </a:cubicBezTo>
                  <a:moveTo>
                    <a:pt x="10911" y="49088"/>
                  </a:moveTo>
                  <a:lnTo>
                    <a:pt x="16361" y="49088"/>
                  </a:lnTo>
                  <a:lnTo>
                    <a:pt x="16361" y="43638"/>
                  </a:lnTo>
                  <a:lnTo>
                    <a:pt x="10911" y="43638"/>
                  </a:lnTo>
                  <a:cubicBezTo>
                    <a:pt x="10911" y="43638"/>
                    <a:pt x="10911" y="49088"/>
                    <a:pt x="10911" y="49088"/>
                  </a:cubicBezTo>
                  <a:close/>
                  <a:moveTo>
                    <a:pt x="10911" y="60000"/>
                  </a:moveTo>
                  <a:lnTo>
                    <a:pt x="16361" y="60000"/>
                  </a:lnTo>
                  <a:lnTo>
                    <a:pt x="16361" y="54544"/>
                  </a:lnTo>
                  <a:lnTo>
                    <a:pt x="10911" y="54544"/>
                  </a:lnTo>
                  <a:cubicBezTo>
                    <a:pt x="10911" y="54544"/>
                    <a:pt x="10911" y="60000"/>
                    <a:pt x="10911" y="60000"/>
                  </a:cubicBezTo>
                  <a:close/>
                  <a:moveTo>
                    <a:pt x="16361" y="92727"/>
                  </a:moveTo>
                  <a:lnTo>
                    <a:pt x="10911" y="92727"/>
                  </a:lnTo>
                  <a:lnTo>
                    <a:pt x="10911" y="98183"/>
                  </a:lnTo>
                  <a:lnTo>
                    <a:pt x="16361" y="98183"/>
                  </a:lnTo>
                  <a:cubicBezTo>
                    <a:pt x="16361" y="98183"/>
                    <a:pt x="16361" y="92727"/>
                    <a:pt x="16361" y="92727"/>
                  </a:cubicBezTo>
                  <a:close/>
                  <a:moveTo>
                    <a:pt x="10911" y="38183"/>
                  </a:moveTo>
                  <a:lnTo>
                    <a:pt x="16361" y="38183"/>
                  </a:lnTo>
                  <a:lnTo>
                    <a:pt x="16361" y="32727"/>
                  </a:lnTo>
                  <a:lnTo>
                    <a:pt x="10911" y="32727"/>
                  </a:lnTo>
                  <a:cubicBezTo>
                    <a:pt x="10911" y="32727"/>
                    <a:pt x="10911" y="38183"/>
                    <a:pt x="10911" y="38183"/>
                  </a:cubicBezTo>
                  <a:close/>
                  <a:moveTo>
                    <a:pt x="16361" y="81816"/>
                  </a:moveTo>
                  <a:lnTo>
                    <a:pt x="10911" y="81816"/>
                  </a:lnTo>
                  <a:lnTo>
                    <a:pt x="10911" y="87272"/>
                  </a:lnTo>
                  <a:lnTo>
                    <a:pt x="16361" y="87272"/>
                  </a:lnTo>
                  <a:cubicBezTo>
                    <a:pt x="16361" y="87272"/>
                    <a:pt x="16361" y="81816"/>
                    <a:pt x="16361" y="81816"/>
                  </a:cubicBezTo>
                  <a:close/>
                  <a:moveTo>
                    <a:pt x="16361" y="103638"/>
                  </a:moveTo>
                  <a:lnTo>
                    <a:pt x="10911" y="103638"/>
                  </a:lnTo>
                  <a:lnTo>
                    <a:pt x="10911" y="109088"/>
                  </a:lnTo>
                  <a:lnTo>
                    <a:pt x="16361" y="109088"/>
                  </a:lnTo>
                  <a:cubicBezTo>
                    <a:pt x="16361" y="109088"/>
                    <a:pt x="16361" y="103638"/>
                    <a:pt x="16361" y="103638"/>
                  </a:cubicBezTo>
                  <a:close/>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2"/>
                </a:solidFill>
                <a:latin typeface="Arial"/>
                <a:ea typeface="Arial"/>
                <a:cs typeface="Arial"/>
                <a:sym typeface="Arial"/>
              </a:endParaRPr>
            </a:p>
          </p:txBody>
        </p:sp>
      </p:grpSp>
      <p:sp>
        <p:nvSpPr>
          <p:cNvPr id="617" name="Google Shape;617;p81"/>
          <p:cNvSpPr txBox="1">
            <a:spLocks noGrp="1"/>
          </p:cNvSpPr>
          <p:nvPr>
            <p:ph type="body" idx="2"/>
          </p:nvPr>
        </p:nvSpPr>
        <p:spPr>
          <a:xfrm>
            <a:off x="1584929" y="3111615"/>
            <a:ext cx="1334043" cy="396875"/>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18" name="Google Shape;618;p81"/>
          <p:cNvSpPr txBox="1">
            <a:spLocks noGrp="1"/>
          </p:cNvSpPr>
          <p:nvPr>
            <p:ph type="body" idx="3"/>
          </p:nvPr>
        </p:nvSpPr>
        <p:spPr>
          <a:xfrm>
            <a:off x="1575449" y="3523161"/>
            <a:ext cx="1334043" cy="129502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19" name="Google Shape;619;p81"/>
          <p:cNvSpPr txBox="1">
            <a:spLocks noGrp="1"/>
          </p:cNvSpPr>
          <p:nvPr>
            <p:ph type="body" idx="4"/>
          </p:nvPr>
        </p:nvSpPr>
        <p:spPr>
          <a:xfrm>
            <a:off x="3519528" y="3908411"/>
            <a:ext cx="1334043" cy="396875"/>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20" name="Google Shape;620;p81"/>
          <p:cNvSpPr txBox="1">
            <a:spLocks noGrp="1"/>
          </p:cNvSpPr>
          <p:nvPr>
            <p:ph type="body" idx="5"/>
          </p:nvPr>
        </p:nvSpPr>
        <p:spPr>
          <a:xfrm>
            <a:off x="3518381" y="2588973"/>
            <a:ext cx="1334043" cy="129502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21" name="Google Shape;621;p81"/>
          <p:cNvSpPr txBox="1">
            <a:spLocks noGrp="1"/>
          </p:cNvSpPr>
          <p:nvPr>
            <p:ph type="body" idx="6"/>
          </p:nvPr>
        </p:nvSpPr>
        <p:spPr>
          <a:xfrm>
            <a:off x="5400162" y="3111615"/>
            <a:ext cx="1334043" cy="396875"/>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22" name="Google Shape;622;p81"/>
          <p:cNvSpPr txBox="1">
            <a:spLocks noGrp="1"/>
          </p:cNvSpPr>
          <p:nvPr>
            <p:ph type="body" idx="7"/>
          </p:nvPr>
        </p:nvSpPr>
        <p:spPr>
          <a:xfrm>
            <a:off x="5390682" y="3523161"/>
            <a:ext cx="1334043" cy="129502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23" name="Google Shape;623;p81"/>
          <p:cNvSpPr txBox="1">
            <a:spLocks noGrp="1"/>
          </p:cNvSpPr>
          <p:nvPr>
            <p:ph type="body" idx="8"/>
          </p:nvPr>
        </p:nvSpPr>
        <p:spPr>
          <a:xfrm>
            <a:off x="7308390" y="3908411"/>
            <a:ext cx="1334043" cy="396875"/>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24" name="Google Shape;624;p81"/>
          <p:cNvSpPr txBox="1">
            <a:spLocks noGrp="1"/>
          </p:cNvSpPr>
          <p:nvPr>
            <p:ph type="body" idx="9"/>
          </p:nvPr>
        </p:nvSpPr>
        <p:spPr>
          <a:xfrm>
            <a:off x="7307243" y="2588973"/>
            <a:ext cx="1334043" cy="129502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25" name="Google Shape;625;p81"/>
          <p:cNvSpPr txBox="1">
            <a:spLocks noGrp="1"/>
          </p:cNvSpPr>
          <p:nvPr>
            <p:ph type="body" idx="13"/>
          </p:nvPr>
        </p:nvSpPr>
        <p:spPr>
          <a:xfrm>
            <a:off x="9250776" y="3111615"/>
            <a:ext cx="1334043" cy="396875"/>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000000"/>
              </a:buClr>
              <a:buSzPts val="1400"/>
              <a:buFont typeface="Arial"/>
              <a:buNone/>
              <a:defRPr sz="1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26" name="Google Shape;626;p81"/>
          <p:cNvSpPr txBox="1">
            <a:spLocks noGrp="1"/>
          </p:cNvSpPr>
          <p:nvPr>
            <p:ph type="body" idx="14"/>
          </p:nvPr>
        </p:nvSpPr>
        <p:spPr>
          <a:xfrm>
            <a:off x="9241296" y="3523161"/>
            <a:ext cx="1334043" cy="129502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L="914400" marR="0" lvl="1" indent="-22860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ree-Infographic">
  <p:cSld name="Tree-Infographic">
    <p:spTree>
      <p:nvGrpSpPr>
        <p:cNvPr id="1" name="Shape 627"/>
        <p:cNvGrpSpPr/>
        <p:nvPr/>
      </p:nvGrpSpPr>
      <p:grpSpPr>
        <a:xfrm>
          <a:off x="0" y="0"/>
          <a:ext cx="0" cy="0"/>
          <a:chOff x="0" y="0"/>
          <a:chExt cx="0" cy="0"/>
        </a:xfrm>
      </p:grpSpPr>
      <p:sp>
        <p:nvSpPr>
          <p:cNvPr id="628" name="Google Shape;628;p82"/>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29" name="Google Shape;629;p82"/>
          <p:cNvSpPr txBox="1">
            <a:spLocks noGrp="1"/>
          </p:cNvSpPr>
          <p:nvPr>
            <p:ph type="body" idx="1"/>
          </p:nvPr>
        </p:nvSpPr>
        <p:spPr>
          <a:xfrm>
            <a:off x="207963" y="273050"/>
            <a:ext cx="11291702" cy="298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EC07D"/>
              </a:buClr>
              <a:buSzPts val="1600"/>
              <a:buFont typeface="Arial"/>
              <a:buNone/>
              <a:defRPr sz="1600" b="0" i="0" u="none" strike="noStrike" cap="none">
                <a:solidFill>
                  <a:srgbClr val="0EC07D"/>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grpSp>
        <p:nvGrpSpPr>
          <p:cNvPr id="630" name="Google Shape;630;p82"/>
          <p:cNvGrpSpPr/>
          <p:nvPr/>
        </p:nvGrpSpPr>
        <p:grpSpPr>
          <a:xfrm>
            <a:off x="6992716" y="1169665"/>
            <a:ext cx="4573641" cy="5344829"/>
            <a:chOff x="2813" y="961"/>
            <a:chExt cx="2052" cy="2397"/>
          </a:xfrm>
        </p:grpSpPr>
        <p:sp>
          <p:nvSpPr>
            <p:cNvPr id="631" name="Google Shape;631;p82"/>
            <p:cNvSpPr/>
            <p:nvPr/>
          </p:nvSpPr>
          <p:spPr>
            <a:xfrm>
              <a:off x="4415" y="1626"/>
              <a:ext cx="127" cy="168"/>
            </a:xfrm>
            <a:custGeom>
              <a:avLst/>
              <a:gdLst/>
              <a:ahLst/>
              <a:cxnLst/>
              <a:rect l="l" t="t" r="r" b="b"/>
              <a:pathLst>
                <a:path w="120000" h="120000" extrusionOk="0">
                  <a:moveTo>
                    <a:pt x="11111" y="55774"/>
                  </a:moveTo>
                  <a:cubicBezTo>
                    <a:pt x="0" y="77746"/>
                    <a:pt x="8888" y="101408"/>
                    <a:pt x="31111" y="120000"/>
                  </a:cubicBezTo>
                  <a:cubicBezTo>
                    <a:pt x="64444" y="116619"/>
                    <a:pt x="95555" y="103098"/>
                    <a:pt x="106666" y="81126"/>
                  </a:cubicBezTo>
                  <a:cubicBezTo>
                    <a:pt x="120000" y="59154"/>
                    <a:pt x="117777" y="16901"/>
                    <a:pt x="95555" y="0"/>
                  </a:cubicBezTo>
                  <a:cubicBezTo>
                    <a:pt x="60000" y="1690"/>
                    <a:pt x="22222" y="32112"/>
                    <a:pt x="11111" y="55774"/>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32" name="Google Shape;632;p82"/>
            <p:cNvSpPr/>
            <p:nvPr/>
          </p:nvSpPr>
          <p:spPr>
            <a:xfrm>
              <a:off x="4261" y="1218"/>
              <a:ext cx="130" cy="166"/>
            </a:xfrm>
            <a:custGeom>
              <a:avLst/>
              <a:gdLst/>
              <a:ahLst/>
              <a:cxnLst/>
              <a:rect l="l" t="t" r="r" b="b"/>
              <a:pathLst>
                <a:path w="120000" h="120000" extrusionOk="0">
                  <a:moveTo>
                    <a:pt x="13090" y="82285"/>
                  </a:moveTo>
                  <a:cubicBezTo>
                    <a:pt x="26181" y="104571"/>
                    <a:pt x="54545" y="118285"/>
                    <a:pt x="89454" y="120000"/>
                  </a:cubicBezTo>
                  <a:cubicBezTo>
                    <a:pt x="111272" y="102857"/>
                    <a:pt x="120000" y="77142"/>
                    <a:pt x="106909" y="54857"/>
                  </a:cubicBezTo>
                  <a:cubicBezTo>
                    <a:pt x="93818" y="32571"/>
                    <a:pt x="54545" y="1714"/>
                    <a:pt x="21818" y="0"/>
                  </a:cubicBezTo>
                  <a:cubicBezTo>
                    <a:pt x="0" y="18857"/>
                    <a:pt x="2181" y="60000"/>
                    <a:pt x="13090" y="82285"/>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33" name="Google Shape;633;p82"/>
            <p:cNvSpPr/>
            <p:nvPr/>
          </p:nvSpPr>
          <p:spPr>
            <a:xfrm>
              <a:off x="3452" y="1219"/>
              <a:ext cx="120" cy="177"/>
            </a:xfrm>
            <a:custGeom>
              <a:avLst/>
              <a:gdLst/>
              <a:ahLst/>
              <a:cxnLst/>
              <a:rect l="l" t="t" r="r" b="b"/>
              <a:pathLst>
                <a:path w="120000" h="120000" extrusionOk="0">
                  <a:moveTo>
                    <a:pt x="7058" y="62400"/>
                  </a:moveTo>
                  <a:cubicBezTo>
                    <a:pt x="0" y="84800"/>
                    <a:pt x="16470" y="105600"/>
                    <a:pt x="44705" y="120000"/>
                  </a:cubicBezTo>
                  <a:cubicBezTo>
                    <a:pt x="80000" y="113600"/>
                    <a:pt x="105882" y="97600"/>
                    <a:pt x="112941" y="75200"/>
                  </a:cubicBezTo>
                  <a:cubicBezTo>
                    <a:pt x="120000" y="52800"/>
                    <a:pt x="108235" y="14400"/>
                    <a:pt x="80000" y="0"/>
                  </a:cubicBezTo>
                  <a:cubicBezTo>
                    <a:pt x="44705" y="6400"/>
                    <a:pt x="14117" y="40000"/>
                    <a:pt x="7058" y="6240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34" name="Google Shape;634;p82"/>
            <p:cNvSpPr/>
            <p:nvPr/>
          </p:nvSpPr>
          <p:spPr>
            <a:xfrm>
              <a:off x="2912" y="1464"/>
              <a:ext cx="186" cy="112"/>
            </a:xfrm>
            <a:custGeom>
              <a:avLst/>
              <a:gdLst/>
              <a:ahLst/>
              <a:cxnLst/>
              <a:rect l="l" t="t" r="r" b="b"/>
              <a:pathLst>
                <a:path w="120000" h="120000" extrusionOk="0">
                  <a:moveTo>
                    <a:pt x="75949" y="112500"/>
                  </a:moveTo>
                  <a:cubicBezTo>
                    <a:pt x="98734" y="105000"/>
                    <a:pt x="113924" y="77500"/>
                    <a:pt x="120000" y="42500"/>
                  </a:cubicBezTo>
                  <a:cubicBezTo>
                    <a:pt x="104810" y="15000"/>
                    <a:pt x="82025" y="0"/>
                    <a:pt x="59240" y="7500"/>
                  </a:cubicBezTo>
                  <a:cubicBezTo>
                    <a:pt x="37974" y="15000"/>
                    <a:pt x="4556" y="50000"/>
                    <a:pt x="0" y="85000"/>
                  </a:cubicBezTo>
                  <a:cubicBezTo>
                    <a:pt x="15189" y="112500"/>
                    <a:pt x="53164" y="120000"/>
                    <a:pt x="75949" y="112500"/>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35" name="Google Shape;635;p82"/>
            <p:cNvSpPr/>
            <p:nvPr/>
          </p:nvSpPr>
          <p:spPr>
            <a:xfrm>
              <a:off x="3659" y="1071"/>
              <a:ext cx="173" cy="122"/>
            </a:xfrm>
            <a:custGeom>
              <a:avLst/>
              <a:gdLst/>
              <a:ahLst/>
              <a:cxnLst/>
              <a:rect l="l" t="t" r="r" b="b"/>
              <a:pathLst>
                <a:path w="120000" h="120000" extrusionOk="0">
                  <a:moveTo>
                    <a:pt x="50958" y="106153"/>
                  </a:moveTo>
                  <a:cubicBezTo>
                    <a:pt x="73972" y="120000"/>
                    <a:pt x="100273" y="115384"/>
                    <a:pt x="119999" y="94615"/>
                  </a:cubicBezTo>
                  <a:cubicBezTo>
                    <a:pt x="119999" y="62307"/>
                    <a:pt x="106849" y="32307"/>
                    <a:pt x="83835" y="18461"/>
                  </a:cubicBezTo>
                  <a:cubicBezTo>
                    <a:pt x="62465" y="4615"/>
                    <a:pt x="19726" y="0"/>
                    <a:pt x="0" y="18461"/>
                  </a:cubicBezTo>
                  <a:cubicBezTo>
                    <a:pt x="0" y="53076"/>
                    <a:pt x="29589" y="92307"/>
                    <a:pt x="50958" y="10615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36" name="Google Shape;636;p82"/>
            <p:cNvSpPr/>
            <p:nvPr/>
          </p:nvSpPr>
          <p:spPr>
            <a:xfrm>
              <a:off x="4702" y="1626"/>
              <a:ext cx="130" cy="168"/>
            </a:xfrm>
            <a:custGeom>
              <a:avLst/>
              <a:gdLst/>
              <a:ahLst/>
              <a:cxnLst/>
              <a:rect l="l" t="t" r="r" b="b"/>
              <a:pathLst>
                <a:path w="120000" h="120000" extrusionOk="0">
                  <a:moveTo>
                    <a:pt x="15272" y="81126"/>
                  </a:moveTo>
                  <a:cubicBezTo>
                    <a:pt x="26181" y="103098"/>
                    <a:pt x="56727" y="116619"/>
                    <a:pt x="89454" y="120000"/>
                  </a:cubicBezTo>
                  <a:cubicBezTo>
                    <a:pt x="111272" y="101408"/>
                    <a:pt x="120000" y="76056"/>
                    <a:pt x="109090" y="54084"/>
                  </a:cubicBezTo>
                  <a:cubicBezTo>
                    <a:pt x="96000" y="32112"/>
                    <a:pt x="56727" y="1690"/>
                    <a:pt x="24000" y="0"/>
                  </a:cubicBezTo>
                  <a:cubicBezTo>
                    <a:pt x="0" y="18591"/>
                    <a:pt x="2181" y="59154"/>
                    <a:pt x="15272" y="81126"/>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37" name="Google Shape;637;p82"/>
            <p:cNvSpPr/>
            <p:nvPr/>
          </p:nvSpPr>
          <p:spPr>
            <a:xfrm>
              <a:off x="3194" y="1907"/>
              <a:ext cx="153" cy="150"/>
            </a:xfrm>
            <a:custGeom>
              <a:avLst/>
              <a:gdLst/>
              <a:ahLst/>
              <a:cxnLst/>
              <a:rect l="l" t="t" r="r" b="b"/>
              <a:pathLst>
                <a:path w="120000" h="120000" extrusionOk="0">
                  <a:moveTo>
                    <a:pt x="97846" y="80625"/>
                  </a:moveTo>
                  <a:cubicBezTo>
                    <a:pt x="116307" y="60000"/>
                    <a:pt x="120000" y="31875"/>
                    <a:pt x="108923" y="7500"/>
                  </a:cubicBezTo>
                  <a:cubicBezTo>
                    <a:pt x="81230" y="0"/>
                    <a:pt x="51692" y="7500"/>
                    <a:pt x="33230" y="26250"/>
                  </a:cubicBezTo>
                  <a:cubicBezTo>
                    <a:pt x="14769" y="45000"/>
                    <a:pt x="0" y="88125"/>
                    <a:pt x="9230" y="114375"/>
                  </a:cubicBezTo>
                  <a:cubicBezTo>
                    <a:pt x="36923" y="120000"/>
                    <a:pt x="79384" y="99375"/>
                    <a:pt x="97846" y="8062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38" name="Google Shape;638;p82"/>
            <p:cNvSpPr/>
            <p:nvPr/>
          </p:nvSpPr>
          <p:spPr>
            <a:xfrm>
              <a:off x="2886" y="2504"/>
              <a:ext cx="1837" cy="854"/>
            </a:xfrm>
            <a:custGeom>
              <a:avLst/>
              <a:gdLst/>
              <a:ahLst/>
              <a:cxnLst/>
              <a:rect l="l" t="t" r="r" b="b"/>
              <a:pathLst>
                <a:path w="120000" h="120000" extrusionOk="0">
                  <a:moveTo>
                    <a:pt x="60077" y="120000"/>
                  </a:moveTo>
                  <a:cubicBezTo>
                    <a:pt x="93212" y="120000"/>
                    <a:pt x="120000" y="66149"/>
                    <a:pt x="120000" y="0"/>
                  </a:cubicBezTo>
                  <a:cubicBezTo>
                    <a:pt x="0" y="0"/>
                    <a:pt x="0" y="0"/>
                    <a:pt x="0" y="0"/>
                  </a:cubicBezTo>
                  <a:cubicBezTo>
                    <a:pt x="0" y="66149"/>
                    <a:pt x="26941" y="120000"/>
                    <a:pt x="60077" y="12000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39" name="Google Shape;639;p82"/>
            <p:cNvSpPr/>
            <p:nvPr/>
          </p:nvSpPr>
          <p:spPr>
            <a:xfrm>
              <a:off x="3081" y="2504"/>
              <a:ext cx="1446" cy="674"/>
            </a:xfrm>
            <a:custGeom>
              <a:avLst/>
              <a:gdLst/>
              <a:ahLst/>
              <a:cxnLst/>
              <a:rect l="l" t="t" r="r" b="b"/>
              <a:pathLst>
                <a:path w="120000" h="120000" extrusionOk="0">
                  <a:moveTo>
                    <a:pt x="60000" y="119999"/>
                  </a:moveTo>
                  <a:cubicBezTo>
                    <a:pt x="93245" y="119999"/>
                    <a:pt x="120000" y="66105"/>
                    <a:pt x="120000" y="0"/>
                  </a:cubicBezTo>
                  <a:cubicBezTo>
                    <a:pt x="0" y="0"/>
                    <a:pt x="0" y="0"/>
                    <a:pt x="0" y="0"/>
                  </a:cubicBezTo>
                  <a:cubicBezTo>
                    <a:pt x="0" y="66105"/>
                    <a:pt x="26754" y="119999"/>
                    <a:pt x="60000" y="119999"/>
                  </a:cubicBezTo>
                  <a:close/>
                </a:path>
              </a:pathLst>
            </a:custGeom>
            <a:solidFill>
              <a:srgbClr val="D8DADD"/>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40" name="Google Shape;640;p82"/>
            <p:cNvSpPr/>
            <p:nvPr/>
          </p:nvSpPr>
          <p:spPr>
            <a:xfrm>
              <a:off x="3266" y="2504"/>
              <a:ext cx="1076" cy="501"/>
            </a:xfrm>
            <a:custGeom>
              <a:avLst/>
              <a:gdLst/>
              <a:ahLst/>
              <a:cxnLst/>
              <a:rect l="l" t="t" r="r" b="b"/>
              <a:pathLst>
                <a:path w="120000" h="120000" extrusionOk="0">
                  <a:moveTo>
                    <a:pt x="60000" y="120000"/>
                  </a:moveTo>
                  <a:cubicBezTo>
                    <a:pt x="93039" y="120000"/>
                    <a:pt x="120000" y="66226"/>
                    <a:pt x="120000" y="0"/>
                  </a:cubicBezTo>
                  <a:cubicBezTo>
                    <a:pt x="0" y="0"/>
                    <a:pt x="0" y="0"/>
                    <a:pt x="0" y="0"/>
                  </a:cubicBezTo>
                  <a:cubicBezTo>
                    <a:pt x="0" y="66226"/>
                    <a:pt x="26960" y="120000"/>
                    <a:pt x="60000" y="120000"/>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41" name="Google Shape;641;p82"/>
            <p:cNvSpPr/>
            <p:nvPr/>
          </p:nvSpPr>
          <p:spPr>
            <a:xfrm>
              <a:off x="2813" y="961"/>
              <a:ext cx="2052" cy="1860"/>
            </a:xfrm>
            <a:custGeom>
              <a:avLst/>
              <a:gdLst/>
              <a:ahLst/>
              <a:cxnLst/>
              <a:rect l="l" t="t" r="r" b="b"/>
              <a:pathLst>
                <a:path w="120000" h="120000" extrusionOk="0">
                  <a:moveTo>
                    <a:pt x="119445" y="48152"/>
                  </a:moveTo>
                  <a:cubicBezTo>
                    <a:pt x="119583" y="48000"/>
                    <a:pt x="119583" y="48000"/>
                    <a:pt x="119445" y="48152"/>
                  </a:cubicBezTo>
                  <a:cubicBezTo>
                    <a:pt x="119445" y="48152"/>
                    <a:pt x="119445" y="48152"/>
                    <a:pt x="119445" y="48152"/>
                  </a:cubicBezTo>
                  <a:cubicBezTo>
                    <a:pt x="119445" y="48152"/>
                    <a:pt x="119445" y="48305"/>
                    <a:pt x="119445" y="48305"/>
                  </a:cubicBezTo>
                  <a:cubicBezTo>
                    <a:pt x="119445" y="48458"/>
                    <a:pt x="119445" y="48611"/>
                    <a:pt x="119445" y="48611"/>
                  </a:cubicBezTo>
                  <a:cubicBezTo>
                    <a:pt x="119445" y="48611"/>
                    <a:pt x="119445" y="48611"/>
                    <a:pt x="119445" y="48458"/>
                  </a:cubicBezTo>
                  <a:cubicBezTo>
                    <a:pt x="119028" y="49834"/>
                    <a:pt x="118612" y="51210"/>
                    <a:pt x="118196" y="52585"/>
                  </a:cubicBezTo>
                  <a:cubicBezTo>
                    <a:pt x="117780" y="53808"/>
                    <a:pt x="117364" y="54726"/>
                    <a:pt x="116531" y="55643"/>
                  </a:cubicBezTo>
                  <a:cubicBezTo>
                    <a:pt x="116393" y="55949"/>
                    <a:pt x="115976" y="56254"/>
                    <a:pt x="115838" y="56407"/>
                  </a:cubicBezTo>
                  <a:cubicBezTo>
                    <a:pt x="114312" y="57936"/>
                    <a:pt x="112508" y="59312"/>
                    <a:pt x="110843" y="60382"/>
                  </a:cubicBezTo>
                  <a:cubicBezTo>
                    <a:pt x="109317" y="61299"/>
                    <a:pt x="107653" y="61757"/>
                    <a:pt x="105988" y="61757"/>
                  </a:cubicBezTo>
                  <a:cubicBezTo>
                    <a:pt x="103491" y="61910"/>
                    <a:pt x="100855" y="61605"/>
                    <a:pt x="98219" y="61605"/>
                  </a:cubicBezTo>
                  <a:cubicBezTo>
                    <a:pt x="94890" y="61452"/>
                    <a:pt x="91421" y="61452"/>
                    <a:pt x="88092" y="61299"/>
                  </a:cubicBezTo>
                  <a:cubicBezTo>
                    <a:pt x="88924" y="60535"/>
                    <a:pt x="90312" y="60229"/>
                    <a:pt x="91283" y="59923"/>
                  </a:cubicBezTo>
                  <a:cubicBezTo>
                    <a:pt x="92670" y="59312"/>
                    <a:pt x="94057" y="58853"/>
                    <a:pt x="95167" y="58089"/>
                  </a:cubicBezTo>
                  <a:cubicBezTo>
                    <a:pt x="97109" y="57019"/>
                    <a:pt x="98913" y="55796"/>
                    <a:pt x="100716" y="54573"/>
                  </a:cubicBezTo>
                  <a:cubicBezTo>
                    <a:pt x="101549" y="54114"/>
                    <a:pt x="102381" y="53503"/>
                    <a:pt x="103213" y="53044"/>
                  </a:cubicBezTo>
                  <a:cubicBezTo>
                    <a:pt x="103907" y="52585"/>
                    <a:pt x="104739" y="52127"/>
                    <a:pt x="105294" y="51515"/>
                  </a:cubicBezTo>
                  <a:cubicBezTo>
                    <a:pt x="106959" y="49834"/>
                    <a:pt x="107791" y="47694"/>
                    <a:pt x="108624" y="45401"/>
                  </a:cubicBezTo>
                  <a:cubicBezTo>
                    <a:pt x="107514" y="47388"/>
                    <a:pt x="106682" y="49528"/>
                    <a:pt x="104878" y="51057"/>
                  </a:cubicBezTo>
                  <a:cubicBezTo>
                    <a:pt x="104046" y="51974"/>
                    <a:pt x="102381" y="52433"/>
                    <a:pt x="101410" y="53044"/>
                  </a:cubicBezTo>
                  <a:cubicBezTo>
                    <a:pt x="100439" y="53656"/>
                    <a:pt x="99468" y="54114"/>
                    <a:pt x="98358" y="54573"/>
                  </a:cubicBezTo>
                  <a:cubicBezTo>
                    <a:pt x="96554" y="55337"/>
                    <a:pt x="95028" y="56407"/>
                    <a:pt x="93225" y="57019"/>
                  </a:cubicBezTo>
                  <a:cubicBezTo>
                    <a:pt x="91421" y="57783"/>
                    <a:pt x="89341" y="58242"/>
                    <a:pt x="87537" y="59006"/>
                  </a:cubicBezTo>
                  <a:cubicBezTo>
                    <a:pt x="85456" y="59923"/>
                    <a:pt x="83791" y="61299"/>
                    <a:pt x="81988" y="62522"/>
                  </a:cubicBezTo>
                  <a:cubicBezTo>
                    <a:pt x="82265" y="61146"/>
                    <a:pt x="82543" y="58853"/>
                    <a:pt x="82820" y="57783"/>
                  </a:cubicBezTo>
                  <a:cubicBezTo>
                    <a:pt x="83098" y="56713"/>
                    <a:pt x="83514" y="55796"/>
                    <a:pt x="83930" y="54878"/>
                  </a:cubicBezTo>
                  <a:cubicBezTo>
                    <a:pt x="85179" y="53197"/>
                    <a:pt x="86705" y="51363"/>
                    <a:pt x="88369" y="50140"/>
                  </a:cubicBezTo>
                  <a:cubicBezTo>
                    <a:pt x="90173" y="48917"/>
                    <a:pt x="91421" y="47541"/>
                    <a:pt x="92393" y="45707"/>
                  </a:cubicBezTo>
                  <a:cubicBezTo>
                    <a:pt x="92670" y="44484"/>
                    <a:pt x="92947" y="43261"/>
                    <a:pt x="92947" y="42038"/>
                  </a:cubicBezTo>
                  <a:cubicBezTo>
                    <a:pt x="92947" y="41579"/>
                    <a:pt x="92947" y="41121"/>
                    <a:pt x="92947" y="40662"/>
                  </a:cubicBezTo>
                  <a:cubicBezTo>
                    <a:pt x="92670" y="38980"/>
                    <a:pt x="92254" y="37146"/>
                    <a:pt x="91976" y="35312"/>
                  </a:cubicBezTo>
                  <a:cubicBezTo>
                    <a:pt x="92115" y="37146"/>
                    <a:pt x="92254" y="38980"/>
                    <a:pt x="92393" y="40815"/>
                  </a:cubicBezTo>
                  <a:cubicBezTo>
                    <a:pt x="92393" y="41121"/>
                    <a:pt x="92393" y="41579"/>
                    <a:pt x="92393" y="42038"/>
                  </a:cubicBezTo>
                  <a:cubicBezTo>
                    <a:pt x="92254" y="44178"/>
                    <a:pt x="91144" y="46012"/>
                    <a:pt x="89479" y="47541"/>
                  </a:cubicBezTo>
                  <a:cubicBezTo>
                    <a:pt x="88092" y="48611"/>
                    <a:pt x="86566" y="49528"/>
                    <a:pt x="85040" y="50598"/>
                  </a:cubicBezTo>
                  <a:cubicBezTo>
                    <a:pt x="83236" y="52127"/>
                    <a:pt x="81710" y="54114"/>
                    <a:pt x="80739" y="56254"/>
                  </a:cubicBezTo>
                  <a:cubicBezTo>
                    <a:pt x="80184" y="57477"/>
                    <a:pt x="79907" y="58700"/>
                    <a:pt x="79630" y="59923"/>
                  </a:cubicBezTo>
                  <a:cubicBezTo>
                    <a:pt x="79352" y="61299"/>
                    <a:pt x="78797" y="62828"/>
                    <a:pt x="78381" y="64203"/>
                  </a:cubicBezTo>
                  <a:cubicBezTo>
                    <a:pt x="74358" y="65579"/>
                    <a:pt x="70196" y="67108"/>
                    <a:pt x="66173" y="68484"/>
                  </a:cubicBezTo>
                  <a:cubicBezTo>
                    <a:pt x="65341" y="68789"/>
                    <a:pt x="64508" y="69095"/>
                    <a:pt x="63537" y="69401"/>
                  </a:cubicBezTo>
                  <a:cubicBezTo>
                    <a:pt x="62843" y="69707"/>
                    <a:pt x="62011" y="70012"/>
                    <a:pt x="61456" y="69248"/>
                  </a:cubicBezTo>
                  <a:cubicBezTo>
                    <a:pt x="61040" y="68484"/>
                    <a:pt x="60763" y="67566"/>
                    <a:pt x="60485" y="66649"/>
                  </a:cubicBezTo>
                  <a:cubicBezTo>
                    <a:pt x="60069" y="65579"/>
                    <a:pt x="59791" y="64662"/>
                    <a:pt x="60763" y="63592"/>
                  </a:cubicBezTo>
                  <a:cubicBezTo>
                    <a:pt x="61456" y="62675"/>
                    <a:pt x="62289" y="61910"/>
                    <a:pt x="63121" y="60993"/>
                  </a:cubicBezTo>
                  <a:cubicBezTo>
                    <a:pt x="65618" y="58089"/>
                    <a:pt x="68670" y="55337"/>
                    <a:pt x="70890" y="52127"/>
                  </a:cubicBezTo>
                  <a:cubicBezTo>
                    <a:pt x="72000" y="50445"/>
                    <a:pt x="72554" y="48611"/>
                    <a:pt x="72971" y="46624"/>
                  </a:cubicBezTo>
                  <a:cubicBezTo>
                    <a:pt x="75606" y="44025"/>
                    <a:pt x="78242" y="41426"/>
                    <a:pt x="80878" y="38675"/>
                  </a:cubicBezTo>
                  <a:cubicBezTo>
                    <a:pt x="81433" y="38216"/>
                    <a:pt x="81988" y="37605"/>
                    <a:pt x="82682" y="37299"/>
                  </a:cubicBezTo>
                  <a:cubicBezTo>
                    <a:pt x="83514" y="36840"/>
                    <a:pt x="84485" y="36687"/>
                    <a:pt x="85317" y="36535"/>
                  </a:cubicBezTo>
                  <a:cubicBezTo>
                    <a:pt x="86289" y="36229"/>
                    <a:pt x="87260" y="35770"/>
                    <a:pt x="88231" y="35159"/>
                  </a:cubicBezTo>
                  <a:cubicBezTo>
                    <a:pt x="90034" y="33783"/>
                    <a:pt x="91005" y="31949"/>
                    <a:pt x="92115" y="29808"/>
                  </a:cubicBezTo>
                  <a:cubicBezTo>
                    <a:pt x="93502" y="26904"/>
                    <a:pt x="95028" y="24000"/>
                    <a:pt x="96554" y="21095"/>
                  </a:cubicBezTo>
                  <a:cubicBezTo>
                    <a:pt x="94473" y="24611"/>
                    <a:pt x="92531" y="28127"/>
                    <a:pt x="90312" y="31490"/>
                  </a:cubicBezTo>
                  <a:cubicBezTo>
                    <a:pt x="88924" y="33783"/>
                    <a:pt x="86705" y="34853"/>
                    <a:pt x="84208" y="35312"/>
                  </a:cubicBezTo>
                  <a:cubicBezTo>
                    <a:pt x="82959" y="35617"/>
                    <a:pt x="81433" y="36076"/>
                    <a:pt x="80462" y="36840"/>
                  </a:cubicBezTo>
                  <a:cubicBezTo>
                    <a:pt x="80462" y="36840"/>
                    <a:pt x="80462" y="36840"/>
                    <a:pt x="80462" y="36993"/>
                  </a:cubicBezTo>
                  <a:cubicBezTo>
                    <a:pt x="80046" y="37146"/>
                    <a:pt x="79491" y="37605"/>
                    <a:pt x="79213" y="37910"/>
                  </a:cubicBezTo>
                  <a:cubicBezTo>
                    <a:pt x="77549" y="39286"/>
                    <a:pt x="75468" y="42038"/>
                    <a:pt x="73664" y="42496"/>
                  </a:cubicBezTo>
                  <a:cubicBezTo>
                    <a:pt x="73942" y="40509"/>
                    <a:pt x="74774" y="38522"/>
                    <a:pt x="74774" y="36382"/>
                  </a:cubicBezTo>
                  <a:cubicBezTo>
                    <a:pt x="74913" y="33783"/>
                    <a:pt x="74635" y="31337"/>
                    <a:pt x="73664" y="29044"/>
                  </a:cubicBezTo>
                  <a:cubicBezTo>
                    <a:pt x="75745" y="26598"/>
                    <a:pt x="77687" y="24305"/>
                    <a:pt x="79630" y="22012"/>
                  </a:cubicBezTo>
                  <a:cubicBezTo>
                    <a:pt x="81294" y="20178"/>
                    <a:pt x="83098" y="18191"/>
                    <a:pt x="84208" y="15898"/>
                  </a:cubicBezTo>
                  <a:cubicBezTo>
                    <a:pt x="84763" y="14828"/>
                    <a:pt x="85040" y="13757"/>
                    <a:pt x="85179" y="12687"/>
                  </a:cubicBezTo>
                  <a:cubicBezTo>
                    <a:pt x="85317" y="10700"/>
                    <a:pt x="84763" y="9171"/>
                    <a:pt x="84208" y="7337"/>
                  </a:cubicBezTo>
                  <a:cubicBezTo>
                    <a:pt x="83514" y="4891"/>
                    <a:pt x="82820" y="2445"/>
                    <a:pt x="82127" y="0"/>
                  </a:cubicBezTo>
                  <a:cubicBezTo>
                    <a:pt x="82404" y="1681"/>
                    <a:pt x="82820" y="3363"/>
                    <a:pt x="83098" y="5044"/>
                  </a:cubicBezTo>
                  <a:cubicBezTo>
                    <a:pt x="83791" y="7949"/>
                    <a:pt x="84763" y="10700"/>
                    <a:pt x="83930" y="13605"/>
                  </a:cubicBezTo>
                  <a:cubicBezTo>
                    <a:pt x="83930" y="13605"/>
                    <a:pt x="83930" y="13757"/>
                    <a:pt x="83930" y="13757"/>
                  </a:cubicBezTo>
                  <a:cubicBezTo>
                    <a:pt x="83098" y="15745"/>
                    <a:pt x="81849" y="17273"/>
                    <a:pt x="80462" y="18649"/>
                  </a:cubicBezTo>
                  <a:cubicBezTo>
                    <a:pt x="77826" y="21248"/>
                    <a:pt x="75190" y="23847"/>
                    <a:pt x="72693" y="26445"/>
                  </a:cubicBezTo>
                  <a:cubicBezTo>
                    <a:pt x="72416" y="25834"/>
                    <a:pt x="72000" y="25070"/>
                    <a:pt x="71722" y="24305"/>
                  </a:cubicBezTo>
                  <a:cubicBezTo>
                    <a:pt x="69641" y="20178"/>
                    <a:pt x="64924" y="18038"/>
                    <a:pt x="63121" y="13605"/>
                  </a:cubicBezTo>
                  <a:cubicBezTo>
                    <a:pt x="61595" y="10089"/>
                    <a:pt x="60069" y="6573"/>
                    <a:pt x="58543" y="2904"/>
                  </a:cubicBezTo>
                  <a:cubicBezTo>
                    <a:pt x="59930" y="7031"/>
                    <a:pt x="61179" y="11159"/>
                    <a:pt x="62843" y="15133"/>
                  </a:cubicBezTo>
                  <a:cubicBezTo>
                    <a:pt x="62843" y="15286"/>
                    <a:pt x="62982" y="15439"/>
                    <a:pt x="62982" y="15592"/>
                  </a:cubicBezTo>
                  <a:cubicBezTo>
                    <a:pt x="64924" y="19108"/>
                    <a:pt x="68531" y="21401"/>
                    <a:pt x="70057" y="25070"/>
                  </a:cubicBezTo>
                  <a:cubicBezTo>
                    <a:pt x="70751" y="27210"/>
                    <a:pt x="71445" y="29197"/>
                    <a:pt x="72138" y="31184"/>
                  </a:cubicBezTo>
                  <a:cubicBezTo>
                    <a:pt x="73248" y="36535"/>
                    <a:pt x="71445" y="42191"/>
                    <a:pt x="69086" y="46929"/>
                  </a:cubicBezTo>
                  <a:cubicBezTo>
                    <a:pt x="66728" y="51821"/>
                    <a:pt x="62843" y="55490"/>
                    <a:pt x="58682" y="58853"/>
                  </a:cubicBezTo>
                  <a:cubicBezTo>
                    <a:pt x="58265" y="59159"/>
                    <a:pt x="57849" y="59464"/>
                    <a:pt x="57294" y="59312"/>
                  </a:cubicBezTo>
                  <a:cubicBezTo>
                    <a:pt x="56739" y="59159"/>
                    <a:pt x="56323" y="58700"/>
                    <a:pt x="56046" y="58394"/>
                  </a:cubicBezTo>
                  <a:cubicBezTo>
                    <a:pt x="53271" y="55031"/>
                    <a:pt x="50774" y="51974"/>
                    <a:pt x="51745" y="47541"/>
                  </a:cubicBezTo>
                  <a:cubicBezTo>
                    <a:pt x="52023" y="45554"/>
                    <a:pt x="52855" y="43872"/>
                    <a:pt x="53687" y="42191"/>
                  </a:cubicBezTo>
                  <a:cubicBezTo>
                    <a:pt x="54520" y="40662"/>
                    <a:pt x="54797" y="39286"/>
                    <a:pt x="54797" y="37452"/>
                  </a:cubicBezTo>
                  <a:cubicBezTo>
                    <a:pt x="54797" y="35617"/>
                    <a:pt x="54104" y="33630"/>
                    <a:pt x="53549" y="31796"/>
                  </a:cubicBezTo>
                  <a:cubicBezTo>
                    <a:pt x="53271" y="31031"/>
                    <a:pt x="52994" y="30267"/>
                    <a:pt x="52855" y="29503"/>
                  </a:cubicBezTo>
                  <a:cubicBezTo>
                    <a:pt x="52855" y="30114"/>
                    <a:pt x="52994" y="30878"/>
                    <a:pt x="53132" y="31643"/>
                  </a:cubicBezTo>
                  <a:cubicBezTo>
                    <a:pt x="53410" y="33477"/>
                    <a:pt x="53965" y="35464"/>
                    <a:pt x="53687" y="37452"/>
                  </a:cubicBezTo>
                  <a:cubicBezTo>
                    <a:pt x="53549" y="37910"/>
                    <a:pt x="53410" y="38216"/>
                    <a:pt x="53410" y="38675"/>
                  </a:cubicBezTo>
                  <a:cubicBezTo>
                    <a:pt x="52994" y="40203"/>
                    <a:pt x="52023" y="41579"/>
                    <a:pt x="51190" y="42955"/>
                  </a:cubicBezTo>
                  <a:cubicBezTo>
                    <a:pt x="51052" y="43261"/>
                    <a:pt x="49387" y="40050"/>
                    <a:pt x="49387" y="39745"/>
                  </a:cubicBezTo>
                  <a:cubicBezTo>
                    <a:pt x="48832" y="38675"/>
                    <a:pt x="48416" y="37146"/>
                    <a:pt x="47722" y="36229"/>
                  </a:cubicBezTo>
                  <a:cubicBezTo>
                    <a:pt x="45919" y="33630"/>
                    <a:pt x="42867" y="32713"/>
                    <a:pt x="40231" y="31337"/>
                  </a:cubicBezTo>
                  <a:cubicBezTo>
                    <a:pt x="38982" y="30573"/>
                    <a:pt x="38011" y="29808"/>
                    <a:pt x="37179" y="28585"/>
                  </a:cubicBezTo>
                  <a:cubicBezTo>
                    <a:pt x="36069" y="27057"/>
                    <a:pt x="35236" y="25070"/>
                    <a:pt x="34265" y="23388"/>
                  </a:cubicBezTo>
                  <a:cubicBezTo>
                    <a:pt x="32878" y="20942"/>
                    <a:pt x="31630" y="18496"/>
                    <a:pt x="30242" y="16203"/>
                  </a:cubicBezTo>
                  <a:cubicBezTo>
                    <a:pt x="32184" y="20178"/>
                    <a:pt x="34127" y="24305"/>
                    <a:pt x="35930" y="28433"/>
                  </a:cubicBezTo>
                  <a:cubicBezTo>
                    <a:pt x="36901" y="30114"/>
                    <a:pt x="37872" y="31337"/>
                    <a:pt x="39537" y="32407"/>
                  </a:cubicBezTo>
                  <a:cubicBezTo>
                    <a:pt x="42173" y="33936"/>
                    <a:pt x="45364" y="35159"/>
                    <a:pt x="46751" y="38216"/>
                  </a:cubicBezTo>
                  <a:cubicBezTo>
                    <a:pt x="47445" y="39439"/>
                    <a:pt x="47583" y="40815"/>
                    <a:pt x="48000" y="42191"/>
                  </a:cubicBezTo>
                  <a:cubicBezTo>
                    <a:pt x="48416" y="43566"/>
                    <a:pt x="49248" y="44789"/>
                    <a:pt x="49109" y="46165"/>
                  </a:cubicBezTo>
                  <a:cubicBezTo>
                    <a:pt x="49109" y="47235"/>
                    <a:pt x="48416" y="48305"/>
                    <a:pt x="48277" y="49375"/>
                  </a:cubicBezTo>
                  <a:cubicBezTo>
                    <a:pt x="48000" y="50445"/>
                    <a:pt x="48000" y="51668"/>
                    <a:pt x="48277" y="52738"/>
                  </a:cubicBezTo>
                  <a:cubicBezTo>
                    <a:pt x="48554" y="54114"/>
                    <a:pt x="48971" y="55490"/>
                    <a:pt x="49803" y="56713"/>
                  </a:cubicBezTo>
                  <a:cubicBezTo>
                    <a:pt x="46890" y="54420"/>
                    <a:pt x="44115" y="52280"/>
                    <a:pt x="41341" y="49834"/>
                  </a:cubicBezTo>
                  <a:cubicBezTo>
                    <a:pt x="39121" y="47694"/>
                    <a:pt x="36763" y="45554"/>
                    <a:pt x="34543" y="43566"/>
                  </a:cubicBezTo>
                  <a:cubicBezTo>
                    <a:pt x="32462" y="41732"/>
                    <a:pt x="29826" y="40050"/>
                    <a:pt x="28578" y="37757"/>
                  </a:cubicBezTo>
                  <a:cubicBezTo>
                    <a:pt x="27329" y="35770"/>
                    <a:pt x="26774" y="33324"/>
                    <a:pt x="25942" y="31337"/>
                  </a:cubicBezTo>
                  <a:cubicBezTo>
                    <a:pt x="24832" y="28585"/>
                    <a:pt x="23861" y="25834"/>
                    <a:pt x="22751" y="23235"/>
                  </a:cubicBezTo>
                  <a:cubicBezTo>
                    <a:pt x="23306" y="25222"/>
                    <a:pt x="23861" y="27210"/>
                    <a:pt x="24416" y="29044"/>
                  </a:cubicBezTo>
                  <a:cubicBezTo>
                    <a:pt x="24832" y="30726"/>
                    <a:pt x="25387" y="32560"/>
                    <a:pt x="25803" y="34242"/>
                  </a:cubicBezTo>
                  <a:cubicBezTo>
                    <a:pt x="26358" y="36076"/>
                    <a:pt x="26635" y="37910"/>
                    <a:pt x="27606" y="39439"/>
                  </a:cubicBezTo>
                  <a:cubicBezTo>
                    <a:pt x="26080" y="38675"/>
                    <a:pt x="24554" y="37910"/>
                    <a:pt x="23028" y="37299"/>
                  </a:cubicBezTo>
                  <a:cubicBezTo>
                    <a:pt x="22890" y="37146"/>
                    <a:pt x="22196" y="36687"/>
                    <a:pt x="21780" y="36535"/>
                  </a:cubicBezTo>
                  <a:cubicBezTo>
                    <a:pt x="19699" y="34547"/>
                    <a:pt x="17895" y="32407"/>
                    <a:pt x="15953" y="30420"/>
                  </a:cubicBezTo>
                  <a:cubicBezTo>
                    <a:pt x="17479" y="32560"/>
                    <a:pt x="19005" y="35006"/>
                    <a:pt x="20947" y="36993"/>
                  </a:cubicBezTo>
                  <a:cubicBezTo>
                    <a:pt x="21225" y="37299"/>
                    <a:pt x="21502" y="37452"/>
                    <a:pt x="21641" y="37757"/>
                  </a:cubicBezTo>
                  <a:cubicBezTo>
                    <a:pt x="23167" y="38828"/>
                    <a:pt x="24693" y="39745"/>
                    <a:pt x="26219" y="40815"/>
                  </a:cubicBezTo>
                  <a:cubicBezTo>
                    <a:pt x="28161" y="42038"/>
                    <a:pt x="29965" y="43108"/>
                    <a:pt x="31768" y="44331"/>
                  </a:cubicBezTo>
                  <a:cubicBezTo>
                    <a:pt x="36208" y="49375"/>
                    <a:pt x="40786" y="54267"/>
                    <a:pt x="45502" y="59006"/>
                  </a:cubicBezTo>
                  <a:cubicBezTo>
                    <a:pt x="46473" y="59770"/>
                    <a:pt x="47722" y="60840"/>
                    <a:pt x="48277" y="61910"/>
                  </a:cubicBezTo>
                  <a:cubicBezTo>
                    <a:pt x="48554" y="62369"/>
                    <a:pt x="48693" y="62980"/>
                    <a:pt x="48971" y="63592"/>
                  </a:cubicBezTo>
                  <a:cubicBezTo>
                    <a:pt x="49387" y="64815"/>
                    <a:pt x="49803" y="66191"/>
                    <a:pt x="50219" y="67566"/>
                  </a:cubicBezTo>
                  <a:cubicBezTo>
                    <a:pt x="43838" y="63898"/>
                    <a:pt x="37456" y="60382"/>
                    <a:pt x="31491" y="56407"/>
                  </a:cubicBezTo>
                  <a:cubicBezTo>
                    <a:pt x="30658" y="55796"/>
                    <a:pt x="30104" y="54878"/>
                    <a:pt x="29687" y="54114"/>
                  </a:cubicBezTo>
                  <a:cubicBezTo>
                    <a:pt x="28994" y="53044"/>
                    <a:pt x="28300" y="52127"/>
                    <a:pt x="27606" y="51363"/>
                  </a:cubicBezTo>
                  <a:cubicBezTo>
                    <a:pt x="26219" y="49987"/>
                    <a:pt x="24554" y="48764"/>
                    <a:pt x="22751" y="48000"/>
                  </a:cubicBezTo>
                  <a:cubicBezTo>
                    <a:pt x="20809" y="47235"/>
                    <a:pt x="18589" y="46777"/>
                    <a:pt x="16508" y="46012"/>
                  </a:cubicBezTo>
                  <a:cubicBezTo>
                    <a:pt x="14289" y="44942"/>
                    <a:pt x="11930" y="44178"/>
                    <a:pt x="9710" y="43261"/>
                  </a:cubicBezTo>
                  <a:cubicBezTo>
                    <a:pt x="8184" y="42802"/>
                    <a:pt x="6658" y="42343"/>
                    <a:pt x="5687" y="41121"/>
                  </a:cubicBezTo>
                  <a:cubicBezTo>
                    <a:pt x="4578" y="39745"/>
                    <a:pt x="3745" y="38063"/>
                    <a:pt x="2913" y="36535"/>
                  </a:cubicBezTo>
                  <a:cubicBezTo>
                    <a:pt x="1942" y="34853"/>
                    <a:pt x="832" y="33171"/>
                    <a:pt x="0" y="31337"/>
                  </a:cubicBezTo>
                  <a:cubicBezTo>
                    <a:pt x="693" y="33019"/>
                    <a:pt x="1526" y="34547"/>
                    <a:pt x="2358" y="36076"/>
                  </a:cubicBezTo>
                  <a:cubicBezTo>
                    <a:pt x="3190" y="37757"/>
                    <a:pt x="3884" y="39745"/>
                    <a:pt x="5132" y="41426"/>
                  </a:cubicBezTo>
                  <a:cubicBezTo>
                    <a:pt x="6658" y="43414"/>
                    <a:pt x="8878" y="44025"/>
                    <a:pt x="11098" y="44942"/>
                  </a:cubicBezTo>
                  <a:cubicBezTo>
                    <a:pt x="13179" y="45859"/>
                    <a:pt x="15121" y="46777"/>
                    <a:pt x="17202" y="47694"/>
                  </a:cubicBezTo>
                  <a:cubicBezTo>
                    <a:pt x="19144" y="48458"/>
                    <a:pt x="21086" y="49375"/>
                    <a:pt x="23028" y="50140"/>
                  </a:cubicBezTo>
                  <a:cubicBezTo>
                    <a:pt x="24277" y="50751"/>
                    <a:pt x="25109" y="51668"/>
                    <a:pt x="25942" y="52738"/>
                  </a:cubicBezTo>
                  <a:cubicBezTo>
                    <a:pt x="23306" y="51363"/>
                    <a:pt x="20670" y="51668"/>
                    <a:pt x="17895" y="51821"/>
                  </a:cubicBezTo>
                  <a:cubicBezTo>
                    <a:pt x="16092" y="51821"/>
                    <a:pt x="14150" y="51974"/>
                    <a:pt x="12346" y="52127"/>
                  </a:cubicBezTo>
                  <a:cubicBezTo>
                    <a:pt x="14427" y="52127"/>
                    <a:pt x="16508" y="52280"/>
                    <a:pt x="18589" y="52433"/>
                  </a:cubicBezTo>
                  <a:cubicBezTo>
                    <a:pt x="20254" y="52433"/>
                    <a:pt x="22057" y="52433"/>
                    <a:pt x="23722" y="53197"/>
                  </a:cubicBezTo>
                  <a:cubicBezTo>
                    <a:pt x="24416" y="53503"/>
                    <a:pt x="24971" y="53808"/>
                    <a:pt x="25526" y="54267"/>
                  </a:cubicBezTo>
                  <a:cubicBezTo>
                    <a:pt x="26635" y="55031"/>
                    <a:pt x="27884" y="56101"/>
                    <a:pt x="28994" y="57019"/>
                  </a:cubicBezTo>
                  <a:cubicBezTo>
                    <a:pt x="28994" y="57019"/>
                    <a:pt x="28994" y="57019"/>
                    <a:pt x="28994" y="57019"/>
                  </a:cubicBezTo>
                  <a:cubicBezTo>
                    <a:pt x="24000" y="57936"/>
                    <a:pt x="19144" y="59006"/>
                    <a:pt x="14150" y="59770"/>
                  </a:cubicBezTo>
                  <a:cubicBezTo>
                    <a:pt x="12763" y="59923"/>
                    <a:pt x="11375" y="60229"/>
                    <a:pt x="9988" y="60382"/>
                  </a:cubicBezTo>
                  <a:cubicBezTo>
                    <a:pt x="8601" y="60687"/>
                    <a:pt x="7491" y="61146"/>
                    <a:pt x="6104" y="61452"/>
                  </a:cubicBezTo>
                  <a:cubicBezTo>
                    <a:pt x="4023" y="62063"/>
                    <a:pt x="1942" y="61605"/>
                    <a:pt x="0" y="60535"/>
                  </a:cubicBezTo>
                  <a:cubicBezTo>
                    <a:pt x="2219" y="62063"/>
                    <a:pt x="4439" y="62369"/>
                    <a:pt x="6936" y="61910"/>
                  </a:cubicBezTo>
                  <a:cubicBezTo>
                    <a:pt x="10543" y="61299"/>
                    <a:pt x="14011" y="60840"/>
                    <a:pt x="17618" y="60382"/>
                  </a:cubicBezTo>
                  <a:cubicBezTo>
                    <a:pt x="20947" y="60229"/>
                    <a:pt x="24277" y="59923"/>
                    <a:pt x="27606" y="59617"/>
                  </a:cubicBezTo>
                  <a:cubicBezTo>
                    <a:pt x="28578" y="59464"/>
                    <a:pt x="29549" y="59464"/>
                    <a:pt x="30520" y="59312"/>
                  </a:cubicBezTo>
                  <a:cubicBezTo>
                    <a:pt x="30797" y="59312"/>
                    <a:pt x="31491" y="59312"/>
                    <a:pt x="31491" y="59159"/>
                  </a:cubicBezTo>
                  <a:cubicBezTo>
                    <a:pt x="38150" y="64509"/>
                    <a:pt x="45225" y="69401"/>
                    <a:pt x="52161" y="74445"/>
                  </a:cubicBezTo>
                  <a:cubicBezTo>
                    <a:pt x="53687" y="75515"/>
                    <a:pt x="53271" y="77656"/>
                    <a:pt x="53132" y="79337"/>
                  </a:cubicBezTo>
                  <a:cubicBezTo>
                    <a:pt x="52994" y="81783"/>
                    <a:pt x="52855" y="84229"/>
                    <a:pt x="52716" y="86675"/>
                  </a:cubicBezTo>
                  <a:cubicBezTo>
                    <a:pt x="52578" y="88509"/>
                    <a:pt x="52578" y="90343"/>
                    <a:pt x="52439" y="92178"/>
                  </a:cubicBezTo>
                  <a:cubicBezTo>
                    <a:pt x="52300" y="93401"/>
                    <a:pt x="52023" y="94471"/>
                    <a:pt x="51606" y="95388"/>
                  </a:cubicBezTo>
                  <a:cubicBezTo>
                    <a:pt x="50497" y="97987"/>
                    <a:pt x="47861" y="99515"/>
                    <a:pt x="45225" y="99515"/>
                  </a:cubicBezTo>
                  <a:cubicBezTo>
                    <a:pt x="38150" y="99515"/>
                    <a:pt x="38150" y="99515"/>
                    <a:pt x="38150" y="99515"/>
                  </a:cubicBezTo>
                  <a:cubicBezTo>
                    <a:pt x="38150" y="110828"/>
                    <a:pt x="47028" y="120000"/>
                    <a:pt x="57988" y="120000"/>
                  </a:cubicBezTo>
                  <a:cubicBezTo>
                    <a:pt x="68947" y="120000"/>
                    <a:pt x="77826" y="110828"/>
                    <a:pt x="77826" y="99515"/>
                  </a:cubicBezTo>
                  <a:cubicBezTo>
                    <a:pt x="69502" y="99515"/>
                    <a:pt x="69502" y="99515"/>
                    <a:pt x="69502" y="99515"/>
                  </a:cubicBezTo>
                  <a:cubicBezTo>
                    <a:pt x="65757" y="99515"/>
                    <a:pt x="62566" y="96458"/>
                    <a:pt x="62427" y="92636"/>
                  </a:cubicBezTo>
                  <a:cubicBezTo>
                    <a:pt x="62427" y="92331"/>
                    <a:pt x="62427" y="92178"/>
                    <a:pt x="62427" y="91872"/>
                  </a:cubicBezTo>
                  <a:cubicBezTo>
                    <a:pt x="62566" y="89885"/>
                    <a:pt x="62705" y="87745"/>
                    <a:pt x="62843" y="85757"/>
                  </a:cubicBezTo>
                  <a:cubicBezTo>
                    <a:pt x="62982" y="83464"/>
                    <a:pt x="63121" y="81324"/>
                    <a:pt x="63260" y="79184"/>
                  </a:cubicBezTo>
                  <a:cubicBezTo>
                    <a:pt x="63260" y="78726"/>
                    <a:pt x="63260" y="78267"/>
                    <a:pt x="63260" y="77808"/>
                  </a:cubicBezTo>
                  <a:cubicBezTo>
                    <a:pt x="63398" y="77044"/>
                    <a:pt x="63121" y="76127"/>
                    <a:pt x="63260" y="75363"/>
                  </a:cubicBezTo>
                  <a:cubicBezTo>
                    <a:pt x="63537" y="74445"/>
                    <a:pt x="64647" y="74140"/>
                    <a:pt x="65341" y="73834"/>
                  </a:cubicBezTo>
                  <a:cubicBezTo>
                    <a:pt x="69780" y="71847"/>
                    <a:pt x="74219" y="69859"/>
                    <a:pt x="78658" y="67872"/>
                  </a:cubicBezTo>
                  <a:cubicBezTo>
                    <a:pt x="79630" y="67414"/>
                    <a:pt x="80601" y="66955"/>
                    <a:pt x="81572" y="66496"/>
                  </a:cubicBezTo>
                  <a:cubicBezTo>
                    <a:pt x="82543" y="65885"/>
                    <a:pt x="83375" y="65121"/>
                    <a:pt x="84208" y="64509"/>
                  </a:cubicBezTo>
                  <a:cubicBezTo>
                    <a:pt x="85872" y="63286"/>
                    <a:pt x="87676" y="63745"/>
                    <a:pt x="89479" y="63592"/>
                  </a:cubicBezTo>
                  <a:cubicBezTo>
                    <a:pt x="91283" y="63592"/>
                    <a:pt x="93086" y="63592"/>
                    <a:pt x="94890" y="63439"/>
                  </a:cubicBezTo>
                  <a:cubicBezTo>
                    <a:pt x="98497" y="63439"/>
                    <a:pt x="101965" y="63286"/>
                    <a:pt x="105572" y="63133"/>
                  </a:cubicBezTo>
                  <a:cubicBezTo>
                    <a:pt x="107375" y="63133"/>
                    <a:pt x="109317" y="62828"/>
                    <a:pt x="110843" y="61605"/>
                  </a:cubicBezTo>
                  <a:cubicBezTo>
                    <a:pt x="112786" y="60076"/>
                    <a:pt x="114867" y="58394"/>
                    <a:pt x="116670" y="56560"/>
                  </a:cubicBezTo>
                  <a:cubicBezTo>
                    <a:pt x="118751" y="53808"/>
                    <a:pt x="119167" y="49987"/>
                    <a:pt x="120000" y="46624"/>
                  </a:cubicBezTo>
                  <a:cubicBezTo>
                    <a:pt x="119861" y="47082"/>
                    <a:pt x="119722" y="47694"/>
                    <a:pt x="119445" y="48152"/>
                  </a:cubicBezTo>
                  <a:close/>
                </a:path>
              </a:pathLst>
            </a:custGeom>
            <a:solidFill>
              <a:srgbClr val="D8DADD"/>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642" name="Google Shape;642;p82"/>
          <p:cNvGrpSpPr/>
          <p:nvPr/>
        </p:nvGrpSpPr>
        <p:grpSpPr>
          <a:xfrm>
            <a:off x="1044399" y="1419553"/>
            <a:ext cx="699075" cy="699074"/>
            <a:chOff x="1044399" y="1577809"/>
            <a:chExt cx="699075" cy="699074"/>
          </a:xfrm>
        </p:grpSpPr>
        <p:sp>
          <p:nvSpPr>
            <p:cNvPr id="643" name="Google Shape;643;p82"/>
            <p:cNvSpPr/>
            <p:nvPr/>
          </p:nvSpPr>
          <p:spPr>
            <a:xfrm>
              <a:off x="1044399" y="1577809"/>
              <a:ext cx="699075" cy="699074"/>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644" name="Google Shape;644;p82"/>
            <p:cNvSpPr/>
            <p:nvPr/>
          </p:nvSpPr>
          <p:spPr>
            <a:xfrm>
              <a:off x="1254273" y="1787682"/>
              <a:ext cx="279327" cy="279327"/>
            </a:xfrm>
            <a:custGeom>
              <a:avLst/>
              <a:gdLst/>
              <a:ahLst/>
              <a:cxnLst/>
              <a:rect l="l" t="t" r="r" b="b"/>
              <a:pathLst>
                <a:path w="120000" h="120000" extrusionOk="0">
                  <a:moveTo>
                    <a:pt x="115177" y="37005"/>
                  </a:moveTo>
                  <a:cubicBezTo>
                    <a:pt x="114111" y="35950"/>
                    <a:pt x="112377" y="35961"/>
                    <a:pt x="111322" y="37038"/>
                  </a:cubicBezTo>
                  <a:cubicBezTo>
                    <a:pt x="110572" y="37800"/>
                    <a:pt x="110388" y="38888"/>
                    <a:pt x="110716" y="39838"/>
                  </a:cubicBezTo>
                  <a:lnTo>
                    <a:pt x="110655" y="39861"/>
                  </a:lnTo>
                  <a:cubicBezTo>
                    <a:pt x="113138" y="46100"/>
                    <a:pt x="114544" y="52877"/>
                    <a:pt x="114544" y="60000"/>
                  </a:cubicBezTo>
                  <a:cubicBezTo>
                    <a:pt x="114544" y="90127"/>
                    <a:pt x="90127" y="114544"/>
                    <a:pt x="60000" y="114544"/>
                  </a:cubicBezTo>
                  <a:cubicBezTo>
                    <a:pt x="29877" y="114544"/>
                    <a:pt x="5455" y="90127"/>
                    <a:pt x="5455" y="60000"/>
                  </a:cubicBezTo>
                  <a:cubicBezTo>
                    <a:pt x="5455" y="29872"/>
                    <a:pt x="29877" y="5455"/>
                    <a:pt x="60000" y="5455"/>
                  </a:cubicBezTo>
                  <a:cubicBezTo>
                    <a:pt x="75416" y="5455"/>
                    <a:pt x="89316" y="11866"/>
                    <a:pt x="99233" y="22161"/>
                  </a:cubicBezTo>
                  <a:lnTo>
                    <a:pt x="99266" y="22122"/>
                  </a:lnTo>
                  <a:cubicBezTo>
                    <a:pt x="100344" y="23094"/>
                    <a:pt x="101994" y="23072"/>
                    <a:pt x="103022" y="22027"/>
                  </a:cubicBezTo>
                  <a:cubicBezTo>
                    <a:pt x="104077" y="20950"/>
                    <a:pt x="104066" y="19227"/>
                    <a:pt x="102994" y="18166"/>
                  </a:cubicBezTo>
                  <a:cubicBezTo>
                    <a:pt x="102888" y="18066"/>
                    <a:pt x="102755" y="18022"/>
                    <a:pt x="102644" y="17944"/>
                  </a:cubicBezTo>
                  <a:cubicBezTo>
                    <a:pt x="91783" y="6894"/>
                    <a:pt x="76722" y="0"/>
                    <a:pt x="60000" y="0"/>
                  </a:cubicBezTo>
                  <a:cubicBezTo>
                    <a:pt x="26861" y="0"/>
                    <a:pt x="0" y="26861"/>
                    <a:pt x="0" y="60000"/>
                  </a:cubicBezTo>
                  <a:cubicBezTo>
                    <a:pt x="0" y="93133"/>
                    <a:pt x="26861" y="120000"/>
                    <a:pt x="60000" y="120000"/>
                  </a:cubicBezTo>
                  <a:cubicBezTo>
                    <a:pt x="93138" y="120000"/>
                    <a:pt x="120000" y="93133"/>
                    <a:pt x="120000" y="60000"/>
                  </a:cubicBezTo>
                  <a:cubicBezTo>
                    <a:pt x="120000" y="52288"/>
                    <a:pt x="118494" y="44938"/>
                    <a:pt x="115838" y="38161"/>
                  </a:cubicBezTo>
                  <a:cubicBezTo>
                    <a:pt x="115711" y="37744"/>
                    <a:pt x="115516" y="37338"/>
                    <a:pt x="115177" y="37005"/>
                  </a:cubicBezTo>
                  <a:moveTo>
                    <a:pt x="59955" y="75188"/>
                  </a:moveTo>
                  <a:lnTo>
                    <a:pt x="34655" y="49888"/>
                  </a:lnTo>
                  <a:cubicBezTo>
                    <a:pt x="34161" y="49394"/>
                    <a:pt x="33483" y="49088"/>
                    <a:pt x="32727" y="49088"/>
                  </a:cubicBezTo>
                  <a:cubicBezTo>
                    <a:pt x="31222" y="49088"/>
                    <a:pt x="30000" y="50311"/>
                    <a:pt x="30000" y="51816"/>
                  </a:cubicBezTo>
                  <a:cubicBezTo>
                    <a:pt x="30000" y="52572"/>
                    <a:pt x="30305" y="53250"/>
                    <a:pt x="30800" y="53750"/>
                  </a:cubicBezTo>
                  <a:lnTo>
                    <a:pt x="58072" y="81016"/>
                  </a:lnTo>
                  <a:cubicBezTo>
                    <a:pt x="58566" y="81511"/>
                    <a:pt x="59244" y="81816"/>
                    <a:pt x="60000" y="81816"/>
                  </a:cubicBezTo>
                  <a:cubicBezTo>
                    <a:pt x="60777" y="81816"/>
                    <a:pt x="61466" y="81488"/>
                    <a:pt x="61966" y="80966"/>
                  </a:cubicBezTo>
                  <a:lnTo>
                    <a:pt x="61972" y="80977"/>
                  </a:lnTo>
                  <a:lnTo>
                    <a:pt x="107516" y="33266"/>
                  </a:lnTo>
                  <a:cubicBezTo>
                    <a:pt x="107516" y="33272"/>
                    <a:pt x="107522" y="33277"/>
                    <a:pt x="107522" y="33283"/>
                  </a:cubicBezTo>
                  <a:lnTo>
                    <a:pt x="111416" y="29194"/>
                  </a:lnTo>
                  <a:cubicBezTo>
                    <a:pt x="111416" y="29194"/>
                    <a:pt x="111411" y="29188"/>
                    <a:pt x="111411" y="29183"/>
                  </a:cubicBezTo>
                  <a:lnTo>
                    <a:pt x="119244" y="20972"/>
                  </a:lnTo>
                  <a:lnTo>
                    <a:pt x="119238" y="20966"/>
                  </a:lnTo>
                  <a:cubicBezTo>
                    <a:pt x="119705" y="20477"/>
                    <a:pt x="120000" y="19816"/>
                    <a:pt x="120000" y="19088"/>
                  </a:cubicBezTo>
                  <a:cubicBezTo>
                    <a:pt x="120000" y="17588"/>
                    <a:pt x="118777" y="16361"/>
                    <a:pt x="117272" y="16361"/>
                  </a:cubicBezTo>
                  <a:cubicBezTo>
                    <a:pt x="116494" y="16361"/>
                    <a:pt x="115800" y="16694"/>
                    <a:pt x="115305" y="17216"/>
                  </a:cubicBezTo>
                  <a:lnTo>
                    <a:pt x="115300" y="17205"/>
                  </a:lnTo>
                  <a:lnTo>
                    <a:pt x="108294" y="24550"/>
                  </a:lnTo>
                  <a:cubicBezTo>
                    <a:pt x="108288" y="24544"/>
                    <a:pt x="108283" y="24533"/>
                    <a:pt x="108277" y="24527"/>
                  </a:cubicBezTo>
                  <a:lnTo>
                    <a:pt x="104472" y="28516"/>
                  </a:lnTo>
                  <a:cubicBezTo>
                    <a:pt x="104477" y="28522"/>
                    <a:pt x="104483" y="28533"/>
                    <a:pt x="104483" y="28538"/>
                  </a:cubicBezTo>
                  <a:cubicBezTo>
                    <a:pt x="104483" y="28538"/>
                    <a:pt x="59955" y="75188"/>
                    <a:pt x="59955" y="75188"/>
                  </a:cubicBezTo>
                  <a:close/>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Arial"/>
                <a:ea typeface="Arial"/>
                <a:cs typeface="Arial"/>
                <a:sym typeface="Arial"/>
              </a:endParaRPr>
            </a:p>
          </p:txBody>
        </p:sp>
      </p:grpSp>
      <p:sp>
        <p:nvSpPr>
          <p:cNvPr id="645" name="Google Shape;645;p82"/>
          <p:cNvSpPr txBox="1">
            <a:spLocks noGrp="1"/>
          </p:cNvSpPr>
          <p:nvPr>
            <p:ph type="body" idx="2"/>
          </p:nvPr>
        </p:nvSpPr>
        <p:spPr>
          <a:xfrm>
            <a:off x="1890220" y="1569374"/>
            <a:ext cx="4030291" cy="36450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800"/>
              <a:buFont typeface="Arial"/>
              <a:buNone/>
              <a:defRPr sz="18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cxnSp>
        <p:nvCxnSpPr>
          <p:cNvPr id="646" name="Google Shape;646;p82"/>
          <p:cNvCxnSpPr/>
          <p:nvPr/>
        </p:nvCxnSpPr>
        <p:spPr>
          <a:xfrm>
            <a:off x="1186962" y="2464026"/>
            <a:ext cx="4909038" cy="0"/>
          </a:xfrm>
          <a:prstGeom prst="straightConnector1">
            <a:avLst/>
          </a:prstGeom>
          <a:noFill/>
          <a:ln w="9525" cap="flat" cmpd="sng">
            <a:solidFill>
              <a:srgbClr val="16BF7F"/>
            </a:solidFill>
            <a:prstDash val="solid"/>
            <a:round/>
            <a:headEnd type="none" w="sm" len="sm"/>
            <a:tailEnd type="none" w="sm" len="sm"/>
          </a:ln>
        </p:spPr>
      </p:cxnSp>
      <p:grpSp>
        <p:nvGrpSpPr>
          <p:cNvPr id="647" name="Google Shape;647;p82"/>
          <p:cNvGrpSpPr/>
          <p:nvPr/>
        </p:nvGrpSpPr>
        <p:grpSpPr>
          <a:xfrm>
            <a:off x="1044399" y="2791669"/>
            <a:ext cx="699075" cy="699074"/>
            <a:chOff x="1044399" y="1577809"/>
            <a:chExt cx="699075" cy="699074"/>
          </a:xfrm>
        </p:grpSpPr>
        <p:sp>
          <p:nvSpPr>
            <p:cNvPr id="648" name="Google Shape;648;p82"/>
            <p:cNvSpPr/>
            <p:nvPr/>
          </p:nvSpPr>
          <p:spPr>
            <a:xfrm>
              <a:off x="1044399" y="1577809"/>
              <a:ext cx="699075" cy="699074"/>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649" name="Google Shape;649;p82"/>
            <p:cNvSpPr/>
            <p:nvPr/>
          </p:nvSpPr>
          <p:spPr>
            <a:xfrm>
              <a:off x="1254273" y="1787682"/>
              <a:ext cx="279327" cy="279327"/>
            </a:xfrm>
            <a:custGeom>
              <a:avLst/>
              <a:gdLst/>
              <a:ahLst/>
              <a:cxnLst/>
              <a:rect l="l" t="t" r="r" b="b"/>
              <a:pathLst>
                <a:path w="120000" h="120000" extrusionOk="0">
                  <a:moveTo>
                    <a:pt x="115177" y="37005"/>
                  </a:moveTo>
                  <a:cubicBezTo>
                    <a:pt x="114111" y="35950"/>
                    <a:pt x="112377" y="35961"/>
                    <a:pt x="111322" y="37038"/>
                  </a:cubicBezTo>
                  <a:cubicBezTo>
                    <a:pt x="110572" y="37800"/>
                    <a:pt x="110388" y="38888"/>
                    <a:pt x="110716" y="39838"/>
                  </a:cubicBezTo>
                  <a:lnTo>
                    <a:pt x="110655" y="39861"/>
                  </a:lnTo>
                  <a:cubicBezTo>
                    <a:pt x="113138" y="46100"/>
                    <a:pt x="114544" y="52877"/>
                    <a:pt x="114544" y="60000"/>
                  </a:cubicBezTo>
                  <a:cubicBezTo>
                    <a:pt x="114544" y="90127"/>
                    <a:pt x="90127" y="114544"/>
                    <a:pt x="60000" y="114544"/>
                  </a:cubicBezTo>
                  <a:cubicBezTo>
                    <a:pt x="29877" y="114544"/>
                    <a:pt x="5455" y="90127"/>
                    <a:pt x="5455" y="60000"/>
                  </a:cubicBezTo>
                  <a:cubicBezTo>
                    <a:pt x="5455" y="29872"/>
                    <a:pt x="29877" y="5455"/>
                    <a:pt x="60000" y="5455"/>
                  </a:cubicBezTo>
                  <a:cubicBezTo>
                    <a:pt x="75416" y="5455"/>
                    <a:pt x="89316" y="11866"/>
                    <a:pt x="99233" y="22161"/>
                  </a:cubicBezTo>
                  <a:lnTo>
                    <a:pt x="99266" y="22122"/>
                  </a:lnTo>
                  <a:cubicBezTo>
                    <a:pt x="100344" y="23094"/>
                    <a:pt x="101994" y="23072"/>
                    <a:pt x="103022" y="22027"/>
                  </a:cubicBezTo>
                  <a:cubicBezTo>
                    <a:pt x="104077" y="20950"/>
                    <a:pt x="104066" y="19227"/>
                    <a:pt x="102994" y="18166"/>
                  </a:cubicBezTo>
                  <a:cubicBezTo>
                    <a:pt x="102888" y="18066"/>
                    <a:pt x="102755" y="18022"/>
                    <a:pt x="102644" y="17944"/>
                  </a:cubicBezTo>
                  <a:cubicBezTo>
                    <a:pt x="91783" y="6894"/>
                    <a:pt x="76722" y="0"/>
                    <a:pt x="60000" y="0"/>
                  </a:cubicBezTo>
                  <a:cubicBezTo>
                    <a:pt x="26861" y="0"/>
                    <a:pt x="0" y="26861"/>
                    <a:pt x="0" y="60000"/>
                  </a:cubicBezTo>
                  <a:cubicBezTo>
                    <a:pt x="0" y="93133"/>
                    <a:pt x="26861" y="120000"/>
                    <a:pt x="60000" y="120000"/>
                  </a:cubicBezTo>
                  <a:cubicBezTo>
                    <a:pt x="93138" y="120000"/>
                    <a:pt x="120000" y="93133"/>
                    <a:pt x="120000" y="60000"/>
                  </a:cubicBezTo>
                  <a:cubicBezTo>
                    <a:pt x="120000" y="52288"/>
                    <a:pt x="118494" y="44938"/>
                    <a:pt x="115838" y="38161"/>
                  </a:cubicBezTo>
                  <a:cubicBezTo>
                    <a:pt x="115711" y="37744"/>
                    <a:pt x="115516" y="37338"/>
                    <a:pt x="115177" y="37005"/>
                  </a:cubicBezTo>
                  <a:moveTo>
                    <a:pt x="59955" y="75188"/>
                  </a:moveTo>
                  <a:lnTo>
                    <a:pt x="34655" y="49888"/>
                  </a:lnTo>
                  <a:cubicBezTo>
                    <a:pt x="34161" y="49394"/>
                    <a:pt x="33483" y="49088"/>
                    <a:pt x="32727" y="49088"/>
                  </a:cubicBezTo>
                  <a:cubicBezTo>
                    <a:pt x="31222" y="49088"/>
                    <a:pt x="30000" y="50311"/>
                    <a:pt x="30000" y="51816"/>
                  </a:cubicBezTo>
                  <a:cubicBezTo>
                    <a:pt x="30000" y="52572"/>
                    <a:pt x="30305" y="53250"/>
                    <a:pt x="30800" y="53750"/>
                  </a:cubicBezTo>
                  <a:lnTo>
                    <a:pt x="58072" y="81016"/>
                  </a:lnTo>
                  <a:cubicBezTo>
                    <a:pt x="58566" y="81511"/>
                    <a:pt x="59244" y="81816"/>
                    <a:pt x="60000" y="81816"/>
                  </a:cubicBezTo>
                  <a:cubicBezTo>
                    <a:pt x="60777" y="81816"/>
                    <a:pt x="61466" y="81488"/>
                    <a:pt x="61966" y="80966"/>
                  </a:cubicBezTo>
                  <a:lnTo>
                    <a:pt x="61972" y="80977"/>
                  </a:lnTo>
                  <a:lnTo>
                    <a:pt x="107516" y="33266"/>
                  </a:lnTo>
                  <a:cubicBezTo>
                    <a:pt x="107516" y="33272"/>
                    <a:pt x="107522" y="33277"/>
                    <a:pt x="107522" y="33283"/>
                  </a:cubicBezTo>
                  <a:lnTo>
                    <a:pt x="111416" y="29194"/>
                  </a:lnTo>
                  <a:cubicBezTo>
                    <a:pt x="111416" y="29194"/>
                    <a:pt x="111411" y="29188"/>
                    <a:pt x="111411" y="29183"/>
                  </a:cubicBezTo>
                  <a:lnTo>
                    <a:pt x="119244" y="20972"/>
                  </a:lnTo>
                  <a:lnTo>
                    <a:pt x="119238" y="20966"/>
                  </a:lnTo>
                  <a:cubicBezTo>
                    <a:pt x="119705" y="20477"/>
                    <a:pt x="120000" y="19816"/>
                    <a:pt x="120000" y="19088"/>
                  </a:cubicBezTo>
                  <a:cubicBezTo>
                    <a:pt x="120000" y="17588"/>
                    <a:pt x="118777" y="16361"/>
                    <a:pt x="117272" y="16361"/>
                  </a:cubicBezTo>
                  <a:cubicBezTo>
                    <a:pt x="116494" y="16361"/>
                    <a:pt x="115800" y="16694"/>
                    <a:pt x="115305" y="17216"/>
                  </a:cubicBezTo>
                  <a:lnTo>
                    <a:pt x="115300" y="17205"/>
                  </a:lnTo>
                  <a:lnTo>
                    <a:pt x="108294" y="24550"/>
                  </a:lnTo>
                  <a:cubicBezTo>
                    <a:pt x="108288" y="24544"/>
                    <a:pt x="108283" y="24533"/>
                    <a:pt x="108277" y="24527"/>
                  </a:cubicBezTo>
                  <a:lnTo>
                    <a:pt x="104472" y="28516"/>
                  </a:lnTo>
                  <a:cubicBezTo>
                    <a:pt x="104477" y="28522"/>
                    <a:pt x="104483" y="28533"/>
                    <a:pt x="104483" y="28538"/>
                  </a:cubicBezTo>
                  <a:cubicBezTo>
                    <a:pt x="104483" y="28538"/>
                    <a:pt x="59955" y="75188"/>
                    <a:pt x="59955" y="75188"/>
                  </a:cubicBezTo>
                  <a:close/>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Arial"/>
                <a:ea typeface="Arial"/>
                <a:cs typeface="Arial"/>
                <a:sym typeface="Arial"/>
              </a:endParaRPr>
            </a:p>
          </p:txBody>
        </p:sp>
      </p:grpSp>
      <p:sp>
        <p:nvSpPr>
          <p:cNvPr id="650" name="Google Shape;650;p82"/>
          <p:cNvSpPr txBox="1">
            <a:spLocks noGrp="1"/>
          </p:cNvSpPr>
          <p:nvPr>
            <p:ph type="body" idx="3"/>
          </p:nvPr>
        </p:nvSpPr>
        <p:spPr>
          <a:xfrm>
            <a:off x="1890220" y="2929171"/>
            <a:ext cx="4045444" cy="33523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800"/>
              <a:buFont typeface="Arial"/>
              <a:buNone/>
              <a:defRPr sz="18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cxnSp>
        <p:nvCxnSpPr>
          <p:cNvPr id="651" name="Google Shape;651;p82"/>
          <p:cNvCxnSpPr/>
          <p:nvPr/>
        </p:nvCxnSpPr>
        <p:spPr>
          <a:xfrm>
            <a:off x="1186962" y="3836142"/>
            <a:ext cx="4909038" cy="0"/>
          </a:xfrm>
          <a:prstGeom prst="straightConnector1">
            <a:avLst/>
          </a:prstGeom>
          <a:noFill/>
          <a:ln w="9525" cap="flat" cmpd="sng">
            <a:solidFill>
              <a:srgbClr val="16BF7F"/>
            </a:solidFill>
            <a:prstDash val="solid"/>
            <a:round/>
            <a:headEnd type="none" w="sm" len="sm"/>
            <a:tailEnd type="none" w="sm" len="sm"/>
          </a:ln>
        </p:spPr>
      </p:cxnSp>
      <p:grpSp>
        <p:nvGrpSpPr>
          <p:cNvPr id="652" name="Google Shape;652;p82"/>
          <p:cNvGrpSpPr/>
          <p:nvPr/>
        </p:nvGrpSpPr>
        <p:grpSpPr>
          <a:xfrm>
            <a:off x="1044399" y="4089831"/>
            <a:ext cx="699075" cy="699074"/>
            <a:chOff x="1044399" y="1577809"/>
            <a:chExt cx="699075" cy="699074"/>
          </a:xfrm>
        </p:grpSpPr>
        <p:sp>
          <p:nvSpPr>
            <p:cNvPr id="653" name="Google Shape;653;p82"/>
            <p:cNvSpPr/>
            <p:nvPr/>
          </p:nvSpPr>
          <p:spPr>
            <a:xfrm>
              <a:off x="1044399" y="1577809"/>
              <a:ext cx="699075" cy="699074"/>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654" name="Google Shape;654;p82"/>
            <p:cNvSpPr/>
            <p:nvPr/>
          </p:nvSpPr>
          <p:spPr>
            <a:xfrm>
              <a:off x="1254273" y="1787682"/>
              <a:ext cx="279327" cy="279327"/>
            </a:xfrm>
            <a:custGeom>
              <a:avLst/>
              <a:gdLst/>
              <a:ahLst/>
              <a:cxnLst/>
              <a:rect l="l" t="t" r="r" b="b"/>
              <a:pathLst>
                <a:path w="120000" h="120000" extrusionOk="0">
                  <a:moveTo>
                    <a:pt x="115177" y="37005"/>
                  </a:moveTo>
                  <a:cubicBezTo>
                    <a:pt x="114111" y="35950"/>
                    <a:pt x="112377" y="35961"/>
                    <a:pt x="111322" y="37038"/>
                  </a:cubicBezTo>
                  <a:cubicBezTo>
                    <a:pt x="110572" y="37800"/>
                    <a:pt x="110388" y="38888"/>
                    <a:pt x="110716" y="39838"/>
                  </a:cubicBezTo>
                  <a:lnTo>
                    <a:pt x="110655" y="39861"/>
                  </a:lnTo>
                  <a:cubicBezTo>
                    <a:pt x="113138" y="46100"/>
                    <a:pt x="114544" y="52877"/>
                    <a:pt x="114544" y="60000"/>
                  </a:cubicBezTo>
                  <a:cubicBezTo>
                    <a:pt x="114544" y="90127"/>
                    <a:pt x="90127" y="114544"/>
                    <a:pt x="60000" y="114544"/>
                  </a:cubicBezTo>
                  <a:cubicBezTo>
                    <a:pt x="29877" y="114544"/>
                    <a:pt x="5455" y="90127"/>
                    <a:pt x="5455" y="60000"/>
                  </a:cubicBezTo>
                  <a:cubicBezTo>
                    <a:pt x="5455" y="29872"/>
                    <a:pt x="29877" y="5455"/>
                    <a:pt x="60000" y="5455"/>
                  </a:cubicBezTo>
                  <a:cubicBezTo>
                    <a:pt x="75416" y="5455"/>
                    <a:pt x="89316" y="11866"/>
                    <a:pt x="99233" y="22161"/>
                  </a:cubicBezTo>
                  <a:lnTo>
                    <a:pt x="99266" y="22122"/>
                  </a:lnTo>
                  <a:cubicBezTo>
                    <a:pt x="100344" y="23094"/>
                    <a:pt x="101994" y="23072"/>
                    <a:pt x="103022" y="22027"/>
                  </a:cubicBezTo>
                  <a:cubicBezTo>
                    <a:pt x="104077" y="20950"/>
                    <a:pt x="104066" y="19227"/>
                    <a:pt x="102994" y="18166"/>
                  </a:cubicBezTo>
                  <a:cubicBezTo>
                    <a:pt x="102888" y="18066"/>
                    <a:pt x="102755" y="18022"/>
                    <a:pt x="102644" y="17944"/>
                  </a:cubicBezTo>
                  <a:cubicBezTo>
                    <a:pt x="91783" y="6894"/>
                    <a:pt x="76722" y="0"/>
                    <a:pt x="60000" y="0"/>
                  </a:cubicBezTo>
                  <a:cubicBezTo>
                    <a:pt x="26861" y="0"/>
                    <a:pt x="0" y="26861"/>
                    <a:pt x="0" y="60000"/>
                  </a:cubicBezTo>
                  <a:cubicBezTo>
                    <a:pt x="0" y="93133"/>
                    <a:pt x="26861" y="120000"/>
                    <a:pt x="60000" y="120000"/>
                  </a:cubicBezTo>
                  <a:cubicBezTo>
                    <a:pt x="93138" y="120000"/>
                    <a:pt x="120000" y="93133"/>
                    <a:pt x="120000" y="60000"/>
                  </a:cubicBezTo>
                  <a:cubicBezTo>
                    <a:pt x="120000" y="52288"/>
                    <a:pt x="118494" y="44938"/>
                    <a:pt x="115838" y="38161"/>
                  </a:cubicBezTo>
                  <a:cubicBezTo>
                    <a:pt x="115711" y="37744"/>
                    <a:pt x="115516" y="37338"/>
                    <a:pt x="115177" y="37005"/>
                  </a:cubicBezTo>
                  <a:moveTo>
                    <a:pt x="59955" y="75188"/>
                  </a:moveTo>
                  <a:lnTo>
                    <a:pt x="34655" y="49888"/>
                  </a:lnTo>
                  <a:cubicBezTo>
                    <a:pt x="34161" y="49394"/>
                    <a:pt x="33483" y="49088"/>
                    <a:pt x="32727" y="49088"/>
                  </a:cubicBezTo>
                  <a:cubicBezTo>
                    <a:pt x="31222" y="49088"/>
                    <a:pt x="30000" y="50311"/>
                    <a:pt x="30000" y="51816"/>
                  </a:cubicBezTo>
                  <a:cubicBezTo>
                    <a:pt x="30000" y="52572"/>
                    <a:pt x="30305" y="53250"/>
                    <a:pt x="30800" y="53750"/>
                  </a:cubicBezTo>
                  <a:lnTo>
                    <a:pt x="58072" y="81016"/>
                  </a:lnTo>
                  <a:cubicBezTo>
                    <a:pt x="58566" y="81511"/>
                    <a:pt x="59244" y="81816"/>
                    <a:pt x="60000" y="81816"/>
                  </a:cubicBezTo>
                  <a:cubicBezTo>
                    <a:pt x="60777" y="81816"/>
                    <a:pt x="61466" y="81488"/>
                    <a:pt x="61966" y="80966"/>
                  </a:cubicBezTo>
                  <a:lnTo>
                    <a:pt x="61972" y="80977"/>
                  </a:lnTo>
                  <a:lnTo>
                    <a:pt x="107516" y="33266"/>
                  </a:lnTo>
                  <a:cubicBezTo>
                    <a:pt x="107516" y="33272"/>
                    <a:pt x="107522" y="33277"/>
                    <a:pt x="107522" y="33283"/>
                  </a:cubicBezTo>
                  <a:lnTo>
                    <a:pt x="111416" y="29194"/>
                  </a:lnTo>
                  <a:cubicBezTo>
                    <a:pt x="111416" y="29194"/>
                    <a:pt x="111411" y="29188"/>
                    <a:pt x="111411" y="29183"/>
                  </a:cubicBezTo>
                  <a:lnTo>
                    <a:pt x="119244" y="20972"/>
                  </a:lnTo>
                  <a:lnTo>
                    <a:pt x="119238" y="20966"/>
                  </a:lnTo>
                  <a:cubicBezTo>
                    <a:pt x="119705" y="20477"/>
                    <a:pt x="120000" y="19816"/>
                    <a:pt x="120000" y="19088"/>
                  </a:cubicBezTo>
                  <a:cubicBezTo>
                    <a:pt x="120000" y="17588"/>
                    <a:pt x="118777" y="16361"/>
                    <a:pt x="117272" y="16361"/>
                  </a:cubicBezTo>
                  <a:cubicBezTo>
                    <a:pt x="116494" y="16361"/>
                    <a:pt x="115800" y="16694"/>
                    <a:pt x="115305" y="17216"/>
                  </a:cubicBezTo>
                  <a:lnTo>
                    <a:pt x="115300" y="17205"/>
                  </a:lnTo>
                  <a:lnTo>
                    <a:pt x="108294" y="24550"/>
                  </a:lnTo>
                  <a:cubicBezTo>
                    <a:pt x="108288" y="24544"/>
                    <a:pt x="108283" y="24533"/>
                    <a:pt x="108277" y="24527"/>
                  </a:cubicBezTo>
                  <a:lnTo>
                    <a:pt x="104472" y="28516"/>
                  </a:lnTo>
                  <a:cubicBezTo>
                    <a:pt x="104477" y="28522"/>
                    <a:pt x="104483" y="28533"/>
                    <a:pt x="104483" y="28538"/>
                  </a:cubicBezTo>
                  <a:cubicBezTo>
                    <a:pt x="104483" y="28538"/>
                    <a:pt x="59955" y="75188"/>
                    <a:pt x="59955" y="75188"/>
                  </a:cubicBezTo>
                  <a:close/>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Arial"/>
                <a:ea typeface="Arial"/>
                <a:cs typeface="Arial"/>
                <a:sym typeface="Arial"/>
              </a:endParaRPr>
            </a:p>
          </p:txBody>
        </p:sp>
      </p:grpSp>
      <p:sp>
        <p:nvSpPr>
          <p:cNvPr id="655" name="Google Shape;655;p82"/>
          <p:cNvSpPr txBox="1">
            <a:spLocks noGrp="1"/>
          </p:cNvSpPr>
          <p:nvPr>
            <p:ph type="body" idx="4"/>
          </p:nvPr>
        </p:nvSpPr>
        <p:spPr>
          <a:xfrm>
            <a:off x="1906182" y="4366292"/>
            <a:ext cx="3967163" cy="3968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800"/>
              <a:buFont typeface="Arial"/>
              <a:buNone/>
              <a:defRPr sz="18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cxnSp>
        <p:nvCxnSpPr>
          <p:cNvPr id="656" name="Google Shape;656;p82"/>
          <p:cNvCxnSpPr/>
          <p:nvPr/>
        </p:nvCxnSpPr>
        <p:spPr>
          <a:xfrm>
            <a:off x="1186962" y="5134304"/>
            <a:ext cx="4909038" cy="0"/>
          </a:xfrm>
          <a:prstGeom prst="straightConnector1">
            <a:avLst/>
          </a:prstGeom>
          <a:noFill/>
          <a:ln w="9525" cap="flat" cmpd="sng">
            <a:solidFill>
              <a:srgbClr val="16BF7F"/>
            </a:solidFill>
            <a:prstDash val="solid"/>
            <a:round/>
            <a:headEnd type="none" w="sm" len="sm"/>
            <a:tailEnd type="none" w="sm" len="sm"/>
          </a:ln>
        </p:spPr>
      </p:cxnSp>
      <p:grpSp>
        <p:nvGrpSpPr>
          <p:cNvPr id="657" name="Google Shape;657;p82"/>
          <p:cNvGrpSpPr/>
          <p:nvPr/>
        </p:nvGrpSpPr>
        <p:grpSpPr>
          <a:xfrm>
            <a:off x="1044399" y="5328616"/>
            <a:ext cx="699075" cy="699074"/>
            <a:chOff x="1044399" y="1577809"/>
            <a:chExt cx="699075" cy="699074"/>
          </a:xfrm>
        </p:grpSpPr>
        <p:sp>
          <p:nvSpPr>
            <p:cNvPr id="658" name="Google Shape;658;p82"/>
            <p:cNvSpPr/>
            <p:nvPr/>
          </p:nvSpPr>
          <p:spPr>
            <a:xfrm>
              <a:off x="1044399" y="1577809"/>
              <a:ext cx="699075" cy="699074"/>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659" name="Google Shape;659;p82"/>
            <p:cNvSpPr/>
            <p:nvPr/>
          </p:nvSpPr>
          <p:spPr>
            <a:xfrm>
              <a:off x="1254273" y="1787682"/>
              <a:ext cx="279327" cy="279327"/>
            </a:xfrm>
            <a:custGeom>
              <a:avLst/>
              <a:gdLst/>
              <a:ahLst/>
              <a:cxnLst/>
              <a:rect l="l" t="t" r="r" b="b"/>
              <a:pathLst>
                <a:path w="120000" h="120000" extrusionOk="0">
                  <a:moveTo>
                    <a:pt x="115177" y="37005"/>
                  </a:moveTo>
                  <a:cubicBezTo>
                    <a:pt x="114111" y="35950"/>
                    <a:pt x="112377" y="35961"/>
                    <a:pt x="111322" y="37038"/>
                  </a:cubicBezTo>
                  <a:cubicBezTo>
                    <a:pt x="110572" y="37800"/>
                    <a:pt x="110388" y="38888"/>
                    <a:pt x="110716" y="39838"/>
                  </a:cubicBezTo>
                  <a:lnTo>
                    <a:pt x="110655" y="39861"/>
                  </a:lnTo>
                  <a:cubicBezTo>
                    <a:pt x="113138" y="46100"/>
                    <a:pt x="114544" y="52877"/>
                    <a:pt x="114544" y="60000"/>
                  </a:cubicBezTo>
                  <a:cubicBezTo>
                    <a:pt x="114544" y="90127"/>
                    <a:pt x="90127" y="114544"/>
                    <a:pt x="60000" y="114544"/>
                  </a:cubicBezTo>
                  <a:cubicBezTo>
                    <a:pt x="29877" y="114544"/>
                    <a:pt x="5455" y="90127"/>
                    <a:pt x="5455" y="60000"/>
                  </a:cubicBezTo>
                  <a:cubicBezTo>
                    <a:pt x="5455" y="29872"/>
                    <a:pt x="29877" y="5455"/>
                    <a:pt x="60000" y="5455"/>
                  </a:cubicBezTo>
                  <a:cubicBezTo>
                    <a:pt x="75416" y="5455"/>
                    <a:pt x="89316" y="11866"/>
                    <a:pt x="99233" y="22161"/>
                  </a:cubicBezTo>
                  <a:lnTo>
                    <a:pt x="99266" y="22122"/>
                  </a:lnTo>
                  <a:cubicBezTo>
                    <a:pt x="100344" y="23094"/>
                    <a:pt x="101994" y="23072"/>
                    <a:pt x="103022" y="22027"/>
                  </a:cubicBezTo>
                  <a:cubicBezTo>
                    <a:pt x="104077" y="20950"/>
                    <a:pt x="104066" y="19227"/>
                    <a:pt x="102994" y="18166"/>
                  </a:cubicBezTo>
                  <a:cubicBezTo>
                    <a:pt x="102888" y="18066"/>
                    <a:pt x="102755" y="18022"/>
                    <a:pt x="102644" y="17944"/>
                  </a:cubicBezTo>
                  <a:cubicBezTo>
                    <a:pt x="91783" y="6894"/>
                    <a:pt x="76722" y="0"/>
                    <a:pt x="60000" y="0"/>
                  </a:cubicBezTo>
                  <a:cubicBezTo>
                    <a:pt x="26861" y="0"/>
                    <a:pt x="0" y="26861"/>
                    <a:pt x="0" y="60000"/>
                  </a:cubicBezTo>
                  <a:cubicBezTo>
                    <a:pt x="0" y="93133"/>
                    <a:pt x="26861" y="120000"/>
                    <a:pt x="60000" y="120000"/>
                  </a:cubicBezTo>
                  <a:cubicBezTo>
                    <a:pt x="93138" y="120000"/>
                    <a:pt x="120000" y="93133"/>
                    <a:pt x="120000" y="60000"/>
                  </a:cubicBezTo>
                  <a:cubicBezTo>
                    <a:pt x="120000" y="52288"/>
                    <a:pt x="118494" y="44938"/>
                    <a:pt x="115838" y="38161"/>
                  </a:cubicBezTo>
                  <a:cubicBezTo>
                    <a:pt x="115711" y="37744"/>
                    <a:pt x="115516" y="37338"/>
                    <a:pt x="115177" y="37005"/>
                  </a:cubicBezTo>
                  <a:moveTo>
                    <a:pt x="59955" y="75188"/>
                  </a:moveTo>
                  <a:lnTo>
                    <a:pt x="34655" y="49888"/>
                  </a:lnTo>
                  <a:cubicBezTo>
                    <a:pt x="34161" y="49394"/>
                    <a:pt x="33483" y="49088"/>
                    <a:pt x="32727" y="49088"/>
                  </a:cubicBezTo>
                  <a:cubicBezTo>
                    <a:pt x="31222" y="49088"/>
                    <a:pt x="30000" y="50311"/>
                    <a:pt x="30000" y="51816"/>
                  </a:cubicBezTo>
                  <a:cubicBezTo>
                    <a:pt x="30000" y="52572"/>
                    <a:pt x="30305" y="53250"/>
                    <a:pt x="30800" y="53750"/>
                  </a:cubicBezTo>
                  <a:lnTo>
                    <a:pt x="58072" y="81016"/>
                  </a:lnTo>
                  <a:cubicBezTo>
                    <a:pt x="58566" y="81511"/>
                    <a:pt x="59244" y="81816"/>
                    <a:pt x="60000" y="81816"/>
                  </a:cubicBezTo>
                  <a:cubicBezTo>
                    <a:pt x="60777" y="81816"/>
                    <a:pt x="61466" y="81488"/>
                    <a:pt x="61966" y="80966"/>
                  </a:cubicBezTo>
                  <a:lnTo>
                    <a:pt x="61972" y="80977"/>
                  </a:lnTo>
                  <a:lnTo>
                    <a:pt x="107516" y="33266"/>
                  </a:lnTo>
                  <a:cubicBezTo>
                    <a:pt x="107516" y="33272"/>
                    <a:pt x="107522" y="33277"/>
                    <a:pt x="107522" y="33283"/>
                  </a:cubicBezTo>
                  <a:lnTo>
                    <a:pt x="111416" y="29194"/>
                  </a:lnTo>
                  <a:cubicBezTo>
                    <a:pt x="111416" y="29194"/>
                    <a:pt x="111411" y="29188"/>
                    <a:pt x="111411" y="29183"/>
                  </a:cubicBezTo>
                  <a:lnTo>
                    <a:pt x="119244" y="20972"/>
                  </a:lnTo>
                  <a:lnTo>
                    <a:pt x="119238" y="20966"/>
                  </a:lnTo>
                  <a:cubicBezTo>
                    <a:pt x="119705" y="20477"/>
                    <a:pt x="120000" y="19816"/>
                    <a:pt x="120000" y="19088"/>
                  </a:cubicBezTo>
                  <a:cubicBezTo>
                    <a:pt x="120000" y="17588"/>
                    <a:pt x="118777" y="16361"/>
                    <a:pt x="117272" y="16361"/>
                  </a:cubicBezTo>
                  <a:cubicBezTo>
                    <a:pt x="116494" y="16361"/>
                    <a:pt x="115800" y="16694"/>
                    <a:pt x="115305" y="17216"/>
                  </a:cubicBezTo>
                  <a:lnTo>
                    <a:pt x="115300" y="17205"/>
                  </a:lnTo>
                  <a:lnTo>
                    <a:pt x="108294" y="24550"/>
                  </a:lnTo>
                  <a:cubicBezTo>
                    <a:pt x="108288" y="24544"/>
                    <a:pt x="108283" y="24533"/>
                    <a:pt x="108277" y="24527"/>
                  </a:cubicBezTo>
                  <a:lnTo>
                    <a:pt x="104472" y="28516"/>
                  </a:lnTo>
                  <a:cubicBezTo>
                    <a:pt x="104477" y="28522"/>
                    <a:pt x="104483" y="28533"/>
                    <a:pt x="104483" y="28538"/>
                  </a:cubicBezTo>
                  <a:cubicBezTo>
                    <a:pt x="104483" y="28538"/>
                    <a:pt x="59955" y="75188"/>
                    <a:pt x="59955" y="75188"/>
                  </a:cubicBezTo>
                  <a:close/>
                </a:path>
              </a:pathLst>
            </a:custGeom>
            <a:solidFill>
              <a:schemeClr val="lt1"/>
            </a:solidFill>
            <a:ln>
              <a:noFill/>
            </a:ln>
          </p:spPr>
          <p:txBody>
            <a:bodyPr spcFirstLastPara="1" wrap="square" lIns="19025" tIns="19025" rIns="19025" bIns="190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Arial"/>
                <a:ea typeface="Arial"/>
                <a:cs typeface="Arial"/>
                <a:sym typeface="Arial"/>
              </a:endParaRPr>
            </a:p>
          </p:txBody>
        </p:sp>
      </p:grpSp>
      <p:sp>
        <p:nvSpPr>
          <p:cNvPr id="660" name="Google Shape;660;p82"/>
          <p:cNvSpPr txBox="1">
            <a:spLocks noGrp="1"/>
          </p:cNvSpPr>
          <p:nvPr>
            <p:ph type="body" idx="5"/>
          </p:nvPr>
        </p:nvSpPr>
        <p:spPr>
          <a:xfrm>
            <a:off x="1906182" y="5522107"/>
            <a:ext cx="3967163" cy="3968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800"/>
              <a:buFont typeface="Arial"/>
              <a:buNone/>
              <a:defRPr sz="18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teps-Infographic">
  <p:cSld name="Steps-Infographic">
    <p:spTree>
      <p:nvGrpSpPr>
        <p:cNvPr id="1" name="Shape 661"/>
        <p:cNvGrpSpPr/>
        <p:nvPr/>
      </p:nvGrpSpPr>
      <p:grpSpPr>
        <a:xfrm>
          <a:off x="0" y="0"/>
          <a:ext cx="0" cy="0"/>
          <a:chOff x="0" y="0"/>
          <a:chExt cx="0" cy="0"/>
        </a:xfrm>
      </p:grpSpPr>
      <p:sp>
        <p:nvSpPr>
          <p:cNvPr id="662" name="Google Shape;662;p83"/>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63" name="Google Shape;663;p83"/>
          <p:cNvSpPr txBox="1">
            <a:spLocks noGrp="1"/>
          </p:cNvSpPr>
          <p:nvPr>
            <p:ph type="body" idx="1"/>
          </p:nvPr>
        </p:nvSpPr>
        <p:spPr>
          <a:xfrm>
            <a:off x="207963" y="273050"/>
            <a:ext cx="11291702" cy="298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EC07D"/>
              </a:buClr>
              <a:buSzPts val="1600"/>
              <a:buFont typeface="Arial"/>
              <a:buNone/>
              <a:defRPr sz="1600" b="0" i="0" u="none" strike="noStrike" cap="none">
                <a:solidFill>
                  <a:srgbClr val="0EC07D"/>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64" name="Google Shape;664;p83"/>
          <p:cNvSpPr/>
          <p:nvPr/>
        </p:nvSpPr>
        <p:spPr>
          <a:xfrm>
            <a:off x="610294" y="3441780"/>
            <a:ext cx="3200400" cy="609600"/>
          </a:xfrm>
          <a:prstGeom prst="roundRect">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665" name="Google Shape;665;p83"/>
          <p:cNvSpPr/>
          <p:nvPr/>
        </p:nvSpPr>
        <p:spPr>
          <a:xfrm>
            <a:off x="2087814" y="3266609"/>
            <a:ext cx="237065" cy="175172"/>
          </a:xfrm>
          <a:prstGeom prst="triangle">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666" name="Google Shape;666;p83"/>
          <p:cNvSpPr/>
          <p:nvPr/>
        </p:nvSpPr>
        <p:spPr>
          <a:xfrm>
            <a:off x="3144105" y="3441781"/>
            <a:ext cx="3200400" cy="609600"/>
          </a:xfrm>
          <a:prstGeom prst="roundRect">
            <a:avLst>
              <a:gd name="adj" fmla="val 50000"/>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Open Sans"/>
              <a:ea typeface="Open Sans"/>
              <a:cs typeface="Open Sans"/>
              <a:sym typeface="Open Sans"/>
            </a:endParaRPr>
          </a:p>
        </p:txBody>
      </p:sp>
      <p:sp>
        <p:nvSpPr>
          <p:cNvPr id="667" name="Google Shape;667;p83"/>
          <p:cNvSpPr/>
          <p:nvPr/>
        </p:nvSpPr>
        <p:spPr>
          <a:xfrm rot="10800000" flipH="1">
            <a:off x="4620556" y="4054130"/>
            <a:ext cx="237065" cy="175172"/>
          </a:xfrm>
          <a:prstGeom prst="triangle">
            <a:avLst>
              <a:gd name="adj" fmla="val 50000"/>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Open Sans"/>
              <a:ea typeface="Open Sans"/>
              <a:cs typeface="Open Sans"/>
              <a:sym typeface="Open Sans"/>
            </a:endParaRPr>
          </a:p>
        </p:txBody>
      </p:sp>
      <p:sp>
        <p:nvSpPr>
          <p:cNvPr id="668" name="Google Shape;668;p83"/>
          <p:cNvSpPr txBox="1"/>
          <p:nvPr/>
        </p:nvSpPr>
        <p:spPr>
          <a:xfrm>
            <a:off x="1359528" y="4186519"/>
            <a:ext cx="1693639" cy="1231106"/>
          </a:xfrm>
          <a:prstGeom prst="rect">
            <a:avLst/>
          </a:prstGeom>
          <a:noFill/>
          <a:ln>
            <a:noFill/>
          </a:ln>
          <a:effectLst>
            <a:outerShdw blurRad="101599" dist="50800" dir="2700000" algn="tl" rotWithShape="0">
              <a:srgbClr val="000000">
                <a:alpha val="40000"/>
              </a:srgbClr>
            </a:outerShdw>
          </a:effectLst>
        </p:spPr>
        <p:txBody>
          <a:bodyPr spcFirstLastPara="1" wrap="square" lIns="121900" tIns="60950" rIns="121900" bIns="60950" anchor="ctr" anchorCtr="0">
            <a:noAutofit/>
          </a:bodyPr>
          <a:lstStyle/>
          <a:p>
            <a:pPr marL="0" marR="0" lvl="0" indent="0" algn="ctr" rtl="0">
              <a:lnSpc>
                <a:spcPct val="100000"/>
              </a:lnSpc>
              <a:spcBef>
                <a:spcPts val="0"/>
              </a:spcBef>
              <a:spcAft>
                <a:spcPts val="0"/>
              </a:spcAft>
              <a:buClr>
                <a:schemeClr val="accent2"/>
              </a:buClr>
              <a:buSzPts val="1800"/>
              <a:buFont typeface="Arial"/>
              <a:buNone/>
            </a:pPr>
            <a:r>
              <a:rPr lang="en" sz="7200" b="1" i="0" u="none" strike="noStrike" cap="none">
                <a:solidFill>
                  <a:schemeClr val="accent2"/>
                </a:solidFill>
                <a:latin typeface="Arial"/>
                <a:ea typeface="Arial"/>
                <a:cs typeface="Arial"/>
                <a:sym typeface="Arial"/>
              </a:rPr>
              <a:t>01</a:t>
            </a:r>
            <a:endParaRPr/>
          </a:p>
        </p:txBody>
      </p:sp>
      <p:sp>
        <p:nvSpPr>
          <p:cNvPr id="669" name="Google Shape;669;p83"/>
          <p:cNvSpPr txBox="1"/>
          <p:nvPr/>
        </p:nvSpPr>
        <p:spPr>
          <a:xfrm>
            <a:off x="6445471" y="4186519"/>
            <a:ext cx="1693639" cy="1231106"/>
          </a:xfrm>
          <a:prstGeom prst="rect">
            <a:avLst/>
          </a:prstGeom>
          <a:noFill/>
          <a:ln>
            <a:noFill/>
          </a:ln>
          <a:effectLst>
            <a:outerShdw blurRad="101599" dist="50800" dir="2700000" algn="tl" rotWithShape="0">
              <a:srgbClr val="000000">
                <a:alpha val="40000"/>
              </a:srgbClr>
            </a:outerShdw>
          </a:effectLst>
        </p:spPr>
        <p:txBody>
          <a:bodyPr spcFirstLastPara="1" wrap="square" lIns="121900" tIns="60950" rIns="121900" bIns="60950" anchor="ctr" anchorCtr="0">
            <a:noAutofit/>
          </a:bodyPr>
          <a:lstStyle/>
          <a:p>
            <a:pPr marL="0" marR="0" lvl="0" indent="0" algn="ctr" rtl="0">
              <a:lnSpc>
                <a:spcPct val="100000"/>
              </a:lnSpc>
              <a:spcBef>
                <a:spcPts val="0"/>
              </a:spcBef>
              <a:spcAft>
                <a:spcPts val="0"/>
              </a:spcAft>
              <a:buClr>
                <a:schemeClr val="accent4"/>
              </a:buClr>
              <a:buSzPts val="1800"/>
              <a:buFont typeface="Arial"/>
              <a:buNone/>
            </a:pPr>
            <a:r>
              <a:rPr lang="en" sz="7200" b="1" i="0" u="none" strike="noStrike" cap="none">
                <a:solidFill>
                  <a:schemeClr val="accent4"/>
                </a:solidFill>
                <a:latin typeface="Arial"/>
                <a:ea typeface="Arial"/>
                <a:cs typeface="Arial"/>
                <a:sym typeface="Arial"/>
              </a:rPr>
              <a:t>03</a:t>
            </a:r>
            <a:endParaRPr/>
          </a:p>
        </p:txBody>
      </p:sp>
      <p:sp>
        <p:nvSpPr>
          <p:cNvPr id="670" name="Google Shape;670;p83"/>
          <p:cNvSpPr txBox="1"/>
          <p:nvPr/>
        </p:nvSpPr>
        <p:spPr>
          <a:xfrm>
            <a:off x="3857016" y="1962294"/>
            <a:ext cx="1693639" cy="1231106"/>
          </a:xfrm>
          <a:prstGeom prst="rect">
            <a:avLst/>
          </a:prstGeom>
          <a:noFill/>
          <a:ln>
            <a:noFill/>
          </a:ln>
          <a:effectLst>
            <a:outerShdw blurRad="101599" dist="50800" dir="2700000" algn="tl" rotWithShape="0">
              <a:srgbClr val="000000">
                <a:alpha val="40000"/>
              </a:srgbClr>
            </a:outerShdw>
          </a:effectLst>
        </p:spPr>
        <p:txBody>
          <a:bodyPr spcFirstLastPara="1" wrap="square" lIns="121900" tIns="60950" rIns="121900" bIns="60950" anchor="ctr" anchorCtr="0">
            <a:noAutofit/>
          </a:bodyPr>
          <a:lstStyle/>
          <a:p>
            <a:pPr marL="0" marR="0" lvl="0" indent="0" algn="ctr" rtl="0">
              <a:lnSpc>
                <a:spcPct val="100000"/>
              </a:lnSpc>
              <a:spcBef>
                <a:spcPts val="0"/>
              </a:spcBef>
              <a:spcAft>
                <a:spcPts val="0"/>
              </a:spcAft>
              <a:buClr>
                <a:schemeClr val="accent3"/>
              </a:buClr>
              <a:buSzPts val="1800"/>
              <a:buFont typeface="Arial"/>
              <a:buNone/>
            </a:pPr>
            <a:r>
              <a:rPr lang="en" sz="7200" b="1" i="0" u="none" strike="noStrike" cap="none">
                <a:solidFill>
                  <a:schemeClr val="accent3"/>
                </a:solidFill>
                <a:latin typeface="Arial"/>
                <a:ea typeface="Arial"/>
                <a:cs typeface="Arial"/>
                <a:sym typeface="Arial"/>
              </a:rPr>
              <a:t>02</a:t>
            </a:r>
            <a:endParaRPr/>
          </a:p>
        </p:txBody>
      </p:sp>
      <p:sp>
        <p:nvSpPr>
          <p:cNvPr id="671" name="Google Shape;671;p83"/>
          <p:cNvSpPr txBox="1"/>
          <p:nvPr/>
        </p:nvSpPr>
        <p:spPr>
          <a:xfrm>
            <a:off x="9140954" y="1947916"/>
            <a:ext cx="1693639" cy="1231106"/>
          </a:xfrm>
          <a:prstGeom prst="rect">
            <a:avLst/>
          </a:prstGeom>
          <a:noFill/>
          <a:ln>
            <a:noFill/>
          </a:ln>
          <a:effectLst>
            <a:outerShdw blurRad="101599" dist="50800" dir="2700000" algn="tl" rotWithShape="0">
              <a:srgbClr val="000000">
                <a:alpha val="40000"/>
              </a:srgbClr>
            </a:outerShdw>
          </a:effectLst>
        </p:spPr>
        <p:txBody>
          <a:bodyPr spcFirstLastPara="1" wrap="square" lIns="121900" tIns="60950" rIns="121900" bIns="60950" anchor="ctr" anchorCtr="0">
            <a:noAutofit/>
          </a:bodyPr>
          <a:lstStyle/>
          <a:p>
            <a:pPr marL="0" marR="0" lvl="0" indent="0" algn="ctr" rtl="0">
              <a:lnSpc>
                <a:spcPct val="100000"/>
              </a:lnSpc>
              <a:spcBef>
                <a:spcPts val="0"/>
              </a:spcBef>
              <a:spcAft>
                <a:spcPts val="0"/>
              </a:spcAft>
              <a:buClr>
                <a:schemeClr val="accent5"/>
              </a:buClr>
              <a:buSzPts val="1800"/>
              <a:buFont typeface="Arial"/>
              <a:buNone/>
            </a:pPr>
            <a:r>
              <a:rPr lang="en" sz="7200" b="1" i="0" u="none" strike="noStrike" cap="none">
                <a:solidFill>
                  <a:schemeClr val="accent5"/>
                </a:solidFill>
                <a:latin typeface="Arial"/>
                <a:ea typeface="Arial"/>
                <a:cs typeface="Arial"/>
                <a:sym typeface="Arial"/>
              </a:rPr>
              <a:t>04</a:t>
            </a:r>
            <a:endParaRPr/>
          </a:p>
        </p:txBody>
      </p:sp>
      <p:sp>
        <p:nvSpPr>
          <p:cNvPr id="672" name="Google Shape;672;p83"/>
          <p:cNvSpPr/>
          <p:nvPr/>
        </p:nvSpPr>
        <p:spPr>
          <a:xfrm>
            <a:off x="5783425" y="3441780"/>
            <a:ext cx="3200400" cy="609600"/>
          </a:xfrm>
          <a:prstGeom prst="roundRect">
            <a:avLst>
              <a:gd name="adj" fmla="val 50000"/>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673" name="Google Shape;673;p83"/>
          <p:cNvSpPr/>
          <p:nvPr/>
        </p:nvSpPr>
        <p:spPr>
          <a:xfrm>
            <a:off x="7166547" y="3266609"/>
            <a:ext cx="237065" cy="175172"/>
          </a:xfrm>
          <a:prstGeom prst="triangle">
            <a:avLst>
              <a:gd name="adj" fmla="val 50000"/>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674" name="Google Shape;674;p83"/>
          <p:cNvSpPr/>
          <p:nvPr/>
        </p:nvSpPr>
        <p:spPr>
          <a:xfrm>
            <a:off x="8387575" y="3441781"/>
            <a:ext cx="3200400" cy="609600"/>
          </a:xfrm>
          <a:prstGeom prst="roundRect">
            <a:avLst>
              <a:gd name="adj" fmla="val 50000"/>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675" name="Google Shape;675;p83"/>
          <p:cNvSpPr/>
          <p:nvPr/>
        </p:nvSpPr>
        <p:spPr>
          <a:xfrm rot="10800000" flipH="1">
            <a:off x="9869243" y="4054130"/>
            <a:ext cx="237065" cy="175172"/>
          </a:xfrm>
          <a:prstGeom prst="triangle">
            <a:avLst>
              <a:gd name="adj" fmla="val 50000"/>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676" name="Google Shape;676;p83"/>
          <p:cNvSpPr txBox="1">
            <a:spLocks noGrp="1"/>
          </p:cNvSpPr>
          <p:nvPr>
            <p:ph type="body" idx="2"/>
          </p:nvPr>
        </p:nvSpPr>
        <p:spPr>
          <a:xfrm>
            <a:off x="861881" y="3551958"/>
            <a:ext cx="2269863" cy="396875"/>
          </a:xfrm>
          <a:prstGeom prst="rect">
            <a:avLst/>
          </a:prstGeom>
          <a:solidFill>
            <a:schemeClr val="accent2"/>
          </a:solidFill>
          <a:ln>
            <a:noFill/>
          </a:ln>
        </p:spPr>
        <p:txBody>
          <a:bodyPr spcFirstLastPara="1" wrap="square" lIns="121900" tIns="60950" rIns="121900" bIns="60950" anchor="t" anchorCtr="0">
            <a:noAutofit/>
          </a:bodyPr>
          <a:lstStyle>
            <a:lvl1pPr marL="457200" marR="0" lvl="0" indent="-228600" algn="l" rtl="0">
              <a:lnSpc>
                <a:spcPct val="100000"/>
              </a:lnSpc>
              <a:spcBef>
                <a:spcPts val="0"/>
              </a:spcBef>
              <a:spcAft>
                <a:spcPts val="0"/>
              </a:spcAft>
              <a:buClr>
                <a:schemeClr val="lt1"/>
              </a:buClr>
              <a:buSzPts val="1467"/>
              <a:buFont typeface="Arial"/>
              <a:buNone/>
              <a:defRPr sz="1467" b="1" i="0" u="none" strike="noStrike" cap="none">
                <a:solidFill>
                  <a:schemeClr val="lt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77" name="Google Shape;677;p83"/>
          <p:cNvSpPr txBox="1">
            <a:spLocks noGrp="1"/>
          </p:cNvSpPr>
          <p:nvPr>
            <p:ph type="body" idx="3"/>
          </p:nvPr>
        </p:nvSpPr>
        <p:spPr>
          <a:xfrm>
            <a:off x="3434369" y="3551958"/>
            <a:ext cx="2269863" cy="396875"/>
          </a:xfrm>
          <a:prstGeom prst="rect">
            <a:avLst/>
          </a:prstGeom>
          <a:solidFill>
            <a:schemeClr val="accent3"/>
          </a:solidFill>
          <a:ln>
            <a:noFill/>
          </a:ln>
        </p:spPr>
        <p:txBody>
          <a:bodyPr spcFirstLastPara="1" wrap="square" lIns="121900" tIns="60950" rIns="121900" bIns="60950" anchor="t" anchorCtr="0">
            <a:noAutofit/>
          </a:bodyPr>
          <a:lstStyle>
            <a:lvl1pPr marL="457200" marR="0" lvl="0" indent="-228600" algn="l" rtl="0">
              <a:lnSpc>
                <a:spcPct val="100000"/>
              </a:lnSpc>
              <a:spcBef>
                <a:spcPts val="0"/>
              </a:spcBef>
              <a:spcAft>
                <a:spcPts val="0"/>
              </a:spcAft>
              <a:buClr>
                <a:schemeClr val="lt1"/>
              </a:buClr>
              <a:buSzPts val="1467"/>
              <a:buFont typeface="Open Sans"/>
              <a:buNone/>
              <a:defRPr sz="1467" b="1" i="0" u="none" strike="noStrike" cap="none">
                <a:solidFill>
                  <a:schemeClr val="lt1"/>
                </a:solidFill>
                <a:latin typeface="Open Sans"/>
                <a:ea typeface="Open Sans"/>
                <a:cs typeface="Open Sans"/>
                <a:sym typeface="Open Sans"/>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78" name="Google Shape;678;p83"/>
          <p:cNvSpPr txBox="1">
            <a:spLocks noGrp="1"/>
          </p:cNvSpPr>
          <p:nvPr>
            <p:ph type="body" idx="4"/>
          </p:nvPr>
        </p:nvSpPr>
        <p:spPr>
          <a:xfrm>
            <a:off x="5932984" y="3551958"/>
            <a:ext cx="2384252" cy="396875"/>
          </a:xfrm>
          <a:prstGeom prst="rect">
            <a:avLst/>
          </a:prstGeom>
          <a:solidFill>
            <a:schemeClr val="accent3"/>
          </a:solidFill>
          <a:ln>
            <a:noFill/>
          </a:ln>
        </p:spPr>
        <p:txBody>
          <a:bodyPr spcFirstLastPara="1" wrap="square" lIns="121900" tIns="60950" rIns="121900" bIns="60950" anchor="t" anchorCtr="0">
            <a:noAutofit/>
          </a:bodyPr>
          <a:lstStyle>
            <a:lvl1pPr marL="457200" marR="0" lvl="0" indent="-228600" algn="l" rtl="0">
              <a:lnSpc>
                <a:spcPct val="100000"/>
              </a:lnSpc>
              <a:spcBef>
                <a:spcPts val="0"/>
              </a:spcBef>
              <a:spcAft>
                <a:spcPts val="0"/>
              </a:spcAft>
              <a:buClr>
                <a:schemeClr val="lt1"/>
              </a:buClr>
              <a:buSzPts val="1467"/>
              <a:buFont typeface="Open Sans"/>
              <a:buNone/>
              <a:defRPr sz="1467" b="1" i="0" u="none" strike="noStrike" cap="none">
                <a:solidFill>
                  <a:schemeClr val="lt1"/>
                </a:solidFill>
                <a:latin typeface="Open Sans"/>
                <a:ea typeface="Open Sans"/>
                <a:cs typeface="Open Sans"/>
                <a:sym typeface="Open Sans"/>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79" name="Google Shape;679;p83"/>
          <p:cNvSpPr txBox="1">
            <a:spLocks noGrp="1"/>
          </p:cNvSpPr>
          <p:nvPr>
            <p:ph type="body" idx="5"/>
          </p:nvPr>
        </p:nvSpPr>
        <p:spPr>
          <a:xfrm>
            <a:off x="8789087" y="3551958"/>
            <a:ext cx="2384252" cy="396875"/>
          </a:xfrm>
          <a:prstGeom prst="rect">
            <a:avLst/>
          </a:prstGeom>
          <a:solidFill>
            <a:schemeClr val="accent5"/>
          </a:solidFill>
          <a:ln>
            <a:noFill/>
          </a:ln>
        </p:spPr>
        <p:txBody>
          <a:bodyPr spcFirstLastPara="1" wrap="square" lIns="121900" tIns="60950" rIns="121900" bIns="60950" anchor="t" anchorCtr="0">
            <a:noAutofit/>
          </a:bodyPr>
          <a:lstStyle>
            <a:lvl1pPr marL="457200" marR="0" lvl="0" indent="-228600" algn="l" rtl="0">
              <a:lnSpc>
                <a:spcPct val="100000"/>
              </a:lnSpc>
              <a:spcBef>
                <a:spcPts val="0"/>
              </a:spcBef>
              <a:spcAft>
                <a:spcPts val="0"/>
              </a:spcAft>
              <a:buClr>
                <a:schemeClr val="lt1"/>
              </a:buClr>
              <a:buSzPts val="1467"/>
              <a:buFont typeface="Arial"/>
              <a:buNone/>
              <a:defRPr sz="1467" b="1" i="0" u="none" strike="noStrike" cap="none">
                <a:solidFill>
                  <a:schemeClr val="lt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80" name="Google Shape;680;p83"/>
          <p:cNvSpPr txBox="1">
            <a:spLocks noGrp="1"/>
          </p:cNvSpPr>
          <p:nvPr>
            <p:ph type="body" idx="6"/>
          </p:nvPr>
        </p:nvSpPr>
        <p:spPr>
          <a:xfrm>
            <a:off x="861882" y="2095806"/>
            <a:ext cx="2282224" cy="1035664"/>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595959"/>
              </a:buClr>
              <a:buSzPts val="1100"/>
              <a:buFont typeface="Arial"/>
              <a:buNone/>
              <a:defRPr sz="1100" b="0" i="0" u="none" strike="noStrike" cap="none">
                <a:solidFill>
                  <a:srgbClr val="595959"/>
                </a:solidFill>
                <a:latin typeface="Arial"/>
                <a:ea typeface="Arial"/>
                <a:cs typeface="Arial"/>
                <a:sym typeface="Arial"/>
              </a:defRPr>
            </a:lvl1pPr>
            <a:lvl2pPr marL="914400" marR="0" lvl="1" indent="-228600" algn="ctr" rtl="0">
              <a:lnSpc>
                <a:spcPct val="100000"/>
              </a:lnSpc>
              <a:spcBef>
                <a:spcPts val="0"/>
              </a:spcBef>
              <a:spcAft>
                <a:spcPts val="0"/>
              </a:spcAft>
              <a:buClr>
                <a:srgbClr val="595959"/>
              </a:buClr>
              <a:buSzPts val="1100"/>
              <a:buFont typeface="Arial"/>
              <a:buNone/>
              <a:defRPr sz="1100" b="0" i="0" u="none" strike="noStrike" cap="none">
                <a:solidFill>
                  <a:srgbClr val="595959"/>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81" name="Google Shape;681;p83"/>
          <p:cNvSpPr txBox="1">
            <a:spLocks noGrp="1"/>
          </p:cNvSpPr>
          <p:nvPr>
            <p:ph type="body" idx="7"/>
          </p:nvPr>
        </p:nvSpPr>
        <p:spPr>
          <a:xfrm>
            <a:off x="5932984" y="2095806"/>
            <a:ext cx="2384252" cy="1035664"/>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595959"/>
              </a:buClr>
              <a:buSzPts val="1100"/>
              <a:buFont typeface="Arial"/>
              <a:buNone/>
              <a:defRPr sz="1100" b="0" i="0" u="none" strike="noStrike" cap="none">
                <a:solidFill>
                  <a:srgbClr val="595959"/>
                </a:solidFill>
                <a:latin typeface="Arial"/>
                <a:ea typeface="Arial"/>
                <a:cs typeface="Arial"/>
                <a:sym typeface="Arial"/>
              </a:defRPr>
            </a:lvl1pPr>
            <a:lvl2pPr marL="914400" marR="0" lvl="1" indent="-228600" algn="ctr" rtl="0">
              <a:lnSpc>
                <a:spcPct val="100000"/>
              </a:lnSpc>
              <a:spcBef>
                <a:spcPts val="0"/>
              </a:spcBef>
              <a:spcAft>
                <a:spcPts val="0"/>
              </a:spcAft>
              <a:buClr>
                <a:srgbClr val="595959"/>
              </a:buClr>
              <a:buSzPts val="1100"/>
              <a:buFont typeface="Arial"/>
              <a:buNone/>
              <a:defRPr sz="1100" b="0" i="0" u="none" strike="noStrike" cap="none">
                <a:solidFill>
                  <a:srgbClr val="595959"/>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82" name="Google Shape;682;p83"/>
          <p:cNvSpPr txBox="1">
            <a:spLocks noGrp="1"/>
          </p:cNvSpPr>
          <p:nvPr>
            <p:ph type="body" idx="8"/>
          </p:nvPr>
        </p:nvSpPr>
        <p:spPr>
          <a:xfrm>
            <a:off x="3428429" y="4469248"/>
            <a:ext cx="2384252" cy="1035664"/>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595959"/>
              </a:buClr>
              <a:buSzPts val="1100"/>
              <a:buFont typeface="Arial"/>
              <a:buNone/>
              <a:defRPr sz="1100" b="0" i="0" u="none" strike="noStrike" cap="none">
                <a:solidFill>
                  <a:srgbClr val="595959"/>
                </a:solidFill>
                <a:latin typeface="Arial"/>
                <a:ea typeface="Arial"/>
                <a:cs typeface="Arial"/>
                <a:sym typeface="Arial"/>
              </a:defRPr>
            </a:lvl1pPr>
            <a:lvl2pPr marL="914400" marR="0" lvl="1" indent="-228600" algn="ctr" rtl="0">
              <a:lnSpc>
                <a:spcPct val="100000"/>
              </a:lnSpc>
              <a:spcBef>
                <a:spcPts val="0"/>
              </a:spcBef>
              <a:spcAft>
                <a:spcPts val="0"/>
              </a:spcAft>
              <a:buClr>
                <a:srgbClr val="595959"/>
              </a:buClr>
              <a:buSzPts val="1100"/>
              <a:buFont typeface="Arial"/>
              <a:buNone/>
              <a:defRPr sz="1100" b="0" i="0" u="none" strike="noStrike" cap="none">
                <a:solidFill>
                  <a:srgbClr val="595959"/>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83" name="Google Shape;683;p83"/>
          <p:cNvSpPr txBox="1">
            <a:spLocks noGrp="1"/>
          </p:cNvSpPr>
          <p:nvPr>
            <p:ph type="body" idx="9"/>
          </p:nvPr>
        </p:nvSpPr>
        <p:spPr>
          <a:xfrm>
            <a:off x="8789087" y="4469248"/>
            <a:ext cx="2384252" cy="1035664"/>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595959"/>
              </a:buClr>
              <a:buSzPts val="1100"/>
              <a:buFont typeface="Arial"/>
              <a:buNone/>
              <a:defRPr sz="1100" b="0" i="0" u="none" strike="noStrike" cap="none">
                <a:solidFill>
                  <a:srgbClr val="595959"/>
                </a:solidFill>
                <a:latin typeface="Arial"/>
                <a:ea typeface="Arial"/>
                <a:cs typeface="Arial"/>
                <a:sym typeface="Arial"/>
              </a:defRPr>
            </a:lvl1pPr>
            <a:lvl2pPr marL="914400" marR="0" lvl="1" indent="-228600" algn="ctr" rtl="0">
              <a:lnSpc>
                <a:spcPct val="100000"/>
              </a:lnSpc>
              <a:spcBef>
                <a:spcPts val="0"/>
              </a:spcBef>
              <a:spcAft>
                <a:spcPts val="0"/>
              </a:spcAft>
              <a:buClr>
                <a:srgbClr val="595959"/>
              </a:buClr>
              <a:buSzPts val="1100"/>
              <a:buFont typeface="Arial"/>
              <a:buNone/>
              <a:defRPr sz="1100" b="0" i="0" u="none" strike="noStrike" cap="none">
                <a:solidFill>
                  <a:srgbClr val="595959"/>
                </a:solidFill>
                <a:latin typeface="Arial"/>
                <a:ea typeface="Arial"/>
                <a:cs typeface="Arial"/>
                <a:sym typeface="Arial"/>
              </a:defRPr>
            </a:lvl2pPr>
            <a:lvl3pPr marL="1371600" marR="0" lvl="2"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3pPr>
            <a:lvl4pPr marL="1828800" marR="0" lvl="3" indent="-228600" algn="ctr" rtl="0">
              <a:lnSpc>
                <a:spcPct val="100000"/>
              </a:lnSpc>
              <a:spcBef>
                <a:spcPts val="0"/>
              </a:spcBef>
              <a:spcAft>
                <a:spcPts val="0"/>
              </a:spcAft>
              <a:buClr>
                <a:schemeClr val="dk1"/>
              </a:buClr>
              <a:buSzPts val="1050"/>
              <a:buFont typeface="Arial"/>
              <a:buNone/>
              <a:defRPr sz="105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Content">
  <p:cSld name="Title+Content">
    <p:spTree>
      <p:nvGrpSpPr>
        <p:cNvPr id="1" name="Shape 689"/>
        <p:cNvGrpSpPr/>
        <p:nvPr/>
      </p:nvGrpSpPr>
      <p:grpSpPr>
        <a:xfrm>
          <a:off x="0" y="0"/>
          <a:ext cx="0" cy="0"/>
          <a:chOff x="0" y="0"/>
          <a:chExt cx="0" cy="0"/>
        </a:xfrm>
      </p:grpSpPr>
      <p:sp>
        <p:nvSpPr>
          <p:cNvPr id="690" name="Google Shape;690;p65"/>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91" name="Google Shape;691;p65"/>
          <p:cNvSpPr txBox="1">
            <a:spLocks noGrp="1"/>
          </p:cNvSpPr>
          <p:nvPr>
            <p:ph type="body" idx="1"/>
          </p:nvPr>
        </p:nvSpPr>
        <p:spPr>
          <a:xfrm>
            <a:off x="514350" y="1304995"/>
            <a:ext cx="10273812" cy="484082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2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1pPr>
            <a:lvl2pPr marL="914400" marR="0" lvl="1" indent="-342900" algn="l" rtl="0">
              <a:lnSpc>
                <a:spcPct val="120000"/>
              </a:lnSpc>
              <a:spcBef>
                <a:spcPts val="838"/>
              </a:spcBef>
              <a:spcAft>
                <a:spcPts val="0"/>
              </a:spcAft>
              <a:buClr>
                <a:schemeClr val="dk1"/>
              </a:buClr>
              <a:buSzPts val="1800"/>
              <a:buFont typeface="Noto Sans Symbols"/>
              <a:buChar char="⭲"/>
              <a:defRPr sz="1800" b="0" i="0" u="none" strike="noStrike" cap="none">
                <a:solidFill>
                  <a:schemeClr val="dk1"/>
                </a:solidFill>
                <a:latin typeface="Arial"/>
                <a:ea typeface="Arial"/>
                <a:cs typeface="Arial"/>
                <a:sym typeface="Arial"/>
              </a:defRPr>
            </a:lvl2pPr>
            <a:lvl3pPr marL="1371600" marR="0" lvl="2" indent="-330200" algn="l" rtl="0">
              <a:lnSpc>
                <a:spcPct val="135000"/>
              </a:lnSpc>
              <a:spcBef>
                <a:spcPts val="838"/>
              </a:spcBef>
              <a:spcAft>
                <a:spcPts val="0"/>
              </a:spcAft>
              <a:buClr>
                <a:schemeClr val="dk1"/>
              </a:buClr>
              <a:buSzPts val="1600"/>
              <a:buFont typeface="Noto Sans Symbols"/>
              <a:buChar char="⮡"/>
              <a:defRPr sz="1600" b="0" i="0" u="none" strike="noStrike" cap="none">
                <a:solidFill>
                  <a:schemeClr val="dk1"/>
                </a:solidFill>
                <a:latin typeface="Arial"/>
                <a:ea typeface="Arial"/>
                <a:cs typeface="Arial"/>
                <a:sym typeface="Arial"/>
              </a:defRPr>
            </a:lvl3pPr>
            <a:lvl4pPr marL="1828800" marR="0" lvl="3" indent="-323850" algn="l" rtl="0">
              <a:lnSpc>
                <a:spcPct val="144000"/>
              </a:lnSpc>
              <a:spcBef>
                <a:spcPts val="838"/>
              </a:spcBef>
              <a:spcAft>
                <a:spcPts val="0"/>
              </a:spcAft>
              <a:buClr>
                <a:schemeClr val="dk1"/>
              </a:buClr>
              <a:buSzPts val="1500"/>
              <a:buFont typeface="Noto Sans Symbols"/>
              <a:buChar char="⭢"/>
              <a:defRPr sz="1500" b="0" i="0" u="none" strike="noStrike" cap="none">
                <a:solidFill>
                  <a:schemeClr val="dk1"/>
                </a:solidFill>
                <a:latin typeface="Arial"/>
                <a:ea typeface="Arial"/>
                <a:cs typeface="Arial"/>
                <a:sym typeface="Arial"/>
              </a:defRPr>
            </a:lvl4pPr>
            <a:lvl5pPr marL="2286000" marR="0" lvl="4" indent="-298450" algn="l" rtl="0">
              <a:lnSpc>
                <a:spcPct val="90000"/>
              </a:lnSpc>
              <a:spcBef>
                <a:spcPts val="838"/>
              </a:spcBef>
              <a:spcAft>
                <a:spcPts val="0"/>
              </a:spcAft>
              <a:buClr>
                <a:schemeClr val="dk1"/>
              </a:buClr>
              <a:buSzPts val="1100"/>
              <a:buFont typeface="Noto Sans Symbols"/>
              <a:buChar char="→"/>
              <a:defRPr sz="11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838"/>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692" name="Google Shape;692;p65"/>
          <p:cNvSpPr txBox="1">
            <a:spLocks noGrp="1"/>
          </p:cNvSpPr>
          <p:nvPr>
            <p:ph type="sldNum" idx="12"/>
          </p:nvPr>
        </p:nvSpPr>
        <p:spPr>
          <a:xfrm>
            <a:off x="11561884" y="6356350"/>
            <a:ext cx="386861"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1_RunningMan-Infographic">
  <p:cSld name="1_RunningMan-Infographic">
    <p:spTree>
      <p:nvGrpSpPr>
        <p:cNvPr id="1" name="Shape 693"/>
        <p:cNvGrpSpPr/>
        <p:nvPr/>
      </p:nvGrpSpPr>
      <p:grpSpPr>
        <a:xfrm>
          <a:off x="0" y="0"/>
          <a:ext cx="0" cy="0"/>
          <a:chOff x="0" y="0"/>
          <a:chExt cx="0" cy="0"/>
        </a:xfrm>
      </p:grpSpPr>
      <p:sp>
        <p:nvSpPr>
          <p:cNvPr id="694" name="Google Shape;694;p66"/>
          <p:cNvSpPr/>
          <p:nvPr/>
        </p:nvSpPr>
        <p:spPr>
          <a:xfrm>
            <a:off x="-1" y="1684288"/>
            <a:ext cx="12191999" cy="4085572"/>
          </a:xfrm>
          <a:prstGeom prst="rect">
            <a:avLst/>
          </a:prstGeom>
          <a:solidFill>
            <a:srgbClr val="A1D0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695" name="Google Shape;695;p66"/>
          <p:cNvPicPr preferRelativeResize="0"/>
          <p:nvPr/>
        </p:nvPicPr>
        <p:blipFill rotWithShape="1">
          <a:blip r:embed="rId2">
            <a:alphaModFix/>
          </a:blip>
          <a:srcRect/>
          <a:stretch/>
        </p:blipFill>
        <p:spPr>
          <a:xfrm>
            <a:off x="519508" y="1921829"/>
            <a:ext cx="3232360" cy="3589147"/>
          </a:xfrm>
          <a:prstGeom prst="rect">
            <a:avLst/>
          </a:prstGeom>
          <a:noFill/>
          <a:ln>
            <a:noFill/>
          </a:ln>
        </p:spPr>
      </p:pic>
      <p:sp>
        <p:nvSpPr>
          <p:cNvPr id="696" name="Google Shape;696;p66"/>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97" name="Google Shape;697;p66"/>
          <p:cNvSpPr txBox="1">
            <a:spLocks noGrp="1"/>
          </p:cNvSpPr>
          <p:nvPr>
            <p:ph type="sldNum" idx="12"/>
          </p:nvPr>
        </p:nvSpPr>
        <p:spPr>
          <a:xfrm>
            <a:off x="11561884" y="6356350"/>
            <a:ext cx="386861"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n"/>
              <a:t>‹#›</a:t>
            </a:fld>
            <a:endParaRPr/>
          </a:p>
        </p:txBody>
      </p:sp>
      <p:sp>
        <p:nvSpPr>
          <p:cNvPr id="698" name="Google Shape;698;p66"/>
          <p:cNvSpPr/>
          <p:nvPr/>
        </p:nvSpPr>
        <p:spPr>
          <a:xfrm>
            <a:off x="-18854" y="5769859"/>
            <a:ext cx="12210853" cy="218688"/>
          </a:xfrm>
          <a:prstGeom prst="rect">
            <a:avLst/>
          </a:prstGeom>
          <a:solidFill>
            <a:srgbClr val="647486">
              <a:alpha val="6392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699" name="Google Shape;699;p66"/>
          <p:cNvPicPr preferRelativeResize="0"/>
          <p:nvPr/>
        </p:nvPicPr>
        <p:blipFill rotWithShape="1">
          <a:blip r:embed="rId3">
            <a:alphaModFix/>
          </a:blip>
          <a:srcRect/>
          <a:stretch/>
        </p:blipFill>
        <p:spPr>
          <a:xfrm>
            <a:off x="770591" y="1921828"/>
            <a:ext cx="771525" cy="1457325"/>
          </a:xfrm>
          <a:prstGeom prst="rect">
            <a:avLst/>
          </a:prstGeom>
          <a:noFill/>
          <a:ln>
            <a:noFill/>
          </a:ln>
        </p:spPr>
      </p:pic>
      <p:sp>
        <p:nvSpPr>
          <p:cNvPr id="700" name="Google Shape;700;p66"/>
          <p:cNvSpPr txBox="1">
            <a:spLocks noGrp="1"/>
          </p:cNvSpPr>
          <p:nvPr>
            <p:ph type="body" idx="1"/>
          </p:nvPr>
        </p:nvSpPr>
        <p:spPr>
          <a:xfrm>
            <a:off x="4809152" y="1852369"/>
            <a:ext cx="6690513" cy="3749409"/>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1800"/>
              <a:buFont typeface="Calibri"/>
              <a:buNone/>
              <a:defRPr sz="1800" b="0" i="0" u="none" strike="noStrike" cap="none">
                <a:solidFill>
                  <a:schemeClr val="dk1"/>
                </a:solidFill>
                <a:latin typeface="Arial"/>
                <a:ea typeface="Arial"/>
                <a:cs typeface="Arial"/>
                <a:sym typeface="Arial"/>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23850" algn="l" rtl="0">
              <a:lnSpc>
                <a:spcPct val="90000"/>
              </a:lnSpc>
              <a:spcBef>
                <a:spcPts val="5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Phone_01">
  <p:cSld name="Phone_01">
    <p:spTree>
      <p:nvGrpSpPr>
        <p:cNvPr id="1" name="Shape 701"/>
        <p:cNvGrpSpPr/>
        <p:nvPr/>
      </p:nvGrpSpPr>
      <p:grpSpPr>
        <a:xfrm>
          <a:off x="0" y="0"/>
          <a:ext cx="0" cy="0"/>
          <a:chOff x="0" y="0"/>
          <a:chExt cx="0" cy="0"/>
        </a:xfrm>
      </p:grpSpPr>
      <p:sp>
        <p:nvSpPr>
          <p:cNvPr id="702" name="Google Shape;702;p84"/>
          <p:cNvSpPr>
            <a:spLocks noGrp="1"/>
          </p:cNvSpPr>
          <p:nvPr>
            <p:ph type="pic" idx="2"/>
          </p:nvPr>
        </p:nvSpPr>
        <p:spPr>
          <a:xfrm>
            <a:off x="5652253" y="1975483"/>
            <a:ext cx="1790586" cy="3183847"/>
          </a:xfrm>
          <a:prstGeom prst="rect">
            <a:avLst/>
          </a:prstGeom>
          <a:solidFill>
            <a:srgbClr val="F7F7F7"/>
          </a:solidFill>
          <a:ln>
            <a:noFill/>
          </a:ln>
        </p:spPr>
      </p:sp>
      <p:sp>
        <p:nvSpPr>
          <p:cNvPr id="703" name="Google Shape;703;p84"/>
          <p:cNvSpPr>
            <a:spLocks noGrp="1"/>
          </p:cNvSpPr>
          <p:nvPr>
            <p:ph type="pic" idx="3"/>
          </p:nvPr>
        </p:nvSpPr>
        <p:spPr>
          <a:xfrm>
            <a:off x="4468896" y="2177860"/>
            <a:ext cx="1790586" cy="3183847"/>
          </a:xfrm>
          <a:prstGeom prst="rect">
            <a:avLst/>
          </a:prstGeom>
          <a:solidFill>
            <a:srgbClr val="F7F7F7"/>
          </a:solidFill>
          <a:ln>
            <a:noFill/>
          </a:ln>
        </p:spPr>
      </p:sp>
      <p:sp>
        <p:nvSpPr>
          <p:cNvPr id="704" name="Google Shape;704;p84"/>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Content+ImageFull">
  <p:cSld name="Title+Content+ImageFull">
    <p:spTree>
      <p:nvGrpSpPr>
        <p:cNvPr id="1" name="Shape 705"/>
        <p:cNvGrpSpPr/>
        <p:nvPr/>
      </p:nvGrpSpPr>
      <p:grpSpPr>
        <a:xfrm>
          <a:off x="0" y="0"/>
          <a:ext cx="0" cy="0"/>
          <a:chOff x="0" y="0"/>
          <a:chExt cx="0" cy="0"/>
        </a:xfrm>
      </p:grpSpPr>
      <p:sp>
        <p:nvSpPr>
          <p:cNvPr id="706" name="Google Shape;706;p85"/>
          <p:cNvSpPr txBox="1">
            <a:spLocks noGrp="1"/>
          </p:cNvSpPr>
          <p:nvPr>
            <p:ph type="title"/>
          </p:nvPr>
        </p:nvSpPr>
        <p:spPr>
          <a:xfrm>
            <a:off x="208634" y="633245"/>
            <a:ext cx="10984645" cy="492172"/>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07" name="Google Shape;707;p85"/>
          <p:cNvSpPr txBox="1">
            <a:spLocks noGrp="1"/>
          </p:cNvSpPr>
          <p:nvPr>
            <p:ph type="body" idx="1"/>
          </p:nvPr>
        </p:nvSpPr>
        <p:spPr>
          <a:xfrm>
            <a:off x="514350" y="1304995"/>
            <a:ext cx="5323742" cy="484082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1pPr>
            <a:lvl2pPr marL="914400" marR="0" lvl="1" indent="-342900" algn="l" rtl="0">
              <a:lnSpc>
                <a:spcPct val="90000"/>
              </a:lnSpc>
              <a:spcBef>
                <a:spcPts val="838"/>
              </a:spcBef>
              <a:spcAft>
                <a:spcPts val="0"/>
              </a:spcAft>
              <a:buClr>
                <a:schemeClr val="dk1"/>
              </a:buClr>
              <a:buSzPts val="1800"/>
              <a:buFont typeface="Noto Sans Symbols"/>
              <a:buChar char="⭲"/>
              <a:defRPr sz="1800" b="0" i="0" u="none" strike="noStrike" cap="none">
                <a:solidFill>
                  <a:schemeClr val="dk1"/>
                </a:solidFill>
                <a:latin typeface="Arial"/>
                <a:ea typeface="Arial"/>
                <a:cs typeface="Arial"/>
                <a:sym typeface="Arial"/>
              </a:defRPr>
            </a:lvl2pPr>
            <a:lvl3pPr marL="1371600" marR="0" lvl="2" indent="-330200" algn="l" rtl="0">
              <a:lnSpc>
                <a:spcPct val="90000"/>
              </a:lnSpc>
              <a:spcBef>
                <a:spcPts val="838"/>
              </a:spcBef>
              <a:spcAft>
                <a:spcPts val="0"/>
              </a:spcAft>
              <a:buClr>
                <a:schemeClr val="dk1"/>
              </a:buClr>
              <a:buSzPts val="1600"/>
              <a:buFont typeface="Noto Sans Symbols"/>
              <a:buChar char="⮡"/>
              <a:defRPr sz="1600" b="0" i="0" u="none" strike="noStrike" cap="none">
                <a:solidFill>
                  <a:schemeClr val="dk1"/>
                </a:solidFill>
                <a:latin typeface="Arial"/>
                <a:ea typeface="Arial"/>
                <a:cs typeface="Arial"/>
                <a:sym typeface="Arial"/>
              </a:defRPr>
            </a:lvl3pPr>
            <a:lvl4pPr marL="1828800" marR="0" lvl="3" indent="-323850" algn="l" rtl="0">
              <a:lnSpc>
                <a:spcPct val="90000"/>
              </a:lnSpc>
              <a:spcBef>
                <a:spcPts val="838"/>
              </a:spcBef>
              <a:spcAft>
                <a:spcPts val="0"/>
              </a:spcAft>
              <a:buClr>
                <a:schemeClr val="dk1"/>
              </a:buClr>
              <a:buSzPts val="1500"/>
              <a:buFont typeface="Noto Sans Symbols"/>
              <a:buChar char="⭢"/>
              <a:defRPr sz="1500" b="0" i="0" u="none" strike="noStrike" cap="none">
                <a:solidFill>
                  <a:schemeClr val="dk1"/>
                </a:solidFill>
                <a:latin typeface="Arial"/>
                <a:ea typeface="Arial"/>
                <a:cs typeface="Arial"/>
                <a:sym typeface="Arial"/>
              </a:defRPr>
            </a:lvl4pPr>
            <a:lvl5pPr marL="2286000" marR="0" lvl="4" indent="-298450" algn="l" rtl="0">
              <a:lnSpc>
                <a:spcPct val="90000"/>
              </a:lnSpc>
              <a:spcBef>
                <a:spcPts val="838"/>
              </a:spcBef>
              <a:spcAft>
                <a:spcPts val="0"/>
              </a:spcAft>
              <a:buClr>
                <a:schemeClr val="dk1"/>
              </a:buClr>
              <a:buSzPts val="1100"/>
              <a:buFont typeface="Noto Sans Symbols"/>
              <a:buChar char="→"/>
              <a:defRPr sz="11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838"/>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08" name="Google Shape;708;p85"/>
          <p:cNvSpPr txBox="1">
            <a:spLocks noGrp="1"/>
          </p:cNvSpPr>
          <p:nvPr>
            <p:ph type="sldNum" idx="12"/>
          </p:nvPr>
        </p:nvSpPr>
        <p:spPr>
          <a:xfrm>
            <a:off x="11561884" y="6356350"/>
            <a:ext cx="386861"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n"/>
              <a:t>‹#›</a:t>
            </a:fld>
            <a:endParaRPr/>
          </a:p>
        </p:txBody>
      </p:sp>
      <p:sp>
        <p:nvSpPr>
          <p:cNvPr id="709" name="Google Shape;709;p85"/>
          <p:cNvSpPr>
            <a:spLocks noGrp="1"/>
          </p:cNvSpPr>
          <p:nvPr>
            <p:ph type="pic" idx="2"/>
          </p:nvPr>
        </p:nvSpPr>
        <p:spPr>
          <a:xfrm>
            <a:off x="6096000" y="1292225"/>
            <a:ext cx="5096608" cy="4835525"/>
          </a:xfrm>
          <a:prstGeom prst="rect">
            <a:avLst/>
          </a:prstGeom>
          <a:noFill/>
          <a:ln>
            <a:noFill/>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Content+Image">
  <p:cSld name="Title+Content+Image">
    <p:spTree>
      <p:nvGrpSpPr>
        <p:cNvPr id="1" name="Shape 710"/>
        <p:cNvGrpSpPr/>
        <p:nvPr/>
      </p:nvGrpSpPr>
      <p:grpSpPr>
        <a:xfrm>
          <a:off x="0" y="0"/>
          <a:ext cx="0" cy="0"/>
          <a:chOff x="0" y="0"/>
          <a:chExt cx="0" cy="0"/>
        </a:xfrm>
      </p:grpSpPr>
      <p:sp>
        <p:nvSpPr>
          <p:cNvPr id="711" name="Google Shape;711;p86"/>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12" name="Google Shape;712;p86"/>
          <p:cNvSpPr txBox="1">
            <a:spLocks noGrp="1"/>
          </p:cNvSpPr>
          <p:nvPr>
            <p:ph type="body" idx="1"/>
          </p:nvPr>
        </p:nvSpPr>
        <p:spPr>
          <a:xfrm>
            <a:off x="514350" y="1304995"/>
            <a:ext cx="10273812" cy="484082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1pPr>
            <a:lvl2pPr marL="914400" marR="0" lvl="1" indent="-342900" algn="l" rtl="0">
              <a:lnSpc>
                <a:spcPct val="90000"/>
              </a:lnSpc>
              <a:spcBef>
                <a:spcPts val="838"/>
              </a:spcBef>
              <a:spcAft>
                <a:spcPts val="0"/>
              </a:spcAft>
              <a:buClr>
                <a:schemeClr val="dk1"/>
              </a:buClr>
              <a:buSzPts val="1800"/>
              <a:buFont typeface="Noto Sans Symbols"/>
              <a:buChar char="⭲"/>
              <a:defRPr sz="1800" b="0" i="0" u="none" strike="noStrike" cap="none">
                <a:solidFill>
                  <a:schemeClr val="dk1"/>
                </a:solidFill>
                <a:latin typeface="Arial"/>
                <a:ea typeface="Arial"/>
                <a:cs typeface="Arial"/>
                <a:sym typeface="Arial"/>
              </a:defRPr>
            </a:lvl2pPr>
            <a:lvl3pPr marL="1371600" marR="0" lvl="2" indent="-330200" algn="l" rtl="0">
              <a:lnSpc>
                <a:spcPct val="90000"/>
              </a:lnSpc>
              <a:spcBef>
                <a:spcPts val="838"/>
              </a:spcBef>
              <a:spcAft>
                <a:spcPts val="0"/>
              </a:spcAft>
              <a:buClr>
                <a:schemeClr val="dk1"/>
              </a:buClr>
              <a:buSzPts val="1600"/>
              <a:buFont typeface="Noto Sans Symbols"/>
              <a:buChar char="⮡"/>
              <a:defRPr sz="1600" b="0" i="0" u="none" strike="noStrike" cap="none">
                <a:solidFill>
                  <a:schemeClr val="dk1"/>
                </a:solidFill>
                <a:latin typeface="Arial"/>
                <a:ea typeface="Arial"/>
                <a:cs typeface="Arial"/>
                <a:sym typeface="Arial"/>
              </a:defRPr>
            </a:lvl3pPr>
            <a:lvl4pPr marL="1828800" marR="0" lvl="3" indent="-323850" algn="l" rtl="0">
              <a:lnSpc>
                <a:spcPct val="90000"/>
              </a:lnSpc>
              <a:spcBef>
                <a:spcPts val="838"/>
              </a:spcBef>
              <a:spcAft>
                <a:spcPts val="0"/>
              </a:spcAft>
              <a:buClr>
                <a:schemeClr val="dk1"/>
              </a:buClr>
              <a:buSzPts val="1500"/>
              <a:buFont typeface="Noto Sans Symbols"/>
              <a:buChar char="⭢"/>
              <a:defRPr sz="1500" b="0" i="0" u="none" strike="noStrike" cap="none">
                <a:solidFill>
                  <a:schemeClr val="dk1"/>
                </a:solidFill>
                <a:latin typeface="Arial"/>
                <a:ea typeface="Arial"/>
                <a:cs typeface="Arial"/>
                <a:sym typeface="Arial"/>
              </a:defRPr>
            </a:lvl4pPr>
            <a:lvl5pPr marL="2286000" marR="0" lvl="4" indent="-298450" algn="l" rtl="0">
              <a:lnSpc>
                <a:spcPct val="90000"/>
              </a:lnSpc>
              <a:spcBef>
                <a:spcPts val="838"/>
              </a:spcBef>
              <a:spcAft>
                <a:spcPts val="0"/>
              </a:spcAft>
              <a:buClr>
                <a:schemeClr val="dk1"/>
              </a:buClr>
              <a:buSzPts val="1100"/>
              <a:buFont typeface="Noto Sans Symbols"/>
              <a:buChar char="→"/>
              <a:defRPr sz="11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838"/>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13" name="Google Shape;713;p86"/>
          <p:cNvSpPr txBox="1">
            <a:spLocks noGrp="1"/>
          </p:cNvSpPr>
          <p:nvPr>
            <p:ph type="sldNum" idx="12"/>
          </p:nvPr>
        </p:nvSpPr>
        <p:spPr>
          <a:xfrm>
            <a:off x="11561884" y="6356350"/>
            <a:ext cx="386861"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n"/>
              <a:t>‹#›</a:t>
            </a:fld>
            <a:endParaRPr/>
          </a:p>
        </p:txBody>
      </p:sp>
      <p:sp>
        <p:nvSpPr>
          <p:cNvPr id="714" name="Google Shape;714;p86"/>
          <p:cNvSpPr>
            <a:spLocks noGrp="1"/>
          </p:cNvSpPr>
          <p:nvPr>
            <p:ph type="pic" idx="2"/>
          </p:nvPr>
        </p:nvSpPr>
        <p:spPr>
          <a:xfrm>
            <a:off x="8354662" y="3279531"/>
            <a:ext cx="3322988" cy="2865682"/>
          </a:xfrm>
          <a:prstGeom prst="rect">
            <a:avLst/>
          </a:prstGeom>
          <a:noFill/>
          <a:ln>
            <a:no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15"/>
        <p:cNvGrpSpPr/>
        <p:nvPr/>
      </p:nvGrpSpPr>
      <p:grpSpPr>
        <a:xfrm>
          <a:off x="0" y="0"/>
          <a:ext cx="0" cy="0"/>
          <a:chOff x="0" y="0"/>
          <a:chExt cx="0" cy="0"/>
        </a:xfrm>
      </p:grpSpPr>
      <p:sp>
        <p:nvSpPr>
          <p:cNvPr id="716" name="Google Shape;716;p87"/>
          <p:cNvSpPr txBox="1">
            <a:spLocks noGrp="1"/>
          </p:cNvSpPr>
          <p:nvPr>
            <p:ph type="title"/>
          </p:nvPr>
        </p:nvSpPr>
        <p:spPr>
          <a:xfrm>
            <a:off x="560327" y="246382"/>
            <a:ext cx="10515600" cy="550205"/>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17" name="Google Shape;717;p87"/>
          <p:cNvSpPr txBox="1">
            <a:spLocks noGrp="1"/>
          </p:cNvSpPr>
          <p:nvPr>
            <p:ph type="sldNum" idx="12"/>
          </p:nvPr>
        </p:nvSpPr>
        <p:spPr>
          <a:xfrm>
            <a:off x="11561884" y="6356350"/>
            <a:ext cx="386861"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18"/>
        <p:cNvGrpSpPr/>
        <p:nvPr/>
      </p:nvGrpSpPr>
      <p:grpSpPr>
        <a:xfrm>
          <a:off x="0" y="0"/>
          <a:ext cx="0" cy="0"/>
          <a:chOff x="0" y="0"/>
          <a:chExt cx="0" cy="0"/>
        </a:xfrm>
      </p:grpSpPr>
      <p:sp>
        <p:nvSpPr>
          <p:cNvPr id="719" name="Google Shape;719;p88"/>
          <p:cNvSpPr txBox="1">
            <a:spLocks noGrp="1"/>
          </p:cNvSpPr>
          <p:nvPr>
            <p:ph type="sldNum" idx="12"/>
          </p:nvPr>
        </p:nvSpPr>
        <p:spPr>
          <a:xfrm>
            <a:off x="11561884" y="6356350"/>
            <a:ext cx="386861"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720"/>
        <p:cNvGrpSpPr/>
        <p:nvPr/>
      </p:nvGrpSpPr>
      <p:grpSpPr>
        <a:xfrm>
          <a:off x="0" y="0"/>
          <a:ext cx="0" cy="0"/>
          <a:chOff x="0" y="0"/>
          <a:chExt cx="0" cy="0"/>
        </a:xfrm>
      </p:grpSpPr>
      <p:sp>
        <p:nvSpPr>
          <p:cNvPr id="721" name="Google Shape;721;p89"/>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marR="0" lvl="0" algn="l" rtl="0">
              <a:lnSpc>
                <a:spcPct val="90000"/>
              </a:lnSpc>
              <a:spcBef>
                <a:spcPts val="0"/>
              </a:spcBef>
              <a:spcAft>
                <a:spcPts val="0"/>
              </a:spcAft>
              <a:buClr>
                <a:schemeClr val="dk2"/>
              </a:buClr>
              <a:buSzPts val="2800"/>
              <a:buFont typeface="Arial"/>
              <a:buNone/>
              <a:defRPr sz="2800" b="1" i="0" u="none" strike="noStrike" cap="none">
                <a:solidFill>
                  <a:schemeClr val="dk2"/>
                </a:solidFill>
                <a:latin typeface="Arial"/>
                <a:ea typeface="Arial"/>
                <a:cs typeface="Arial"/>
                <a:sym typeface="Arial"/>
              </a:defRPr>
            </a:lvl1pPr>
            <a:lvl2pPr lvl="1">
              <a:spcBef>
                <a:spcPts val="0"/>
              </a:spcBef>
              <a:spcAft>
                <a:spcPts val="0"/>
              </a:spcAft>
              <a:buSzPts val="2800"/>
              <a:buFont typeface="Arial"/>
              <a:buNone/>
              <a:defRPr sz="1800"/>
            </a:lvl2pPr>
            <a:lvl3pPr lvl="2">
              <a:spcBef>
                <a:spcPts val="0"/>
              </a:spcBef>
              <a:spcAft>
                <a:spcPts val="0"/>
              </a:spcAft>
              <a:buSzPts val="2800"/>
              <a:buFont typeface="Arial"/>
              <a:buNone/>
              <a:defRPr sz="1800"/>
            </a:lvl3pPr>
            <a:lvl4pPr lvl="3">
              <a:spcBef>
                <a:spcPts val="0"/>
              </a:spcBef>
              <a:spcAft>
                <a:spcPts val="0"/>
              </a:spcAft>
              <a:buSzPts val="2800"/>
              <a:buFont typeface="Arial"/>
              <a:buNone/>
              <a:defRPr sz="1800"/>
            </a:lvl4pPr>
            <a:lvl5pPr lvl="4">
              <a:spcBef>
                <a:spcPts val="0"/>
              </a:spcBef>
              <a:spcAft>
                <a:spcPts val="0"/>
              </a:spcAft>
              <a:buSzPts val="2800"/>
              <a:buFont typeface="Arial"/>
              <a:buNone/>
              <a:defRPr sz="1800"/>
            </a:lvl5pPr>
            <a:lvl6pPr lvl="5">
              <a:spcBef>
                <a:spcPts val="0"/>
              </a:spcBef>
              <a:spcAft>
                <a:spcPts val="0"/>
              </a:spcAft>
              <a:buSzPts val="2800"/>
              <a:buFont typeface="Arial"/>
              <a:buNone/>
              <a:defRPr sz="1800"/>
            </a:lvl6pPr>
            <a:lvl7pPr lvl="6">
              <a:spcBef>
                <a:spcPts val="0"/>
              </a:spcBef>
              <a:spcAft>
                <a:spcPts val="0"/>
              </a:spcAft>
              <a:buSzPts val="2800"/>
              <a:buFont typeface="Arial"/>
              <a:buNone/>
              <a:defRPr sz="1800"/>
            </a:lvl7pPr>
            <a:lvl8pPr lvl="7">
              <a:spcBef>
                <a:spcPts val="0"/>
              </a:spcBef>
              <a:spcAft>
                <a:spcPts val="0"/>
              </a:spcAft>
              <a:buSzPts val="2800"/>
              <a:buFont typeface="Arial"/>
              <a:buNone/>
              <a:defRPr sz="1800"/>
            </a:lvl8pPr>
            <a:lvl9pPr lvl="8">
              <a:spcBef>
                <a:spcPts val="0"/>
              </a:spcBef>
              <a:spcAft>
                <a:spcPts val="0"/>
              </a:spcAft>
              <a:buSzPts val="2800"/>
              <a:buFont typeface="Arial"/>
              <a:buNone/>
              <a:defRPr sz="1800"/>
            </a:lvl9pPr>
          </a:lstStyle>
          <a:p>
            <a:endParaRPr/>
          </a:p>
        </p:txBody>
      </p:sp>
      <p:sp>
        <p:nvSpPr>
          <p:cNvPr id="722" name="Google Shape;722;p89"/>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90000"/>
              </a:lnSpc>
              <a:spcBef>
                <a:spcPts val="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17500" algn="l" rtl="0">
              <a:lnSpc>
                <a:spcPct val="90000"/>
              </a:lnSpc>
              <a:spcBef>
                <a:spcPts val="0"/>
              </a:spcBef>
              <a:spcAft>
                <a:spcPts val="0"/>
              </a:spcAft>
              <a:buClr>
                <a:schemeClr val="dk1"/>
              </a:buClr>
              <a:buSzPts val="1400"/>
              <a:buFont typeface="Arial"/>
              <a:buChar char="○"/>
              <a:defRPr sz="24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0"/>
              </a:spcBef>
              <a:spcAft>
                <a:spcPts val="0"/>
              </a:spcAft>
              <a:buClr>
                <a:schemeClr val="dk1"/>
              </a:buClr>
              <a:buSzPts val="1400"/>
              <a:buFont typeface="Arial"/>
              <a:buChar char="■"/>
              <a:defRPr sz="20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0"/>
              </a:spcBef>
              <a:spcAft>
                <a:spcPts val="0"/>
              </a:spcAft>
              <a:buClr>
                <a:schemeClr val="dk1"/>
              </a:buClr>
              <a:buSzPts val="1400"/>
              <a:buFont typeface="Arial"/>
              <a:buChar char="●"/>
              <a:defRPr sz="18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0"/>
              </a:spcBef>
              <a:spcAft>
                <a:spcPts val="0"/>
              </a:spcAft>
              <a:buClr>
                <a:schemeClr val="dk1"/>
              </a:buClr>
              <a:buSzPts val="1400"/>
              <a:buFont typeface="Arial"/>
              <a:buChar char="○"/>
              <a:defRPr sz="18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0"/>
              </a:spcBef>
              <a:spcAft>
                <a:spcPts val="0"/>
              </a:spcAft>
              <a:buClr>
                <a:schemeClr val="dk1"/>
              </a:buClr>
              <a:buSzPts val="1400"/>
              <a:buFont typeface="Arial"/>
              <a:buChar char="■"/>
              <a:defRPr sz="18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0"/>
              </a:spcBef>
              <a:spcAft>
                <a:spcPts val="0"/>
              </a:spcAft>
              <a:buClr>
                <a:schemeClr val="dk1"/>
              </a:buClr>
              <a:buSzPts val="1400"/>
              <a:buFont typeface="Arial"/>
              <a:buChar char="●"/>
              <a:defRPr sz="18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0"/>
              </a:spcBef>
              <a:spcAft>
                <a:spcPts val="0"/>
              </a:spcAft>
              <a:buClr>
                <a:schemeClr val="dk1"/>
              </a:buClr>
              <a:buSzPts val="1400"/>
              <a:buFont typeface="Arial"/>
              <a:buChar char="○"/>
              <a:defRPr sz="18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0"/>
              </a:spcBef>
              <a:spcAft>
                <a:spcPts val="0"/>
              </a:spcAft>
              <a:buClr>
                <a:schemeClr val="dk1"/>
              </a:buClr>
              <a:buSzPts val="14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23" name="Google Shape;723;p89"/>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lvl="0" indent="0" algn="r">
              <a:lnSpc>
                <a:spcPct val="100000"/>
              </a:lnSpc>
              <a:spcBef>
                <a:spcPts val="0"/>
              </a:spcBef>
              <a:spcAft>
                <a:spcPts val="0"/>
              </a:spcAft>
              <a:buSzPts val="800"/>
              <a:buNone/>
              <a:defRPr sz="800" b="0" i="0" u="none" strike="noStrike" cap="none">
                <a:solidFill>
                  <a:srgbClr val="888888"/>
                </a:solidFill>
                <a:latin typeface="Arial"/>
                <a:ea typeface="Arial"/>
                <a:cs typeface="Arial"/>
                <a:sym typeface="Arial"/>
              </a:defRPr>
            </a:lvl1pPr>
            <a:lvl2pPr marL="0" lvl="1" indent="0" algn="r">
              <a:lnSpc>
                <a:spcPct val="100000"/>
              </a:lnSpc>
              <a:spcBef>
                <a:spcPts val="0"/>
              </a:spcBef>
              <a:spcAft>
                <a:spcPts val="0"/>
              </a:spcAft>
              <a:buSzPts val="800"/>
              <a:buNone/>
              <a:defRPr sz="800" b="0" i="0" u="none" strike="noStrike" cap="none">
                <a:solidFill>
                  <a:srgbClr val="888888"/>
                </a:solidFill>
                <a:latin typeface="Arial"/>
                <a:ea typeface="Arial"/>
                <a:cs typeface="Arial"/>
                <a:sym typeface="Arial"/>
              </a:defRPr>
            </a:lvl2pPr>
            <a:lvl3pPr marL="0" lvl="2" indent="0" algn="r">
              <a:lnSpc>
                <a:spcPct val="100000"/>
              </a:lnSpc>
              <a:spcBef>
                <a:spcPts val="0"/>
              </a:spcBef>
              <a:spcAft>
                <a:spcPts val="0"/>
              </a:spcAft>
              <a:buSzPts val="800"/>
              <a:buNone/>
              <a:defRPr sz="800" b="0" i="0" u="none" strike="noStrike" cap="none">
                <a:solidFill>
                  <a:srgbClr val="888888"/>
                </a:solidFill>
                <a:latin typeface="Arial"/>
                <a:ea typeface="Arial"/>
                <a:cs typeface="Arial"/>
                <a:sym typeface="Arial"/>
              </a:defRPr>
            </a:lvl3pPr>
            <a:lvl4pPr marL="0" lvl="3" indent="0" algn="r">
              <a:lnSpc>
                <a:spcPct val="100000"/>
              </a:lnSpc>
              <a:spcBef>
                <a:spcPts val="0"/>
              </a:spcBef>
              <a:spcAft>
                <a:spcPts val="0"/>
              </a:spcAft>
              <a:buSzPts val="800"/>
              <a:buNone/>
              <a:defRPr sz="800" b="0" i="0" u="none" strike="noStrike" cap="none">
                <a:solidFill>
                  <a:srgbClr val="888888"/>
                </a:solidFill>
                <a:latin typeface="Arial"/>
                <a:ea typeface="Arial"/>
                <a:cs typeface="Arial"/>
                <a:sym typeface="Arial"/>
              </a:defRPr>
            </a:lvl4pPr>
            <a:lvl5pPr marL="0" lvl="4" indent="0" algn="r">
              <a:lnSpc>
                <a:spcPct val="100000"/>
              </a:lnSpc>
              <a:spcBef>
                <a:spcPts val="0"/>
              </a:spcBef>
              <a:spcAft>
                <a:spcPts val="0"/>
              </a:spcAft>
              <a:buSzPts val="800"/>
              <a:buNone/>
              <a:defRPr sz="800" b="0" i="0" u="none" strike="noStrike" cap="none">
                <a:solidFill>
                  <a:srgbClr val="888888"/>
                </a:solidFill>
                <a:latin typeface="Arial"/>
                <a:ea typeface="Arial"/>
                <a:cs typeface="Arial"/>
                <a:sym typeface="Arial"/>
              </a:defRPr>
            </a:lvl5pPr>
            <a:lvl6pPr marL="0" lvl="5" indent="0" algn="r">
              <a:lnSpc>
                <a:spcPct val="100000"/>
              </a:lnSpc>
              <a:spcBef>
                <a:spcPts val="0"/>
              </a:spcBef>
              <a:spcAft>
                <a:spcPts val="0"/>
              </a:spcAft>
              <a:buSzPts val="800"/>
              <a:buNone/>
              <a:defRPr sz="800" b="0" i="0" u="none" strike="noStrike" cap="none">
                <a:solidFill>
                  <a:srgbClr val="888888"/>
                </a:solidFill>
                <a:latin typeface="Arial"/>
                <a:ea typeface="Arial"/>
                <a:cs typeface="Arial"/>
                <a:sym typeface="Arial"/>
              </a:defRPr>
            </a:lvl6pPr>
            <a:lvl7pPr marL="0" lvl="6" indent="0" algn="r">
              <a:lnSpc>
                <a:spcPct val="100000"/>
              </a:lnSpc>
              <a:spcBef>
                <a:spcPts val="0"/>
              </a:spcBef>
              <a:spcAft>
                <a:spcPts val="0"/>
              </a:spcAft>
              <a:buSzPts val="800"/>
              <a:buNone/>
              <a:defRPr sz="800" b="0" i="0" u="none" strike="noStrike" cap="none">
                <a:solidFill>
                  <a:srgbClr val="888888"/>
                </a:solidFill>
                <a:latin typeface="Arial"/>
                <a:ea typeface="Arial"/>
                <a:cs typeface="Arial"/>
                <a:sym typeface="Arial"/>
              </a:defRPr>
            </a:lvl7pPr>
            <a:lvl8pPr marL="0" lvl="7" indent="0" algn="r">
              <a:lnSpc>
                <a:spcPct val="100000"/>
              </a:lnSpc>
              <a:spcBef>
                <a:spcPts val="0"/>
              </a:spcBef>
              <a:spcAft>
                <a:spcPts val="0"/>
              </a:spcAft>
              <a:buSzPts val="800"/>
              <a:buNone/>
              <a:defRPr sz="800" b="0" i="0" u="none" strike="noStrike" cap="none">
                <a:solidFill>
                  <a:srgbClr val="888888"/>
                </a:solidFill>
                <a:latin typeface="Arial"/>
                <a:ea typeface="Arial"/>
                <a:cs typeface="Arial"/>
                <a:sym typeface="Arial"/>
              </a:defRPr>
            </a:lvl8pPr>
            <a:lvl9pPr marL="0" lvl="8" indent="0" algn="r">
              <a:lnSpc>
                <a:spcPct val="100000"/>
              </a:lnSpc>
              <a:spcBef>
                <a:spcPts val="0"/>
              </a:spcBef>
              <a:spcAft>
                <a:spcPts val="0"/>
              </a:spcAft>
              <a:buSzPts val="800"/>
              <a:buNone/>
              <a:defRPr sz="8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3" Type="http://schemas.openxmlformats.org/officeDocument/2006/relationships/slideLayout" Target="../slideLayouts/slideLayout21.xml"/><Relationship Id="rId7" Type="http://schemas.openxmlformats.org/officeDocument/2006/relationships/slideLayout" Target="../slideLayouts/slideLayout25.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5" Type="http://schemas.openxmlformats.org/officeDocument/2006/relationships/slideLayout" Target="../slideLayouts/slideLayout23.xml"/><Relationship Id="rId4" Type="http://schemas.openxmlformats.org/officeDocument/2006/relationships/slideLayout" Target="../slideLayouts/slideLayout22.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pic>
        <p:nvPicPr>
          <p:cNvPr id="6" name="Google Shape;6;p62"/>
          <p:cNvPicPr preferRelativeResize="0"/>
          <p:nvPr/>
        </p:nvPicPr>
        <p:blipFill rotWithShape="1">
          <a:blip r:embed="rId20">
            <a:alphaModFix/>
          </a:blip>
          <a:srcRect/>
          <a:stretch/>
        </p:blipFill>
        <p:spPr>
          <a:xfrm>
            <a:off x="0" y="0"/>
            <a:ext cx="12191998" cy="6858000"/>
          </a:xfrm>
          <a:prstGeom prst="rect">
            <a:avLst/>
          </a:prstGeom>
          <a:noFill/>
          <a:ln>
            <a:noFill/>
          </a:ln>
        </p:spPr>
      </p:pic>
      <p:sp>
        <p:nvSpPr>
          <p:cNvPr id="7" name="Google Shape;7;p62"/>
          <p:cNvSpPr txBox="1">
            <a:spLocks noGrp="1"/>
          </p:cNvSpPr>
          <p:nvPr>
            <p:ph type="sldNum" idx="12"/>
          </p:nvPr>
        </p:nvSpPr>
        <p:spPr>
          <a:xfrm>
            <a:off x="11561884" y="6356350"/>
            <a:ext cx="386861"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None/>
              <a:defRPr sz="8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None/>
              <a:defRPr sz="8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None/>
              <a:defRPr sz="8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None/>
              <a:defRPr sz="8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None/>
              <a:defRPr sz="8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None/>
              <a:defRPr sz="8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None/>
              <a:defRPr sz="8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None/>
              <a:defRPr sz="8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None/>
              <a:defRPr sz="8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8" name="Google Shape;8;p62"/>
          <p:cNvSpPr/>
          <p:nvPr/>
        </p:nvSpPr>
        <p:spPr>
          <a:xfrm>
            <a:off x="0" y="267883"/>
            <a:ext cx="75500" cy="861239"/>
          </a:xfrm>
          <a:prstGeom prst="rect">
            <a:avLst/>
          </a:pr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A4C74"/>
              </a:solidFill>
              <a:latin typeface="Calibri"/>
              <a:ea typeface="Calibri"/>
              <a:cs typeface="Calibri"/>
              <a:sym typeface="Calibri"/>
            </a:endParaRPr>
          </a:p>
        </p:txBody>
      </p:sp>
      <p:sp>
        <p:nvSpPr>
          <p:cNvPr id="9" name="Google Shape;9;p62"/>
          <p:cNvSpPr txBox="1"/>
          <p:nvPr/>
        </p:nvSpPr>
        <p:spPr>
          <a:xfrm>
            <a:off x="207963" y="273050"/>
            <a:ext cx="10515600" cy="298451"/>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70C0"/>
              </a:buClr>
              <a:buSzPts val="1600"/>
              <a:buFont typeface="Arial"/>
              <a:buNone/>
            </a:pPr>
            <a:r>
              <a:rPr lang="en" sz="1600" b="1" i="0" u="none" strike="noStrike" cap="none">
                <a:solidFill>
                  <a:srgbClr val="0070C0"/>
                </a:solidFill>
                <a:latin typeface="Arial"/>
                <a:ea typeface="Arial"/>
                <a:cs typeface="Arial"/>
                <a:sym typeface="Arial"/>
              </a:rPr>
              <a:t>Module 4: </a:t>
            </a:r>
            <a:r>
              <a:rPr lang="en" sz="1600" b="0" i="0" u="none" strike="noStrike" cap="none">
                <a:solidFill>
                  <a:srgbClr val="0070C0"/>
                </a:solidFill>
                <a:latin typeface="Arial"/>
                <a:ea typeface="Arial"/>
                <a:cs typeface="Arial"/>
                <a:sym typeface="Arial"/>
              </a:rPr>
              <a:t>Advanced Git Concepts</a:t>
            </a:r>
            <a:endParaRPr/>
          </a:p>
        </p:txBody>
      </p:sp>
      <p:sp>
        <p:nvSpPr>
          <p:cNvPr id="10" name="Google Shape;10;p62"/>
          <p:cNvSpPr/>
          <p:nvPr/>
        </p:nvSpPr>
        <p:spPr>
          <a:xfrm>
            <a:off x="75500" y="6506031"/>
            <a:ext cx="6517074"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F7F7F"/>
              </a:buClr>
              <a:buSzPts val="800"/>
              <a:buFont typeface="Arial"/>
              <a:buNone/>
            </a:pPr>
            <a:r>
              <a:rPr lang="en" sz="800" b="0" i="0" u="none" strike="noStrike" cap="none">
                <a:solidFill>
                  <a:srgbClr val="7F7F7F"/>
                </a:solidFill>
                <a:latin typeface="Arial"/>
                <a:ea typeface="Arial"/>
                <a:cs typeface="Arial"/>
                <a:sym typeface="Arial"/>
              </a:rPr>
              <a:t>Copyright © 2023. All rights reserved. release 2.0.0</a:t>
            </a:r>
            <a:endParaRPr sz="800" b="0" i="0" u="none" strike="noStrike" cap="none">
              <a:solidFill>
                <a:srgbClr val="7F7F7F"/>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84"/>
        <p:cNvGrpSpPr/>
        <p:nvPr/>
      </p:nvGrpSpPr>
      <p:grpSpPr>
        <a:xfrm>
          <a:off x="0" y="0"/>
          <a:ext cx="0" cy="0"/>
          <a:chOff x="0" y="0"/>
          <a:chExt cx="0" cy="0"/>
        </a:xfrm>
      </p:grpSpPr>
      <p:sp>
        <p:nvSpPr>
          <p:cNvPr id="685" name="Google Shape;685;p64"/>
          <p:cNvSpPr/>
          <p:nvPr/>
        </p:nvSpPr>
        <p:spPr>
          <a:xfrm>
            <a:off x="0" y="267883"/>
            <a:ext cx="75500" cy="861239"/>
          </a:xfrm>
          <a:prstGeom prst="rect">
            <a:avLst/>
          </a:prstGeom>
          <a:solidFill>
            <a:srgbClr val="00B0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A4C74"/>
              </a:solidFill>
              <a:latin typeface="Calibri"/>
              <a:ea typeface="Calibri"/>
              <a:cs typeface="Calibri"/>
              <a:sym typeface="Calibri"/>
            </a:endParaRPr>
          </a:p>
        </p:txBody>
      </p:sp>
      <p:sp>
        <p:nvSpPr>
          <p:cNvPr id="686" name="Google Shape;686;p64"/>
          <p:cNvSpPr/>
          <p:nvPr/>
        </p:nvSpPr>
        <p:spPr>
          <a:xfrm>
            <a:off x="75500" y="6506031"/>
            <a:ext cx="6517074"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F7F7F"/>
              </a:buClr>
              <a:buSzPts val="800"/>
              <a:buFont typeface="Arial"/>
              <a:buNone/>
            </a:pPr>
            <a:r>
              <a:rPr lang="en" sz="800" b="0" i="0" u="none" strike="noStrike" cap="none">
                <a:solidFill>
                  <a:srgbClr val="7F7F7F"/>
                </a:solidFill>
                <a:latin typeface="Arial"/>
                <a:ea typeface="Arial"/>
                <a:cs typeface="Arial"/>
                <a:sym typeface="Arial"/>
              </a:rPr>
              <a:t>Copyright © 2023. All rights reserved. release 2.0.0</a:t>
            </a:r>
            <a:endParaRPr sz="800" b="0" i="0" u="none" strike="noStrike" cap="none">
              <a:solidFill>
                <a:srgbClr val="7F7F7F"/>
              </a:solidFill>
              <a:latin typeface="Arial"/>
              <a:ea typeface="Arial"/>
              <a:cs typeface="Arial"/>
              <a:sym typeface="Arial"/>
            </a:endParaRPr>
          </a:p>
        </p:txBody>
      </p:sp>
      <p:sp>
        <p:nvSpPr>
          <p:cNvPr id="687" name="Google Shape;687;p64"/>
          <p:cNvSpPr txBox="1">
            <a:spLocks noGrp="1"/>
          </p:cNvSpPr>
          <p:nvPr>
            <p:ph type="sldNum" idx="12"/>
          </p:nvPr>
        </p:nvSpPr>
        <p:spPr>
          <a:xfrm>
            <a:off x="11561884" y="6356350"/>
            <a:ext cx="386861"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None/>
              <a:defRPr sz="8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None/>
              <a:defRPr sz="8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None/>
              <a:defRPr sz="8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None/>
              <a:defRPr sz="8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None/>
              <a:defRPr sz="8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None/>
              <a:defRPr sz="8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None/>
              <a:defRPr sz="8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None/>
              <a:defRPr sz="8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None/>
              <a:defRPr sz="8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688" name="Google Shape;688;p64"/>
          <p:cNvSpPr txBox="1"/>
          <p:nvPr/>
        </p:nvSpPr>
        <p:spPr>
          <a:xfrm>
            <a:off x="207963" y="273050"/>
            <a:ext cx="10515600" cy="298451"/>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70C0"/>
              </a:buClr>
              <a:buSzPts val="1600"/>
              <a:buFont typeface="Arial"/>
              <a:buNone/>
            </a:pPr>
            <a:r>
              <a:rPr lang="en" sz="1600" b="1" i="0" u="none" strike="noStrike" cap="none">
                <a:solidFill>
                  <a:srgbClr val="0070C0"/>
                </a:solidFill>
                <a:latin typeface="Arial"/>
                <a:ea typeface="Arial"/>
                <a:cs typeface="Arial"/>
                <a:sym typeface="Arial"/>
              </a:rPr>
              <a:t>Module 4: </a:t>
            </a:r>
            <a:r>
              <a:rPr lang="en" sz="1600" b="0" i="0" u="none" strike="noStrike" cap="none">
                <a:solidFill>
                  <a:srgbClr val="0070C0"/>
                </a:solidFill>
                <a:latin typeface="Arial"/>
                <a:ea typeface="Arial"/>
                <a:cs typeface="Arial"/>
                <a:sym typeface="Arial"/>
              </a:rPr>
              <a:t>Advanced Git Concepts</a:t>
            </a:r>
            <a:endParaRPr sz="1600" b="0" i="0" u="none" strike="noStrike" cap="none">
              <a:solidFill>
                <a:srgbClr val="0070C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9.xml"/><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9.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8.gif"/><Relationship Id="rId2" Type="http://schemas.openxmlformats.org/officeDocument/2006/relationships/notesSlide" Target="../notesSlides/notesSlide14.xml"/><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0.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19.xml"/><Relationship Id="rId5" Type="http://schemas.openxmlformats.org/officeDocument/2006/relationships/image" Target="../media/image22.png"/><Relationship Id="rId4" Type="http://schemas.openxmlformats.org/officeDocument/2006/relationships/image" Target="../media/image21.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6.xml"/><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8.xml"/><Relationship Id="rId1" Type="http://schemas.openxmlformats.org/officeDocument/2006/relationships/slideLayout" Target="../slideLayouts/slideLayout19.xml"/><Relationship Id="rId6" Type="http://schemas.openxmlformats.org/officeDocument/2006/relationships/comments" Target="../comments/comment1.xml"/><Relationship Id="rId5" Type="http://schemas.openxmlformats.org/officeDocument/2006/relationships/image" Target="../media/image22.png"/><Relationship Id="rId4" Type="http://schemas.openxmlformats.org/officeDocument/2006/relationships/image" Target="../media/image21.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0.xml"/><Relationship Id="rId1" Type="http://schemas.openxmlformats.org/officeDocument/2006/relationships/slideLayout" Target="../slideLayouts/slideLayout19.xml"/></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1.xml"/><Relationship Id="rId1" Type="http://schemas.openxmlformats.org/officeDocument/2006/relationships/slideLayout" Target="../slideLayouts/slideLayout19.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0.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0.xml"/></Relationships>
</file>

<file path=ppt/slides/_rels/slide3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5.xml"/><Relationship Id="rId1" Type="http://schemas.openxmlformats.org/officeDocument/2006/relationships/slideLayout" Target="../slideLayouts/slideLayout19.xml"/><Relationship Id="rId5" Type="http://schemas.openxmlformats.org/officeDocument/2006/relationships/image" Target="../media/image29.png"/><Relationship Id="rId4" Type="http://schemas.openxmlformats.org/officeDocument/2006/relationships/image" Target="../media/image28.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9.xml"/></Relationships>
</file>

<file path=ppt/slides/_rels/slide3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7.xml"/><Relationship Id="rId1" Type="http://schemas.openxmlformats.org/officeDocument/2006/relationships/slideLayout" Target="../slideLayouts/slideLayout19.xml"/></Relationships>
</file>

<file path=ppt/slides/_rels/slide3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8.xml"/><Relationship Id="rId1" Type="http://schemas.openxmlformats.org/officeDocument/2006/relationships/slideLayout" Target="../slideLayouts/slideLayout19.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0.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0.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0.xml"/></Relationships>
</file>

<file path=ppt/slides/_rels/slide42.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42.xml"/><Relationship Id="rId1" Type="http://schemas.openxmlformats.org/officeDocument/2006/relationships/slideLayout" Target="../slideLayouts/slideLayout19.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9.xml"/></Relationships>
</file>

<file path=ppt/slides/_rels/slide4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4.xml"/><Relationship Id="rId1" Type="http://schemas.openxmlformats.org/officeDocument/2006/relationships/slideLayout" Target="../slideLayouts/slideLayout19.xml"/></Relationships>
</file>

<file path=ppt/slides/_rels/slide4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5.xml"/><Relationship Id="rId1" Type="http://schemas.openxmlformats.org/officeDocument/2006/relationships/slideLayout" Target="../slideLayouts/slideLayout19.xml"/></Relationships>
</file>

<file path=ppt/slides/_rels/slide4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6.xml"/><Relationship Id="rId1" Type="http://schemas.openxmlformats.org/officeDocument/2006/relationships/slideLayout" Target="../slideLayouts/slideLayout19.xml"/></Relationships>
</file>

<file path=ppt/slides/_rels/slide4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7.xml"/><Relationship Id="rId1" Type="http://schemas.openxmlformats.org/officeDocument/2006/relationships/slideLayout" Target="../slideLayouts/slideLayout19.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9.xml"/></Relationships>
</file>

<file path=ppt/slides/_rels/slide4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9.xml"/><Relationship Id="rId1" Type="http://schemas.openxmlformats.org/officeDocument/2006/relationships/slideLayout" Target="../slideLayouts/slideLayout19.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9.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9.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9.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9.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9.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0.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0.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0.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27"/>
        <p:cNvGrpSpPr/>
        <p:nvPr/>
      </p:nvGrpSpPr>
      <p:grpSpPr>
        <a:xfrm>
          <a:off x="0" y="0"/>
          <a:ext cx="0" cy="0"/>
          <a:chOff x="0" y="0"/>
          <a:chExt cx="0" cy="0"/>
        </a:xfrm>
      </p:grpSpPr>
      <p:sp>
        <p:nvSpPr>
          <p:cNvPr id="728" name="Google Shape;728;p1"/>
          <p:cNvSpPr txBox="1">
            <a:spLocks noGrp="1"/>
          </p:cNvSpPr>
          <p:nvPr>
            <p:ph type="body" idx="1"/>
          </p:nvPr>
        </p:nvSpPr>
        <p:spPr>
          <a:xfrm>
            <a:off x="4888295" y="719340"/>
            <a:ext cx="6474378" cy="1398560"/>
          </a:xfrm>
          <a:prstGeom prst="rect">
            <a:avLst/>
          </a:prstGeom>
          <a:noFill/>
          <a:ln>
            <a:noFill/>
          </a:ln>
        </p:spPr>
        <p:txBody>
          <a:bodyPr spcFirstLastPara="1" wrap="square" lIns="91425" tIns="45700" rIns="91425" bIns="45700" anchor="ctr" anchorCtr="0">
            <a:noAutofit/>
          </a:bodyPr>
          <a:lstStyle/>
          <a:p>
            <a:pPr marL="0" lvl="0" indent="0" algn="r" rtl="0">
              <a:lnSpc>
                <a:spcPct val="125000"/>
              </a:lnSpc>
              <a:spcBef>
                <a:spcPts val="0"/>
              </a:spcBef>
              <a:spcAft>
                <a:spcPts val="0"/>
              </a:spcAft>
              <a:buClr>
                <a:srgbClr val="000000"/>
              </a:buClr>
              <a:buSzPts val="3600"/>
              <a:buFont typeface="Arial"/>
              <a:buNone/>
            </a:pPr>
            <a:r>
              <a:rPr lang="en"/>
              <a:t>Source Code Management </a:t>
            </a:r>
            <a:endParaRPr/>
          </a:p>
        </p:txBody>
      </p:sp>
      <p:sp>
        <p:nvSpPr>
          <p:cNvPr id="729" name="Google Shape;729;p1"/>
          <p:cNvSpPr txBox="1">
            <a:spLocks noGrp="1"/>
          </p:cNvSpPr>
          <p:nvPr>
            <p:ph type="body" idx="2"/>
          </p:nvPr>
        </p:nvSpPr>
        <p:spPr>
          <a:xfrm>
            <a:off x="4884251" y="2240441"/>
            <a:ext cx="6486586" cy="704061"/>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dk1"/>
              </a:buClr>
              <a:buSzPts val="3200"/>
              <a:buFont typeface="Arial"/>
              <a:buNone/>
            </a:pPr>
            <a:r>
              <a:rPr lang="en"/>
              <a:t>Advanced Git Concepts</a:t>
            </a:r>
            <a:endParaRPr/>
          </a:p>
        </p:txBody>
      </p:sp>
      <p:sp>
        <p:nvSpPr>
          <p:cNvPr id="730" name="Google Shape;730;p1"/>
          <p:cNvSpPr txBox="1">
            <a:spLocks noGrp="1"/>
          </p:cNvSpPr>
          <p:nvPr>
            <p:ph type="body" idx="3"/>
          </p:nvPr>
        </p:nvSpPr>
        <p:spPr>
          <a:xfrm>
            <a:off x="4880131" y="704162"/>
            <a:ext cx="6474378" cy="430887"/>
          </a:xfrm>
          <a:prstGeom prst="rect">
            <a:avLst/>
          </a:prstGeom>
          <a:noFill/>
          <a:ln>
            <a:noFill/>
          </a:ln>
        </p:spPr>
        <p:txBody>
          <a:bodyPr spcFirstLastPara="1" wrap="square" lIns="91425" tIns="45700" rIns="91425" bIns="45700" anchor="ctr" anchorCtr="0">
            <a:spAutoFit/>
          </a:bodyPr>
          <a:lstStyle/>
          <a:p>
            <a:pPr marL="0" lvl="0" indent="0" algn="r" rtl="0">
              <a:lnSpc>
                <a:spcPct val="100000"/>
              </a:lnSpc>
              <a:spcBef>
                <a:spcPts val="0"/>
              </a:spcBef>
              <a:spcAft>
                <a:spcPts val="0"/>
              </a:spcAft>
              <a:buClr>
                <a:srgbClr val="7F7F7F"/>
              </a:buClr>
              <a:buSzPts val="2200"/>
              <a:buFont typeface="Arial"/>
              <a:buNone/>
            </a:pPr>
            <a:r>
              <a:rPr lang="en"/>
              <a:t> </a:t>
            </a:r>
            <a:endParaRPr/>
          </a:p>
        </p:txBody>
      </p:sp>
      <p:sp>
        <p:nvSpPr>
          <p:cNvPr id="731" name="Google Shape;731;p1"/>
          <p:cNvSpPr txBox="1"/>
          <p:nvPr/>
        </p:nvSpPr>
        <p:spPr>
          <a:xfrm>
            <a:off x="2277275" y="3706475"/>
            <a:ext cx="7477800" cy="8883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1500"/>
              </a:spcAft>
              <a:buNone/>
            </a:pPr>
            <a:endParaRPr sz="2200" b="0" i="0" u="none" strike="noStrike" cap="none">
              <a:solidFill>
                <a:schemeClr val="dk2"/>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35"/>
        <p:cNvGrpSpPr/>
        <p:nvPr/>
      </p:nvGrpSpPr>
      <p:grpSpPr>
        <a:xfrm>
          <a:off x="0" y="0"/>
          <a:ext cx="0" cy="0"/>
          <a:chOff x="0" y="0"/>
          <a:chExt cx="0" cy="0"/>
        </a:xfrm>
      </p:grpSpPr>
      <p:sp>
        <p:nvSpPr>
          <p:cNvPr id="736" name="Google Shape;736;p2"/>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Module Learning Objectives </a:t>
            </a:r>
            <a:endParaRPr/>
          </a:p>
        </p:txBody>
      </p:sp>
      <p:sp>
        <p:nvSpPr>
          <p:cNvPr id="737" name="Google Shape;737;p2"/>
          <p:cNvSpPr txBox="1">
            <a:spLocks noGrp="1"/>
          </p:cNvSpPr>
          <p:nvPr>
            <p:ph type="body" idx="1"/>
          </p:nvPr>
        </p:nvSpPr>
        <p:spPr>
          <a:xfrm>
            <a:off x="514350" y="1304995"/>
            <a:ext cx="6353589" cy="4840828"/>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1800"/>
              <a:buNone/>
            </a:pPr>
            <a:r>
              <a:rPr lang="en"/>
              <a:t>At the end of this module, you will be able to learn :</a:t>
            </a:r>
            <a:endParaRPr/>
          </a:p>
          <a:p>
            <a:pPr marL="285750" lvl="1" indent="-285750" algn="l" rtl="0">
              <a:lnSpc>
                <a:spcPct val="120000"/>
              </a:lnSpc>
              <a:spcBef>
                <a:spcPts val="838"/>
              </a:spcBef>
              <a:spcAft>
                <a:spcPts val="0"/>
              </a:spcAft>
              <a:buClr>
                <a:schemeClr val="dk1"/>
              </a:buClr>
              <a:buSzPts val="1800"/>
              <a:buChar char="⭲"/>
            </a:pPr>
            <a:r>
              <a:rPr lang="en"/>
              <a:t>Learn to work with remote repositories, including cloning and setting up tracking branches.</a:t>
            </a:r>
            <a:endParaRPr/>
          </a:p>
          <a:p>
            <a:pPr marL="285750" lvl="1" indent="-285750" algn="l" rtl="0">
              <a:lnSpc>
                <a:spcPct val="120000"/>
              </a:lnSpc>
              <a:spcBef>
                <a:spcPts val="838"/>
              </a:spcBef>
              <a:spcAft>
                <a:spcPts val="0"/>
              </a:spcAft>
              <a:buClr>
                <a:schemeClr val="dk1"/>
              </a:buClr>
              <a:buSzPts val="1800"/>
              <a:buChar char="⭲"/>
            </a:pPr>
            <a:r>
              <a:rPr lang="en"/>
              <a:t>Understand how to synchronize changes between local and remote repositories.</a:t>
            </a:r>
            <a:endParaRPr/>
          </a:p>
          <a:p>
            <a:pPr marL="285750" lvl="1" indent="-285750" algn="l" rtl="0">
              <a:lnSpc>
                <a:spcPct val="120000"/>
              </a:lnSpc>
              <a:spcBef>
                <a:spcPts val="838"/>
              </a:spcBef>
              <a:spcAft>
                <a:spcPts val="0"/>
              </a:spcAft>
              <a:buClr>
                <a:schemeClr val="dk1"/>
              </a:buClr>
              <a:buSzPts val="1800"/>
              <a:buChar char="⭲"/>
            </a:pPr>
            <a:r>
              <a:rPr lang="en"/>
              <a:t>Explore advanced techniques for working with branches in remote repositories.</a:t>
            </a:r>
            <a:endParaRPr/>
          </a:p>
          <a:p>
            <a:pPr marL="285750" lvl="1" indent="-285750" algn="l" rtl="0">
              <a:lnSpc>
                <a:spcPct val="120000"/>
              </a:lnSpc>
              <a:spcBef>
                <a:spcPts val="838"/>
              </a:spcBef>
              <a:spcAft>
                <a:spcPts val="0"/>
              </a:spcAft>
              <a:buClr>
                <a:schemeClr val="dk1"/>
              </a:buClr>
              <a:buSzPts val="1800"/>
              <a:buChar char="⭲"/>
            </a:pPr>
            <a:r>
              <a:rPr lang="en"/>
              <a:t>Implement pre-commit and post-commit hooks, customizing Git behavior.</a:t>
            </a: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p:txBody>
      </p:sp>
      <p:pic>
        <p:nvPicPr>
          <p:cNvPr id="738" name="Google Shape;738;p2"/>
          <p:cNvPicPr preferRelativeResize="0"/>
          <p:nvPr/>
        </p:nvPicPr>
        <p:blipFill rotWithShape="1">
          <a:blip r:embed="rId3">
            <a:alphaModFix/>
          </a:blip>
          <a:srcRect/>
          <a:stretch/>
        </p:blipFill>
        <p:spPr>
          <a:xfrm>
            <a:off x="7647750" y="2653748"/>
            <a:ext cx="3712675" cy="357100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42"/>
        <p:cNvGrpSpPr/>
        <p:nvPr/>
      </p:nvGrpSpPr>
      <p:grpSpPr>
        <a:xfrm>
          <a:off x="0" y="0"/>
          <a:ext cx="0" cy="0"/>
          <a:chOff x="0" y="0"/>
          <a:chExt cx="0" cy="0"/>
        </a:xfrm>
      </p:grpSpPr>
      <p:sp>
        <p:nvSpPr>
          <p:cNvPr id="743" name="Google Shape;743;p3"/>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3.1 Advanced Git Concepts</a:t>
            </a:r>
            <a:endParaRPr/>
          </a:p>
        </p:txBody>
      </p:sp>
      <p:sp>
        <p:nvSpPr>
          <p:cNvPr id="744" name="Google Shape;744;p3"/>
          <p:cNvSpPr txBox="1">
            <a:spLocks noGrp="1"/>
          </p:cNvSpPr>
          <p:nvPr>
            <p:ph type="body" idx="1"/>
          </p:nvPr>
        </p:nvSpPr>
        <p:spPr>
          <a:xfrm>
            <a:off x="514350" y="1304925"/>
            <a:ext cx="10274300" cy="4840288"/>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1800"/>
              <a:buNone/>
            </a:pPr>
            <a:r>
              <a:rPr lang="en"/>
              <a:t>Let us take a quick look at the topics that we will cover in this module:</a:t>
            </a:r>
            <a:endParaRPr/>
          </a:p>
          <a:p>
            <a:pPr marL="285750" lvl="1" indent="-285750" algn="l" rtl="0">
              <a:lnSpc>
                <a:spcPct val="120000"/>
              </a:lnSpc>
              <a:spcBef>
                <a:spcPts val="838"/>
              </a:spcBef>
              <a:spcAft>
                <a:spcPts val="0"/>
              </a:spcAft>
              <a:buClr>
                <a:schemeClr val="dk1"/>
              </a:buClr>
              <a:buSzPts val="1800"/>
              <a:buChar char="⭲"/>
            </a:pPr>
            <a:r>
              <a:rPr lang="en"/>
              <a:t>Remote repositories</a:t>
            </a:r>
            <a:endParaRPr/>
          </a:p>
          <a:p>
            <a:pPr marL="285750" lvl="1" indent="-285750" algn="l" rtl="0">
              <a:lnSpc>
                <a:spcPct val="120000"/>
              </a:lnSpc>
              <a:spcBef>
                <a:spcPts val="838"/>
              </a:spcBef>
              <a:spcAft>
                <a:spcPts val="0"/>
              </a:spcAft>
              <a:buClr>
                <a:schemeClr val="dk1"/>
              </a:buClr>
              <a:buSzPts val="1800"/>
              <a:buChar char="⭲"/>
            </a:pPr>
            <a:r>
              <a:rPr lang="en"/>
              <a:t>Fetching, pulling, pushing changes</a:t>
            </a:r>
            <a:endParaRPr/>
          </a:p>
          <a:p>
            <a:pPr marL="285750" lvl="1" indent="-285750" algn="l" rtl="0">
              <a:lnSpc>
                <a:spcPct val="120000"/>
              </a:lnSpc>
              <a:spcBef>
                <a:spcPts val="838"/>
              </a:spcBef>
              <a:spcAft>
                <a:spcPts val="0"/>
              </a:spcAft>
              <a:buClr>
                <a:schemeClr val="dk1"/>
              </a:buClr>
              <a:buSzPts val="1800"/>
              <a:buChar char="⭲"/>
            </a:pPr>
            <a:r>
              <a:rPr lang="en"/>
              <a:t>Working with remote branches</a:t>
            </a:r>
            <a:endParaRPr/>
          </a:p>
          <a:p>
            <a:pPr marL="285750" lvl="1" indent="-285750" algn="l" rtl="0">
              <a:lnSpc>
                <a:spcPct val="120000"/>
              </a:lnSpc>
              <a:spcBef>
                <a:spcPts val="838"/>
              </a:spcBef>
              <a:spcAft>
                <a:spcPts val="0"/>
              </a:spcAft>
              <a:buClr>
                <a:schemeClr val="dk1"/>
              </a:buClr>
              <a:buSzPts val="1800"/>
              <a:buChar char="⭲"/>
            </a:pPr>
            <a:r>
              <a:rPr lang="en"/>
              <a:t>Git Hooks</a:t>
            </a: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p:txBody>
      </p:sp>
      <p:pic>
        <p:nvPicPr>
          <p:cNvPr id="745" name="Google Shape;745;p3"/>
          <p:cNvPicPr preferRelativeResize="0"/>
          <p:nvPr/>
        </p:nvPicPr>
        <p:blipFill rotWithShape="1">
          <a:blip r:embed="rId3">
            <a:alphaModFix/>
          </a:blip>
          <a:srcRect/>
          <a:stretch/>
        </p:blipFill>
        <p:spPr>
          <a:xfrm>
            <a:off x="7647750" y="2653748"/>
            <a:ext cx="3712675" cy="357100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sp>
        <p:nvSpPr>
          <p:cNvPr id="750" name="Google Shape;750;p4"/>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4.1.1 Defining Remote Repositories</a:t>
            </a:r>
            <a:endParaRPr/>
          </a:p>
          <a:p>
            <a:pPr marL="0" lvl="0" indent="0" algn="l" rtl="0">
              <a:lnSpc>
                <a:spcPct val="90000"/>
              </a:lnSpc>
              <a:spcBef>
                <a:spcPts val="0"/>
              </a:spcBef>
              <a:spcAft>
                <a:spcPts val="0"/>
              </a:spcAft>
              <a:buClr>
                <a:schemeClr val="dk2"/>
              </a:buClr>
              <a:buSzPts val="2800"/>
              <a:buFont typeface="Arial"/>
              <a:buNone/>
            </a:pPr>
            <a:endParaRPr/>
          </a:p>
          <a:p>
            <a:pPr marL="0" lvl="0" indent="0" algn="l" rtl="0">
              <a:lnSpc>
                <a:spcPct val="90000"/>
              </a:lnSpc>
              <a:spcBef>
                <a:spcPts val="0"/>
              </a:spcBef>
              <a:spcAft>
                <a:spcPts val="0"/>
              </a:spcAft>
              <a:buClr>
                <a:schemeClr val="dk2"/>
              </a:buClr>
              <a:buSzPts val="2800"/>
              <a:buFont typeface="Arial"/>
              <a:buNone/>
            </a:pPr>
            <a:endParaRPr/>
          </a:p>
        </p:txBody>
      </p:sp>
      <p:sp>
        <p:nvSpPr>
          <p:cNvPr id="751" name="Google Shape;751;p4"/>
          <p:cNvSpPr txBox="1">
            <a:spLocks noGrp="1"/>
          </p:cNvSpPr>
          <p:nvPr>
            <p:ph type="body" idx="1"/>
          </p:nvPr>
        </p:nvSpPr>
        <p:spPr>
          <a:xfrm>
            <a:off x="514350" y="1304995"/>
            <a:ext cx="10273812" cy="4840828"/>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1800"/>
              <a:buNone/>
            </a:pPr>
            <a:r>
              <a:rPr lang="en"/>
              <a:t>Remote repositories are mirrored copies of a project's repository hosted on a server.</a:t>
            </a:r>
            <a:endParaRPr/>
          </a:p>
          <a:p>
            <a:pPr marL="0" lvl="0" indent="0" algn="l" rtl="0">
              <a:lnSpc>
                <a:spcPct val="120000"/>
              </a:lnSpc>
              <a:spcBef>
                <a:spcPts val="838"/>
              </a:spcBef>
              <a:spcAft>
                <a:spcPts val="0"/>
              </a:spcAft>
              <a:buClr>
                <a:schemeClr val="dk1"/>
              </a:buClr>
              <a:buSzPts val="1800"/>
              <a:buNone/>
            </a:pPr>
            <a:endParaRPr/>
          </a:p>
        </p:txBody>
      </p:sp>
      <p:sp>
        <p:nvSpPr>
          <p:cNvPr id="752" name="Google Shape;752;p4"/>
          <p:cNvSpPr/>
          <p:nvPr/>
        </p:nvSpPr>
        <p:spPr>
          <a:xfrm>
            <a:off x="1466850" y="1875493"/>
            <a:ext cx="2740530" cy="692296"/>
          </a:xfrm>
          <a:prstGeom prst="roundRect">
            <a:avLst>
              <a:gd name="adj" fmla="val 16667"/>
            </a:avLst>
          </a:prstGeom>
          <a:solidFill>
            <a:srgbClr val="1E4062"/>
          </a:solidFill>
          <a:ln w="3810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1800" b="1" i="0" u="none" strike="noStrike" cap="none">
                <a:solidFill>
                  <a:schemeClr val="lt1"/>
                </a:solidFill>
                <a:latin typeface="Arial"/>
                <a:ea typeface="Arial"/>
                <a:cs typeface="Arial"/>
                <a:sym typeface="Arial"/>
              </a:rPr>
              <a:t> Key Characteristics</a:t>
            </a:r>
            <a:endParaRPr/>
          </a:p>
        </p:txBody>
      </p:sp>
      <p:sp>
        <p:nvSpPr>
          <p:cNvPr id="753" name="Google Shape;753;p4"/>
          <p:cNvSpPr/>
          <p:nvPr/>
        </p:nvSpPr>
        <p:spPr>
          <a:xfrm>
            <a:off x="1466850" y="2723256"/>
            <a:ext cx="2740530" cy="1034706"/>
          </a:xfrm>
          <a:prstGeom prst="roundRect">
            <a:avLst>
              <a:gd name="adj" fmla="val 9301"/>
            </a:avLst>
          </a:prstGeom>
          <a:solidFill>
            <a:srgbClr val="1E4062"/>
          </a:solidFill>
          <a:ln w="3810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360363" marR="0" lvl="0" indent="-360363" algn="l" rtl="0">
              <a:lnSpc>
                <a:spcPct val="100000"/>
              </a:lnSpc>
              <a:spcBef>
                <a:spcPts val="0"/>
              </a:spcBef>
              <a:spcAft>
                <a:spcPts val="0"/>
              </a:spcAft>
              <a:buClr>
                <a:schemeClr val="lt1"/>
              </a:buClr>
              <a:buSzPts val="1600"/>
              <a:buFont typeface="Noto Sans Symbols"/>
              <a:buChar char="⭲"/>
            </a:pPr>
            <a:r>
              <a:rPr lang="en" sz="1600" b="0" i="0" u="none" strike="noStrike" cap="none">
                <a:solidFill>
                  <a:schemeClr val="lt1"/>
                </a:solidFill>
                <a:latin typeface="Arial"/>
                <a:ea typeface="Arial"/>
                <a:cs typeface="Arial"/>
                <a:sym typeface="Arial"/>
              </a:rPr>
              <a:t>Central Hub</a:t>
            </a:r>
            <a:endParaRPr/>
          </a:p>
          <a:p>
            <a:pPr marL="360363" marR="0" lvl="0" indent="-360363" algn="l" rtl="0">
              <a:lnSpc>
                <a:spcPct val="100000"/>
              </a:lnSpc>
              <a:spcBef>
                <a:spcPts val="0"/>
              </a:spcBef>
              <a:spcAft>
                <a:spcPts val="0"/>
              </a:spcAft>
              <a:buClr>
                <a:schemeClr val="lt1"/>
              </a:buClr>
              <a:buSzPts val="1600"/>
              <a:buFont typeface="Noto Sans Symbols"/>
              <a:buChar char="⭲"/>
            </a:pPr>
            <a:r>
              <a:rPr lang="en" sz="1600" b="0" i="0" u="none" strike="noStrike" cap="none">
                <a:solidFill>
                  <a:schemeClr val="lt1"/>
                </a:solidFill>
                <a:latin typeface="Arial"/>
                <a:ea typeface="Arial"/>
                <a:cs typeface="Arial"/>
                <a:sym typeface="Arial"/>
              </a:rPr>
              <a:t>Collaboration Hub</a:t>
            </a:r>
            <a:endParaRPr/>
          </a:p>
          <a:p>
            <a:pPr marL="360363" marR="0" lvl="0" indent="-258763" algn="l" rtl="0">
              <a:lnSpc>
                <a:spcPct val="100000"/>
              </a:lnSpc>
              <a:spcBef>
                <a:spcPts val="0"/>
              </a:spcBef>
              <a:spcAft>
                <a:spcPts val="0"/>
              </a:spcAft>
              <a:buClr>
                <a:srgbClr val="000000"/>
              </a:buClr>
              <a:buSzPts val="1600"/>
              <a:buFont typeface="Noto Sans Symbols"/>
              <a:buNone/>
            </a:pPr>
            <a:endParaRPr sz="1600" b="0" i="0" u="none" strike="noStrike" cap="none">
              <a:solidFill>
                <a:schemeClr val="lt1"/>
              </a:solidFill>
              <a:latin typeface="Arial"/>
              <a:ea typeface="Arial"/>
              <a:cs typeface="Arial"/>
              <a:sym typeface="Arial"/>
            </a:endParaRPr>
          </a:p>
        </p:txBody>
      </p:sp>
      <p:pic>
        <p:nvPicPr>
          <p:cNvPr id="754" name="Google Shape;754;p4"/>
          <p:cNvPicPr preferRelativeResize="0"/>
          <p:nvPr/>
        </p:nvPicPr>
        <p:blipFill rotWithShape="1">
          <a:blip r:embed="rId3">
            <a:alphaModFix/>
          </a:blip>
          <a:srcRect/>
          <a:stretch/>
        </p:blipFill>
        <p:spPr>
          <a:xfrm>
            <a:off x="5818442" y="1875492"/>
            <a:ext cx="5098601" cy="429724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58"/>
        <p:cNvGrpSpPr/>
        <p:nvPr/>
      </p:nvGrpSpPr>
      <p:grpSpPr>
        <a:xfrm>
          <a:off x="0" y="0"/>
          <a:ext cx="0" cy="0"/>
          <a:chOff x="0" y="0"/>
          <a:chExt cx="0" cy="0"/>
        </a:xfrm>
      </p:grpSpPr>
      <p:sp>
        <p:nvSpPr>
          <p:cNvPr id="759" name="Google Shape;759;p5"/>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4.1.1 Defining Remote Repositories</a:t>
            </a:r>
            <a:endParaRPr/>
          </a:p>
          <a:p>
            <a:pPr marL="0" lvl="0" indent="0" algn="l" rtl="0">
              <a:lnSpc>
                <a:spcPct val="90000"/>
              </a:lnSpc>
              <a:spcBef>
                <a:spcPts val="0"/>
              </a:spcBef>
              <a:spcAft>
                <a:spcPts val="0"/>
              </a:spcAft>
              <a:buClr>
                <a:schemeClr val="dk2"/>
              </a:buClr>
              <a:buSzPts val="2800"/>
              <a:buFont typeface="Arial"/>
              <a:buNone/>
            </a:pPr>
            <a:endParaRPr/>
          </a:p>
          <a:p>
            <a:pPr marL="0" lvl="0" indent="0" algn="l" rtl="0">
              <a:lnSpc>
                <a:spcPct val="90000"/>
              </a:lnSpc>
              <a:spcBef>
                <a:spcPts val="0"/>
              </a:spcBef>
              <a:spcAft>
                <a:spcPts val="0"/>
              </a:spcAft>
              <a:buClr>
                <a:schemeClr val="dk2"/>
              </a:buClr>
              <a:buSzPts val="2800"/>
              <a:buFont typeface="Arial"/>
              <a:buNone/>
            </a:pPr>
            <a:endParaRPr/>
          </a:p>
        </p:txBody>
      </p:sp>
      <p:sp>
        <p:nvSpPr>
          <p:cNvPr id="760" name="Google Shape;760;p5"/>
          <p:cNvSpPr txBox="1">
            <a:spLocks noGrp="1"/>
          </p:cNvSpPr>
          <p:nvPr>
            <p:ph type="body" idx="1"/>
          </p:nvPr>
        </p:nvSpPr>
        <p:spPr>
          <a:xfrm>
            <a:off x="514350" y="1304995"/>
            <a:ext cx="10273812" cy="4840828"/>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1800"/>
              <a:buNone/>
            </a:pPr>
            <a:r>
              <a:rPr lang="en"/>
              <a:t>Here are the functions and significance of remote repositories:</a:t>
            </a:r>
            <a:endParaRPr/>
          </a:p>
          <a:p>
            <a:pPr marL="0" lvl="0" indent="0" algn="l" rtl="0">
              <a:lnSpc>
                <a:spcPct val="120000"/>
              </a:lnSpc>
              <a:spcBef>
                <a:spcPts val="838"/>
              </a:spcBef>
              <a:spcAft>
                <a:spcPts val="0"/>
              </a:spcAft>
              <a:buClr>
                <a:schemeClr val="dk1"/>
              </a:buClr>
              <a:buSzPts val="1800"/>
              <a:buNone/>
            </a:pPr>
            <a:endParaRPr/>
          </a:p>
          <a:p>
            <a:pPr marL="285750" lvl="1" indent="-171450" algn="l" rtl="0">
              <a:lnSpc>
                <a:spcPct val="120000"/>
              </a:lnSpc>
              <a:spcBef>
                <a:spcPts val="838"/>
              </a:spcBef>
              <a:spcAft>
                <a:spcPts val="0"/>
              </a:spcAft>
              <a:buClr>
                <a:schemeClr val="dk1"/>
              </a:buClr>
              <a:buSzPts val="1800"/>
              <a:buNone/>
            </a:pPr>
            <a:endParaRPr/>
          </a:p>
          <a:p>
            <a:pPr marL="617538" lvl="2" indent="-239712" algn="l" rtl="0">
              <a:lnSpc>
                <a:spcPct val="135000"/>
              </a:lnSpc>
              <a:spcBef>
                <a:spcPts val="838"/>
              </a:spcBef>
              <a:spcAft>
                <a:spcPts val="0"/>
              </a:spcAft>
              <a:buClr>
                <a:schemeClr val="dk1"/>
              </a:buClr>
              <a:buSzPts val="1600"/>
              <a:buNone/>
            </a:pPr>
            <a:endParaRPr/>
          </a:p>
          <a:p>
            <a:pPr marL="617538" lvl="2" indent="-239712" algn="l" rtl="0">
              <a:lnSpc>
                <a:spcPct val="135000"/>
              </a:lnSpc>
              <a:spcBef>
                <a:spcPts val="838"/>
              </a:spcBef>
              <a:spcAft>
                <a:spcPts val="0"/>
              </a:spcAft>
              <a:buClr>
                <a:schemeClr val="dk1"/>
              </a:buClr>
              <a:buSzPts val="1600"/>
              <a:buNone/>
            </a:pPr>
            <a:endParaRPr/>
          </a:p>
          <a:p>
            <a:pPr marL="285750" lvl="1" indent="-17145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p:txBody>
      </p:sp>
      <p:pic>
        <p:nvPicPr>
          <p:cNvPr id="761" name="Google Shape;761;p5"/>
          <p:cNvPicPr preferRelativeResize="0"/>
          <p:nvPr/>
        </p:nvPicPr>
        <p:blipFill rotWithShape="1">
          <a:blip r:embed="rId3">
            <a:alphaModFix/>
          </a:blip>
          <a:srcRect/>
          <a:stretch/>
        </p:blipFill>
        <p:spPr>
          <a:xfrm>
            <a:off x="8322995" y="2069682"/>
            <a:ext cx="1021726" cy="1021726"/>
          </a:xfrm>
          <a:prstGeom prst="rect">
            <a:avLst/>
          </a:prstGeom>
          <a:noFill/>
          <a:ln>
            <a:noFill/>
          </a:ln>
        </p:spPr>
      </p:pic>
      <p:pic>
        <p:nvPicPr>
          <p:cNvPr id="762" name="Google Shape;762;p5"/>
          <p:cNvPicPr preferRelativeResize="0"/>
          <p:nvPr/>
        </p:nvPicPr>
        <p:blipFill rotWithShape="1">
          <a:blip r:embed="rId4">
            <a:alphaModFix/>
          </a:blip>
          <a:srcRect/>
          <a:stretch/>
        </p:blipFill>
        <p:spPr>
          <a:xfrm>
            <a:off x="8234423" y="4292640"/>
            <a:ext cx="1381878" cy="1381878"/>
          </a:xfrm>
          <a:prstGeom prst="rect">
            <a:avLst/>
          </a:prstGeom>
          <a:noFill/>
          <a:ln>
            <a:noFill/>
          </a:ln>
        </p:spPr>
      </p:pic>
      <p:cxnSp>
        <p:nvCxnSpPr>
          <p:cNvPr id="763" name="Google Shape;763;p5"/>
          <p:cNvCxnSpPr/>
          <p:nvPr/>
        </p:nvCxnSpPr>
        <p:spPr>
          <a:xfrm>
            <a:off x="2433445" y="5273964"/>
            <a:ext cx="5394712" cy="0"/>
          </a:xfrm>
          <a:prstGeom prst="straightConnector1">
            <a:avLst/>
          </a:prstGeom>
          <a:noFill/>
          <a:ln w="19050" cap="flat" cmpd="sng">
            <a:solidFill>
              <a:srgbClr val="002060"/>
            </a:solidFill>
            <a:prstDash val="solid"/>
            <a:miter lim="800000"/>
            <a:headEnd type="none" w="sm" len="sm"/>
            <a:tailEnd type="none" w="sm" len="sm"/>
          </a:ln>
        </p:spPr>
      </p:cxnSp>
      <p:cxnSp>
        <p:nvCxnSpPr>
          <p:cNvPr id="764" name="Google Shape;764;p5"/>
          <p:cNvCxnSpPr/>
          <p:nvPr/>
        </p:nvCxnSpPr>
        <p:spPr>
          <a:xfrm>
            <a:off x="2433445" y="3139198"/>
            <a:ext cx="5394712" cy="0"/>
          </a:xfrm>
          <a:prstGeom prst="straightConnector1">
            <a:avLst/>
          </a:prstGeom>
          <a:noFill/>
          <a:ln w="19050" cap="flat" cmpd="sng">
            <a:solidFill>
              <a:srgbClr val="002060"/>
            </a:solidFill>
            <a:prstDash val="solid"/>
            <a:miter lim="800000"/>
            <a:headEnd type="none" w="sm" len="sm"/>
            <a:tailEnd type="none" w="sm" len="sm"/>
          </a:ln>
        </p:spPr>
      </p:cxnSp>
      <p:sp>
        <p:nvSpPr>
          <p:cNvPr id="765" name="Google Shape;765;p5"/>
          <p:cNvSpPr/>
          <p:nvPr/>
        </p:nvSpPr>
        <p:spPr>
          <a:xfrm>
            <a:off x="4083490" y="2278858"/>
            <a:ext cx="3992086" cy="783225"/>
          </a:xfrm>
          <a:custGeom>
            <a:avLst/>
            <a:gdLst/>
            <a:ahLst/>
            <a:cxnLst/>
            <a:rect l="l" t="t" r="r" b="b"/>
            <a:pathLst>
              <a:path w="3992086" h="783225" extrusionOk="0">
                <a:moveTo>
                  <a:pt x="0" y="0"/>
                </a:moveTo>
                <a:lnTo>
                  <a:pt x="3992086" y="0"/>
                </a:lnTo>
                <a:lnTo>
                  <a:pt x="3992086" y="783225"/>
                </a:lnTo>
                <a:lnTo>
                  <a:pt x="0" y="783225"/>
                </a:lnTo>
                <a:lnTo>
                  <a:pt x="0" y="0"/>
                </a:lnTo>
                <a:close/>
              </a:path>
            </a:pathLst>
          </a:custGeom>
          <a:noFill/>
          <a:ln>
            <a:noFill/>
          </a:ln>
        </p:spPr>
        <p:txBody>
          <a:bodyPr spcFirstLastPara="1" wrap="square" lIns="34275" tIns="34275" rIns="34275" bIns="34275" anchor="b" anchorCtr="0">
            <a:noAutofit/>
          </a:bodyPr>
          <a:lstStyle/>
          <a:p>
            <a:pPr marL="285750" marR="0" lvl="0" indent="-285750" algn="l" rtl="0">
              <a:lnSpc>
                <a:spcPct val="90000"/>
              </a:lnSpc>
              <a:spcBef>
                <a:spcPts val="0"/>
              </a:spcBef>
              <a:spcAft>
                <a:spcPts val="0"/>
              </a:spcAft>
              <a:buClr>
                <a:srgbClr val="000000"/>
              </a:buClr>
              <a:buSzPts val="1800"/>
              <a:buFont typeface="Noto Sans Symbols"/>
              <a:buChar char="⭲"/>
            </a:pPr>
            <a:r>
              <a:rPr lang="en" sz="1800" b="0" i="0" u="none" strike="noStrike" cap="none">
                <a:solidFill>
                  <a:schemeClr val="dk1"/>
                </a:solidFill>
                <a:latin typeface="Arial"/>
                <a:ea typeface="Arial"/>
                <a:cs typeface="Arial"/>
                <a:sym typeface="Arial"/>
              </a:rPr>
              <a:t>Code Sharing</a:t>
            </a:r>
            <a:endParaRPr/>
          </a:p>
          <a:p>
            <a:pPr marL="285750" marR="0" lvl="0" indent="-285750" algn="l" rtl="0">
              <a:lnSpc>
                <a:spcPct val="90000"/>
              </a:lnSpc>
              <a:spcBef>
                <a:spcPts val="630"/>
              </a:spcBef>
              <a:spcAft>
                <a:spcPts val="0"/>
              </a:spcAft>
              <a:buClr>
                <a:srgbClr val="000000"/>
              </a:buClr>
              <a:buSzPts val="1800"/>
              <a:buFont typeface="Noto Sans Symbols"/>
              <a:buChar char="⭲"/>
            </a:pPr>
            <a:r>
              <a:rPr lang="en" sz="1800" b="0" i="0" u="none" strike="noStrike" cap="none">
                <a:solidFill>
                  <a:schemeClr val="dk1"/>
                </a:solidFill>
                <a:latin typeface="Arial"/>
                <a:ea typeface="Arial"/>
                <a:cs typeface="Arial"/>
                <a:sym typeface="Arial"/>
              </a:rPr>
              <a:t>Version Control</a:t>
            </a:r>
            <a:endParaRPr sz="1800" b="0" i="0" u="none" strike="noStrike" cap="none">
              <a:solidFill>
                <a:schemeClr val="dk1"/>
              </a:solidFill>
              <a:latin typeface="Arial"/>
              <a:ea typeface="Arial"/>
              <a:cs typeface="Arial"/>
              <a:sym typeface="Arial"/>
            </a:endParaRPr>
          </a:p>
        </p:txBody>
      </p:sp>
      <p:sp>
        <p:nvSpPr>
          <p:cNvPr id="766" name="Google Shape;766;p5"/>
          <p:cNvSpPr/>
          <p:nvPr/>
        </p:nvSpPr>
        <p:spPr>
          <a:xfrm>
            <a:off x="2265093" y="2355973"/>
            <a:ext cx="1570978" cy="783225"/>
          </a:xfrm>
          <a:custGeom>
            <a:avLst/>
            <a:gdLst/>
            <a:ahLst/>
            <a:cxnLst/>
            <a:rect l="l" t="t" r="r" b="b"/>
            <a:pathLst>
              <a:path w="1402625" h="783225" extrusionOk="0">
                <a:moveTo>
                  <a:pt x="130564" y="0"/>
                </a:moveTo>
                <a:lnTo>
                  <a:pt x="1272061" y="0"/>
                </a:lnTo>
                <a:cubicBezTo>
                  <a:pt x="1344170" y="0"/>
                  <a:pt x="1402625" y="58455"/>
                  <a:pt x="1402625" y="130564"/>
                </a:cubicBezTo>
                <a:lnTo>
                  <a:pt x="1402625" y="783225"/>
                </a:lnTo>
                <a:lnTo>
                  <a:pt x="1402625" y="783225"/>
                </a:lnTo>
                <a:lnTo>
                  <a:pt x="0" y="783225"/>
                </a:lnTo>
                <a:lnTo>
                  <a:pt x="0" y="783225"/>
                </a:lnTo>
                <a:lnTo>
                  <a:pt x="0" y="130564"/>
                </a:lnTo>
                <a:cubicBezTo>
                  <a:pt x="0" y="58455"/>
                  <a:pt x="58455" y="0"/>
                  <a:pt x="130564" y="0"/>
                </a:cubicBezTo>
                <a:close/>
              </a:path>
            </a:pathLst>
          </a:custGeom>
          <a:solidFill>
            <a:srgbClr val="002060"/>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72525" tIns="72525" rIns="72525" bIns="34275" anchor="ctr" anchorCtr="0">
            <a:noAutofit/>
          </a:bodyPr>
          <a:lstStyle/>
          <a:p>
            <a:pPr marL="0" marR="0" lvl="0" indent="0" algn="ctr" rtl="0">
              <a:lnSpc>
                <a:spcPct val="90000"/>
              </a:lnSpc>
              <a:spcBef>
                <a:spcPts val="0"/>
              </a:spcBef>
              <a:spcAft>
                <a:spcPts val="0"/>
              </a:spcAft>
              <a:buNone/>
            </a:pPr>
            <a:r>
              <a:rPr lang="en" sz="1800" b="0" i="0" u="none" strike="noStrike" cap="none">
                <a:solidFill>
                  <a:schemeClr val="lt1"/>
                </a:solidFill>
                <a:latin typeface="Arial"/>
                <a:ea typeface="Arial"/>
                <a:cs typeface="Arial"/>
                <a:sym typeface="Arial"/>
              </a:rPr>
              <a:t>Functionality</a:t>
            </a:r>
            <a:endParaRPr sz="1800" b="0" i="0" u="none" strike="noStrike" cap="none">
              <a:solidFill>
                <a:schemeClr val="lt1"/>
              </a:solidFill>
              <a:latin typeface="Arial"/>
              <a:ea typeface="Arial"/>
              <a:cs typeface="Arial"/>
              <a:sym typeface="Arial"/>
            </a:endParaRPr>
          </a:p>
        </p:txBody>
      </p:sp>
      <p:sp>
        <p:nvSpPr>
          <p:cNvPr id="767" name="Google Shape;767;p5"/>
          <p:cNvSpPr/>
          <p:nvPr/>
        </p:nvSpPr>
        <p:spPr>
          <a:xfrm>
            <a:off x="4083490" y="4292640"/>
            <a:ext cx="3992086" cy="891535"/>
          </a:xfrm>
          <a:custGeom>
            <a:avLst/>
            <a:gdLst/>
            <a:ahLst/>
            <a:cxnLst/>
            <a:rect l="l" t="t" r="r" b="b"/>
            <a:pathLst>
              <a:path w="3992086" h="783225" extrusionOk="0">
                <a:moveTo>
                  <a:pt x="0" y="0"/>
                </a:moveTo>
                <a:lnTo>
                  <a:pt x="3992086" y="0"/>
                </a:lnTo>
                <a:lnTo>
                  <a:pt x="3992086" y="783225"/>
                </a:lnTo>
                <a:lnTo>
                  <a:pt x="0" y="783225"/>
                </a:lnTo>
                <a:lnTo>
                  <a:pt x="0" y="0"/>
                </a:lnTo>
                <a:close/>
              </a:path>
            </a:pathLst>
          </a:custGeom>
          <a:noFill/>
          <a:ln>
            <a:noFill/>
          </a:ln>
        </p:spPr>
        <p:txBody>
          <a:bodyPr spcFirstLastPara="1" wrap="square" lIns="34275" tIns="34275" rIns="34275" bIns="34275" anchor="b" anchorCtr="0">
            <a:noAutofit/>
          </a:bodyPr>
          <a:lstStyle/>
          <a:p>
            <a:pPr marL="285750" marR="0" lvl="0" indent="-285750" algn="l" rtl="0">
              <a:lnSpc>
                <a:spcPct val="90000"/>
              </a:lnSpc>
              <a:spcBef>
                <a:spcPts val="0"/>
              </a:spcBef>
              <a:spcAft>
                <a:spcPts val="0"/>
              </a:spcAft>
              <a:buClr>
                <a:srgbClr val="000000"/>
              </a:buClr>
              <a:buSzPts val="1800"/>
              <a:buFont typeface="Noto Sans Symbols"/>
              <a:buChar char="⭲"/>
            </a:pPr>
            <a:r>
              <a:rPr lang="en" sz="1800" b="0" i="0" u="none" strike="noStrike" cap="none">
                <a:solidFill>
                  <a:schemeClr val="dk1"/>
                </a:solidFill>
                <a:latin typeface="Arial"/>
                <a:ea typeface="Arial"/>
                <a:cs typeface="Arial"/>
                <a:sym typeface="Arial"/>
              </a:rPr>
              <a:t>Centralized Collaboration</a:t>
            </a:r>
            <a:endParaRPr/>
          </a:p>
          <a:p>
            <a:pPr marL="285750" marR="0" lvl="0" indent="-285750" algn="l" rtl="0">
              <a:lnSpc>
                <a:spcPct val="90000"/>
              </a:lnSpc>
              <a:spcBef>
                <a:spcPts val="630"/>
              </a:spcBef>
              <a:spcAft>
                <a:spcPts val="0"/>
              </a:spcAft>
              <a:buClr>
                <a:srgbClr val="000000"/>
              </a:buClr>
              <a:buSzPts val="1800"/>
              <a:buFont typeface="Noto Sans Symbols"/>
              <a:buChar char="⭲"/>
            </a:pPr>
            <a:r>
              <a:rPr lang="en" sz="1800" b="0" i="0" u="none" strike="noStrike" cap="none">
                <a:solidFill>
                  <a:schemeClr val="dk1"/>
                </a:solidFill>
                <a:latin typeface="Arial"/>
                <a:ea typeface="Arial"/>
                <a:cs typeface="Arial"/>
                <a:sym typeface="Arial"/>
              </a:rPr>
              <a:t>Efficient Code Management</a:t>
            </a:r>
            <a:endParaRPr sz="1800" b="0" i="0" u="none" strike="noStrike" cap="none">
              <a:solidFill>
                <a:schemeClr val="dk1"/>
              </a:solidFill>
              <a:latin typeface="Arial"/>
              <a:ea typeface="Arial"/>
              <a:cs typeface="Arial"/>
              <a:sym typeface="Arial"/>
            </a:endParaRPr>
          </a:p>
        </p:txBody>
      </p:sp>
      <p:sp>
        <p:nvSpPr>
          <p:cNvPr id="768" name="Google Shape;768;p5"/>
          <p:cNvSpPr/>
          <p:nvPr/>
        </p:nvSpPr>
        <p:spPr>
          <a:xfrm>
            <a:off x="2265093" y="4490739"/>
            <a:ext cx="1570978" cy="783225"/>
          </a:xfrm>
          <a:custGeom>
            <a:avLst/>
            <a:gdLst/>
            <a:ahLst/>
            <a:cxnLst/>
            <a:rect l="l" t="t" r="r" b="b"/>
            <a:pathLst>
              <a:path w="1402625" h="783225" extrusionOk="0">
                <a:moveTo>
                  <a:pt x="130564" y="0"/>
                </a:moveTo>
                <a:lnTo>
                  <a:pt x="1272061" y="0"/>
                </a:lnTo>
                <a:cubicBezTo>
                  <a:pt x="1344170" y="0"/>
                  <a:pt x="1402625" y="58455"/>
                  <a:pt x="1402625" y="130564"/>
                </a:cubicBezTo>
                <a:lnTo>
                  <a:pt x="1402625" y="783225"/>
                </a:lnTo>
                <a:lnTo>
                  <a:pt x="1402625" y="783225"/>
                </a:lnTo>
                <a:lnTo>
                  <a:pt x="0" y="783225"/>
                </a:lnTo>
                <a:lnTo>
                  <a:pt x="0" y="783225"/>
                </a:lnTo>
                <a:lnTo>
                  <a:pt x="0" y="130564"/>
                </a:lnTo>
                <a:cubicBezTo>
                  <a:pt x="0" y="58455"/>
                  <a:pt x="58455" y="0"/>
                  <a:pt x="130564" y="0"/>
                </a:cubicBezTo>
                <a:close/>
              </a:path>
            </a:pathLst>
          </a:custGeom>
          <a:solidFill>
            <a:srgbClr val="00B0F0"/>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72525" tIns="72525" rIns="72525" bIns="34275" anchor="ctr" anchorCtr="0">
            <a:noAutofit/>
          </a:bodyPr>
          <a:lstStyle/>
          <a:p>
            <a:pPr marL="0" marR="0" lvl="0" indent="0" algn="ctr" rtl="0">
              <a:lnSpc>
                <a:spcPct val="90000"/>
              </a:lnSpc>
              <a:spcBef>
                <a:spcPts val="0"/>
              </a:spcBef>
              <a:spcAft>
                <a:spcPts val="0"/>
              </a:spcAft>
              <a:buNone/>
            </a:pPr>
            <a:r>
              <a:rPr lang="en" sz="1800" b="0" i="0" u="none" strike="noStrike" cap="none">
                <a:solidFill>
                  <a:schemeClr val="lt1"/>
                </a:solidFill>
                <a:latin typeface="Arial"/>
                <a:ea typeface="Arial"/>
                <a:cs typeface="Arial"/>
                <a:sym typeface="Arial"/>
              </a:rPr>
              <a:t>Significance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72"/>
        <p:cNvGrpSpPr/>
        <p:nvPr/>
      </p:nvGrpSpPr>
      <p:grpSpPr>
        <a:xfrm>
          <a:off x="0" y="0"/>
          <a:ext cx="0" cy="0"/>
          <a:chOff x="0" y="0"/>
          <a:chExt cx="0" cy="0"/>
        </a:xfrm>
      </p:grpSpPr>
      <p:sp>
        <p:nvSpPr>
          <p:cNvPr id="773" name="Google Shape;773;p6"/>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4.1.2  Cloning a Remote Repository</a:t>
            </a:r>
            <a:endParaRPr/>
          </a:p>
        </p:txBody>
      </p:sp>
      <p:sp>
        <p:nvSpPr>
          <p:cNvPr id="774" name="Google Shape;774;p6"/>
          <p:cNvSpPr txBox="1">
            <a:spLocks noGrp="1"/>
          </p:cNvSpPr>
          <p:nvPr>
            <p:ph type="body" idx="1"/>
          </p:nvPr>
        </p:nvSpPr>
        <p:spPr>
          <a:xfrm>
            <a:off x="514350" y="1304995"/>
            <a:ext cx="10273812" cy="4840828"/>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1800"/>
              <a:buNone/>
            </a:pPr>
            <a:r>
              <a:rPr lang="en"/>
              <a:t>It involves obtaining a local copy of the project, enabling active contribution and synchronization with the remote codebase.</a:t>
            </a:r>
            <a:endParaRPr/>
          </a:p>
          <a:p>
            <a:pPr marL="0" lvl="0" indent="0" algn="l" rtl="0">
              <a:lnSpc>
                <a:spcPct val="120000"/>
              </a:lnSpc>
              <a:spcBef>
                <a:spcPts val="838"/>
              </a:spcBef>
              <a:spcAft>
                <a:spcPts val="0"/>
              </a:spcAft>
              <a:buClr>
                <a:schemeClr val="dk1"/>
              </a:buClr>
              <a:buSzPts val="1800"/>
              <a:buNone/>
            </a:pPr>
            <a:endParaRPr/>
          </a:p>
        </p:txBody>
      </p:sp>
      <p:sp>
        <p:nvSpPr>
          <p:cNvPr id="775" name="Google Shape;775;p6"/>
          <p:cNvSpPr/>
          <p:nvPr/>
        </p:nvSpPr>
        <p:spPr>
          <a:xfrm>
            <a:off x="436215" y="3278428"/>
            <a:ext cx="3845853" cy="3234800"/>
          </a:xfrm>
          <a:prstGeom prst="roundRect">
            <a:avLst>
              <a:gd name="adj" fmla="val 5636"/>
            </a:avLst>
          </a:prstGeom>
          <a:solidFill>
            <a:srgbClr val="2A5A8A"/>
          </a:solidFill>
          <a:ln w="3810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285750" marR="0" lvl="0" indent="-285750" algn="l" rtl="0">
              <a:lnSpc>
                <a:spcPct val="100000"/>
              </a:lnSpc>
              <a:spcBef>
                <a:spcPts val="0"/>
              </a:spcBef>
              <a:spcAft>
                <a:spcPts val="0"/>
              </a:spcAft>
              <a:buClr>
                <a:schemeClr val="lt1"/>
              </a:buClr>
              <a:buSzPts val="1800"/>
              <a:buFont typeface="Noto Sans Symbols"/>
              <a:buChar char="⭲"/>
            </a:pPr>
            <a:r>
              <a:rPr lang="en" sz="1800" b="0" i="0" u="none" strike="noStrike" cap="none">
                <a:solidFill>
                  <a:schemeClr val="lt1"/>
                </a:solidFill>
                <a:latin typeface="Arial"/>
                <a:ea typeface="Arial"/>
                <a:cs typeface="Arial"/>
                <a:sym typeface="Arial"/>
              </a:rPr>
              <a:t>It efficiently fetches the entire repository, including branches and commit history, ensuring a comprehensive local copy.</a:t>
            </a:r>
            <a:endParaRPr/>
          </a:p>
        </p:txBody>
      </p:sp>
      <p:sp>
        <p:nvSpPr>
          <p:cNvPr id="776" name="Google Shape;776;p6"/>
          <p:cNvSpPr/>
          <p:nvPr/>
        </p:nvSpPr>
        <p:spPr>
          <a:xfrm>
            <a:off x="436215" y="2043455"/>
            <a:ext cx="3709200" cy="1100000"/>
          </a:xfrm>
          <a:prstGeom prst="roundRect">
            <a:avLst>
              <a:gd name="adj" fmla="val 16667"/>
            </a:avLst>
          </a:prstGeom>
          <a:solidFill>
            <a:srgbClr val="1E4062"/>
          </a:solidFill>
          <a:ln w="3810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1800" b="1" i="0" u="none" strike="noStrike" cap="none">
                <a:solidFill>
                  <a:schemeClr val="lt1"/>
                </a:solidFill>
                <a:latin typeface="Arial"/>
                <a:ea typeface="Arial"/>
                <a:cs typeface="Arial"/>
                <a:sym typeface="Arial"/>
              </a:rPr>
              <a:t>Git Clone Command:</a:t>
            </a:r>
            <a:endParaRPr sz="1800" b="1" i="0" u="none" strike="noStrike" cap="none">
              <a:solidFill>
                <a:schemeClr val="lt1"/>
              </a:solidFill>
              <a:latin typeface="Arial"/>
              <a:ea typeface="Arial"/>
              <a:cs typeface="Arial"/>
              <a:sym typeface="Arial"/>
            </a:endParaRPr>
          </a:p>
          <a:p>
            <a:pPr marL="0" marR="0" lvl="0" indent="0" algn="ctr" rtl="0">
              <a:lnSpc>
                <a:spcPct val="100000"/>
              </a:lnSpc>
              <a:spcBef>
                <a:spcPts val="0"/>
              </a:spcBef>
              <a:spcAft>
                <a:spcPts val="0"/>
              </a:spcAft>
              <a:buNone/>
            </a:pPr>
            <a:r>
              <a:rPr lang="en" sz="1800" b="1" i="0" u="none" strike="noStrike" cap="none">
                <a:solidFill>
                  <a:schemeClr val="lt1"/>
                </a:solidFill>
                <a:latin typeface="Courier New"/>
                <a:ea typeface="Courier New"/>
                <a:cs typeface="Courier New"/>
                <a:sym typeface="Courier New"/>
              </a:rPr>
              <a:t>git clone</a:t>
            </a:r>
            <a:endParaRPr sz="1800" b="1" i="0" u="none" strike="noStrike" cap="none">
              <a:solidFill>
                <a:schemeClr val="lt1"/>
              </a:solidFill>
              <a:latin typeface="Courier New"/>
              <a:ea typeface="Courier New"/>
              <a:cs typeface="Courier New"/>
              <a:sym typeface="Courier New"/>
            </a:endParaRPr>
          </a:p>
        </p:txBody>
      </p:sp>
      <p:grpSp>
        <p:nvGrpSpPr>
          <p:cNvPr id="777" name="Google Shape;777;p6"/>
          <p:cNvGrpSpPr/>
          <p:nvPr/>
        </p:nvGrpSpPr>
        <p:grpSpPr>
          <a:xfrm>
            <a:off x="5603088" y="1708993"/>
            <a:ext cx="5921042" cy="4305865"/>
            <a:chOff x="5603088" y="1708993"/>
            <a:chExt cx="5921042" cy="4305865"/>
          </a:xfrm>
        </p:grpSpPr>
        <p:grpSp>
          <p:nvGrpSpPr>
            <p:cNvPr id="778" name="Google Shape;778;p6"/>
            <p:cNvGrpSpPr/>
            <p:nvPr/>
          </p:nvGrpSpPr>
          <p:grpSpPr>
            <a:xfrm>
              <a:off x="5603088" y="1708993"/>
              <a:ext cx="2679702" cy="2679702"/>
              <a:chOff x="5700713" y="1708993"/>
              <a:chExt cx="2679702" cy="2679702"/>
            </a:xfrm>
          </p:grpSpPr>
          <p:pic>
            <p:nvPicPr>
              <p:cNvPr id="779" name="Google Shape;779;p6"/>
              <p:cNvPicPr preferRelativeResize="0"/>
              <p:nvPr/>
            </p:nvPicPr>
            <p:blipFill rotWithShape="1">
              <a:blip r:embed="rId3">
                <a:alphaModFix/>
              </a:blip>
              <a:srcRect/>
              <a:stretch/>
            </p:blipFill>
            <p:spPr>
              <a:xfrm flipH="1">
                <a:off x="5700713" y="1708993"/>
                <a:ext cx="2679702" cy="2679702"/>
              </a:xfrm>
              <a:prstGeom prst="rect">
                <a:avLst/>
              </a:prstGeom>
              <a:noFill/>
              <a:ln>
                <a:noFill/>
              </a:ln>
            </p:spPr>
          </p:pic>
          <p:pic>
            <p:nvPicPr>
              <p:cNvPr id="780" name="Google Shape;780;p6"/>
              <p:cNvPicPr preferRelativeResize="0"/>
              <p:nvPr/>
            </p:nvPicPr>
            <p:blipFill rotWithShape="1">
              <a:blip r:embed="rId4">
                <a:alphaModFix/>
              </a:blip>
              <a:srcRect/>
              <a:stretch/>
            </p:blipFill>
            <p:spPr>
              <a:xfrm>
                <a:off x="6327520" y="2476771"/>
                <a:ext cx="1333368" cy="1333368"/>
              </a:xfrm>
              <a:prstGeom prst="rect">
                <a:avLst/>
              </a:prstGeom>
              <a:noFill/>
              <a:ln>
                <a:noFill/>
              </a:ln>
            </p:spPr>
          </p:pic>
        </p:grpSp>
        <p:grpSp>
          <p:nvGrpSpPr>
            <p:cNvPr id="781" name="Google Shape;781;p6"/>
            <p:cNvGrpSpPr/>
            <p:nvPr/>
          </p:nvGrpSpPr>
          <p:grpSpPr>
            <a:xfrm>
              <a:off x="9467157" y="3810139"/>
              <a:ext cx="1867046" cy="1867046"/>
              <a:chOff x="8693091" y="4278777"/>
              <a:chExt cx="1867046" cy="1867046"/>
            </a:xfrm>
          </p:grpSpPr>
          <p:pic>
            <p:nvPicPr>
              <p:cNvPr id="782" name="Google Shape;782;p6"/>
              <p:cNvPicPr preferRelativeResize="0"/>
              <p:nvPr/>
            </p:nvPicPr>
            <p:blipFill rotWithShape="1">
              <a:blip r:embed="rId5">
                <a:alphaModFix/>
              </a:blip>
              <a:srcRect/>
              <a:stretch/>
            </p:blipFill>
            <p:spPr>
              <a:xfrm>
                <a:off x="8693091" y="4278777"/>
                <a:ext cx="1867046" cy="1867046"/>
              </a:xfrm>
              <a:prstGeom prst="rect">
                <a:avLst/>
              </a:prstGeom>
              <a:noFill/>
              <a:ln>
                <a:noFill/>
              </a:ln>
            </p:spPr>
          </p:pic>
          <p:pic>
            <p:nvPicPr>
              <p:cNvPr id="783" name="Google Shape;783;p6"/>
              <p:cNvPicPr preferRelativeResize="0"/>
              <p:nvPr/>
            </p:nvPicPr>
            <p:blipFill rotWithShape="1">
              <a:blip r:embed="rId4">
                <a:alphaModFix/>
              </a:blip>
              <a:srcRect/>
              <a:stretch/>
            </p:blipFill>
            <p:spPr>
              <a:xfrm>
                <a:off x="9138349" y="4616450"/>
                <a:ext cx="886597" cy="886597"/>
              </a:xfrm>
              <a:prstGeom prst="rect">
                <a:avLst/>
              </a:prstGeom>
              <a:noFill/>
              <a:ln>
                <a:noFill/>
              </a:ln>
            </p:spPr>
          </p:pic>
        </p:grpSp>
        <p:sp>
          <p:nvSpPr>
            <p:cNvPr id="784" name="Google Shape;784;p6"/>
            <p:cNvSpPr txBox="1"/>
            <p:nvPr/>
          </p:nvSpPr>
          <p:spPr>
            <a:xfrm>
              <a:off x="7610059" y="2338911"/>
              <a:ext cx="230063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800" b="1" i="0" u="none" strike="noStrike" cap="none">
                  <a:solidFill>
                    <a:schemeClr val="dk1"/>
                  </a:solidFill>
                  <a:latin typeface="Arial"/>
                  <a:ea typeface="Arial"/>
                  <a:cs typeface="Arial"/>
                  <a:sym typeface="Arial"/>
                </a:rPr>
                <a:t>Remote Repository</a:t>
              </a:r>
              <a:endParaRPr sz="1800" b="1" i="0" u="none" strike="noStrike" cap="none">
                <a:solidFill>
                  <a:schemeClr val="dk1"/>
                </a:solidFill>
                <a:latin typeface="Arial"/>
                <a:ea typeface="Arial"/>
                <a:cs typeface="Arial"/>
                <a:sym typeface="Arial"/>
              </a:endParaRPr>
            </a:p>
          </p:txBody>
        </p:sp>
        <p:sp>
          <p:nvSpPr>
            <p:cNvPr id="785" name="Google Shape;785;p6"/>
            <p:cNvSpPr txBox="1"/>
            <p:nvPr/>
          </p:nvSpPr>
          <p:spPr>
            <a:xfrm>
              <a:off x="9467157" y="5645526"/>
              <a:ext cx="2056973"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800" b="1" i="0" u="none" strike="noStrike" cap="none">
                  <a:solidFill>
                    <a:schemeClr val="dk1"/>
                  </a:solidFill>
                  <a:latin typeface="Arial"/>
                  <a:ea typeface="Arial"/>
                  <a:cs typeface="Arial"/>
                  <a:sym typeface="Arial"/>
                </a:rPr>
                <a:t>Local Repository</a:t>
              </a:r>
              <a:endParaRPr sz="1800" b="1" i="0" u="none" strike="noStrike" cap="none">
                <a:solidFill>
                  <a:schemeClr val="dk1"/>
                </a:solidFill>
                <a:latin typeface="Arial"/>
                <a:ea typeface="Arial"/>
                <a:cs typeface="Arial"/>
                <a:sym typeface="Arial"/>
              </a:endParaRPr>
            </a:p>
          </p:txBody>
        </p:sp>
        <p:sp>
          <p:nvSpPr>
            <p:cNvPr id="786" name="Google Shape;786;p6"/>
            <p:cNvSpPr txBox="1"/>
            <p:nvPr/>
          </p:nvSpPr>
          <p:spPr>
            <a:xfrm>
              <a:off x="7634531" y="4112247"/>
              <a:ext cx="1172116"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800" b="1" i="0" u="none" strike="noStrike" cap="none">
                  <a:solidFill>
                    <a:srgbClr val="3F3F3F"/>
                  </a:solidFill>
                  <a:latin typeface="Arial"/>
                  <a:ea typeface="Arial"/>
                  <a:cs typeface="Arial"/>
                  <a:sym typeface="Arial"/>
                </a:rPr>
                <a:t>git clone</a:t>
              </a:r>
              <a:endParaRPr sz="1800" b="1" i="0" u="none" strike="noStrike" cap="none">
                <a:solidFill>
                  <a:srgbClr val="3F3F3F"/>
                </a:solidFill>
                <a:latin typeface="Arial"/>
                <a:ea typeface="Arial"/>
                <a:cs typeface="Arial"/>
                <a:sym typeface="Arial"/>
              </a:endParaRPr>
            </a:p>
          </p:txBody>
        </p:sp>
        <p:cxnSp>
          <p:nvCxnSpPr>
            <p:cNvPr id="787" name="Google Shape;787;p6"/>
            <p:cNvCxnSpPr/>
            <p:nvPr/>
          </p:nvCxnSpPr>
          <p:spPr>
            <a:xfrm>
              <a:off x="8190070" y="3725409"/>
              <a:ext cx="1277087" cy="865701"/>
            </a:xfrm>
            <a:prstGeom prst="straightConnector1">
              <a:avLst/>
            </a:prstGeom>
            <a:noFill/>
            <a:ln w="76200" cap="flat" cmpd="sng">
              <a:solidFill>
                <a:srgbClr val="595959"/>
              </a:solidFill>
              <a:prstDash val="solid"/>
              <a:miter lim="800000"/>
              <a:headEnd type="oval" w="med" len="med"/>
              <a:tailEnd type="triangle" w="med" len="med"/>
            </a:ln>
          </p:spPr>
        </p:cxn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91"/>
        <p:cNvGrpSpPr/>
        <p:nvPr/>
      </p:nvGrpSpPr>
      <p:grpSpPr>
        <a:xfrm>
          <a:off x="0" y="0"/>
          <a:ext cx="0" cy="0"/>
          <a:chOff x="0" y="0"/>
          <a:chExt cx="0" cy="0"/>
        </a:xfrm>
      </p:grpSpPr>
      <p:sp>
        <p:nvSpPr>
          <p:cNvPr id="792" name="Google Shape;792;p7"/>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4.1.2 Practical Steps</a:t>
            </a:r>
            <a:endParaRPr/>
          </a:p>
        </p:txBody>
      </p:sp>
      <p:sp>
        <p:nvSpPr>
          <p:cNvPr id="793" name="Google Shape;793;p7"/>
          <p:cNvSpPr txBox="1">
            <a:spLocks noGrp="1"/>
          </p:cNvSpPr>
          <p:nvPr>
            <p:ph type="body" idx="1"/>
          </p:nvPr>
        </p:nvSpPr>
        <p:spPr>
          <a:xfrm>
            <a:off x="514350" y="1304995"/>
            <a:ext cx="10273812" cy="4840828"/>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1800"/>
              <a:buNone/>
            </a:pPr>
            <a:r>
              <a:rPr lang="en"/>
              <a:t>Here is how to bring a shared project onto your computer in a few simple steps:</a:t>
            </a:r>
            <a:endParaRPr/>
          </a:p>
          <a:p>
            <a:pPr marL="0" lvl="0" indent="0" algn="l" rtl="0">
              <a:lnSpc>
                <a:spcPct val="120000"/>
              </a:lnSpc>
              <a:spcBef>
                <a:spcPts val="838"/>
              </a:spcBef>
              <a:spcAft>
                <a:spcPts val="0"/>
              </a:spcAft>
              <a:buClr>
                <a:schemeClr val="dk1"/>
              </a:buClr>
              <a:buSzPts val="1800"/>
              <a:buNone/>
            </a:pPr>
            <a:endParaRPr/>
          </a:p>
        </p:txBody>
      </p:sp>
      <p:sp>
        <p:nvSpPr>
          <p:cNvPr id="794" name="Google Shape;794;p7"/>
          <p:cNvSpPr/>
          <p:nvPr/>
        </p:nvSpPr>
        <p:spPr>
          <a:xfrm>
            <a:off x="854764" y="1945652"/>
            <a:ext cx="9170181" cy="972596"/>
          </a:xfrm>
          <a:prstGeom prst="roundRect">
            <a:avLst>
              <a:gd name="adj" fmla="val 16667"/>
            </a:avLst>
          </a:prstGeom>
          <a:solidFill>
            <a:srgbClr val="D8D8D8"/>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540000" tIns="45700" rIns="91425" bIns="45700" anchor="ctr" anchorCtr="0">
            <a:noAutofit/>
          </a:bodyPr>
          <a:lstStyle/>
          <a:p>
            <a:pPr marL="0" marR="0" lvl="0" indent="0" algn="l" rtl="0">
              <a:lnSpc>
                <a:spcPct val="115000"/>
              </a:lnSpc>
              <a:spcBef>
                <a:spcPts val="0"/>
              </a:spcBef>
              <a:spcAft>
                <a:spcPts val="0"/>
              </a:spcAft>
              <a:buNone/>
            </a:pPr>
            <a:r>
              <a:rPr lang="en" sz="1800" b="0" i="0" u="none" strike="noStrike" cap="none">
                <a:solidFill>
                  <a:srgbClr val="3F3F3F"/>
                </a:solidFill>
                <a:latin typeface="Arial"/>
                <a:ea typeface="Arial"/>
                <a:cs typeface="Arial"/>
                <a:sym typeface="Arial"/>
              </a:rPr>
              <a:t>Executing the git clone Command:</a:t>
            </a:r>
            <a:r>
              <a:rPr lang="en" sz="1800" b="0" i="0" u="none" strike="noStrike" cap="none">
                <a:solidFill>
                  <a:srgbClr val="3F3F3F"/>
                </a:solidFill>
                <a:latin typeface="Courier New"/>
                <a:ea typeface="Courier New"/>
                <a:cs typeface="Courier New"/>
                <a:sym typeface="Courier New"/>
              </a:rPr>
              <a:t>git clone</a:t>
            </a:r>
            <a:r>
              <a:rPr lang="en" sz="1800" b="0" i="0" u="none" strike="noStrike" cap="none">
                <a:solidFill>
                  <a:srgbClr val="3F3F3F"/>
                </a:solidFill>
                <a:latin typeface="Arial"/>
                <a:ea typeface="Arial"/>
                <a:cs typeface="Arial"/>
                <a:sym typeface="Arial"/>
              </a:rPr>
              <a:t> </a:t>
            </a:r>
            <a:endParaRPr sz="1800" b="0" i="0" u="none" strike="noStrike" cap="none">
              <a:solidFill>
                <a:srgbClr val="3F3F3F"/>
              </a:solidFill>
              <a:latin typeface="Arial"/>
              <a:ea typeface="Arial"/>
              <a:cs typeface="Arial"/>
              <a:sym typeface="Arial"/>
            </a:endParaRPr>
          </a:p>
          <a:p>
            <a:pPr marL="0" marR="0" lvl="0" indent="0" algn="l" rtl="0">
              <a:lnSpc>
                <a:spcPct val="115000"/>
              </a:lnSpc>
              <a:spcBef>
                <a:spcPts val="0"/>
              </a:spcBef>
              <a:spcAft>
                <a:spcPts val="0"/>
              </a:spcAft>
              <a:buNone/>
            </a:pPr>
            <a:r>
              <a:rPr lang="en" sz="1800" b="0" i="0" u="none" strike="noStrike" cap="none">
                <a:solidFill>
                  <a:srgbClr val="3F3F3F"/>
                </a:solidFill>
                <a:latin typeface="Courier New"/>
                <a:ea typeface="Courier New"/>
                <a:cs typeface="Courier New"/>
                <a:sym typeface="Courier New"/>
              </a:rPr>
              <a:t>https://github.com/example/repository.git</a:t>
            </a:r>
            <a:endParaRPr sz="1800" b="0" i="0" u="none" strike="noStrike" cap="none">
              <a:solidFill>
                <a:srgbClr val="3F3F3F"/>
              </a:solidFill>
              <a:latin typeface="Courier New"/>
              <a:ea typeface="Courier New"/>
              <a:cs typeface="Courier New"/>
              <a:sym typeface="Courier New"/>
            </a:endParaRPr>
          </a:p>
        </p:txBody>
      </p:sp>
      <p:sp>
        <p:nvSpPr>
          <p:cNvPr id="795" name="Google Shape;795;p7"/>
          <p:cNvSpPr/>
          <p:nvPr/>
        </p:nvSpPr>
        <p:spPr>
          <a:xfrm>
            <a:off x="437650" y="1962326"/>
            <a:ext cx="874315" cy="874315"/>
          </a:xfrm>
          <a:prstGeom prst="ellipse">
            <a:avLst/>
          </a:prstGeom>
          <a:solidFill>
            <a:srgbClr val="0070C0"/>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3200" b="1" i="0" u="none" strike="noStrike" cap="none">
                <a:solidFill>
                  <a:schemeClr val="lt1"/>
                </a:solidFill>
                <a:latin typeface="Arial"/>
                <a:ea typeface="Arial"/>
                <a:cs typeface="Arial"/>
                <a:sym typeface="Arial"/>
              </a:rPr>
              <a:t>1</a:t>
            </a:r>
            <a:endParaRPr/>
          </a:p>
        </p:txBody>
      </p:sp>
      <p:sp>
        <p:nvSpPr>
          <p:cNvPr id="796" name="Google Shape;796;p7"/>
          <p:cNvSpPr/>
          <p:nvPr/>
        </p:nvSpPr>
        <p:spPr>
          <a:xfrm>
            <a:off x="854764" y="3089281"/>
            <a:ext cx="9170181" cy="972596"/>
          </a:xfrm>
          <a:prstGeom prst="roundRect">
            <a:avLst>
              <a:gd name="adj" fmla="val 16667"/>
            </a:avLst>
          </a:prstGeom>
          <a:solidFill>
            <a:srgbClr val="F2F2F2"/>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540000" tIns="45700" rIns="91425" bIns="45700" anchor="ctr" anchorCtr="0">
            <a:noAutofit/>
          </a:bodyPr>
          <a:lstStyle/>
          <a:p>
            <a:pPr marL="0" marR="0" lvl="0" indent="0" algn="l" rtl="0">
              <a:lnSpc>
                <a:spcPct val="100000"/>
              </a:lnSpc>
              <a:spcBef>
                <a:spcPts val="0"/>
              </a:spcBef>
              <a:spcAft>
                <a:spcPts val="0"/>
              </a:spcAft>
              <a:buNone/>
            </a:pPr>
            <a:r>
              <a:rPr lang="en" sz="1800" b="0" i="0" u="none" strike="noStrike" cap="none">
                <a:solidFill>
                  <a:srgbClr val="3F3F3F"/>
                </a:solidFill>
                <a:latin typeface="Arial"/>
                <a:ea typeface="Arial"/>
                <a:cs typeface="Arial"/>
                <a:sym typeface="Arial"/>
              </a:rPr>
              <a:t>Seamless Retrieval: </a:t>
            </a:r>
            <a:endParaRPr/>
          </a:p>
          <a:p>
            <a:pPr marL="0" marR="0" lvl="0" indent="0" algn="l" rtl="0">
              <a:lnSpc>
                <a:spcPct val="100000"/>
              </a:lnSpc>
              <a:spcBef>
                <a:spcPts val="133"/>
              </a:spcBef>
              <a:spcAft>
                <a:spcPts val="0"/>
              </a:spcAft>
              <a:buNone/>
            </a:pPr>
            <a:r>
              <a:rPr lang="en" sz="1800" b="0" i="0" u="none" strike="noStrike" cap="none">
                <a:solidFill>
                  <a:srgbClr val="3F3F3F"/>
                </a:solidFill>
                <a:latin typeface="Arial"/>
                <a:ea typeface="Arial"/>
                <a:cs typeface="Arial"/>
                <a:sym typeface="Arial"/>
              </a:rPr>
              <a:t>Fetches entire codebase, branches, and history, creating a new directory, ensuring seamless retrieval.</a:t>
            </a:r>
            <a:endParaRPr sz="1800" b="0" i="0" u="none" strike="noStrike" cap="none">
              <a:solidFill>
                <a:srgbClr val="3F3F3F"/>
              </a:solidFill>
              <a:latin typeface="Arial"/>
              <a:ea typeface="Arial"/>
              <a:cs typeface="Arial"/>
              <a:sym typeface="Arial"/>
            </a:endParaRPr>
          </a:p>
        </p:txBody>
      </p:sp>
      <p:sp>
        <p:nvSpPr>
          <p:cNvPr id="797" name="Google Shape;797;p7"/>
          <p:cNvSpPr/>
          <p:nvPr/>
        </p:nvSpPr>
        <p:spPr>
          <a:xfrm>
            <a:off x="437650" y="3105955"/>
            <a:ext cx="874315" cy="874315"/>
          </a:xfrm>
          <a:prstGeom prst="ellipse">
            <a:avLst/>
          </a:prstGeom>
          <a:solidFill>
            <a:srgbClr val="1F3864"/>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3200" b="1" i="0" u="none" strike="noStrike" cap="none">
                <a:solidFill>
                  <a:schemeClr val="lt1"/>
                </a:solidFill>
                <a:latin typeface="Arial"/>
                <a:ea typeface="Arial"/>
                <a:cs typeface="Arial"/>
                <a:sym typeface="Arial"/>
              </a:rPr>
              <a:t>2</a:t>
            </a:r>
            <a:endParaRPr sz="3200" b="1" i="0" u="none" strike="noStrike" cap="none">
              <a:solidFill>
                <a:schemeClr val="lt1"/>
              </a:solidFill>
              <a:latin typeface="Arial"/>
              <a:ea typeface="Arial"/>
              <a:cs typeface="Arial"/>
              <a:sym typeface="Arial"/>
            </a:endParaRPr>
          </a:p>
        </p:txBody>
      </p:sp>
      <p:sp>
        <p:nvSpPr>
          <p:cNvPr id="798" name="Google Shape;798;p7"/>
          <p:cNvSpPr/>
          <p:nvPr/>
        </p:nvSpPr>
        <p:spPr>
          <a:xfrm>
            <a:off x="854764" y="4232910"/>
            <a:ext cx="9170181" cy="972596"/>
          </a:xfrm>
          <a:prstGeom prst="roundRect">
            <a:avLst>
              <a:gd name="adj" fmla="val 16667"/>
            </a:avLst>
          </a:prstGeom>
          <a:solidFill>
            <a:srgbClr val="D8D8D8"/>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540000" tIns="45700" rIns="91425" bIns="45700" anchor="ctr" anchorCtr="0">
            <a:noAutofit/>
          </a:bodyPr>
          <a:lstStyle/>
          <a:p>
            <a:pPr marL="0" marR="0" lvl="0" indent="0" algn="l" rtl="0">
              <a:lnSpc>
                <a:spcPct val="100000"/>
              </a:lnSpc>
              <a:spcBef>
                <a:spcPts val="0"/>
              </a:spcBef>
              <a:spcAft>
                <a:spcPts val="0"/>
              </a:spcAft>
              <a:buNone/>
            </a:pPr>
            <a:r>
              <a:rPr lang="en" sz="1800" b="0" i="0" u="none" strike="noStrike" cap="none">
                <a:solidFill>
                  <a:srgbClr val="3F3F3F"/>
                </a:solidFill>
                <a:latin typeface="Arial"/>
                <a:ea typeface="Arial"/>
                <a:cs typeface="Arial"/>
                <a:sym typeface="Arial"/>
              </a:rPr>
              <a:t>Verification:</a:t>
            </a:r>
            <a:endParaRPr/>
          </a:p>
          <a:p>
            <a:pPr marL="0" marR="0" lvl="0" indent="0" algn="l" rtl="0">
              <a:lnSpc>
                <a:spcPct val="100000"/>
              </a:lnSpc>
              <a:spcBef>
                <a:spcPts val="133"/>
              </a:spcBef>
              <a:spcAft>
                <a:spcPts val="0"/>
              </a:spcAft>
              <a:buNone/>
            </a:pPr>
            <a:r>
              <a:rPr lang="en" sz="1800" b="0" i="0" u="none" strike="noStrike" cap="none">
                <a:solidFill>
                  <a:srgbClr val="3F3F3F"/>
                </a:solidFill>
                <a:latin typeface="Arial"/>
                <a:ea typeface="Arial"/>
                <a:cs typeface="Arial"/>
                <a:sym typeface="Arial"/>
              </a:rPr>
              <a:t>Confirm retrieval by navigating to the cloned directory </a:t>
            </a:r>
            <a:r>
              <a:rPr lang="en" sz="1800" b="0" i="0" u="none" strike="noStrike" cap="none">
                <a:solidFill>
                  <a:srgbClr val="3F3F3F"/>
                </a:solidFill>
                <a:latin typeface="Courier New"/>
                <a:ea typeface="Courier New"/>
                <a:cs typeface="Courier New"/>
                <a:sym typeface="Courier New"/>
              </a:rPr>
              <a:t>(cd repository).</a:t>
            </a:r>
            <a:endParaRPr sz="1800" b="0" i="0" u="none" strike="noStrike" cap="none">
              <a:solidFill>
                <a:srgbClr val="3F3F3F"/>
              </a:solidFill>
              <a:latin typeface="Courier New"/>
              <a:ea typeface="Courier New"/>
              <a:cs typeface="Courier New"/>
              <a:sym typeface="Courier New"/>
            </a:endParaRPr>
          </a:p>
        </p:txBody>
      </p:sp>
      <p:sp>
        <p:nvSpPr>
          <p:cNvPr id="799" name="Google Shape;799;p7"/>
          <p:cNvSpPr/>
          <p:nvPr/>
        </p:nvSpPr>
        <p:spPr>
          <a:xfrm>
            <a:off x="437650" y="4249584"/>
            <a:ext cx="874315" cy="874315"/>
          </a:xfrm>
          <a:prstGeom prst="ellipse">
            <a:avLst/>
          </a:prstGeom>
          <a:solidFill>
            <a:srgbClr val="0070C0"/>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3200" b="1" i="0" u="none" strike="noStrike" cap="none">
                <a:solidFill>
                  <a:schemeClr val="lt1"/>
                </a:solidFill>
                <a:latin typeface="Arial"/>
                <a:ea typeface="Arial"/>
                <a:cs typeface="Arial"/>
                <a:sym typeface="Arial"/>
              </a:rPr>
              <a:t>3</a:t>
            </a:r>
            <a:endParaRPr sz="3200" b="1" i="0" u="none" strike="noStrike" cap="none">
              <a:solidFill>
                <a:schemeClr val="lt1"/>
              </a:solidFill>
              <a:latin typeface="Arial"/>
              <a:ea typeface="Arial"/>
              <a:cs typeface="Arial"/>
              <a:sym typeface="Arial"/>
            </a:endParaRPr>
          </a:p>
        </p:txBody>
      </p:sp>
      <p:sp>
        <p:nvSpPr>
          <p:cNvPr id="800" name="Google Shape;800;p7"/>
          <p:cNvSpPr/>
          <p:nvPr/>
        </p:nvSpPr>
        <p:spPr>
          <a:xfrm>
            <a:off x="854764" y="5391159"/>
            <a:ext cx="9170181" cy="972596"/>
          </a:xfrm>
          <a:prstGeom prst="roundRect">
            <a:avLst>
              <a:gd name="adj" fmla="val 16667"/>
            </a:avLst>
          </a:prstGeom>
          <a:solidFill>
            <a:srgbClr val="F2F2F2"/>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540000" tIns="45700" rIns="91425" bIns="45700" anchor="ctr" anchorCtr="0">
            <a:noAutofit/>
          </a:bodyPr>
          <a:lstStyle/>
          <a:p>
            <a:pPr marL="0" marR="0" lvl="0" indent="0" algn="l" rtl="0">
              <a:lnSpc>
                <a:spcPct val="100000"/>
              </a:lnSpc>
              <a:spcBef>
                <a:spcPts val="0"/>
              </a:spcBef>
              <a:spcAft>
                <a:spcPts val="0"/>
              </a:spcAft>
              <a:buNone/>
            </a:pPr>
            <a:r>
              <a:rPr lang="en" sz="1800" b="0" i="0" u="none" strike="noStrike" cap="none">
                <a:solidFill>
                  <a:srgbClr val="3F3F3F"/>
                </a:solidFill>
                <a:latin typeface="Arial"/>
                <a:ea typeface="Arial"/>
                <a:cs typeface="Arial"/>
                <a:sym typeface="Arial"/>
              </a:rPr>
              <a:t>Collaboration Readiness</a:t>
            </a:r>
            <a:endParaRPr/>
          </a:p>
          <a:p>
            <a:pPr marL="0" marR="0" lvl="0" indent="0" algn="l" rtl="0">
              <a:lnSpc>
                <a:spcPct val="100000"/>
              </a:lnSpc>
              <a:spcBef>
                <a:spcPts val="0"/>
              </a:spcBef>
              <a:spcAft>
                <a:spcPts val="0"/>
              </a:spcAft>
              <a:buNone/>
            </a:pPr>
            <a:r>
              <a:rPr lang="en" sz="1800" b="0" i="0" u="none" strike="noStrike" cap="none">
                <a:solidFill>
                  <a:srgbClr val="3F3F3F"/>
                </a:solidFill>
                <a:latin typeface="Arial"/>
                <a:ea typeface="Arial"/>
                <a:cs typeface="Arial"/>
                <a:sym typeface="Arial"/>
              </a:rPr>
              <a:t>Prepared for changes and contributions with your local copy.</a:t>
            </a:r>
            <a:endParaRPr sz="1800" b="0" i="0" u="none" strike="noStrike" cap="none">
              <a:solidFill>
                <a:srgbClr val="3F3F3F"/>
              </a:solidFill>
              <a:latin typeface="Arial"/>
              <a:ea typeface="Arial"/>
              <a:cs typeface="Arial"/>
              <a:sym typeface="Arial"/>
            </a:endParaRPr>
          </a:p>
        </p:txBody>
      </p:sp>
      <p:sp>
        <p:nvSpPr>
          <p:cNvPr id="801" name="Google Shape;801;p7"/>
          <p:cNvSpPr/>
          <p:nvPr/>
        </p:nvSpPr>
        <p:spPr>
          <a:xfrm>
            <a:off x="437650" y="5407833"/>
            <a:ext cx="874315" cy="874315"/>
          </a:xfrm>
          <a:prstGeom prst="ellipse">
            <a:avLst/>
          </a:prstGeom>
          <a:solidFill>
            <a:srgbClr val="1F3864"/>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3200" b="1" i="0" u="none" strike="noStrike" cap="none">
                <a:solidFill>
                  <a:schemeClr val="lt1"/>
                </a:solidFill>
                <a:latin typeface="Arial"/>
                <a:ea typeface="Arial"/>
                <a:cs typeface="Arial"/>
                <a:sym typeface="Arial"/>
              </a:rPr>
              <a:t>4</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05"/>
        <p:cNvGrpSpPr/>
        <p:nvPr/>
      </p:nvGrpSpPr>
      <p:grpSpPr>
        <a:xfrm>
          <a:off x="0" y="0"/>
          <a:ext cx="0" cy="0"/>
          <a:chOff x="0" y="0"/>
          <a:chExt cx="0" cy="0"/>
        </a:xfrm>
      </p:grpSpPr>
      <p:sp>
        <p:nvSpPr>
          <p:cNvPr id="806" name="Google Shape;806;p8"/>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4.1.2 Benefits of Cloning</a:t>
            </a:r>
            <a:endParaRPr/>
          </a:p>
        </p:txBody>
      </p:sp>
      <p:sp>
        <p:nvSpPr>
          <p:cNvPr id="807" name="Google Shape;807;p8"/>
          <p:cNvSpPr txBox="1">
            <a:spLocks noGrp="1"/>
          </p:cNvSpPr>
          <p:nvPr>
            <p:ph type="body" idx="1"/>
          </p:nvPr>
        </p:nvSpPr>
        <p:spPr>
          <a:xfrm>
            <a:off x="514350" y="1304995"/>
            <a:ext cx="10273812" cy="4840828"/>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1800"/>
              <a:buNone/>
            </a:pPr>
            <a:r>
              <a:rPr lang="en"/>
              <a:t>Some benefits of cloning are as follows:</a:t>
            </a: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p:txBody>
      </p:sp>
      <p:pic>
        <p:nvPicPr>
          <p:cNvPr id="808" name="Google Shape;808;p8"/>
          <p:cNvPicPr preferRelativeResize="0"/>
          <p:nvPr/>
        </p:nvPicPr>
        <p:blipFill rotWithShape="1">
          <a:blip r:embed="rId3">
            <a:alphaModFix/>
          </a:blip>
          <a:srcRect/>
          <a:stretch/>
        </p:blipFill>
        <p:spPr>
          <a:xfrm>
            <a:off x="8656321" y="3197859"/>
            <a:ext cx="2947964" cy="2947964"/>
          </a:xfrm>
          <a:prstGeom prst="rect">
            <a:avLst/>
          </a:prstGeom>
          <a:noFill/>
          <a:ln>
            <a:noFill/>
          </a:ln>
        </p:spPr>
      </p:pic>
      <p:sp>
        <p:nvSpPr>
          <p:cNvPr id="809" name="Google Shape;809;p8"/>
          <p:cNvSpPr/>
          <p:nvPr/>
        </p:nvSpPr>
        <p:spPr>
          <a:xfrm>
            <a:off x="514350" y="1837708"/>
            <a:ext cx="5186363" cy="1014821"/>
          </a:xfrm>
          <a:prstGeom prst="roundRect">
            <a:avLst>
              <a:gd name="adj" fmla="val 16667"/>
            </a:avLst>
          </a:prstGeom>
          <a:solidFill>
            <a:srgbClr val="323F4F"/>
          </a:solidFill>
          <a:ln w="28575"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715963" marR="0" lvl="0" indent="0" algn="l" rtl="0">
              <a:lnSpc>
                <a:spcPct val="100000"/>
              </a:lnSpc>
              <a:spcBef>
                <a:spcPts val="0"/>
              </a:spcBef>
              <a:spcAft>
                <a:spcPts val="0"/>
              </a:spcAft>
              <a:buNone/>
            </a:pPr>
            <a:r>
              <a:rPr lang="en" sz="2000" b="0" i="0" u="none" strike="noStrike" cap="none">
                <a:solidFill>
                  <a:schemeClr val="lt1"/>
                </a:solidFill>
                <a:latin typeface="Arial"/>
                <a:ea typeface="Arial"/>
                <a:cs typeface="Arial"/>
                <a:sym typeface="Arial"/>
              </a:rPr>
              <a:t>Complete Local Copy</a:t>
            </a:r>
            <a:endParaRPr/>
          </a:p>
        </p:txBody>
      </p:sp>
      <p:sp>
        <p:nvSpPr>
          <p:cNvPr id="810" name="Google Shape;810;p8"/>
          <p:cNvSpPr/>
          <p:nvPr/>
        </p:nvSpPr>
        <p:spPr>
          <a:xfrm>
            <a:off x="208635" y="1841964"/>
            <a:ext cx="1010565" cy="1010565"/>
          </a:xfrm>
          <a:prstGeom prst="ellipse">
            <a:avLst/>
          </a:prstGeom>
          <a:solidFill>
            <a:srgbClr val="00B0F0"/>
          </a:solidFill>
          <a:ln w="28575"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811" name="Google Shape;811;p8"/>
          <p:cNvSpPr/>
          <p:nvPr/>
        </p:nvSpPr>
        <p:spPr>
          <a:xfrm>
            <a:off x="514350" y="2965338"/>
            <a:ext cx="5186363" cy="1014821"/>
          </a:xfrm>
          <a:prstGeom prst="roundRect">
            <a:avLst>
              <a:gd name="adj" fmla="val 16667"/>
            </a:avLst>
          </a:prstGeom>
          <a:solidFill>
            <a:srgbClr val="7F7F7F"/>
          </a:solidFill>
          <a:ln w="28575"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715963" marR="0" lvl="0" indent="0" algn="l" rtl="0">
              <a:lnSpc>
                <a:spcPct val="100000"/>
              </a:lnSpc>
              <a:spcBef>
                <a:spcPts val="0"/>
              </a:spcBef>
              <a:spcAft>
                <a:spcPts val="0"/>
              </a:spcAft>
              <a:buNone/>
            </a:pPr>
            <a:r>
              <a:rPr lang="en" sz="2000" b="0" i="0" u="none" strike="noStrike" cap="none">
                <a:solidFill>
                  <a:schemeClr val="lt1"/>
                </a:solidFill>
                <a:latin typeface="Arial"/>
                <a:ea typeface="Arial"/>
                <a:cs typeface="Arial"/>
                <a:sym typeface="Arial"/>
              </a:rPr>
              <a:t>Offline Work Capability</a:t>
            </a:r>
            <a:endParaRPr/>
          </a:p>
        </p:txBody>
      </p:sp>
      <p:sp>
        <p:nvSpPr>
          <p:cNvPr id="812" name="Google Shape;812;p8"/>
          <p:cNvSpPr/>
          <p:nvPr/>
        </p:nvSpPr>
        <p:spPr>
          <a:xfrm>
            <a:off x="208635" y="2969594"/>
            <a:ext cx="1010565" cy="1010565"/>
          </a:xfrm>
          <a:prstGeom prst="ellipse">
            <a:avLst/>
          </a:prstGeom>
          <a:solidFill>
            <a:srgbClr val="D8D8D8"/>
          </a:solidFill>
          <a:ln w="28575"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813" name="Google Shape;813;p8"/>
          <p:cNvSpPr/>
          <p:nvPr/>
        </p:nvSpPr>
        <p:spPr>
          <a:xfrm>
            <a:off x="514350" y="4109039"/>
            <a:ext cx="5186363" cy="1014821"/>
          </a:xfrm>
          <a:prstGeom prst="roundRect">
            <a:avLst>
              <a:gd name="adj" fmla="val 16667"/>
            </a:avLst>
          </a:prstGeom>
          <a:solidFill>
            <a:srgbClr val="323F4F"/>
          </a:solidFill>
          <a:ln w="28575"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715963" marR="0" lvl="0" indent="0" algn="l" rtl="0">
              <a:lnSpc>
                <a:spcPct val="100000"/>
              </a:lnSpc>
              <a:spcBef>
                <a:spcPts val="0"/>
              </a:spcBef>
              <a:spcAft>
                <a:spcPts val="0"/>
              </a:spcAft>
              <a:buNone/>
            </a:pPr>
            <a:r>
              <a:rPr lang="en" sz="2000" b="0" i="0" u="none" strike="noStrike" cap="none">
                <a:solidFill>
                  <a:schemeClr val="lt1"/>
                </a:solidFill>
                <a:latin typeface="Arial"/>
                <a:ea typeface="Arial"/>
                <a:cs typeface="Arial"/>
                <a:sym typeface="Arial"/>
              </a:rPr>
              <a:t>Efficient Collaboration</a:t>
            </a:r>
            <a:endParaRPr/>
          </a:p>
        </p:txBody>
      </p:sp>
      <p:sp>
        <p:nvSpPr>
          <p:cNvPr id="814" name="Google Shape;814;p8"/>
          <p:cNvSpPr/>
          <p:nvPr/>
        </p:nvSpPr>
        <p:spPr>
          <a:xfrm>
            <a:off x="208635" y="4113295"/>
            <a:ext cx="1010565" cy="1010565"/>
          </a:xfrm>
          <a:prstGeom prst="ellipse">
            <a:avLst/>
          </a:prstGeom>
          <a:solidFill>
            <a:srgbClr val="00B0F0"/>
          </a:solidFill>
          <a:ln w="28575"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815" name="Google Shape;815;p8"/>
          <p:cNvSpPr/>
          <p:nvPr/>
        </p:nvSpPr>
        <p:spPr>
          <a:xfrm>
            <a:off x="514350" y="5310580"/>
            <a:ext cx="5186363" cy="1014821"/>
          </a:xfrm>
          <a:prstGeom prst="roundRect">
            <a:avLst>
              <a:gd name="adj" fmla="val 16667"/>
            </a:avLst>
          </a:prstGeom>
          <a:solidFill>
            <a:srgbClr val="7F7F7F"/>
          </a:solidFill>
          <a:ln w="28575"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715963" marR="0" lvl="0" indent="0" algn="l" rtl="0">
              <a:lnSpc>
                <a:spcPct val="100000"/>
              </a:lnSpc>
              <a:spcBef>
                <a:spcPts val="0"/>
              </a:spcBef>
              <a:spcAft>
                <a:spcPts val="0"/>
              </a:spcAft>
              <a:buNone/>
            </a:pPr>
            <a:r>
              <a:rPr lang="en" sz="2000" b="0" i="0" u="none" strike="noStrike" cap="none">
                <a:solidFill>
                  <a:schemeClr val="lt1"/>
                </a:solidFill>
                <a:latin typeface="Arial"/>
                <a:ea typeface="Arial"/>
                <a:cs typeface="Arial"/>
                <a:sym typeface="Arial"/>
              </a:rPr>
              <a:t>Synchronization with Updates</a:t>
            </a:r>
            <a:endParaRPr/>
          </a:p>
        </p:txBody>
      </p:sp>
      <p:sp>
        <p:nvSpPr>
          <p:cNvPr id="816" name="Google Shape;816;p8"/>
          <p:cNvSpPr/>
          <p:nvPr/>
        </p:nvSpPr>
        <p:spPr>
          <a:xfrm>
            <a:off x="208635" y="5314836"/>
            <a:ext cx="1010565" cy="1010565"/>
          </a:xfrm>
          <a:prstGeom prst="ellipse">
            <a:avLst/>
          </a:prstGeom>
          <a:solidFill>
            <a:srgbClr val="D8D8D8"/>
          </a:solidFill>
          <a:ln w="28575"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817" name="Google Shape;817;p8"/>
          <p:cNvPicPr preferRelativeResize="0"/>
          <p:nvPr/>
        </p:nvPicPr>
        <p:blipFill rotWithShape="1">
          <a:blip r:embed="rId4">
            <a:alphaModFix/>
          </a:blip>
          <a:srcRect/>
          <a:stretch/>
        </p:blipFill>
        <p:spPr>
          <a:xfrm>
            <a:off x="388625" y="2019827"/>
            <a:ext cx="650581" cy="650581"/>
          </a:xfrm>
          <a:prstGeom prst="rect">
            <a:avLst/>
          </a:prstGeom>
          <a:noFill/>
          <a:ln>
            <a:noFill/>
          </a:ln>
        </p:spPr>
      </p:pic>
      <p:pic>
        <p:nvPicPr>
          <p:cNvPr id="818" name="Google Shape;818;p8"/>
          <p:cNvPicPr preferRelativeResize="0"/>
          <p:nvPr/>
        </p:nvPicPr>
        <p:blipFill rotWithShape="1">
          <a:blip r:embed="rId5">
            <a:alphaModFix/>
          </a:blip>
          <a:srcRect/>
          <a:stretch/>
        </p:blipFill>
        <p:spPr>
          <a:xfrm>
            <a:off x="406089" y="5493488"/>
            <a:ext cx="652335" cy="652335"/>
          </a:xfrm>
          <a:prstGeom prst="rect">
            <a:avLst/>
          </a:prstGeom>
          <a:noFill/>
          <a:ln>
            <a:noFill/>
          </a:ln>
        </p:spPr>
      </p:pic>
      <p:pic>
        <p:nvPicPr>
          <p:cNvPr id="819" name="Google Shape;819;p8"/>
          <p:cNvPicPr preferRelativeResize="0"/>
          <p:nvPr/>
        </p:nvPicPr>
        <p:blipFill rotWithShape="1">
          <a:blip r:embed="rId6">
            <a:alphaModFix/>
          </a:blip>
          <a:srcRect/>
          <a:stretch/>
        </p:blipFill>
        <p:spPr>
          <a:xfrm>
            <a:off x="362349" y="4264882"/>
            <a:ext cx="703135" cy="703135"/>
          </a:xfrm>
          <a:prstGeom prst="rect">
            <a:avLst/>
          </a:prstGeom>
          <a:noFill/>
          <a:ln>
            <a:noFill/>
          </a:ln>
        </p:spPr>
      </p:pic>
      <p:pic>
        <p:nvPicPr>
          <p:cNvPr id="820" name="Google Shape;820;p8"/>
          <p:cNvPicPr preferRelativeResize="0"/>
          <p:nvPr/>
        </p:nvPicPr>
        <p:blipFill rotWithShape="1">
          <a:blip r:embed="rId7">
            <a:alphaModFix/>
          </a:blip>
          <a:srcRect/>
          <a:stretch/>
        </p:blipFill>
        <p:spPr>
          <a:xfrm>
            <a:off x="410163" y="3168542"/>
            <a:ext cx="648261" cy="64826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24"/>
        <p:cNvGrpSpPr/>
        <p:nvPr/>
      </p:nvGrpSpPr>
      <p:grpSpPr>
        <a:xfrm>
          <a:off x="0" y="0"/>
          <a:ext cx="0" cy="0"/>
          <a:chOff x="0" y="0"/>
          <a:chExt cx="0" cy="0"/>
        </a:xfrm>
      </p:grpSpPr>
      <p:sp>
        <p:nvSpPr>
          <p:cNvPr id="825" name="Google Shape;825;p9"/>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4.1.3 Tracking Branches</a:t>
            </a:r>
            <a:endParaRPr/>
          </a:p>
        </p:txBody>
      </p:sp>
      <p:sp>
        <p:nvSpPr>
          <p:cNvPr id="826" name="Google Shape;826;p9"/>
          <p:cNvSpPr txBox="1">
            <a:spLocks noGrp="1"/>
          </p:cNvSpPr>
          <p:nvPr>
            <p:ph type="body" idx="1"/>
          </p:nvPr>
        </p:nvSpPr>
        <p:spPr>
          <a:xfrm>
            <a:off x="514350" y="1304995"/>
            <a:ext cx="10273812" cy="4840828"/>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1800"/>
              <a:buNone/>
            </a:pPr>
            <a:r>
              <a:rPr lang="en"/>
              <a:t>Here's a brief guide on Git tracking branches for collaboration.</a:t>
            </a:r>
            <a:endParaRPr/>
          </a:p>
          <a:p>
            <a:pPr marL="285750" lvl="1" indent="-285750" algn="l" rtl="0">
              <a:lnSpc>
                <a:spcPct val="120000"/>
              </a:lnSpc>
              <a:spcBef>
                <a:spcPts val="838"/>
              </a:spcBef>
              <a:spcAft>
                <a:spcPts val="0"/>
              </a:spcAft>
              <a:buClr>
                <a:schemeClr val="dk1"/>
              </a:buClr>
              <a:buSzPts val="1800"/>
              <a:buChar char="⭲"/>
            </a:pPr>
            <a:r>
              <a:rPr lang="en"/>
              <a:t>Local branch linked to a specific remote branch.</a:t>
            </a:r>
            <a:endParaRPr/>
          </a:p>
          <a:p>
            <a:pPr marL="285750" lvl="1" indent="-285750" algn="l" rtl="0">
              <a:lnSpc>
                <a:spcPct val="120000"/>
              </a:lnSpc>
              <a:spcBef>
                <a:spcPts val="838"/>
              </a:spcBef>
              <a:spcAft>
                <a:spcPts val="0"/>
              </a:spcAft>
              <a:buClr>
                <a:schemeClr val="dk1"/>
              </a:buClr>
              <a:buSzPts val="1800"/>
              <a:buChar char="⭲"/>
            </a:pPr>
            <a:r>
              <a:rPr lang="en"/>
              <a:t>Facilitates automatic synchronization for updates.</a:t>
            </a: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p:txBody>
      </p:sp>
      <p:sp>
        <p:nvSpPr>
          <p:cNvPr id="827" name="Google Shape;827;p9"/>
          <p:cNvSpPr/>
          <p:nvPr/>
        </p:nvSpPr>
        <p:spPr>
          <a:xfrm>
            <a:off x="467600" y="2618650"/>
            <a:ext cx="11256800" cy="1997800"/>
          </a:xfrm>
          <a:prstGeom prst="roundRect">
            <a:avLst>
              <a:gd name="adj" fmla="val 0"/>
            </a:avLst>
          </a:prstGeom>
          <a:solidFill>
            <a:srgbClr val="9CC2E5"/>
          </a:solidFill>
          <a:ln w="9525" cap="flat" cmpd="sng">
            <a:solidFill>
              <a:schemeClr val="lt1"/>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121900" rIns="121900" bIns="121900" anchor="ctr" anchorCtr="0">
            <a:noAutofit/>
          </a:bodyPr>
          <a:lstStyle/>
          <a:p>
            <a:pPr marL="0" marR="0" lvl="0" indent="0" algn="l" rtl="0">
              <a:lnSpc>
                <a:spcPct val="115000"/>
              </a:lnSpc>
              <a:spcBef>
                <a:spcPts val="0"/>
              </a:spcBef>
              <a:spcAft>
                <a:spcPts val="0"/>
              </a:spcAft>
              <a:buNone/>
            </a:pPr>
            <a:r>
              <a:rPr lang="en" sz="1800" b="0" i="0" u="none" strike="noStrike" cap="none">
                <a:solidFill>
                  <a:schemeClr val="dk1"/>
                </a:solidFill>
                <a:latin typeface="Arial"/>
                <a:ea typeface="Arial"/>
                <a:cs typeface="Arial"/>
                <a:sym typeface="Arial"/>
              </a:rPr>
              <a:t>Git Command:</a:t>
            </a:r>
            <a:endParaRPr sz="1800" b="0" i="0" u="none" strike="noStrike" cap="none">
              <a:solidFill>
                <a:schemeClr val="dk1"/>
              </a:solidFill>
              <a:latin typeface="Arial"/>
              <a:ea typeface="Arial"/>
              <a:cs typeface="Arial"/>
              <a:sym typeface="Arial"/>
            </a:endParaRPr>
          </a:p>
          <a:p>
            <a:pPr marL="0" marR="0" lvl="0" indent="0" algn="l" rtl="0">
              <a:lnSpc>
                <a:spcPct val="115000"/>
              </a:lnSpc>
              <a:spcBef>
                <a:spcPts val="600"/>
              </a:spcBef>
              <a:spcAft>
                <a:spcPts val="0"/>
              </a:spcAft>
              <a:buNone/>
            </a:pPr>
            <a:r>
              <a:rPr lang="en" sz="1800" b="0" i="0" u="none" strike="noStrike" cap="none">
                <a:solidFill>
                  <a:schemeClr val="dk1"/>
                </a:solidFill>
                <a:latin typeface="Courier New"/>
                <a:ea typeface="Courier New"/>
                <a:cs typeface="Courier New"/>
                <a:sym typeface="Courier New"/>
              </a:rPr>
              <a:t>git branch --set-upstream-to=origin/remote-branch local-branch</a:t>
            </a:r>
            <a:endParaRPr sz="1800" b="0" i="0" u="none" strike="noStrike" cap="none">
              <a:solidFill>
                <a:schemeClr val="dk1"/>
              </a:solidFill>
              <a:latin typeface="Courier New"/>
              <a:ea typeface="Courier New"/>
              <a:cs typeface="Courier New"/>
              <a:sym typeface="Courier New"/>
            </a:endParaRPr>
          </a:p>
          <a:p>
            <a:pPr marL="0" marR="0" lvl="0" indent="0" algn="l" rtl="0">
              <a:lnSpc>
                <a:spcPct val="115000"/>
              </a:lnSpc>
              <a:spcBef>
                <a:spcPts val="600"/>
              </a:spcBef>
              <a:spcAft>
                <a:spcPts val="600"/>
              </a:spcAft>
              <a:buNone/>
            </a:pPr>
            <a:r>
              <a:rPr lang="en" sz="1800" b="0" i="0" u="none" strike="noStrike" cap="none">
                <a:solidFill>
                  <a:schemeClr val="dk1"/>
                </a:solidFill>
                <a:latin typeface="Arial"/>
                <a:ea typeface="Arial"/>
                <a:cs typeface="Arial"/>
                <a:sym typeface="Arial"/>
              </a:rPr>
              <a:t>Here, </a:t>
            </a:r>
            <a:r>
              <a:rPr lang="en" sz="1800" b="0" i="0" u="none" strike="noStrike" cap="none">
                <a:solidFill>
                  <a:schemeClr val="dk1"/>
                </a:solidFill>
                <a:latin typeface="Courier New"/>
                <a:ea typeface="Courier New"/>
                <a:cs typeface="Courier New"/>
                <a:sym typeface="Courier New"/>
              </a:rPr>
              <a:t>origin/remote-branch</a:t>
            </a:r>
            <a:r>
              <a:rPr lang="en" sz="1800" b="0" i="0" u="none" strike="noStrike" cap="none">
                <a:solidFill>
                  <a:schemeClr val="dk1"/>
                </a:solidFill>
                <a:latin typeface="Arial"/>
                <a:ea typeface="Arial"/>
                <a:cs typeface="Arial"/>
                <a:sym typeface="Arial"/>
              </a:rPr>
              <a:t> represents the remote branch you want to track, and </a:t>
            </a:r>
            <a:r>
              <a:rPr lang="en" sz="1800" b="0" i="0" u="none" strike="noStrike" cap="none">
                <a:solidFill>
                  <a:schemeClr val="dk1"/>
                </a:solidFill>
                <a:latin typeface="Courier New"/>
                <a:ea typeface="Courier New"/>
                <a:cs typeface="Courier New"/>
                <a:sym typeface="Courier New"/>
              </a:rPr>
              <a:t>local-branch</a:t>
            </a:r>
            <a:r>
              <a:rPr lang="en" sz="1800" b="0" i="0" u="none" strike="noStrike" cap="none">
                <a:solidFill>
                  <a:schemeClr val="dk1"/>
                </a:solidFill>
                <a:latin typeface="Arial"/>
                <a:ea typeface="Arial"/>
                <a:cs typeface="Arial"/>
                <a:sym typeface="Arial"/>
              </a:rPr>
              <a:t> is the name of your local branch</a:t>
            </a:r>
            <a:endParaRPr sz="1800" b="0" i="0" u="none" strike="noStrike" cap="none">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31"/>
        <p:cNvGrpSpPr/>
        <p:nvPr/>
      </p:nvGrpSpPr>
      <p:grpSpPr>
        <a:xfrm>
          <a:off x="0" y="0"/>
          <a:ext cx="0" cy="0"/>
          <a:chOff x="0" y="0"/>
          <a:chExt cx="0" cy="0"/>
        </a:xfrm>
      </p:grpSpPr>
      <p:sp>
        <p:nvSpPr>
          <p:cNvPr id="832" name="Google Shape;832;p10"/>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4.1.3 Practical Steps Contd.. </a:t>
            </a:r>
            <a:endParaRPr/>
          </a:p>
        </p:txBody>
      </p:sp>
      <p:sp>
        <p:nvSpPr>
          <p:cNvPr id="833" name="Google Shape;833;p10"/>
          <p:cNvSpPr txBox="1">
            <a:spLocks noGrp="1"/>
          </p:cNvSpPr>
          <p:nvPr>
            <p:ph type="body" idx="1"/>
          </p:nvPr>
        </p:nvSpPr>
        <p:spPr>
          <a:xfrm>
            <a:off x="514350" y="1304995"/>
            <a:ext cx="10273812" cy="4840828"/>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1800"/>
              <a:buNone/>
            </a:pPr>
            <a:r>
              <a:rPr lang="en"/>
              <a:t>Here are the practical steps of setting up tracking branches in Git:</a:t>
            </a:r>
            <a:endParaRPr/>
          </a:p>
          <a:p>
            <a:pPr marL="0" lvl="0" indent="0" algn="l" rtl="0">
              <a:lnSpc>
                <a:spcPct val="120000"/>
              </a:lnSpc>
              <a:spcBef>
                <a:spcPts val="838"/>
              </a:spcBef>
              <a:spcAft>
                <a:spcPts val="0"/>
              </a:spcAft>
              <a:buClr>
                <a:schemeClr val="dk1"/>
              </a:buClr>
              <a:buSzPts val="1800"/>
              <a:buNone/>
            </a:pPr>
            <a:endParaRPr/>
          </a:p>
        </p:txBody>
      </p:sp>
      <p:sp>
        <p:nvSpPr>
          <p:cNvPr id="834" name="Google Shape;834;p10"/>
          <p:cNvSpPr/>
          <p:nvPr/>
        </p:nvSpPr>
        <p:spPr>
          <a:xfrm>
            <a:off x="854764" y="2369045"/>
            <a:ext cx="9292845" cy="972596"/>
          </a:xfrm>
          <a:prstGeom prst="roundRect">
            <a:avLst>
              <a:gd name="adj" fmla="val 16667"/>
            </a:avLst>
          </a:prstGeom>
          <a:solidFill>
            <a:srgbClr val="152C43"/>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540000" tIns="45700" rIns="91425" bIns="45700" anchor="t" anchorCtr="0">
            <a:noAutofit/>
          </a:bodyPr>
          <a:lstStyle/>
          <a:p>
            <a:pPr marL="0" marR="0" lvl="0" indent="0" algn="l" rtl="0">
              <a:lnSpc>
                <a:spcPct val="115000"/>
              </a:lnSpc>
              <a:spcBef>
                <a:spcPts val="0"/>
              </a:spcBef>
              <a:spcAft>
                <a:spcPts val="0"/>
              </a:spcAft>
              <a:buNone/>
            </a:pPr>
            <a:r>
              <a:rPr lang="en" sz="1800" b="1" i="0" u="none" strike="noStrike" cap="none">
                <a:solidFill>
                  <a:srgbClr val="FFFFFF"/>
                </a:solidFill>
                <a:latin typeface="Arial"/>
                <a:ea typeface="Arial"/>
                <a:cs typeface="Arial"/>
                <a:sym typeface="Arial"/>
              </a:rPr>
              <a:t>Open Terminal or Command Prompt: </a:t>
            </a:r>
            <a:endParaRPr sz="1800" b="1" i="0" u="none" strike="noStrike" cap="none">
              <a:solidFill>
                <a:srgbClr val="FFFFFF"/>
              </a:solidFill>
              <a:latin typeface="Arial"/>
              <a:ea typeface="Arial"/>
              <a:cs typeface="Arial"/>
              <a:sym typeface="Arial"/>
            </a:endParaRPr>
          </a:p>
          <a:p>
            <a:pPr marL="0" marR="0" lvl="0" indent="0" algn="l" rtl="0">
              <a:lnSpc>
                <a:spcPct val="115000"/>
              </a:lnSpc>
              <a:spcBef>
                <a:spcPts val="0"/>
              </a:spcBef>
              <a:spcAft>
                <a:spcPts val="0"/>
              </a:spcAft>
              <a:buNone/>
            </a:pPr>
            <a:r>
              <a:rPr lang="en" sz="1800" b="0" i="0" u="none" strike="noStrike" cap="none">
                <a:solidFill>
                  <a:srgbClr val="FFFFFF"/>
                </a:solidFill>
                <a:latin typeface="Arial"/>
                <a:ea typeface="Arial"/>
                <a:cs typeface="Arial"/>
                <a:sym typeface="Arial"/>
              </a:rPr>
              <a:t>Launch your terminal or command prompt on your local machine.</a:t>
            </a:r>
            <a:endParaRPr/>
          </a:p>
        </p:txBody>
      </p:sp>
      <p:sp>
        <p:nvSpPr>
          <p:cNvPr id="835" name="Google Shape;835;p10"/>
          <p:cNvSpPr/>
          <p:nvPr/>
        </p:nvSpPr>
        <p:spPr>
          <a:xfrm>
            <a:off x="854764" y="3771136"/>
            <a:ext cx="9292845" cy="972596"/>
          </a:xfrm>
          <a:prstGeom prst="roundRect">
            <a:avLst>
              <a:gd name="adj" fmla="val 16667"/>
            </a:avLst>
          </a:prstGeom>
          <a:solidFill>
            <a:srgbClr val="22476C"/>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540000" tIns="45700" rIns="91425" bIns="45700" anchor="t" anchorCtr="0">
            <a:noAutofit/>
          </a:bodyPr>
          <a:lstStyle/>
          <a:p>
            <a:pPr marL="0" marR="0" lvl="0" indent="0" algn="l" rtl="0">
              <a:lnSpc>
                <a:spcPct val="115000"/>
              </a:lnSpc>
              <a:spcBef>
                <a:spcPts val="0"/>
              </a:spcBef>
              <a:spcAft>
                <a:spcPts val="0"/>
              </a:spcAft>
              <a:buNone/>
            </a:pPr>
            <a:r>
              <a:rPr lang="en" sz="1800" b="1" i="0" u="none" strike="noStrike" cap="none">
                <a:solidFill>
                  <a:srgbClr val="FFFFFF"/>
                </a:solidFill>
                <a:latin typeface="Arial"/>
                <a:ea typeface="Arial"/>
                <a:cs typeface="Arial"/>
                <a:sym typeface="Arial"/>
              </a:rPr>
              <a:t>Navigate to Your Project Directory: </a:t>
            </a:r>
            <a:endParaRPr/>
          </a:p>
          <a:p>
            <a:pPr marL="0" marR="0" lvl="0" indent="0" algn="l" rtl="0">
              <a:lnSpc>
                <a:spcPct val="115000"/>
              </a:lnSpc>
              <a:spcBef>
                <a:spcPts val="0"/>
              </a:spcBef>
              <a:spcAft>
                <a:spcPts val="0"/>
              </a:spcAft>
              <a:buNone/>
            </a:pPr>
            <a:r>
              <a:rPr lang="en" sz="1800" b="0" i="0" u="none" strike="noStrike" cap="none">
                <a:solidFill>
                  <a:srgbClr val="FFFFFF"/>
                </a:solidFill>
                <a:latin typeface="Arial"/>
                <a:ea typeface="Arial"/>
                <a:cs typeface="Arial"/>
                <a:sym typeface="Arial"/>
              </a:rPr>
              <a:t>Use the cd command to navigate to the directory where your Git project is located.</a:t>
            </a:r>
            <a:endParaRPr/>
          </a:p>
        </p:txBody>
      </p:sp>
      <p:sp>
        <p:nvSpPr>
          <p:cNvPr id="836" name="Google Shape;836;p10"/>
          <p:cNvSpPr/>
          <p:nvPr/>
        </p:nvSpPr>
        <p:spPr>
          <a:xfrm>
            <a:off x="437650" y="2385719"/>
            <a:ext cx="874315" cy="874315"/>
          </a:xfrm>
          <a:prstGeom prst="ellipse">
            <a:avLst/>
          </a:prstGeom>
          <a:solidFill>
            <a:srgbClr val="0070C0"/>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3200" b="1" i="0" u="none" strike="noStrike" cap="none">
                <a:solidFill>
                  <a:schemeClr val="lt1"/>
                </a:solidFill>
                <a:latin typeface="Arial"/>
                <a:ea typeface="Arial"/>
                <a:cs typeface="Arial"/>
                <a:sym typeface="Arial"/>
              </a:rPr>
              <a:t>1</a:t>
            </a:r>
            <a:endParaRPr/>
          </a:p>
        </p:txBody>
      </p:sp>
      <p:sp>
        <p:nvSpPr>
          <p:cNvPr id="837" name="Google Shape;837;p10"/>
          <p:cNvSpPr/>
          <p:nvPr/>
        </p:nvSpPr>
        <p:spPr>
          <a:xfrm>
            <a:off x="437650" y="3779473"/>
            <a:ext cx="874315" cy="874315"/>
          </a:xfrm>
          <a:prstGeom prst="ellipse">
            <a:avLst/>
          </a:prstGeom>
          <a:solidFill>
            <a:srgbClr val="0070C0"/>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3200" b="1" i="0" u="none" strike="noStrike" cap="none">
                <a:solidFill>
                  <a:schemeClr val="lt1"/>
                </a:solidFill>
                <a:latin typeface="Arial"/>
                <a:ea typeface="Arial"/>
                <a:cs typeface="Arial"/>
                <a:sym typeface="Arial"/>
              </a:rPr>
              <a:t>2</a:t>
            </a:r>
            <a:endParaRPr sz="3200" b="1" i="0" u="none" strike="noStrike" cap="none">
              <a:solidFill>
                <a:schemeClr val="lt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41"/>
        <p:cNvGrpSpPr/>
        <p:nvPr/>
      </p:nvGrpSpPr>
      <p:grpSpPr>
        <a:xfrm>
          <a:off x="0" y="0"/>
          <a:ext cx="0" cy="0"/>
          <a:chOff x="0" y="0"/>
          <a:chExt cx="0" cy="0"/>
        </a:xfrm>
      </p:grpSpPr>
      <p:sp>
        <p:nvSpPr>
          <p:cNvPr id="842" name="Google Shape;842;p11"/>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4.1.3 Practical Steps Contd.. </a:t>
            </a:r>
            <a:endParaRPr/>
          </a:p>
        </p:txBody>
      </p:sp>
      <p:sp>
        <p:nvSpPr>
          <p:cNvPr id="843" name="Google Shape;843;p11"/>
          <p:cNvSpPr txBox="1">
            <a:spLocks noGrp="1"/>
          </p:cNvSpPr>
          <p:nvPr>
            <p:ph type="body" idx="1"/>
          </p:nvPr>
        </p:nvSpPr>
        <p:spPr>
          <a:xfrm>
            <a:off x="514350" y="1304995"/>
            <a:ext cx="10273812" cy="4840828"/>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1800"/>
              <a:buNone/>
            </a:pPr>
            <a:r>
              <a:rPr lang="en"/>
              <a:t>Here are the practical steps of setting up tracking branches in Git:</a:t>
            </a:r>
            <a:endParaRPr/>
          </a:p>
          <a:p>
            <a:pPr marL="0" lvl="0" indent="0" algn="l" rtl="0">
              <a:lnSpc>
                <a:spcPct val="120000"/>
              </a:lnSpc>
              <a:spcBef>
                <a:spcPts val="838"/>
              </a:spcBef>
              <a:spcAft>
                <a:spcPts val="0"/>
              </a:spcAft>
              <a:buClr>
                <a:schemeClr val="dk1"/>
              </a:buClr>
              <a:buSzPts val="1800"/>
              <a:buNone/>
            </a:pPr>
            <a:endParaRPr/>
          </a:p>
        </p:txBody>
      </p:sp>
      <p:sp>
        <p:nvSpPr>
          <p:cNvPr id="844" name="Google Shape;844;p11"/>
          <p:cNvSpPr txBox="1"/>
          <p:nvPr/>
        </p:nvSpPr>
        <p:spPr>
          <a:xfrm>
            <a:off x="973367" y="2952479"/>
            <a:ext cx="544400" cy="882175"/>
          </a:xfrm>
          <a:prstGeom prst="rect">
            <a:avLst/>
          </a:prstGeom>
          <a:noFill/>
          <a:ln>
            <a:noFill/>
          </a:ln>
        </p:spPr>
        <p:txBody>
          <a:bodyPr spcFirstLastPara="1" wrap="square" lIns="121900" tIns="60925" rIns="121900" bIns="60925" anchor="ctr" anchorCtr="0">
            <a:spAutoFit/>
          </a:bodyPr>
          <a:lstStyle/>
          <a:p>
            <a:pPr marL="0" marR="0" lvl="0" indent="0" algn="ctr" rtl="0">
              <a:lnSpc>
                <a:spcPct val="100000"/>
              </a:lnSpc>
              <a:spcBef>
                <a:spcPts val="0"/>
              </a:spcBef>
              <a:spcAft>
                <a:spcPts val="0"/>
              </a:spcAft>
              <a:buNone/>
            </a:pPr>
            <a:r>
              <a:rPr lang="en" sz="4933" b="1" i="0" u="none" strike="noStrike" cap="none">
                <a:solidFill>
                  <a:srgbClr val="FFFFFF"/>
                </a:solidFill>
                <a:latin typeface="Poppins"/>
                <a:ea typeface="Poppins"/>
                <a:cs typeface="Poppins"/>
                <a:sym typeface="Poppins"/>
              </a:rPr>
              <a:t>3</a:t>
            </a:r>
            <a:endParaRPr sz="3600" b="0" i="0" u="none" strike="noStrike" cap="none">
              <a:solidFill>
                <a:srgbClr val="000000"/>
              </a:solidFill>
              <a:latin typeface="Arial"/>
              <a:ea typeface="Arial"/>
              <a:cs typeface="Arial"/>
              <a:sym typeface="Arial"/>
            </a:endParaRPr>
          </a:p>
        </p:txBody>
      </p:sp>
      <p:sp>
        <p:nvSpPr>
          <p:cNvPr id="845" name="Google Shape;845;p11"/>
          <p:cNvSpPr/>
          <p:nvPr/>
        </p:nvSpPr>
        <p:spPr>
          <a:xfrm>
            <a:off x="854764" y="2369045"/>
            <a:ext cx="9292845" cy="2247405"/>
          </a:xfrm>
          <a:prstGeom prst="roundRect">
            <a:avLst>
              <a:gd name="adj" fmla="val 16667"/>
            </a:avLst>
          </a:prstGeom>
          <a:solidFill>
            <a:srgbClr val="152C43"/>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540000" tIns="45700" rIns="91425" bIns="45700" anchor="t" anchorCtr="0">
            <a:noAutofit/>
          </a:bodyPr>
          <a:lstStyle/>
          <a:p>
            <a:pPr marL="0" marR="0" lvl="0" indent="0" algn="l" rtl="0">
              <a:lnSpc>
                <a:spcPct val="115000"/>
              </a:lnSpc>
              <a:spcBef>
                <a:spcPts val="0"/>
              </a:spcBef>
              <a:spcAft>
                <a:spcPts val="0"/>
              </a:spcAft>
              <a:buNone/>
            </a:pPr>
            <a:r>
              <a:rPr lang="en" sz="1800" b="1" i="0" u="none" strike="noStrike" cap="none">
                <a:solidFill>
                  <a:srgbClr val="FFFFFF"/>
                </a:solidFill>
                <a:latin typeface="Arial"/>
                <a:ea typeface="Arial"/>
                <a:cs typeface="Arial"/>
                <a:sym typeface="Arial"/>
              </a:rPr>
              <a:t>Execute Tracking Branch Command:</a:t>
            </a:r>
            <a:endParaRPr/>
          </a:p>
          <a:p>
            <a:pPr marL="285750" marR="0" lvl="1" indent="-285750" algn="l" rtl="0">
              <a:lnSpc>
                <a:spcPct val="115000"/>
              </a:lnSpc>
              <a:spcBef>
                <a:spcPts val="0"/>
              </a:spcBef>
              <a:spcAft>
                <a:spcPts val="0"/>
              </a:spcAft>
              <a:buClr>
                <a:srgbClr val="FFFFFF"/>
              </a:buClr>
              <a:buSzPts val="1800"/>
              <a:buFont typeface="Noto Sans Symbols"/>
              <a:buChar char="⭲"/>
            </a:pPr>
            <a:r>
              <a:rPr lang="en" sz="1800" b="0" i="0" u="none" strike="noStrike" cap="none">
                <a:solidFill>
                  <a:srgbClr val="FFFFFF"/>
                </a:solidFill>
                <a:latin typeface="Arial"/>
                <a:ea typeface="Arial"/>
                <a:cs typeface="Arial"/>
                <a:sym typeface="Arial"/>
              </a:rPr>
              <a:t>Enter the command: </a:t>
            </a:r>
            <a:r>
              <a:rPr lang="en" sz="1800" b="0" i="0" u="none" strike="noStrike" cap="none">
                <a:solidFill>
                  <a:srgbClr val="FFFFFF"/>
                </a:solidFill>
                <a:latin typeface="Courier New"/>
                <a:ea typeface="Courier New"/>
                <a:cs typeface="Courier New"/>
                <a:sym typeface="Courier New"/>
              </a:rPr>
              <a:t>git branch --set-upstream-to=origin/remote-branch local-branch.</a:t>
            </a:r>
            <a:endParaRPr/>
          </a:p>
          <a:p>
            <a:pPr marL="285750" marR="0" lvl="1" indent="-285750" algn="l" rtl="0">
              <a:lnSpc>
                <a:spcPct val="115000"/>
              </a:lnSpc>
              <a:spcBef>
                <a:spcPts val="0"/>
              </a:spcBef>
              <a:spcAft>
                <a:spcPts val="0"/>
              </a:spcAft>
              <a:buClr>
                <a:srgbClr val="FFFFFF"/>
              </a:buClr>
              <a:buSzPts val="1800"/>
              <a:buFont typeface="Noto Sans Symbols"/>
              <a:buChar char="⭲"/>
            </a:pPr>
            <a:r>
              <a:rPr lang="en" sz="1800" b="0" i="0" u="none" strike="noStrike" cap="none">
                <a:solidFill>
                  <a:srgbClr val="FFFFFF"/>
                </a:solidFill>
                <a:latin typeface="Arial"/>
                <a:ea typeface="Arial"/>
                <a:cs typeface="Arial"/>
                <a:sym typeface="Arial"/>
              </a:rPr>
              <a:t>Replace "origin/remote-branch" with the name of the remote branch you want to track and "local-branch" with your local branch name.</a:t>
            </a:r>
            <a:endParaRPr sz="1800" b="0" i="0" u="none" strike="noStrike" cap="none">
              <a:solidFill>
                <a:srgbClr val="FFFFFF"/>
              </a:solidFill>
              <a:latin typeface="Arial"/>
              <a:ea typeface="Arial"/>
              <a:cs typeface="Arial"/>
              <a:sym typeface="Arial"/>
            </a:endParaRPr>
          </a:p>
        </p:txBody>
      </p:sp>
      <p:sp>
        <p:nvSpPr>
          <p:cNvPr id="846" name="Google Shape;846;p11"/>
          <p:cNvSpPr/>
          <p:nvPr/>
        </p:nvSpPr>
        <p:spPr>
          <a:xfrm>
            <a:off x="437650" y="2385719"/>
            <a:ext cx="874315" cy="874315"/>
          </a:xfrm>
          <a:prstGeom prst="ellipse">
            <a:avLst/>
          </a:prstGeom>
          <a:solidFill>
            <a:srgbClr val="0070C0"/>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3200" b="1" i="0" u="none" strike="noStrike" cap="none">
                <a:solidFill>
                  <a:schemeClr val="lt1"/>
                </a:solidFill>
                <a:latin typeface="Arial"/>
                <a:ea typeface="Arial"/>
                <a:cs typeface="Arial"/>
                <a:sym typeface="Arial"/>
              </a:rPr>
              <a:t>3</a:t>
            </a:r>
            <a:endParaRPr sz="3200" b="1" i="0" u="none" strike="noStrike" cap="none">
              <a:solidFill>
                <a:schemeClr val="lt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50"/>
        <p:cNvGrpSpPr/>
        <p:nvPr/>
      </p:nvGrpSpPr>
      <p:grpSpPr>
        <a:xfrm>
          <a:off x="0" y="0"/>
          <a:ext cx="0" cy="0"/>
          <a:chOff x="0" y="0"/>
          <a:chExt cx="0" cy="0"/>
        </a:xfrm>
      </p:grpSpPr>
      <p:sp>
        <p:nvSpPr>
          <p:cNvPr id="851" name="Google Shape;851;p12"/>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4.1.3 Practical Steps Contd.. </a:t>
            </a:r>
            <a:endParaRPr/>
          </a:p>
        </p:txBody>
      </p:sp>
      <p:sp>
        <p:nvSpPr>
          <p:cNvPr id="852" name="Google Shape;852;p12"/>
          <p:cNvSpPr txBox="1">
            <a:spLocks noGrp="1"/>
          </p:cNvSpPr>
          <p:nvPr>
            <p:ph type="body" idx="1"/>
          </p:nvPr>
        </p:nvSpPr>
        <p:spPr>
          <a:xfrm>
            <a:off x="514350" y="1304995"/>
            <a:ext cx="10273812" cy="4840828"/>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1800"/>
              <a:buNone/>
            </a:pPr>
            <a:r>
              <a:rPr lang="en"/>
              <a:t>Here are the practical steps of setting up tracking branches in Git:</a:t>
            </a:r>
            <a:endParaRPr/>
          </a:p>
          <a:p>
            <a:pPr marL="0" lvl="0" indent="0" algn="l" rtl="0">
              <a:lnSpc>
                <a:spcPct val="120000"/>
              </a:lnSpc>
              <a:spcBef>
                <a:spcPts val="838"/>
              </a:spcBef>
              <a:spcAft>
                <a:spcPts val="0"/>
              </a:spcAft>
              <a:buClr>
                <a:schemeClr val="dk1"/>
              </a:buClr>
              <a:buSzPts val="1800"/>
              <a:buNone/>
            </a:pPr>
            <a:endParaRPr/>
          </a:p>
        </p:txBody>
      </p:sp>
      <p:sp>
        <p:nvSpPr>
          <p:cNvPr id="853" name="Google Shape;853;p12"/>
          <p:cNvSpPr/>
          <p:nvPr/>
        </p:nvSpPr>
        <p:spPr>
          <a:xfrm>
            <a:off x="854764" y="2369045"/>
            <a:ext cx="9292845" cy="1690628"/>
          </a:xfrm>
          <a:prstGeom prst="roundRect">
            <a:avLst>
              <a:gd name="adj" fmla="val 16667"/>
            </a:avLst>
          </a:prstGeom>
          <a:solidFill>
            <a:srgbClr val="152C43"/>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540000" tIns="45700" rIns="91425" bIns="45700" anchor="t" anchorCtr="0">
            <a:noAutofit/>
          </a:bodyPr>
          <a:lstStyle/>
          <a:p>
            <a:pPr marL="0" marR="0" lvl="0" indent="0" algn="l" rtl="0">
              <a:lnSpc>
                <a:spcPct val="115000"/>
              </a:lnSpc>
              <a:spcBef>
                <a:spcPts val="0"/>
              </a:spcBef>
              <a:spcAft>
                <a:spcPts val="0"/>
              </a:spcAft>
              <a:buNone/>
            </a:pPr>
            <a:r>
              <a:rPr lang="en" sz="1800" b="1" i="0" u="none" strike="noStrike" cap="none">
                <a:solidFill>
                  <a:srgbClr val="FFFFFF"/>
                </a:solidFill>
                <a:latin typeface="Arial"/>
                <a:ea typeface="Arial"/>
                <a:cs typeface="Arial"/>
                <a:sym typeface="Arial"/>
              </a:rPr>
              <a:t>Verify Tracking Setup:</a:t>
            </a:r>
            <a:endParaRPr/>
          </a:p>
          <a:p>
            <a:pPr marL="0" marR="0" lvl="0" indent="0" algn="l" rtl="0">
              <a:lnSpc>
                <a:spcPct val="115000"/>
              </a:lnSpc>
              <a:spcBef>
                <a:spcPts val="0"/>
              </a:spcBef>
              <a:spcAft>
                <a:spcPts val="0"/>
              </a:spcAft>
              <a:buNone/>
            </a:pPr>
            <a:endParaRPr sz="1800" b="1" i="0" u="none" strike="noStrike" cap="none">
              <a:solidFill>
                <a:srgbClr val="FFFFFF"/>
              </a:solidFill>
              <a:latin typeface="Arial"/>
              <a:ea typeface="Arial"/>
              <a:cs typeface="Arial"/>
              <a:sym typeface="Arial"/>
            </a:endParaRPr>
          </a:p>
          <a:p>
            <a:pPr marL="0" marR="0" lvl="0" indent="0" algn="l" rtl="0">
              <a:lnSpc>
                <a:spcPct val="115000"/>
              </a:lnSpc>
              <a:spcBef>
                <a:spcPts val="0"/>
              </a:spcBef>
              <a:spcAft>
                <a:spcPts val="0"/>
              </a:spcAft>
              <a:buNone/>
            </a:pPr>
            <a:r>
              <a:rPr lang="en" sz="1800" b="0" i="0" u="none" strike="noStrike" cap="none">
                <a:solidFill>
                  <a:srgbClr val="FFFFFF"/>
                </a:solidFill>
                <a:latin typeface="Arial"/>
                <a:ea typeface="Arial"/>
                <a:cs typeface="Arial"/>
                <a:sym typeface="Arial"/>
              </a:rPr>
              <a:t>Confirm the setup by using </a:t>
            </a:r>
            <a:r>
              <a:rPr lang="en" sz="1800" b="0" i="0" u="none" strike="noStrike" cap="none">
                <a:solidFill>
                  <a:srgbClr val="FFFFFF"/>
                </a:solidFill>
                <a:latin typeface="Courier New"/>
                <a:ea typeface="Courier New"/>
                <a:cs typeface="Courier New"/>
                <a:sym typeface="Courier New"/>
              </a:rPr>
              <a:t>git branch -vv</a:t>
            </a:r>
            <a:r>
              <a:rPr lang="en" sz="1800" b="0" i="0" u="none" strike="noStrike" cap="none">
                <a:solidFill>
                  <a:srgbClr val="FFFFFF"/>
                </a:solidFill>
                <a:latin typeface="Arial"/>
                <a:ea typeface="Arial"/>
                <a:cs typeface="Arial"/>
                <a:sym typeface="Arial"/>
              </a:rPr>
              <a:t> to view the tracking information for your local branches.</a:t>
            </a:r>
            <a:endParaRPr sz="1800" b="0" i="0" u="none" strike="noStrike" cap="none">
              <a:solidFill>
                <a:srgbClr val="FFFFFF"/>
              </a:solidFill>
              <a:latin typeface="Arial"/>
              <a:ea typeface="Arial"/>
              <a:cs typeface="Arial"/>
              <a:sym typeface="Arial"/>
            </a:endParaRPr>
          </a:p>
        </p:txBody>
      </p:sp>
      <p:sp>
        <p:nvSpPr>
          <p:cNvPr id="854" name="Google Shape;854;p12"/>
          <p:cNvSpPr/>
          <p:nvPr/>
        </p:nvSpPr>
        <p:spPr>
          <a:xfrm>
            <a:off x="854764" y="4405693"/>
            <a:ext cx="9292845" cy="1855470"/>
          </a:xfrm>
          <a:prstGeom prst="roundRect">
            <a:avLst>
              <a:gd name="adj" fmla="val 16667"/>
            </a:avLst>
          </a:prstGeom>
          <a:solidFill>
            <a:srgbClr val="22476C"/>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540000" tIns="45700" rIns="91425" bIns="45700" anchor="t" anchorCtr="0">
            <a:noAutofit/>
          </a:bodyPr>
          <a:lstStyle/>
          <a:p>
            <a:pPr marL="0" marR="0" lvl="0" indent="0" algn="l" rtl="0">
              <a:lnSpc>
                <a:spcPct val="115000"/>
              </a:lnSpc>
              <a:spcBef>
                <a:spcPts val="0"/>
              </a:spcBef>
              <a:spcAft>
                <a:spcPts val="0"/>
              </a:spcAft>
              <a:buNone/>
            </a:pPr>
            <a:r>
              <a:rPr lang="en" sz="1800" b="1" i="0" u="none" strike="noStrike" cap="none">
                <a:solidFill>
                  <a:srgbClr val="FFFFFF"/>
                </a:solidFill>
                <a:latin typeface="Arial"/>
                <a:ea typeface="Arial"/>
                <a:cs typeface="Arial"/>
                <a:sym typeface="Arial"/>
              </a:rPr>
              <a:t>Explore Synchronization: </a:t>
            </a:r>
            <a:endParaRPr/>
          </a:p>
          <a:p>
            <a:pPr marL="285750" marR="0" lvl="1" indent="-285750" algn="l" rtl="0">
              <a:lnSpc>
                <a:spcPct val="115000"/>
              </a:lnSpc>
              <a:spcBef>
                <a:spcPts val="0"/>
              </a:spcBef>
              <a:spcAft>
                <a:spcPts val="0"/>
              </a:spcAft>
              <a:buClr>
                <a:srgbClr val="FFFFFF"/>
              </a:buClr>
              <a:buSzPts val="1800"/>
              <a:buFont typeface="Noto Sans Symbols"/>
              <a:buChar char="⭲"/>
            </a:pPr>
            <a:r>
              <a:rPr lang="en" sz="1800" b="0" i="0" u="none" strike="noStrike" cap="none">
                <a:solidFill>
                  <a:srgbClr val="FFFFFF"/>
                </a:solidFill>
                <a:latin typeface="Arial"/>
                <a:ea typeface="Arial"/>
                <a:cs typeface="Arial"/>
                <a:sym typeface="Arial"/>
              </a:rPr>
              <a:t>Make changes in your local branch and use git push to push changes to the remote branch.</a:t>
            </a:r>
            <a:endParaRPr/>
          </a:p>
          <a:p>
            <a:pPr marL="285750" marR="0" lvl="1" indent="-285750" algn="l" rtl="0">
              <a:lnSpc>
                <a:spcPct val="115000"/>
              </a:lnSpc>
              <a:spcBef>
                <a:spcPts val="0"/>
              </a:spcBef>
              <a:spcAft>
                <a:spcPts val="0"/>
              </a:spcAft>
              <a:buClr>
                <a:srgbClr val="FFFFFF"/>
              </a:buClr>
              <a:buSzPts val="1800"/>
              <a:buFont typeface="Noto Sans Symbols"/>
              <a:buChar char="⭲"/>
            </a:pPr>
            <a:r>
              <a:rPr lang="en" sz="1800" b="0" i="0" u="none" strike="noStrike" cap="none">
                <a:solidFill>
                  <a:srgbClr val="FFFFFF"/>
                </a:solidFill>
                <a:latin typeface="Arial"/>
                <a:ea typeface="Arial"/>
                <a:cs typeface="Arial"/>
                <a:sym typeface="Arial"/>
              </a:rPr>
              <a:t>Pull changes from the remote using git pull to ensure bidirectional synchronization.</a:t>
            </a:r>
            <a:endParaRPr sz="1800" b="0" i="0" u="none" strike="noStrike" cap="none">
              <a:solidFill>
                <a:srgbClr val="FFFFFF"/>
              </a:solidFill>
              <a:latin typeface="Arial"/>
              <a:ea typeface="Arial"/>
              <a:cs typeface="Arial"/>
              <a:sym typeface="Arial"/>
            </a:endParaRPr>
          </a:p>
        </p:txBody>
      </p:sp>
      <p:sp>
        <p:nvSpPr>
          <p:cNvPr id="855" name="Google Shape;855;p12"/>
          <p:cNvSpPr/>
          <p:nvPr/>
        </p:nvSpPr>
        <p:spPr>
          <a:xfrm>
            <a:off x="437650" y="2385719"/>
            <a:ext cx="874315" cy="874315"/>
          </a:xfrm>
          <a:prstGeom prst="ellipse">
            <a:avLst/>
          </a:prstGeom>
          <a:solidFill>
            <a:srgbClr val="0070C0"/>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3200" b="1" i="0" u="none" strike="noStrike" cap="none">
                <a:solidFill>
                  <a:schemeClr val="lt1"/>
                </a:solidFill>
                <a:latin typeface="Arial"/>
                <a:ea typeface="Arial"/>
                <a:cs typeface="Arial"/>
                <a:sym typeface="Arial"/>
              </a:rPr>
              <a:t>4</a:t>
            </a:r>
            <a:endParaRPr sz="3200" b="1" i="0" u="none" strike="noStrike" cap="none">
              <a:solidFill>
                <a:schemeClr val="lt1"/>
              </a:solidFill>
              <a:latin typeface="Arial"/>
              <a:ea typeface="Arial"/>
              <a:cs typeface="Arial"/>
              <a:sym typeface="Arial"/>
            </a:endParaRPr>
          </a:p>
        </p:txBody>
      </p:sp>
      <p:sp>
        <p:nvSpPr>
          <p:cNvPr id="856" name="Google Shape;856;p12"/>
          <p:cNvSpPr/>
          <p:nvPr/>
        </p:nvSpPr>
        <p:spPr>
          <a:xfrm>
            <a:off x="437650" y="4414030"/>
            <a:ext cx="874315" cy="874315"/>
          </a:xfrm>
          <a:prstGeom prst="ellipse">
            <a:avLst/>
          </a:prstGeom>
          <a:solidFill>
            <a:srgbClr val="0070C0"/>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3200" b="1" i="0" u="none" strike="noStrike" cap="none">
                <a:solidFill>
                  <a:schemeClr val="lt1"/>
                </a:solidFill>
                <a:latin typeface="Arial"/>
                <a:ea typeface="Arial"/>
                <a:cs typeface="Arial"/>
                <a:sym typeface="Arial"/>
              </a:rPr>
              <a:t>5</a:t>
            </a:r>
            <a:endParaRPr sz="3200" b="1" i="0" u="none" strike="noStrike" cap="none">
              <a:solidFill>
                <a:schemeClr val="lt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60"/>
        <p:cNvGrpSpPr/>
        <p:nvPr/>
      </p:nvGrpSpPr>
      <p:grpSpPr>
        <a:xfrm>
          <a:off x="0" y="0"/>
          <a:ext cx="0" cy="0"/>
          <a:chOff x="0" y="0"/>
          <a:chExt cx="0" cy="0"/>
        </a:xfrm>
      </p:grpSpPr>
      <p:sp>
        <p:nvSpPr>
          <p:cNvPr id="861" name="Google Shape;861;p13"/>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4.1.3 Practical Steps</a:t>
            </a:r>
            <a:endParaRPr/>
          </a:p>
        </p:txBody>
      </p:sp>
      <p:sp>
        <p:nvSpPr>
          <p:cNvPr id="862" name="Google Shape;862;p13"/>
          <p:cNvSpPr txBox="1">
            <a:spLocks noGrp="1"/>
          </p:cNvSpPr>
          <p:nvPr>
            <p:ph type="body" idx="1"/>
          </p:nvPr>
        </p:nvSpPr>
        <p:spPr>
          <a:xfrm>
            <a:off x="514350" y="1304995"/>
            <a:ext cx="10273812" cy="4840828"/>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1800"/>
              <a:buNone/>
            </a:pPr>
            <a:r>
              <a:rPr lang="en"/>
              <a:t>Here are the practical steps of setting up tracking branches in Git:</a:t>
            </a:r>
            <a:endParaRPr/>
          </a:p>
          <a:p>
            <a:pPr marL="0" lvl="0" indent="0" algn="l" rtl="0">
              <a:lnSpc>
                <a:spcPct val="120000"/>
              </a:lnSpc>
              <a:spcBef>
                <a:spcPts val="838"/>
              </a:spcBef>
              <a:spcAft>
                <a:spcPts val="0"/>
              </a:spcAft>
              <a:buClr>
                <a:schemeClr val="dk1"/>
              </a:buClr>
              <a:buSzPts val="1800"/>
              <a:buNone/>
            </a:pPr>
            <a:endParaRPr/>
          </a:p>
        </p:txBody>
      </p:sp>
      <p:sp>
        <p:nvSpPr>
          <p:cNvPr id="863" name="Google Shape;863;p13"/>
          <p:cNvSpPr txBox="1"/>
          <p:nvPr/>
        </p:nvSpPr>
        <p:spPr>
          <a:xfrm>
            <a:off x="973367" y="2952479"/>
            <a:ext cx="544400" cy="882175"/>
          </a:xfrm>
          <a:prstGeom prst="rect">
            <a:avLst/>
          </a:prstGeom>
          <a:noFill/>
          <a:ln>
            <a:noFill/>
          </a:ln>
        </p:spPr>
        <p:txBody>
          <a:bodyPr spcFirstLastPara="1" wrap="square" lIns="121900" tIns="60925" rIns="121900" bIns="60925" anchor="ctr" anchorCtr="0">
            <a:spAutoFit/>
          </a:bodyPr>
          <a:lstStyle/>
          <a:p>
            <a:pPr marL="0" marR="0" lvl="0" indent="0" algn="ctr" rtl="0">
              <a:lnSpc>
                <a:spcPct val="100000"/>
              </a:lnSpc>
              <a:spcBef>
                <a:spcPts val="0"/>
              </a:spcBef>
              <a:spcAft>
                <a:spcPts val="0"/>
              </a:spcAft>
              <a:buNone/>
            </a:pPr>
            <a:r>
              <a:rPr lang="en" sz="4933" b="1" i="0" u="none" strike="noStrike" cap="none">
                <a:solidFill>
                  <a:srgbClr val="FFFFFF"/>
                </a:solidFill>
                <a:latin typeface="Poppins"/>
                <a:ea typeface="Poppins"/>
                <a:cs typeface="Poppins"/>
                <a:sym typeface="Poppins"/>
              </a:rPr>
              <a:t>3</a:t>
            </a:r>
            <a:endParaRPr sz="3600" b="0" i="0" u="none" strike="noStrike" cap="none">
              <a:solidFill>
                <a:srgbClr val="000000"/>
              </a:solidFill>
              <a:latin typeface="Arial"/>
              <a:ea typeface="Arial"/>
              <a:cs typeface="Arial"/>
              <a:sym typeface="Arial"/>
            </a:endParaRPr>
          </a:p>
        </p:txBody>
      </p:sp>
      <p:sp>
        <p:nvSpPr>
          <p:cNvPr id="864" name="Google Shape;864;p13"/>
          <p:cNvSpPr/>
          <p:nvPr/>
        </p:nvSpPr>
        <p:spPr>
          <a:xfrm>
            <a:off x="854764" y="2369045"/>
            <a:ext cx="9292845" cy="1465609"/>
          </a:xfrm>
          <a:prstGeom prst="roundRect">
            <a:avLst>
              <a:gd name="adj" fmla="val 16667"/>
            </a:avLst>
          </a:prstGeom>
          <a:solidFill>
            <a:srgbClr val="152C43"/>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540000" tIns="45700" rIns="91425" bIns="45700" anchor="t" anchorCtr="0">
            <a:noAutofit/>
          </a:bodyPr>
          <a:lstStyle/>
          <a:p>
            <a:pPr marL="0" marR="0" lvl="0" indent="0" algn="l" rtl="0">
              <a:lnSpc>
                <a:spcPct val="115000"/>
              </a:lnSpc>
              <a:spcBef>
                <a:spcPts val="0"/>
              </a:spcBef>
              <a:spcAft>
                <a:spcPts val="0"/>
              </a:spcAft>
              <a:buNone/>
            </a:pPr>
            <a:r>
              <a:rPr lang="en" sz="1800" b="1" i="0" u="none" strike="noStrike" cap="none">
                <a:solidFill>
                  <a:srgbClr val="FFFFFF"/>
                </a:solidFill>
                <a:latin typeface="Arial"/>
                <a:ea typeface="Arial"/>
                <a:cs typeface="Arial"/>
                <a:sym typeface="Arial"/>
              </a:rPr>
              <a:t>Collaborate Seamlessly:</a:t>
            </a:r>
            <a:endParaRPr/>
          </a:p>
          <a:p>
            <a:pPr marL="0" marR="0" lvl="0" indent="0" algn="l" rtl="0">
              <a:lnSpc>
                <a:spcPct val="115000"/>
              </a:lnSpc>
              <a:spcBef>
                <a:spcPts val="0"/>
              </a:spcBef>
              <a:spcAft>
                <a:spcPts val="0"/>
              </a:spcAft>
              <a:buNone/>
            </a:pPr>
            <a:r>
              <a:rPr lang="en" sz="1800" b="0" i="0" u="none" strike="noStrike" cap="none">
                <a:solidFill>
                  <a:srgbClr val="FFFFFF"/>
                </a:solidFill>
                <a:latin typeface="Arial"/>
                <a:ea typeface="Arial"/>
                <a:cs typeface="Arial"/>
                <a:sym typeface="Arial"/>
              </a:rPr>
              <a:t>Now, your local and remote branches are connected, allowing you to collaborate seamlessly with others in the project.</a:t>
            </a:r>
            <a:endParaRPr sz="1800" b="0" i="0" u="none" strike="noStrike" cap="none">
              <a:solidFill>
                <a:srgbClr val="FFFFFF"/>
              </a:solidFill>
              <a:latin typeface="Arial"/>
              <a:ea typeface="Arial"/>
              <a:cs typeface="Arial"/>
              <a:sym typeface="Arial"/>
            </a:endParaRPr>
          </a:p>
        </p:txBody>
      </p:sp>
      <p:sp>
        <p:nvSpPr>
          <p:cNvPr id="865" name="Google Shape;865;p13"/>
          <p:cNvSpPr/>
          <p:nvPr/>
        </p:nvSpPr>
        <p:spPr>
          <a:xfrm>
            <a:off x="437650" y="2385719"/>
            <a:ext cx="874315" cy="874315"/>
          </a:xfrm>
          <a:prstGeom prst="ellipse">
            <a:avLst/>
          </a:prstGeom>
          <a:solidFill>
            <a:srgbClr val="0070C0"/>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3200" b="1" i="0" u="none" strike="noStrike" cap="none">
                <a:solidFill>
                  <a:schemeClr val="lt1"/>
                </a:solidFill>
                <a:latin typeface="Arial"/>
                <a:ea typeface="Arial"/>
                <a:cs typeface="Arial"/>
                <a:sym typeface="Arial"/>
              </a:rPr>
              <a:t>6</a:t>
            </a:r>
            <a:endParaRPr sz="3200" b="1" i="0" u="none" strike="noStrike" cap="none">
              <a:solidFill>
                <a:schemeClr val="lt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69"/>
        <p:cNvGrpSpPr/>
        <p:nvPr/>
      </p:nvGrpSpPr>
      <p:grpSpPr>
        <a:xfrm>
          <a:off x="0" y="0"/>
          <a:ext cx="0" cy="0"/>
          <a:chOff x="0" y="0"/>
          <a:chExt cx="0" cy="0"/>
        </a:xfrm>
      </p:grpSpPr>
      <p:sp>
        <p:nvSpPr>
          <p:cNvPr id="870" name="Google Shape;870;p14"/>
          <p:cNvSpPr/>
          <p:nvPr/>
        </p:nvSpPr>
        <p:spPr>
          <a:xfrm>
            <a:off x="514350" y="1998233"/>
            <a:ext cx="4000000" cy="650240"/>
          </a:xfrm>
          <a:prstGeom prst="roundRect">
            <a:avLst>
              <a:gd name="adj" fmla="val 21320"/>
            </a:avLst>
          </a:prstGeom>
          <a:solidFill>
            <a:srgbClr val="323F4F"/>
          </a:solidFill>
          <a:ln w="28575"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 sz="2400" b="1" i="0" u="none" strike="noStrike" cap="none">
                <a:solidFill>
                  <a:schemeClr val="lt1"/>
                </a:solidFill>
                <a:latin typeface="Arial"/>
                <a:ea typeface="Arial"/>
                <a:cs typeface="Arial"/>
                <a:sym typeface="Arial"/>
              </a:rPr>
              <a:t>Benefits</a:t>
            </a:r>
            <a:endParaRPr sz="2400" b="0" i="0" u="none" strike="noStrike" cap="none">
              <a:solidFill>
                <a:schemeClr val="lt1"/>
              </a:solidFill>
              <a:latin typeface="Arial"/>
              <a:ea typeface="Arial"/>
              <a:cs typeface="Arial"/>
              <a:sym typeface="Arial"/>
            </a:endParaRPr>
          </a:p>
        </p:txBody>
      </p:sp>
      <p:sp>
        <p:nvSpPr>
          <p:cNvPr id="871" name="Google Shape;871;p14"/>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4.1.3 Benefits of Tracking Branches</a:t>
            </a:r>
            <a:endParaRPr/>
          </a:p>
        </p:txBody>
      </p:sp>
      <p:sp>
        <p:nvSpPr>
          <p:cNvPr id="872" name="Google Shape;872;p14"/>
          <p:cNvSpPr txBox="1">
            <a:spLocks noGrp="1"/>
          </p:cNvSpPr>
          <p:nvPr>
            <p:ph type="body" idx="1"/>
          </p:nvPr>
        </p:nvSpPr>
        <p:spPr>
          <a:xfrm>
            <a:off x="514350" y="1304995"/>
            <a:ext cx="10273812" cy="4840828"/>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1800"/>
              <a:buNone/>
            </a:pPr>
            <a:r>
              <a:rPr lang="en"/>
              <a:t>Here are the benefits of Tracking Branches:</a:t>
            </a:r>
            <a:endParaRPr/>
          </a:p>
          <a:p>
            <a:pPr marL="0" lvl="0" indent="0" algn="l" rtl="0">
              <a:lnSpc>
                <a:spcPct val="120000"/>
              </a:lnSpc>
              <a:spcBef>
                <a:spcPts val="838"/>
              </a:spcBef>
              <a:spcAft>
                <a:spcPts val="0"/>
              </a:spcAft>
              <a:buClr>
                <a:schemeClr val="dk1"/>
              </a:buClr>
              <a:buSzPts val="1800"/>
              <a:buNone/>
            </a:pPr>
            <a:endParaRPr/>
          </a:p>
        </p:txBody>
      </p:sp>
      <p:sp>
        <p:nvSpPr>
          <p:cNvPr id="873" name="Google Shape;873;p14"/>
          <p:cNvSpPr/>
          <p:nvPr/>
        </p:nvSpPr>
        <p:spPr>
          <a:xfrm>
            <a:off x="514350" y="2828051"/>
            <a:ext cx="4000000" cy="2556750"/>
          </a:xfrm>
          <a:prstGeom prst="roundRect">
            <a:avLst>
              <a:gd name="adj" fmla="val 5796"/>
            </a:avLst>
          </a:prstGeom>
          <a:solidFill>
            <a:srgbClr val="D8D8D8"/>
          </a:solidFill>
          <a:ln w="28575"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457200" marR="0" lvl="0" indent="-457200" algn="l" rtl="0">
              <a:lnSpc>
                <a:spcPct val="100000"/>
              </a:lnSpc>
              <a:spcBef>
                <a:spcPts val="0"/>
              </a:spcBef>
              <a:spcAft>
                <a:spcPts val="0"/>
              </a:spcAft>
              <a:buClr>
                <a:schemeClr val="dk1"/>
              </a:buClr>
              <a:buSzPts val="1800"/>
              <a:buFont typeface="Calibri"/>
              <a:buAutoNum type="arabicPeriod"/>
            </a:pPr>
            <a:r>
              <a:rPr lang="en" sz="1800" b="1" i="0" u="none" strike="noStrike" cap="none">
                <a:solidFill>
                  <a:schemeClr val="dk1"/>
                </a:solidFill>
                <a:latin typeface="Arial"/>
                <a:ea typeface="Arial"/>
                <a:cs typeface="Arial"/>
                <a:sym typeface="Arial"/>
              </a:rPr>
              <a:t>Automated Synchronization</a:t>
            </a:r>
            <a:endParaRPr/>
          </a:p>
          <a:p>
            <a:pPr marL="457200" marR="0" lvl="0" indent="-457200" algn="l" rtl="0">
              <a:lnSpc>
                <a:spcPct val="100000"/>
              </a:lnSpc>
              <a:spcBef>
                <a:spcPts val="1200"/>
              </a:spcBef>
              <a:spcAft>
                <a:spcPts val="0"/>
              </a:spcAft>
              <a:buClr>
                <a:schemeClr val="dk1"/>
              </a:buClr>
              <a:buSzPts val="1800"/>
              <a:buFont typeface="Calibri"/>
              <a:buAutoNum type="arabicPeriod"/>
            </a:pPr>
            <a:r>
              <a:rPr lang="en" sz="1800" b="1" i="0" u="none" strike="noStrike" cap="none">
                <a:solidFill>
                  <a:schemeClr val="dk1"/>
                </a:solidFill>
                <a:latin typeface="Arial"/>
                <a:ea typeface="Arial"/>
                <a:cs typeface="Arial"/>
                <a:sym typeface="Arial"/>
              </a:rPr>
              <a:t>Efficient Collaboration</a:t>
            </a:r>
            <a:endParaRPr/>
          </a:p>
          <a:p>
            <a:pPr marL="457200" marR="0" lvl="0" indent="-457200" algn="l" rtl="0">
              <a:lnSpc>
                <a:spcPct val="100000"/>
              </a:lnSpc>
              <a:spcBef>
                <a:spcPts val="1200"/>
              </a:spcBef>
              <a:spcAft>
                <a:spcPts val="0"/>
              </a:spcAft>
              <a:buClr>
                <a:schemeClr val="dk1"/>
              </a:buClr>
              <a:buSzPts val="1800"/>
              <a:buFont typeface="Calibri"/>
              <a:buAutoNum type="arabicPeriod"/>
            </a:pPr>
            <a:r>
              <a:rPr lang="en" sz="1800" b="1" i="0" u="none" strike="noStrike" cap="none">
                <a:solidFill>
                  <a:schemeClr val="dk1"/>
                </a:solidFill>
                <a:latin typeface="Arial"/>
                <a:ea typeface="Arial"/>
                <a:cs typeface="Arial"/>
                <a:sym typeface="Arial"/>
              </a:rPr>
              <a:t>Clear Code Visibility</a:t>
            </a:r>
            <a:endParaRPr/>
          </a:p>
          <a:p>
            <a:pPr marL="457200" marR="0" lvl="0" indent="-457200" algn="l" rtl="0">
              <a:lnSpc>
                <a:spcPct val="100000"/>
              </a:lnSpc>
              <a:spcBef>
                <a:spcPts val="1200"/>
              </a:spcBef>
              <a:spcAft>
                <a:spcPts val="0"/>
              </a:spcAft>
              <a:buClr>
                <a:schemeClr val="dk1"/>
              </a:buClr>
              <a:buSzPts val="1800"/>
              <a:buFont typeface="Calibri"/>
              <a:buAutoNum type="arabicPeriod"/>
            </a:pPr>
            <a:r>
              <a:rPr lang="en" sz="1800" b="1" i="0" u="none" strike="noStrike" cap="none">
                <a:solidFill>
                  <a:schemeClr val="dk1"/>
                </a:solidFill>
                <a:latin typeface="Arial"/>
                <a:ea typeface="Arial"/>
                <a:cs typeface="Arial"/>
                <a:sym typeface="Arial"/>
              </a:rPr>
              <a:t>Minimized Errors</a:t>
            </a:r>
            <a:endParaRPr/>
          </a:p>
          <a:p>
            <a:pPr marL="457200" marR="0" lvl="0" indent="-457200" algn="l" rtl="0">
              <a:lnSpc>
                <a:spcPct val="100000"/>
              </a:lnSpc>
              <a:spcBef>
                <a:spcPts val="1200"/>
              </a:spcBef>
              <a:spcAft>
                <a:spcPts val="0"/>
              </a:spcAft>
              <a:buClr>
                <a:schemeClr val="dk1"/>
              </a:buClr>
              <a:buSzPts val="1800"/>
              <a:buFont typeface="Calibri"/>
              <a:buAutoNum type="arabicPeriod"/>
            </a:pPr>
            <a:r>
              <a:rPr lang="en" sz="1800" b="1" i="0" u="none" strike="noStrike" cap="none">
                <a:solidFill>
                  <a:schemeClr val="dk1"/>
                </a:solidFill>
                <a:latin typeface="Arial"/>
                <a:ea typeface="Arial"/>
                <a:cs typeface="Arial"/>
                <a:sym typeface="Arial"/>
              </a:rPr>
              <a:t>Streamlined Contribution Workflow</a:t>
            </a:r>
            <a:endParaRPr sz="1800" b="1" i="0" u="none" strike="noStrike" cap="none">
              <a:solidFill>
                <a:schemeClr val="dk1"/>
              </a:solidFill>
              <a:latin typeface="Arial"/>
              <a:ea typeface="Arial"/>
              <a:cs typeface="Arial"/>
              <a:sym typeface="Arial"/>
            </a:endParaRPr>
          </a:p>
        </p:txBody>
      </p:sp>
      <p:pic>
        <p:nvPicPr>
          <p:cNvPr id="874" name="Google Shape;874;p14"/>
          <p:cNvPicPr preferRelativeResize="0"/>
          <p:nvPr/>
        </p:nvPicPr>
        <p:blipFill rotWithShape="1">
          <a:blip r:embed="rId3">
            <a:alphaModFix/>
          </a:blip>
          <a:srcRect/>
          <a:stretch/>
        </p:blipFill>
        <p:spPr>
          <a:xfrm>
            <a:off x="4756618" y="1818811"/>
            <a:ext cx="7112696" cy="398081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78"/>
        <p:cNvGrpSpPr/>
        <p:nvPr/>
      </p:nvGrpSpPr>
      <p:grpSpPr>
        <a:xfrm>
          <a:off x="0" y="0"/>
          <a:ext cx="0" cy="0"/>
          <a:chOff x="0" y="0"/>
          <a:chExt cx="0" cy="0"/>
        </a:xfrm>
      </p:grpSpPr>
      <p:sp>
        <p:nvSpPr>
          <p:cNvPr id="879" name="Google Shape;879;p15"/>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What did you grasp?</a:t>
            </a:r>
            <a:endParaRPr/>
          </a:p>
          <a:p>
            <a:pPr marL="0" lvl="0" indent="0" algn="l" rtl="0">
              <a:lnSpc>
                <a:spcPct val="90000"/>
              </a:lnSpc>
              <a:spcBef>
                <a:spcPts val="0"/>
              </a:spcBef>
              <a:spcAft>
                <a:spcPts val="0"/>
              </a:spcAft>
              <a:buClr>
                <a:schemeClr val="dk2"/>
              </a:buClr>
              <a:buSzPts val="2800"/>
              <a:buFont typeface="Arial"/>
              <a:buNone/>
            </a:pPr>
            <a:endParaRPr/>
          </a:p>
        </p:txBody>
      </p:sp>
      <p:sp>
        <p:nvSpPr>
          <p:cNvPr id="880" name="Google Shape;880;p15"/>
          <p:cNvSpPr txBox="1">
            <a:spLocks noGrp="1"/>
          </p:cNvSpPr>
          <p:nvPr>
            <p:ph type="body" idx="1"/>
          </p:nvPr>
        </p:nvSpPr>
        <p:spPr>
          <a:xfrm>
            <a:off x="4809152" y="1852369"/>
            <a:ext cx="6690513" cy="3749409"/>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dk1"/>
              </a:buClr>
              <a:buSzPts val="1800"/>
              <a:buFont typeface="Calibri"/>
              <a:buAutoNum type="arabicPeriod"/>
            </a:pPr>
            <a:r>
              <a:rPr lang="en"/>
              <a:t>What does the git clone command do in Git?</a:t>
            </a:r>
            <a:endParaRPr/>
          </a:p>
          <a:p>
            <a:pPr marL="342900" lvl="0" indent="-228600" algn="l" rtl="0">
              <a:lnSpc>
                <a:spcPct val="90000"/>
              </a:lnSpc>
              <a:spcBef>
                <a:spcPts val="1000"/>
              </a:spcBef>
              <a:spcAft>
                <a:spcPts val="0"/>
              </a:spcAft>
              <a:buClr>
                <a:schemeClr val="dk1"/>
              </a:buClr>
              <a:buSzPts val="1800"/>
              <a:buFont typeface="Calibri"/>
              <a:buNone/>
            </a:pPr>
            <a:endParaRPr/>
          </a:p>
          <a:p>
            <a:pPr marL="800100" lvl="1" indent="-442913" algn="l" rtl="0">
              <a:lnSpc>
                <a:spcPct val="90000"/>
              </a:lnSpc>
              <a:spcBef>
                <a:spcPts val="500"/>
              </a:spcBef>
              <a:spcAft>
                <a:spcPts val="0"/>
              </a:spcAft>
              <a:buClr>
                <a:schemeClr val="dk1"/>
              </a:buClr>
              <a:buSzPts val="1800"/>
              <a:buFont typeface="Calibri"/>
              <a:buAutoNum type="alphaUcPeriod"/>
            </a:pPr>
            <a:r>
              <a:rPr lang="en" b="1"/>
              <a:t>Create a new local branch.</a:t>
            </a:r>
            <a:endParaRPr/>
          </a:p>
          <a:p>
            <a:pPr marL="800100" lvl="1" indent="-442913" algn="l" rtl="0">
              <a:lnSpc>
                <a:spcPct val="90000"/>
              </a:lnSpc>
              <a:spcBef>
                <a:spcPts val="500"/>
              </a:spcBef>
              <a:spcAft>
                <a:spcPts val="0"/>
              </a:spcAft>
              <a:buClr>
                <a:schemeClr val="dk1"/>
              </a:buClr>
              <a:buSzPts val="1800"/>
              <a:buFont typeface="Calibri"/>
              <a:buAutoNum type="alphaUcPeriod"/>
            </a:pPr>
            <a:r>
              <a:rPr lang="en" b="1"/>
              <a:t>Download and create a local copy of a remote repository.</a:t>
            </a:r>
            <a:endParaRPr/>
          </a:p>
          <a:p>
            <a:pPr marL="800100" lvl="1" indent="-442913" algn="l" rtl="0">
              <a:lnSpc>
                <a:spcPct val="90000"/>
              </a:lnSpc>
              <a:spcBef>
                <a:spcPts val="500"/>
              </a:spcBef>
              <a:spcAft>
                <a:spcPts val="0"/>
              </a:spcAft>
              <a:buClr>
                <a:schemeClr val="dk1"/>
              </a:buClr>
              <a:buSzPts val="1800"/>
              <a:buFont typeface="Calibri"/>
              <a:buAutoNum type="alphaUcPeriod"/>
            </a:pPr>
            <a:r>
              <a:rPr lang="en" b="1"/>
              <a:t>Delete the current working directory.</a:t>
            </a:r>
            <a:endParaRPr/>
          </a:p>
          <a:p>
            <a:pPr marL="800100" lvl="1" indent="-442913" algn="l" rtl="0">
              <a:lnSpc>
                <a:spcPct val="90000"/>
              </a:lnSpc>
              <a:spcBef>
                <a:spcPts val="500"/>
              </a:spcBef>
              <a:spcAft>
                <a:spcPts val="0"/>
              </a:spcAft>
              <a:buClr>
                <a:schemeClr val="dk1"/>
              </a:buClr>
              <a:buSzPts val="1800"/>
              <a:buFont typeface="Calibri"/>
              <a:buAutoNum type="alphaUcPeriod"/>
            </a:pPr>
            <a:r>
              <a:rPr lang="en" b="1"/>
              <a:t>Merge two branches in the repository.</a:t>
            </a:r>
            <a:endParaRPr/>
          </a:p>
          <a:p>
            <a:pPr marL="0" lvl="0" indent="268288" algn="l" rtl="0">
              <a:lnSpc>
                <a:spcPct val="90000"/>
              </a:lnSpc>
              <a:spcBef>
                <a:spcPts val="1000"/>
              </a:spcBef>
              <a:spcAft>
                <a:spcPts val="0"/>
              </a:spcAft>
              <a:buClr>
                <a:schemeClr val="dk1"/>
              </a:buClr>
              <a:buSzPts val="1800"/>
              <a:buFont typeface="Calibri"/>
              <a:buNone/>
            </a:pPr>
            <a:endParaRPr/>
          </a:p>
          <a:p>
            <a:pPr marL="0" lvl="0" indent="268288" algn="l" rtl="0">
              <a:lnSpc>
                <a:spcPct val="90000"/>
              </a:lnSpc>
              <a:spcBef>
                <a:spcPts val="1000"/>
              </a:spcBef>
              <a:spcAft>
                <a:spcPts val="0"/>
              </a:spcAft>
              <a:buClr>
                <a:schemeClr val="dk1"/>
              </a:buClr>
              <a:buSzPts val="1800"/>
              <a:buFont typeface="Calibri"/>
              <a:buNone/>
            </a:pP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885" name="Google Shape;885;p16"/>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What did you grasp?</a:t>
            </a:r>
            <a:endParaRPr/>
          </a:p>
          <a:p>
            <a:pPr marL="0" lvl="0" indent="0" algn="l" rtl="0">
              <a:lnSpc>
                <a:spcPct val="90000"/>
              </a:lnSpc>
              <a:spcBef>
                <a:spcPts val="0"/>
              </a:spcBef>
              <a:spcAft>
                <a:spcPts val="0"/>
              </a:spcAft>
              <a:buClr>
                <a:schemeClr val="dk2"/>
              </a:buClr>
              <a:buSzPts val="2800"/>
              <a:buFont typeface="Arial"/>
              <a:buNone/>
            </a:pPr>
            <a:endParaRPr/>
          </a:p>
          <a:p>
            <a:pPr marL="0" lvl="0" indent="0" algn="l" rtl="0">
              <a:lnSpc>
                <a:spcPct val="90000"/>
              </a:lnSpc>
              <a:spcBef>
                <a:spcPts val="0"/>
              </a:spcBef>
              <a:spcAft>
                <a:spcPts val="0"/>
              </a:spcAft>
              <a:buClr>
                <a:schemeClr val="dk2"/>
              </a:buClr>
              <a:buSzPts val="2800"/>
              <a:buFont typeface="Arial"/>
              <a:buNone/>
            </a:pPr>
            <a:endParaRPr/>
          </a:p>
        </p:txBody>
      </p:sp>
      <p:sp>
        <p:nvSpPr>
          <p:cNvPr id="886" name="Google Shape;886;p16"/>
          <p:cNvSpPr txBox="1">
            <a:spLocks noGrp="1"/>
          </p:cNvSpPr>
          <p:nvPr>
            <p:ph type="body" idx="1"/>
          </p:nvPr>
        </p:nvSpPr>
        <p:spPr>
          <a:xfrm>
            <a:off x="4809152" y="1852369"/>
            <a:ext cx="6690513" cy="3749409"/>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dk1"/>
              </a:buClr>
              <a:buSzPts val="1800"/>
              <a:buFont typeface="Calibri"/>
              <a:buAutoNum type="arabicPeriod" startAt="2"/>
            </a:pPr>
            <a:r>
              <a:rPr lang="en"/>
              <a:t>What is the purpose of setting up tracking branches in Git?</a:t>
            </a:r>
            <a:endParaRPr/>
          </a:p>
          <a:p>
            <a:pPr marL="342900" lvl="0" indent="-228600" algn="l" rtl="0">
              <a:lnSpc>
                <a:spcPct val="90000"/>
              </a:lnSpc>
              <a:spcBef>
                <a:spcPts val="1000"/>
              </a:spcBef>
              <a:spcAft>
                <a:spcPts val="0"/>
              </a:spcAft>
              <a:buClr>
                <a:schemeClr val="dk1"/>
              </a:buClr>
              <a:buSzPts val="1800"/>
              <a:buFont typeface="Calibri"/>
              <a:buNone/>
            </a:pPr>
            <a:endParaRPr/>
          </a:p>
          <a:p>
            <a:pPr marL="800100" lvl="1" indent="-442913" algn="l" rtl="0">
              <a:lnSpc>
                <a:spcPct val="90000"/>
              </a:lnSpc>
              <a:spcBef>
                <a:spcPts val="500"/>
              </a:spcBef>
              <a:spcAft>
                <a:spcPts val="0"/>
              </a:spcAft>
              <a:buClr>
                <a:schemeClr val="dk1"/>
              </a:buClr>
              <a:buSzPts val="1800"/>
              <a:buFont typeface="Calibri"/>
              <a:buAutoNum type="alphaUcPeriod"/>
            </a:pPr>
            <a:r>
              <a:rPr lang="en" b="1"/>
              <a:t>Enhancing code readability</a:t>
            </a:r>
            <a:endParaRPr/>
          </a:p>
          <a:p>
            <a:pPr marL="800100" lvl="1" indent="-442913" algn="l" rtl="0">
              <a:lnSpc>
                <a:spcPct val="90000"/>
              </a:lnSpc>
              <a:spcBef>
                <a:spcPts val="500"/>
              </a:spcBef>
              <a:spcAft>
                <a:spcPts val="0"/>
              </a:spcAft>
              <a:buClr>
                <a:schemeClr val="dk1"/>
              </a:buClr>
              <a:buSzPts val="1800"/>
              <a:buFont typeface="Calibri"/>
              <a:buAutoNum type="alphaUcPeriod"/>
            </a:pPr>
            <a:r>
              <a:rPr lang="en" b="1"/>
              <a:t>Automating synchronization between local and remote branches</a:t>
            </a:r>
            <a:endParaRPr/>
          </a:p>
          <a:p>
            <a:pPr marL="800100" lvl="1" indent="-442913" algn="l" rtl="0">
              <a:lnSpc>
                <a:spcPct val="90000"/>
              </a:lnSpc>
              <a:spcBef>
                <a:spcPts val="500"/>
              </a:spcBef>
              <a:spcAft>
                <a:spcPts val="0"/>
              </a:spcAft>
              <a:buClr>
                <a:schemeClr val="dk1"/>
              </a:buClr>
              <a:buSzPts val="1800"/>
              <a:buFont typeface="Calibri"/>
              <a:buAutoNum type="alphaUcPeriod"/>
            </a:pPr>
            <a:r>
              <a:rPr lang="en" b="1"/>
              <a:t>Changing the default branch name</a:t>
            </a:r>
            <a:endParaRPr/>
          </a:p>
          <a:p>
            <a:pPr marL="800100" lvl="1" indent="-442913" algn="l" rtl="0">
              <a:lnSpc>
                <a:spcPct val="90000"/>
              </a:lnSpc>
              <a:spcBef>
                <a:spcPts val="500"/>
              </a:spcBef>
              <a:spcAft>
                <a:spcPts val="0"/>
              </a:spcAft>
              <a:buClr>
                <a:schemeClr val="dk1"/>
              </a:buClr>
              <a:buSzPts val="1800"/>
              <a:buFont typeface="Calibri"/>
              <a:buAutoNum type="alphaUcPeriod"/>
            </a:pPr>
            <a:r>
              <a:rPr lang="en" b="1"/>
              <a:t>Deleting local branches</a:t>
            </a:r>
            <a:endParaRPr/>
          </a:p>
          <a:p>
            <a:pPr marL="0" lvl="0" indent="268288" algn="l" rtl="0">
              <a:lnSpc>
                <a:spcPct val="90000"/>
              </a:lnSpc>
              <a:spcBef>
                <a:spcPts val="1000"/>
              </a:spcBef>
              <a:spcAft>
                <a:spcPts val="0"/>
              </a:spcAft>
              <a:buClr>
                <a:schemeClr val="dk1"/>
              </a:buClr>
              <a:buSzPts val="1800"/>
              <a:buFont typeface="Calibri"/>
              <a:buNone/>
            </a:pPr>
            <a:endParaRPr/>
          </a:p>
          <a:p>
            <a:pPr marL="0" lvl="0" indent="268288" algn="l" rtl="0">
              <a:lnSpc>
                <a:spcPct val="90000"/>
              </a:lnSpc>
              <a:spcBef>
                <a:spcPts val="1000"/>
              </a:spcBef>
              <a:spcAft>
                <a:spcPts val="0"/>
              </a:spcAft>
              <a:buClr>
                <a:schemeClr val="dk1"/>
              </a:buClr>
              <a:buSzPts val="1800"/>
              <a:buFont typeface="Calibri"/>
              <a:buNone/>
            </a:pP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90"/>
        <p:cNvGrpSpPr/>
        <p:nvPr/>
      </p:nvGrpSpPr>
      <p:grpSpPr>
        <a:xfrm>
          <a:off x="0" y="0"/>
          <a:ext cx="0" cy="0"/>
          <a:chOff x="0" y="0"/>
          <a:chExt cx="0" cy="0"/>
        </a:xfrm>
      </p:grpSpPr>
      <p:sp>
        <p:nvSpPr>
          <p:cNvPr id="891" name="Google Shape;891;p17"/>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What did you grasp?</a:t>
            </a:r>
            <a:endParaRPr/>
          </a:p>
          <a:p>
            <a:pPr marL="0" lvl="0" indent="0" algn="l" rtl="0">
              <a:lnSpc>
                <a:spcPct val="90000"/>
              </a:lnSpc>
              <a:spcBef>
                <a:spcPts val="0"/>
              </a:spcBef>
              <a:spcAft>
                <a:spcPts val="0"/>
              </a:spcAft>
              <a:buClr>
                <a:schemeClr val="dk2"/>
              </a:buClr>
              <a:buSzPts val="2800"/>
              <a:buFont typeface="Arial"/>
              <a:buNone/>
            </a:pPr>
            <a:endParaRPr/>
          </a:p>
          <a:p>
            <a:pPr marL="0" lvl="0" indent="0" algn="l" rtl="0">
              <a:lnSpc>
                <a:spcPct val="90000"/>
              </a:lnSpc>
              <a:spcBef>
                <a:spcPts val="0"/>
              </a:spcBef>
              <a:spcAft>
                <a:spcPts val="0"/>
              </a:spcAft>
              <a:buClr>
                <a:schemeClr val="dk2"/>
              </a:buClr>
              <a:buSzPts val="2800"/>
              <a:buFont typeface="Arial"/>
              <a:buNone/>
            </a:pPr>
            <a:endParaRPr/>
          </a:p>
        </p:txBody>
      </p:sp>
      <p:sp>
        <p:nvSpPr>
          <p:cNvPr id="892" name="Google Shape;892;p17"/>
          <p:cNvSpPr txBox="1">
            <a:spLocks noGrp="1"/>
          </p:cNvSpPr>
          <p:nvPr>
            <p:ph type="body" idx="1"/>
          </p:nvPr>
        </p:nvSpPr>
        <p:spPr>
          <a:xfrm>
            <a:off x="4809152" y="1852369"/>
            <a:ext cx="6690513" cy="3749409"/>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dk1"/>
              </a:buClr>
              <a:buSzPts val="1800"/>
              <a:buFont typeface="Calibri"/>
              <a:buAutoNum type="arabicPeriod" startAt="3"/>
            </a:pPr>
            <a:r>
              <a:rPr lang="en"/>
              <a:t>What benefit does tracking branches provide in a collaborative development environment?</a:t>
            </a:r>
            <a:endParaRPr/>
          </a:p>
          <a:p>
            <a:pPr marL="342900" lvl="0" indent="-228600" algn="l" rtl="0">
              <a:lnSpc>
                <a:spcPct val="90000"/>
              </a:lnSpc>
              <a:spcBef>
                <a:spcPts val="1000"/>
              </a:spcBef>
              <a:spcAft>
                <a:spcPts val="0"/>
              </a:spcAft>
              <a:buClr>
                <a:schemeClr val="dk1"/>
              </a:buClr>
              <a:buSzPts val="1800"/>
              <a:buFont typeface="Calibri"/>
              <a:buNone/>
            </a:pPr>
            <a:endParaRPr/>
          </a:p>
          <a:p>
            <a:pPr marL="800100" lvl="1" indent="-442913" algn="l" rtl="0">
              <a:lnSpc>
                <a:spcPct val="90000"/>
              </a:lnSpc>
              <a:spcBef>
                <a:spcPts val="500"/>
              </a:spcBef>
              <a:spcAft>
                <a:spcPts val="0"/>
              </a:spcAft>
              <a:buClr>
                <a:schemeClr val="dk1"/>
              </a:buClr>
              <a:buSzPts val="1800"/>
              <a:buFont typeface="Calibri"/>
              <a:buAutoNum type="alphaUcPeriod"/>
            </a:pPr>
            <a:r>
              <a:rPr lang="en" b="1"/>
              <a:t>Increased complexity in the Git workflow</a:t>
            </a:r>
            <a:endParaRPr/>
          </a:p>
          <a:p>
            <a:pPr marL="800100" lvl="1" indent="-442913" algn="l" rtl="0">
              <a:lnSpc>
                <a:spcPct val="90000"/>
              </a:lnSpc>
              <a:spcBef>
                <a:spcPts val="500"/>
              </a:spcBef>
              <a:spcAft>
                <a:spcPts val="0"/>
              </a:spcAft>
              <a:buClr>
                <a:schemeClr val="dk1"/>
              </a:buClr>
              <a:buSzPts val="1800"/>
              <a:buFont typeface="Calibri"/>
              <a:buAutoNum type="alphaUcPeriod"/>
            </a:pPr>
            <a:r>
              <a:rPr lang="en" b="1"/>
              <a:t>Manual synchronization of changes</a:t>
            </a:r>
            <a:endParaRPr/>
          </a:p>
          <a:p>
            <a:pPr marL="800100" lvl="1" indent="-442913" algn="l" rtl="0">
              <a:lnSpc>
                <a:spcPct val="90000"/>
              </a:lnSpc>
              <a:spcBef>
                <a:spcPts val="500"/>
              </a:spcBef>
              <a:spcAft>
                <a:spcPts val="0"/>
              </a:spcAft>
              <a:buClr>
                <a:schemeClr val="dk1"/>
              </a:buClr>
              <a:buSzPts val="1800"/>
              <a:buFont typeface="Calibri"/>
              <a:buAutoNum type="alphaUcPeriod"/>
            </a:pPr>
            <a:r>
              <a:rPr lang="en" b="1"/>
              <a:t>Seamless collaboration and bidirectional synchronization</a:t>
            </a:r>
            <a:endParaRPr/>
          </a:p>
          <a:p>
            <a:pPr marL="800100" lvl="1" indent="-442913" algn="l" rtl="0">
              <a:lnSpc>
                <a:spcPct val="90000"/>
              </a:lnSpc>
              <a:spcBef>
                <a:spcPts val="500"/>
              </a:spcBef>
              <a:spcAft>
                <a:spcPts val="0"/>
              </a:spcAft>
              <a:buClr>
                <a:schemeClr val="dk1"/>
              </a:buClr>
              <a:buSzPts val="1800"/>
              <a:buFont typeface="Calibri"/>
              <a:buAutoNum type="alphaUcPeriod"/>
            </a:pPr>
            <a:r>
              <a:rPr lang="en" b="1"/>
              <a:t>Limited visibility of code changes</a:t>
            </a:r>
            <a:endParaRPr b="1"/>
          </a:p>
          <a:p>
            <a:pPr marL="0" lvl="0" indent="268288" algn="l" rtl="0">
              <a:lnSpc>
                <a:spcPct val="90000"/>
              </a:lnSpc>
              <a:spcBef>
                <a:spcPts val="1000"/>
              </a:spcBef>
              <a:spcAft>
                <a:spcPts val="0"/>
              </a:spcAft>
              <a:buClr>
                <a:schemeClr val="dk1"/>
              </a:buClr>
              <a:buSzPts val="1800"/>
              <a:buFont typeface="Calibri"/>
              <a:buNone/>
            </a:pPr>
            <a:endParaRPr/>
          </a:p>
          <a:p>
            <a:pPr marL="0" lvl="0" indent="268288" algn="l" rtl="0">
              <a:lnSpc>
                <a:spcPct val="90000"/>
              </a:lnSpc>
              <a:spcBef>
                <a:spcPts val="1000"/>
              </a:spcBef>
              <a:spcAft>
                <a:spcPts val="0"/>
              </a:spcAft>
              <a:buClr>
                <a:schemeClr val="dk1"/>
              </a:buClr>
              <a:buSzPts val="1800"/>
              <a:buFont typeface="Calibri"/>
              <a:buNone/>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896"/>
        <p:cNvGrpSpPr/>
        <p:nvPr/>
      </p:nvGrpSpPr>
      <p:grpSpPr>
        <a:xfrm>
          <a:off x="0" y="0"/>
          <a:ext cx="0" cy="0"/>
          <a:chOff x="0" y="0"/>
          <a:chExt cx="0" cy="0"/>
        </a:xfrm>
      </p:grpSpPr>
      <p:sp>
        <p:nvSpPr>
          <p:cNvPr id="897" name="Google Shape;897;p18"/>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What did you grasp?</a:t>
            </a:r>
            <a:endParaRPr/>
          </a:p>
          <a:p>
            <a:pPr marL="0" lvl="0" indent="0" algn="l" rtl="0">
              <a:lnSpc>
                <a:spcPct val="90000"/>
              </a:lnSpc>
              <a:spcBef>
                <a:spcPts val="0"/>
              </a:spcBef>
              <a:spcAft>
                <a:spcPts val="0"/>
              </a:spcAft>
              <a:buClr>
                <a:schemeClr val="dk2"/>
              </a:buClr>
              <a:buSzPts val="2800"/>
              <a:buFont typeface="Arial"/>
              <a:buNone/>
            </a:pPr>
            <a:endParaRPr/>
          </a:p>
          <a:p>
            <a:pPr marL="0" lvl="0" indent="0" algn="l" rtl="0">
              <a:lnSpc>
                <a:spcPct val="90000"/>
              </a:lnSpc>
              <a:spcBef>
                <a:spcPts val="0"/>
              </a:spcBef>
              <a:spcAft>
                <a:spcPts val="0"/>
              </a:spcAft>
              <a:buClr>
                <a:schemeClr val="dk2"/>
              </a:buClr>
              <a:buSzPts val="2800"/>
              <a:buFont typeface="Arial"/>
              <a:buNone/>
            </a:pPr>
            <a:endParaRPr/>
          </a:p>
        </p:txBody>
      </p:sp>
      <p:sp>
        <p:nvSpPr>
          <p:cNvPr id="898" name="Google Shape;898;p18"/>
          <p:cNvSpPr txBox="1">
            <a:spLocks noGrp="1"/>
          </p:cNvSpPr>
          <p:nvPr>
            <p:ph type="body" idx="1"/>
          </p:nvPr>
        </p:nvSpPr>
        <p:spPr>
          <a:xfrm>
            <a:off x="4808538" y="1852613"/>
            <a:ext cx="6691312" cy="3749675"/>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dk1"/>
              </a:buClr>
              <a:buSzPts val="1800"/>
              <a:buFont typeface="Calibri"/>
              <a:buAutoNum type="arabicPeriod" startAt="4"/>
            </a:pPr>
            <a:r>
              <a:rPr lang="en"/>
              <a:t>What is the primary function of a remote repository in Git?</a:t>
            </a:r>
            <a:endParaRPr/>
          </a:p>
          <a:p>
            <a:pPr marL="342900" lvl="0" indent="-228600" algn="l" rtl="0">
              <a:lnSpc>
                <a:spcPct val="90000"/>
              </a:lnSpc>
              <a:spcBef>
                <a:spcPts val="1000"/>
              </a:spcBef>
              <a:spcAft>
                <a:spcPts val="0"/>
              </a:spcAft>
              <a:buClr>
                <a:schemeClr val="dk1"/>
              </a:buClr>
              <a:buSzPts val="1800"/>
              <a:buFont typeface="Calibri"/>
              <a:buNone/>
            </a:pPr>
            <a:endParaRPr/>
          </a:p>
          <a:p>
            <a:pPr marL="800100" lvl="1" indent="-442913" algn="l" rtl="0">
              <a:lnSpc>
                <a:spcPct val="90000"/>
              </a:lnSpc>
              <a:spcBef>
                <a:spcPts val="500"/>
              </a:spcBef>
              <a:spcAft>
                <a:spcPts val="0"/>
              </a:spcAft>
              <a:buClr>
                <a:schemeClr val="dk1"/>
              </a:buClr>
              <a:buSzPts val="1800"/>
              <a:buFont typeface="Calibri"/>
              <a:buAutoNum type="alphaUcPeriod"/>
            </a:pPr>
            <a:r>
              <a:rPr lang="en" b="1"/>
              <a:t>Storing local branches</a:t>
            </a:r>
            <a:endParaRPr/>
          </a:p>
          <a:p>
            <a:pPr marL="800100" lvl="1" indent="-442913" algn="l" rtl="0">
              <a:lnSpc>
                <a:spcPct val="90000"/>
              </a:lnSpc>
              <a:spcBef>
                <a:spcPts val="500"/>
              </a:spcBef>
              <a:spcAft>
                <a:spcPts val="0"/>
              </a:spcAft>
              <a:buClr>
                <a:schemeClr val="dk1"/>
              </a:buClr>
              <a:buSzPts val="1800"/>
              <a:buFont typeface="Calibri"/>
              <a:buAutoNum type="alphaUcPeriod"/>
            </a:pPr>
            <a:r>
              <a:rPr lang="en" b="1"/>
              <a:t>Synchronizing changes between local branches</a:t>
            </a:r>
            <a:endParaRPr/>
          </a:p>
          <a:p>
            <a:pPr marL="800100" lvl="1" indent="-442913" algn="l" rtl="0">
              <a:lnSpc>
                <a:spcPct val="90000"/>
              </a:lnSpc>
              <a:spcBef>
                <a:spcPts val="500"/>
              </a:spcBef>
              <a:spcAft>
                <a:spcPts val="0"/>
              </a:spcAft>
              <a:buClr>
                <a:schemeClr val="dk1"/>
              </a:buClr>
              <a:buSzPts val="1800"/>
              <a:buFont typeface="Calibri"/>
              <a:buAutoNum type="alphaUcPeriod"/>
            </a:pPr>
            <a:r>
              <a:rPr lang="en" b="1"/>
              <a:t>Hosting collaborative coding competitions</a:t>
            </a:r>
            <a:endParaRPr/>
          </a:p>
          <a:p>
            <a:pPr marL="800100" lvl="1" indent="-442913" algn="l" rtl="0">
              <a:lnSpc>
                <a:spcPct val="90000"/>
              </a:lnSpc>
              <a:spcBef>
                <a:spcPts val="500"/>
              </a:spcBef>
              <a:spcAft>
                <a:spcPts val="0"/>
              </a:spcAft>
              <a:buClr>
                <a:schemeClr val="dk1"/>
              </a:buClr>
              <a:buSzPts val="1800"/>
              <a:buFont typeface="Calibri"/>
              <a:buAutoNum type="alphaUcPeriod"/>
            </a:pPr>
            <a:r>
              <a:rPr lang="en" b="1"/>
              <a:t>Displaying commit history</a:t>
            </a:r>
            <a:endParaRPr b="1"/>
          </a:p>
          <a:p>
            <a:pPr marL="0" lvl="0" indent="268288" algn="l" rtl="0">
              <a:lnSpc>
                <a:spcPct val="90000"/>
              </a:lnSpc>
              <a:spcBef>
                <a:spcPts val="1000"/>
              </a:spcBef>
              <a:spcAft>
                <a:spcPts val="0"/>
              </a:spcAft>
              <a:buClr>
                <a:schemeClr val="dk1"/>
              </a:buClr>
              <a:buSzPts val="1800"/>
              <a:buFont typeface="Calibri"/>
              <a:buNone/>
            </a:pPr>
            <a:endParaRPr/>
          </a:p>
          <a:p>
            <a:pPr marL="0" lvl="0" indent="268288" algn="l" rtl="0">
              <a:lnSpc>
                <a:spcPct val="90000"/>
              </a:lnSpc>
              <a:spcBef>
                <a:spcPts val="1000"/>
              </a:spcBef>
              <a:spcAft>
                <a:spcPts val="0"/>
              </a:spcAft>
              <a:buClr>
                <a:schemeClr val="dk1"/>
              </a:buClr>
              <a:buSzPts val="1800"/>
              <a:buFont typeface="Calibri"/>
              <a:buNone/>
            </a:pP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02"/>
        <p:cNvGrpSpPr/>
        <p:nvPr/>
      </p:nvGrpSpPr>
      <p:grpSpPr>
        <a:xfrm>
          <a:off x="0" y="0"/>
          <a:ext cx="0" cy="0"/>
          <a:chOff x="0" y="0"/>
          <a:chExt cx="0" cy="0"/>
        </a:xfrm>
      </p:grpSpPr>
      <p:sp>
        <p:nvSpPr>
          <p:cNvPr id="903" name="Google Shape;903;p19"/>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4.2.0 Defining Fetching, pulling, pushing changes</a:t>
            </a:r>
            <a:endParaRPr/>
          </a:p>
          <a:p>
            <a:pPr marL="0" lvl="0" indent="0" algn="l" rtl="0">
              <a:lnSpc>
                <a:spcPct val="90000"/>
              </a:lnSpc>
              <a:spcBef>
                <a:spcPts val="0"/>
              </a:spcBef>
              <a:spcAft>
                <a:spcPts val="0"/>
              </a:spcAft>
              <a:buClr>
                <a:schemeClr val="dk2"/>
              </a:buClr>
              <a:buSzPts val="2800"/>
              <a:buFont typeface="Arial"/>
              <a:buNone/>
            </a:pPr>
            <a:endParaRPr/>
          </a:p>
          <a:p>
            <a:pPr marL="0" lvl="0" indent="0" algn="l" rtl="0">
              <a:lnSpc>
                <a:spcPct val="90000"/>
              </a:lnSpc>
              <a:spcBef>
                <a:spcPts val="0"/>
              </a:spcBef>
              <a:spcAft>
                <a:spcPts val="0"/>
              </a:spcAft>
              <a:buClr>
                <a:schemeClr val="dk2"/>
              </a:buClr>
              <a:buSzPts val="2800"/>
              <a:buFont typeface="Arial"/>
              <a:buNone/>
            </a:pPr>
            <a:endParaRPr/>
          </a:p>
        </p:txBody>
      </p:sp>
      <p:sp>
        <p:nvSpPr>
          <p:cNvPr id="904" name="Google Shape;904;p19"/>
          <p:cNvSpPr txBox="1">
            <a:spLocks noGrp="1"/>
          </p:cNvSpPr>
          <p:nvPr>
            <p:ph type="body" idx="1"/>
          </p:nvPr>
        </p:nvSpPr>
        <p:spPr>
          <a:xfrm>
            <a:off x="514350" y="1304995"/>
            <a:ext cx="10273812" cy="4840828"/>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1800"/>
              <a:buNone/>
            </a:pPr>
            <a:r>
              <a:rPr lang="en"/>
              <a:t> </a:t>
            </a:r>
            <a:endParaRPr/>
          </a:p>
        </p:txBody>
      </p:sp>
      <p:cxnSp>
        <p:nvCxnSpPr>
          <p:cNvPr id="905" name="Google Shape;905;p19"/>
          <p:cNvCxnSpPr/>
          <p:nvPr/>
        </p:nvCxnSpPr>
        <p:spPr>
          <a:xfrm rot="10800000" flipH="1">
            <a:off x="1625600" y="3509872"/>
            <a:ext cx="6766000" cy="30800"/>
          </a:xfrm>
          <a:prstGeom prst="straightConnector1">
            <a:avLst/>
          </a:prstGeom>
          <a:noFill/>
          <a:ln w="19050" cap="flat" cmpd="sng">
            <a:solidFill>
              <a:srgbClr val="4285F4"/>
            </a:solidFill>
            <a:prstDash val="solid"/>
            <a:round/>
            <a:headEnd type="none" w="sm" len="sm"/>
            <a:tailEnd type="none" w="sm" len="sm"/>
          </a:ln>
        </p:spPr>
      </p:cxnSp>
      <p:cxnSp>
        <p:nvCxnSpPr>
          <p:cNvPr id="906" name="Google Shape;906;p19"/>
          <p:cNvCxnSpPr/>
          <p:nvPr/>
        </p:nvCxnSpPr>
        <p:spPr>
          <a:xfrm>
            <a:off x="1625600" y="4980879"/>
            <a:ext cx="6700400" cy="3200"/>
          </a:xfrm>
          <a:prstGeom prst="straightConnector1">
            <a:avLst/>
          </a:prstGeom>
          <a:noFill/>
          <a:ln w="19050" cap="flat" cmpd="sng">
            <a:solidFill>
              <a:srgbClr val="B6D7A8"/>
            </a:solidFill>
            <a:prstDash val="solid"/>
            <a:round/>
            <a:headEnd type="none" w="sm" len="sm"/>
            <a:tailEnd type="none" w="sm" len="sm"/>
          </a:ln>
        </p:spPr>
      </p:cxnSp>
      <p:sp>
        <p:nvSpPr>
          <p:cNvPr id="907" name="Google Shape;907;p19"/>
          <p:cNvSpPr txBox="1"/>
          <p:nvPr/>
        </p:nvSpPr>
        <p:spPr>
          <a:xfrm>
            <a:off x="1505833" y="3657433"/>
            <a:ext cx="6885600" cy="1120400"/>
          </a:xfrm>
          <a:prstGeom prst="rect">
            <a:avLst/>
          </a:prstGeom>
          <a:noFill/>
          <a:ln>
            <a:noFill/>
          </a:ln>
        </p:spPr>
        <p:txBody>
          <a:bodyPr spcFirstLastPara="1" wrap="square" lIns="121900" tIns="121900" rIns="121900" bIns="121900" anchor="t" anchorCtr="0">
            <a:noAutofit/>
          </a:bodyPr>
          <a:lstStyle/>
          <a:p>
            <a:pPr marL="0" marR="0" lvl="0" indent="0" algn="l" rtl="0">
              <a:lnSpc>
                <a:spcPct val="115000"/>
              </a:lnSpc>
              <a:spcBef>
                <a:spcPts val="2000"/>
              </a:spcBef>
              <a:spcAft>
                <a:spcPts val="2000"/>
              </a:spcAft>
              <a:buNone/>
            </a:pPr>
            <a:endParaRPr sz="2133" b="0" i="0" u="none" strike="noStrike" cap="none">
              <a:solidFill>
                <a:srgbClr val="374151"/>
              </a:solidFill>
              <a:latin typeface="Arial"/>
              <a:ea typeface="Arial"/>
              <a:cs typeface="Arial"/>
              <a:sym typeface="Arial"/>
            </a:endParaRPr>
          </a:p>
        </p:txBody>
      </p:sp>
      <p:sp>
        <p:nvSpPr>
          <p:cNvPr id="908" name="Google Shape;908;p19"/>
          <p:cNvSpPr txBox="1"/>
          <p:nvPr/>
        </p:nvSpPr>
        <p:spPr>
          <a:xfrm>
            <a:off x="1524433" y="5008667"/>
            <a:ext cx="6766000" cy="763600"/>
          </a:xfrm>
          <a:prstGeom prst="rect">
            <a:avLst/>
          </a:prstGeom>
          <a:noFill/>
          <a:ln>
            <a:noFill/>
          </a:ln>
        </p:spPr>
        <p:txBody>
          <a:bodyPr spcFirstLastPara="1" wrap="square" lIns="121900" tIns="121900" rIns="121900" bIns="121900" anchor="t" anchorCtr="0">
            <a:noAutofit/>
          </a:bodyPr>
          <a:lstStyle/>
          <a:p>
            <a:pPr marL="0" marR="0" lvl="0" indent="0" algn="l" rtl="0">
              <a:lnSpc>
                <a:spcPct val="115000"/>
              </a:lnSpc>
              <a:spcBef>
                <a:spcPts val="2000"/>
              </a:spcBef>
              <a:spcAft>
                <a:spcPts val="0"/>
              </a:spcAft>
              <a:buNone/>
            </a:pPr>
            <a:endParaRPr sz="2133" b="0" i="0" u="none" strike="noStrike" cap="none">
              <a:solidFill>
                <a:srgbClr val="374151"/>
              </a:solidFill>
              <a:latin typeface="Arial"/>
              <a:ea typeface="Arial"/>
              <a:cs typeface="Arial"/>
              <a:sym typeface="Arial"/>
            </a:endParaRPr>
          </a:p>
        </p:txBody>
      </p:sp>
      <p:sp>
        <p:nvSpPr>
          <p:cNvPr id="909" name="Google Shape;909;p19"/>
          <p:cNvSpPr/>
          <p:nvPr/>
        </p:nvSpPr>
        <p:spPr>
          <a:xfrm>
            <a:off x="514350" y="1483112"/>
            <a:ext cx="657922" cy="1019243"/>
          </a:xfrm>
          <a:prstGeom prst="chevron">
            <a:avLst>
              <a:gd name="adj" fmla="val 50000"/>
            </a:avLst>
          </a:prstGeom>
          <a:solidFill>
            <a:srgbClr val="333F50"/>
          </a:solidFill>
          <a:ln w="28575"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910" name="Google Shape;910;p19"/>
          <p:cNvSpPr/>
          <p:nvPr/>
        </p:nvSpPr>
        <p:spPr>
          <a:xfrm>
            <a:off x="1261481" y="1377842"/>
            <a:ext cx="7129886" cy="1310724"/>
          </a:xfrm>
          <a:prstGeom prst="roundRect">
            <a:avLst>
              <a:gd name="adj" fmla="val 21320"/>
            </a:avLst>
          </a:prstGeom>
          <a:solidFill>
            <a:srgbClr val="323F4F"/>
          </a:solidFill>
          <a:ln w="28575"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 sz="2400" b="1" i="0" u="none" strike="noStrike" cap="none">
                <a:solidFill>
                  <a:schemeClr val="lt1"/>
                </a:solidFill>
                <a:latin typeface="Arial"/>
                <a:ea typeface="Arial"/>
                <a:cs typeface="Arial"/>
                <a:sym typeface="Arial"/>
              </a:rPr>
              <a:t>Fetching: </a:t>
            </a:r>
            <a:r>
              <a:rPr lang="en" sz="1800" b="0" i="0" u="none" strike="noStrike" cap="none">
                <a:solidFill>
                  <a:schemeClr val="lt1"/>
                </a:solidFill>
                <a:latin typeface="Arial"/>
                <a:ea typeface="Arial"/>
                <a:cs typeface="Arial"/>
                <a:sym typeface="Arial"/>
              </a:rPr>
              <a:t>Retrieving changes from a remote repository to the local repository without merging.</a:t>
            </a:r>
            <a:endParaRPr sz="1800" b="0" i="0" u="none" strike="noStrike" cap="none">
              <a:solidFill>
                <a:schemeClr val="lt1"/>
              </a:solidFill>
              <a:latin typeface="Arial"/>
              <a:ea typeface="Arial"/>
              <a:cs typeface="Arial"/>
              <a:sym typeface="Arial"/>
            </a:endParaRPr>
          </a:p>
        </p:txBody>
      </p:sp>
      <p:sp>
        <p:nvSpPr>
          <p:cNvPr id="911" name="Google Shape;911;p19"/>
          <p:cNvSpPr/>
          <p:nvPr/>
        </p:nvSpPr>
        <p:spPr>
          <a:xfrm>
            <a:off x="514350" y="3024670"/>
            <a:ext cx="657922" cy="1019243"/>
          </a:xfrm>
          <a:prstGeom prst="chevron">
            <a:avLst>
              <a:gd name="adj" fmla="val 50000"/>
            </a:avLst>
          </a:prstGeom>
          <a:solidFill>
            <a:srgbClr val="2F5496"/>
          </a:solidFill>
          <a:ln w="28575"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912" name="Google Shape;912;p19"/>
          <p:cNvSpPr/>
          <p:nvPr/>
        </p:nvSpPr>
        <p:spPr>
          <a:xfrm>
            <a:off x="1261481" y="2919400"/>
            <a:ext cx="7129886" cy="1310724"/>
          </a:xfrm>
          <a:prstGeom prst="roundRect">
            <a:avLst>
              <a:gd name="adj" fmla="val 21320"/>
            </a:avLst>
          </a:prstGeom>
          <a:solidFill>
            <a:srgbClr val="2F5496"/>
          </a:solidFill>
          <a:ln w="28575"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 sz="2400" b="1" i="0" u="none" strike="noStrike" cap="none">
                <a:solidFill>
                  <a:schemeClr val="lt1"/>
                </a:solidFill>
                <a:latin typeface="Arial"/>
                <a:ea typeface="Arial"/>
                <a:cs typeface="Arial"/>
                <a:sym typeface="Arial"/>
              </a:rPr>
              <a:t>Pulling: </a:t>
            </a:r>
            <a:r>
              <a:rPr lang="en" sz="1800" b="0" i="0" u="none" strike="noStrike" cap="none">
                <a:solidFill>
                  <a:schemeClr val="lt1"/>
                </a:solidFill>
                <a:latin typeface="Arial"/>
                <a:ea typeface="Arial"/>
                <a:cs typeface="Arial"/>
                <a:sym typeface="Arial"/>
              </a:rPr>
              <a:t>Combining fetching and merging, pulling retrieves and automatically integrates changes from a remote repository into the current branch.</a:t>
            </a:r>
            <a:endParaRPr sz="1800"/>
          </a:p>
        </p:txBody>
      </p:sp>
      <p:sp>
        <p:nvSpPr>
          <p:cNvPr id="913" name="Google Shape;913;p19"/>
          <p:cNvSpPr/>
          <p:nvPr/>
        </p:nvSpPr>
        <p:spPr>
          <a:xfrm>
            <a:off x="514350" y="4544776"/>
            <a:ext cx="657922" cy="1019243"/>
          </a:xfrm>
          <a:prstGeom prst="chevron">
            <a:avLst>
              <a:gd name="adj" fmla="val 50000"/>
            </a:avLst>
          </a:prstGeom>
          <a:solidFill>
            <a:srgbClr val="333F50"/>
          </a:solidFill>
          <a:ln w="28575"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914" name="Google Shape;914;p19"/>
          <p:cNvSpPr/>
          <p:nvPr/>
        </p:nvSpPr>
        <p:spPr>
          <a:xfrm>
            <a:off x="1261481" y="4439506"/>
            <a:ext cx="7129886" cy="1310724"/>
          </a:xfrm>
          <a:prstGeom prst="roundRect">
            <a:avLst>
              <a:gd name="adj" fmla="val 21320"/>
            </a:avLst>
          </a:prstGeom>
          <a:solidFill>
            <a:srgbClr val="323F4F"/>
          </a:solidFill>
          <a:ln w="28575"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 sz="2400" b="1" i="0" u="none" strike="noStrike" cap="none">
                <a:solidFill>
                  <a:schemeClr val="lt1"/>
                </a:solidFill>
                <a:latin typeface="Arial"/>
                <a:ea typeface="Arial"/>
                <a:cs typeface="Arial"/>
                <a:sym typeface="Arial"/>
              </a:rPr>
              <a:t>Pushing: </a:t>
            </a:r>
            <a:r>
              <a:rPr lang="en" sz="1800" b="0" i="0" u="none" strike="noStrike" cap="none">
                <a:solidFill>
                  <a:schemeClr val="lt1"/>
                </a:solidFill>
                <a:latin typeface="Arial"/>
                <a:ea typeface="Arial"/>
                <a:cs typeface="Arial"/>
                <a:sym typeface="Arial"/>
              </a:rPr>
              <a:t>Sending local changes to a remote repository, updating remote branches with your commits for collaborative development.</a:t>
            </a:r>
            <a:endParaRPr sz="1800"/>
          </a:p>
        </p:txBody>
      </p:sp>
      <p:grpSp>
        <p:nvGrpSpPr>
          <p:cNvPr id="915" name="Google Shape;915;p19"/>
          <p:cNvGrpSpPr/>
          <p:nvPr/>
        </p:nvGrpSpPr>
        <p:grpSpPr>
          <a:xfrm>
            <a:off x="8703873" y="2642759"/>
            <a:ext cx="2926725" cy="3083701"/>
            <a:chOff x="8834143" y="3096280"/>
            <a:chExt cx="2539766" cy="2675987"/>
          </a:xfrm>
        </p:grpSpPr>
        <p:pic>
          <p:nvPicPr>
            <p:cNvPr id="916" name="Google Shape;916;p19"/>
            <p:cNvPicPr preferRelativeResize="0"/>
            <p:nvPr/>
          </p:nvPicPr>
          <p:blipFill rotWithShape="1">
            <a:blip r:embed="rId3">
              <a:alphaModFix/>
            </a:blip>
            <a:srcRect r="52522"/>
            <a:stretch/>
          </p:blipFill>
          <p:spPr>
            <a:xfrm>
              <a:off x="9979404" y="3741171"/>
              <a:ext cx="1251301" cy="1099399"/>
            </a:xfrm>
            <a:prstGeom prst="rect">
              <a:avLst/>
            </a:prstGeom>
            <a:noFill/>
            <a:ln>
              <a:noFill/>
            </a:ln>
          </p:spPr>
        </p:pic>
        <p:pic>
          <p:nvPicPr>
            <p:cNvPr id="917" name="Google Shape;917;p19"/>
            <p:cNvPicPr preferRelativeResize="0"/>
            <p:nvPr/>
          </p:nvPicPr>
          <p:blipFill rotWithShape="1">
            <a:blip r:embed="rId3">
              <a:alphaModFix/>
            </a:blip>
            <a:srcRect l="48610"/>
            <a:stretch/>
          </p:blipFill>
          <p:spPr>
            <a:xfrm>
              <a:off x="10019544" y="4672868"/>
              <a:ext cx="1354365" cy="1099399"/>
            </a:xfrm>
            <a:prstGeom prst="rect">
              <a:avLst/>
            </a:prstGeom>
            <a:noFill/>
            <a:ln>
              <a:noFill/>
            </a:ln>
          </p:spPr>
        </p:pic>
        <p:sp>
          <p:nvSpPr>
            <p:cNvPr id="918" name="Google Shape;918;p19"/>
            <p:cNvSpPr txBox="1"/>
            <p:nvPr/>
          </p:nvSpPr>
          <p:spPr>
            <a:xfrm>
              <a:off x="8834143" y="3096280"/>
              <a:ext cx="1332416" cy="156966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2800" b="0" i="0" u="none" strike="noStrike" cap="none">
                  <a:solidFill>
                    <a:srgbClr val="000000"/>
                  </a:solidFill>
                  <a:latin typeface="Arial"/>
                  <a:ea typeface="Arial"/>
                  <a:cs typeface="Arial"/>
                  <a:sym typeface="Arial"/>
                </a:rPr>
                <a:t>git clone</a:t>
              </a:r>
              <a:endParaRPr/>
            </a:p>
            <a:p>
              <a:pPr marL="0" marR="0" lvl="0" indent="0" algn="l" rtl="0">
                <a:lnSpc>
                  <a:spcPct val="100000"/>
                </a:lnSpc>
                <a:spcBef>
                  <a:spcPts val="0"/>
                </a:spcBef>
                <a:spcAft>
                  <a:spcPts val="0"/>
                </a:spcAft>
                <a:buNone/>
              </a:pPr>
              <a:r>
                <a:rPr lang="en" sz="2800" b="0" i="0" u="none" strike="noStrike" cap="none">
                  <a:solidFill>
                    <a:srgbClr val="000000"/>
                  </a:solidFill>
                  <a:latin typeface="Arial"/>
                  <a:ea typeface="Arial"/>
                  <a:cs typeface="Arial"/>
                  <a:sym typeface="Arial"/>
                </a:rPr>
                <a:t>git push</a:t>
              </a:r>
              <a:endParaRPr/>
            </a:p>
            <a:p>
              <a:pPr marL="0" marR="0" lvl="0" indent="0" algn="l" rtl="0">
                <a:lnSpc>
                  <a:spcPct val="100000"/>
                </a:lnSpc>
                <a:spcBef>
                  <a:spcPts val="0"/>
                </a:spcBef>
                <a:spcAft>
                  <a:spcPts val="0"/>
                </a:spcAft>
                <a:buNone/>
              </a:pPr>
              <a:r>
                <a:rPr lang="en" sz="2800" b="0" i="0" u="none" strike="noStrike" cap="none">
                  <a:solidFill>
                    <a:srgbClr val="000000"/>
                  </a:solidFill>
                  <a:latin typeface="Arial"/>
                  <a:ea typeface="Arial"/>
                  <a:cs typeface="Arial"/>
                  <a:sym typeface="Arial"/>
                </a:rPr>
                <a:t>git pull</a:t>
              </a:r>
              <a:endParaRPr/>
            </a:p>
            <a:p>
              <a:pPr marL="0" marR="0" lvl="0" indent="0" algn="l" rtl="0">
                <a:lnSpc>
                  <a:spcPct val="100000"/>
                </a:lnSpc>
                <a:spcBef>
                  <a:spcPts val="0"/>
                </a:spcBef>
                <a:spcAft>
                  <a:spcPts val="0"/>
                </a:spcAft>
                <a:buNone/>
              </a:pPr>
              <a:r>
                <a:rPr lang="en" sz="2800" b="0" i="0" u="none" strike="noStrike" cap="none">
                  <a:solidFill>
                    <a:srgbClr val="000000"/>
                  </a:solidFill>
                  <a:latin typeface="Arial"/>
                  <a:ea typeface="Arial"/>
                  <a:cs typeface="Arial"/>
                  <a:sym typeface="Arial"/>
                </a:rPr>
                <a:t>git fetch</a:t>
              </a:r>
              <a:endParaRPr sz="2800" b="0" i="0" u="none" strike="noStrike" cap="none">
                <a:solidFill>
                  <a:srgbClr val="000000"/>
                </a:solidFill>
                <a:latin typeface="Arial"/>
                <a:ea typeface="Arial"/>
                <a:cs typeface="Arial"/>
                <a:sym typeface="Arial"/>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22"/>
        <p:cNvGrpSpPr/>
        <p:nvPr/>
      </p:nvGrpSpPr>
      <p:grpSpPr>
        <a:xfrm>
          <a:off x="0" y="0"/>
          <a:ext cx="0" cy="0"/>
          <a:chOff x="0" y="0"/>
          <a:chExt cx="0" cy="0"/>
        </a:xfrm>
      </p:grpSpPr>
      <p:sp>
        <p:nvSpPr>
          <p:cNvPr id="923" name="Google Shape;923;p20"/>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4.2.1 Fetching Changes in Git</a:t>
            </a:r>
            <a:endParaRPr/>
          </a:p>
        </p:txBody>
      </p:sp>
      <p:sp>
        <p:nvSpPr>
          <p:cNvPr id="924" name="Google Shape;924;p20"/>
          <p:cNvSpPr txBox="1">
            <a:spLocks noGrp="1"/>
          </p:cNvSpPr>
          <p:nvPr>
            <p:ph type="body" idx="1"/>
          </p:nvPr>
        </p:nvSpPr>
        <p:spPr>
          <a:xfrm>
            <a:off x="514350" y="1304995"/>
            <a:ext cx="10273812" cy="4840828"/>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1800"/>
              <a:buNone/>
            </a:pPr>
            <a:r>
              <a:rPr lang="en"/>
              <a:t>Git fetching brings changes from a remote repository to our local one without merging immediately, allowing us to view others' updates without affecting local files.</a:t>
            </a:r>
            <a:endParaRPr/>
          </a:p>
          <a:p>
            <a:pPr marL="0" lvl="0" indent="0" algn="l" rtl="0">
              <a:lnSpc>
                <a:spcPct val="120000"/>
              </a:lnSpc>
              <a:spcBef>
                <a:spcPts val="838"/>
              </a:spcBef>
              <a:spcAft>
                <a:spcPts val="0"/>
              </a:spcAft>
              <a:buClr>
                <a:schemeClr val="dk1"/>
              </a:buClr>
              <a:buSzPts val="1800"/>
              <a:buNone/>
            </a:pPr>
            <a:endParaRPr/>
          </a:p>
        </p:txBody>
      </p:sp>
      <p:sp>
        <p:nvSpPr>
          <p:cNvPr id="925" name="Google Shape;925;p20"/>
          <p:cNvSpPr txBox="1"/>
          <p:nvPr/>
        </p:nvSpPr>
        <p:spPr>
          <a:xfrm rot="-5400000">
            <a:off x="-578549" y="3800650"/>
            <a:ext cx="2471600" cy="6300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None/>
            </a:pPr>
            <a:r>
              <a:rPr lang="en" sz="2400" b="1" i="0" u="none" strike="noStrike" cap="none">
                <a:solidFill>
                  <a:schemeClr val="dk2"/>
                </a:solidFill>
                <a:latin typeface="Arial"/>
                <a:ea typeface="Arial"/>
                <a:cs typeface="Arial"/>
                <a:sym typeface="Arial"/>
              </a:rPr>
              <a:t>Practical Steps</a:t>
            </a:r>
            <a:endParaRPr sz="2400" b="1" i="0" u="none" strike="noStrike" cap="none">
              <a:solidFill>
                <a:schemeClr val="dk2"/>
              </a:solidFill>
              <a:latin typeface="Arial"/>
              <a:ea typeface="Arial"/>
              <a:cs typeface="Arial"/>
              <a:sym typeface="Arial"/>
            </a:endParaRPr>
          </a:p>
        </p:txBody>
      </p:sp>
      <p:sp>
        <p:nvSpPr>
          <p:cNvPr id="926" name="Google Shape;926;p20"/>
          <p:cNvSpPr/>
          <p:nvPr/>
        </p:nvSpPr>
        <p:spPr>
          <a:xfrm>
            <a:off x="1575600" y="2369045"/>
            <a:ext cx="9292845" cy="972596"/>
          </a:xfrm>
          <a:prstGeom prst="roundRect">
            <a:avLst>
              <a:gd name="adj" fmla="val 16667"/>
            </a:avLst>
          </a:prstGeom>
          <a:solidFill>
            <a:srgbClr val="152C43"/>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540000" tIns="45700" rIns="91425" bIns="45700" anchor="t" anchorCtr="0">
            <a:noAutofit/>
          </a:bodyPr>
          <a:lstStyle/>
          <a:p>
            <a:pPr marL="0" marR="0" lvl="0" indent="0" algn="l" rtl="0">
              <a:lnSpc>
                <a:spcPct val="115000"/>
              </a:lnSpc>
              <a:spcBef>
                <a:spcPts val="0"/>
              </a:spcBef>
              <a:spcAft>
                <a:spcPts val="0"/>
              </a:spcAft>
              <a:buNone/>
            </a:pPr>
            <a:r>
              <a:rPr lang="en" sz="1800" b="0" i="0" u="none" strike="noStrike" cap="none">
                <a:solidFill>
                  <a:srgbClr val="FFFFFF"/>
                </a:solidFill>
                <a:latin typeface="Arial"/>
                <a:ea typeface="Arial"/>
                <a:cs typeface="Arial"/>
                <a:sym typeface="Arial"/>
              </a:rPr>
              <a:t>Use the command </a:t>
            </a:r>
            <a:r>
              <a:rPr lang="en" sz="1800" b="0" i="0" u="none" strike="noStrike" cap="none">
                <a:solidFill>
                  <a:srgbClr val="FFFFFF"/>
                </a:solidFill>
                <a:latin typeface="Courier New"/>
                <a:ea typeface="Courier New"/>
                <a:cs typeface="Courier New"/>
                <a:sym typeface="Courier New"/>
              </a:rPr>
              <a:t>git fetch origin </a:t>
            </a:r>
            <a:r>
              <a:rPr lang="en" sz="1800" b="0" i="0" u="none" strike="noStrike" cap="none">
                <a:solidFill>
                  <a:srgbClr val="FFFFFF"/>
                </a:solidFill>
                <a:latin typeface="Arial"/>
                <a:ea typeface="Arial"/>
                <a:cs typeface="Arial"/>
                <a:sym typeface="Arial"/>
              </a:rPr>
              <a:t>to fetch changes from the remote repository named "origin."</a:t>
            </a:r>
            <a:endParaRPr sz="1800" b="0" i="0" u="none" strike="noStrike" cap="none">
              <a:solidFill>
                <a:srgbClr val="FFFFFF"/>
              </a:solidFill>
              <a:latin typeface="Arial"/>
              <a:ea typeface="Arial"/>
              <a:cs typeface="Arial"/>
              <a:sym typeface="Arial"/>
            </a:endParaRPr>
          </a:p>
        </p:txBody>
      </p:sp>
      <p:sp>
        <p:nvSpPr>
          <p:cNvPr id="927" name="Google Shape;927;p20"/>
          <p:cNvSpPr/>
          <p:nvPr/>
        </p:nvSpPr>
        <p:spPr>
          <a:xfrm>
            <a:off x="1575600" y="3634044"/>
            <a:ext cx="9292845" cy="972596"/>
          </a:xfrm>
          <a:prstGeom prst="roundRect">
            <a:avLst>
              <a:gd name="adj" fmla="val 16667"/>
            </a:avLst>
          </a:prstGeom>
          <a:solidFill>
            <a:srgbClr val="22476C"/>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540000" tIns="45700" rIns="91425" bIns="45700" anchor="t" anchorCtr="0">
            <a:noAutofit/>
          </a:bodyPr>
          <a:lstStyle/>
          <a:p>
            <a:pPr marL="0" marR="0" lvl="0" indent="0" algn="l" rtl="0">
              <a:lnSpc>
                <a:spcPct val="115000"/>
              </a:lnSpc>
              <a:spcBef>
                <a:spcPts val="0"/>
              </a:spcBef>
              <a:spcAft>
                <a:spcPts val="0"/>
              </a:spcAft>
              <a:buNone/>
            </a:pPr>
            <a:r>
              <a:rPr lang="en" sz="1800" b="0" i="0" u="none" strike="noStrike" cap="none">
                <a:solidFill>
                  <a:srgbClr val="FFFFFF"/>
                </a:solidFill>
                <a:latin typeface="Arial"/>
                <a:ea typeface="Arial"/>
                <a:cs typeface="Arial"/>
                <a:sym typeface="Arial"/>
              </a:rPr>
              <a:t>After fetching, view the changes with </a:t>
            </a:r>
            <a:r>
              <a:rPr lang="en" sz="1800" b="0" i="0" u="none" strike="noStrike" cap="none">
                <a:solidFill>
                  <a:srgbClr val="FFFFFF"/>
                </a:solidFill>
                <a:latin typeface="Courier New"/>
                <a:ea typeface="Courier New"/>
                <a:cs typeface="Courier New"/>
                <a:sym typeface="Courier New"/>
              </a:rPr>
              <a:t>git log origin/master</a:t>
            </a:r>
            <a:r>
              <a:rPr lang="en" sz="1800" b="0" i="0" u="none" strike="noStrike" cap="none">
                <a:solidFill>
                  <a:srgbClr val="FFFFFF"/>
                </a:solidFill>
                <a:latin typeface="Arial"/>
                <a:ea typeface="Arial"/>
                <a:cs typeface="Arial"/>
                <a:sym typeface="Arial"/>
              </a:rPr>
              <a:t> to see the commit history of the remote branch.</a:t>
            </a:r>
            <a:endParaRPr sz="1800" b="0" i="0" u="none" strike="noStrike" cap="none">
              <a:solidFill>
                <a:srgbClr val="FFFFFF"/>
              </a:solidFill>
              <a:latin typeface="Arial"/>
              <a:ea typeface="Arial"/>
              <a:cs typeface="Arial"/>
              <a:sym typeface="Arial"/>
            </a:endParaRPr>
          </a:p>
        </p:txBody>
      </p:sp>
      <p:sp>
        <p:nvSpPr>
          <p:cNvPr id="928" name="Google Shape;928;p20"/>
          <p:cNvSpPr/>
          <p:nvPr/>
        </p:nvSpPr>
        <p:spPr>
          <a:xfrm>
            <a:off x="1158486" y="2385719"/>
            <a:ext cx="874315" cy="874315"/>
          </a:xfrm>
          <a:prstGeom prst="ellipse">
            <a:avLst/>
          </a:prstGeom>
          <a:solidFill>
            <a:srgbClr val="0070C0"/>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3200" b="1" i="0" u="none" strike="noStrike" cap="none">
                <a:solidFill>
                  <a:schemeClr val="lt1"/>
                </a:solidFill>
                <a:latin typeface="Arial"/>
                <a:ea typeface="Arial"/>
                <a:cs typeface="Arial"/>
                <a:sym typeface="Arial"/>
              </a:rPr>
              <a:t>1</a:t>
            </a:r>
            <a:endParaRPr/>
          </a:p>
        </p:txBody>
      </p:sp>
      <p:sp>
        <p:nvSpPr>
          <p:cNvPr id="929" name="Google Shape;929;p20"/>
          <p:cNvSpPr/>
          <p:nvPr/>
        </p:nvSpPr>
        <p:spPr>
          <a:xfrm>
            <a:off x="1158486" y="3642381"/>
            <a:ext cx="874315" cy="874315"/>
          </a:xfrm>
          <a:prstGeom prst="ellipse">
            <a:avLst/>
          </a:prstGeom>
          <a:solidFill>
            <a:srgbClr val="0070C0"/>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3200" b="1" i="0" u="none" strike="noStrike" cap="none">
                <a:solidFill>
                  <a:schemeClr val="lt1"/>
                </a:solidFill>
                <a:latin typeface="Arial"/>
                <a:ea typeface="Arial"/>
                <a:cs typeface="Arial"/>
                <a:sym typeface="Arial"/>
              </a:rPr>
              <a:t>2</a:t>
            </a:r>
            <a:endParaRPr sz="3200" b="1" i="0" u="none" strike="noStrike" cap="none">
              <a:solidFill>
                <a:schemeClr val="lt1"/>
              </a:solidFill>
              <a:latin typeface="Arial"/>
              <a:ea typeface="Arial"/>
              <a:cs typeface="Arial"/>
              <a:sym typeface="Arial"/>
            </a:endParaRPr>
          </a:p>
        </p:txBody>
      </p:sp>
      <p:cxnSp>
        <p:nvCxnSpPr>
          <p:cNvPr id="930" name="Google Shape;930;p20"/>
          <p:cNvCxnSpPr/>
          <p:nvPr/>
        </p:nvCxnSpPr>
        <p:spPr>
          <a:xfrm>
            <a:off x="2186736" y="5808498"/>
            <a:ext cx="744800" cy="0"/>
          </a:xfrm>
          <a:prstGeom prst="straightConnector1">
            <a:avLst/>
          </a:prstGeom>
          <a:noFill/>
          <a:ln w="28575" cap="flat" cmpd="sng">
            <a:solidFill>
              <a:srgbClr val="C27BA0"/>
            </a:solidFill>
            <a:prstDash val="solid"/>
            <a:round/>
            <a:headEnd type="none" w="sm" len="sm"/>
            <a:tailEnd type="oval" w="med" len="med"/>
          </a:ln>
        </p:spPr>
      </p:cxnSp>
      <p:sp>
        <p:nvSpPr>
          <p:cNvPr id="931" name="Google Shape;931;p20"/>
          <p:cNvSpPr txBox="1"/>
          <p:nvPr/>
        </p:nvSpPr>
        <p:spPr>
          <a:xfrm>
            <a:off x="1831436" y="5395598"/>
            <a:ext cx="387600" cy="508800"/>
          </a:xfrm>
          <a:prstGeom prst="rect">
            <a:avLst/>
          </a:prstGeom>
          <a:noFill/>
          <a:ln w="9525" cap="flat" cmpd="sng">
            <a:solidFill>
              <a:srgbClr val="C27BA0"/>
            </a:solidFill>
            <a:prstDash val="solid"/>
            <a:round/>
            <a:headEnd type="none" w="sm" len="sm"/>
            <a:tailEnd type="none" w="sm" len="sm"/>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None/>
            </a:pPr>
            <a:r>
              <a:rPr lang="en" sz="2400" b="1" i="0" u="none" strike="noStrike" cap="none">
                <a:solidFill>
                  <a:schemeClr val="dk2"/>
                </a:solidFill>
                <a:latin typeface="Arial"/>
                <a:ea typeface="Arial"/>
                <a:cs typeface="Arial"/>
                <a:sym typeface="Arial"/>
              </a:rPr>
              <a:t>1</a:t>
            </a:r>
            <a:endParaRPr sz="2400" b="1" i="0" u="none" strike="noStrike" cap="none">
              <a:solidFill>
                <a:schemeClr val="dk2"/>
              </a:solidFill>
              <a:latin typeface="Arial"/>
              <a:ea typeface="Arial"/>
              <a:cs typeface="Arial"/>
              <a:sym typeface="Arial"/>
            </a:endParaRPr>
          </a:p>
        </p:txBody>
      </p:sp>
      <p:sp>
        <p:nvSpPr>
          <p:cNvPr id="932" name="Google Shape;932;p20"/>
          <p:cNvSpPr/>
          <p:nvPr/>
        </p:nvSpPr>
        <p:spPr>
          <a:xfrm>
            <a:off x="1575600" y="4996143"/>
            <a:ext cx="9292845" cy="972596"/>
          </a:xfrm>
          <a:prstGeom prst="roundRect">
            <a:avLst>
              <a:gd name="adj" fmla="val 16667"/>
            </a:avLst>
          </a:prstGeom>
          <a:solidFill>
            <a:srgbClr val="152C43"/>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540000" tIns="45700" rIns="91425" bIns="45700" anchor="t" anchorCtr="0">
            <a:noAutofit/>
          </a:bodyPr>
          <a:lstStyle/>
          <a:p>
            <a:pPr marL="0" marR="0" lvl="0" indent="0" algn="l" rtl="0">
              <a:lnSpc>
                <a:spcPct val="115000"/>
              </a:lnSpc>
              <a:spcBef>
                <a:spcPts val="0"/>
              </a:spcBef>
              <a:spcAft>
                <a:spcPts val="0"/>
              </a:spcAft>
              <a:buNone/>
            </a:pPr>
            <a:r>
              <a:rPr lang="en" sz="1800" b="0" i="0" u="none" strike="noStrike" cap="none">
                <a:solidFill>
                  <a:srgbClr val="FFFFFF"/>
                </a:solidFill>
                <a:latin typeface="Arial"/>
                <a:ea typeface="Arial"/>
                <a:cs typeface="Arial"/>
                <a:sym typeface="Arial"/>
              </a:rPr>
              <a:t>If desired, merge the fetched changes into your current branch using </a:t>
            </a:r>
            <a:r>
              <a:rPr lang="en" sz="1800" b="0" i="0" u="none" strike="noStrike" cap="none">
                <a:solidFill>
                  <a:srgbClr val="FFFFFF"/>
                </a:solidFill>
                <a:latin typeface="Courier New"/>
                <a:ea typeface="Courier New"/>
                <a:cs typeface="Courier New"/>
                <a:sym typeface="Courier New"/>
              </a:rPr>
              <a:t>git merge origin/master.</a:t>
            </a:r>
            <a:endParaRPr/>
          </a:p>
        </p:txBody>
      </p:sp>
      <p:sp>
        <p:nvSpPr>
          <p:cNvPr id="933" name="Google Shape;933;p20"/>
          <p:cNvSpPr/>
          <p:nvPr/>
        </p:nvSpPr>
        <p:spPr>
          <a:xfrm>
            <a:off x="1158486" y="5012817"/>
            <a:ext cx="874315" cy="874315"/>
          </a:xfrm>
          <a:prstGeom prst="ellipse">
            <a:avLst/>
          </a:prstGeom>
          <a:solidFill>
            <a:srgbClr val="0070C0"/>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3200" b="1" i="0" u="none" strike="noStrike" cap="none">
                <a:solidFill>
                  <a:schemeClr val="lt1"/>
                </a:solidFill>
                <a:latin typeface="Arial"/>
                <a:ea typeface="Arial"/>
                <a:cs typeface="Arial"/>
                <a:sym typeface="Arial"/>
              </a:rPr>
              <a:t>3</a:t>
            </a:r>
            <a:endParaRPr sz="3200" b="1" i="0" u="none" strike="noStrike" cap="none">
              <a:solidFill>
                <a:schemeClr val="lt1"/>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37"/>
        <p:cNvGrpSpPr/>
        <p:nvPr/>
      </p:nvGrpSpPr>
      <p:grpSpPr>
        <a:xfrm>
          <a:off x="0" y="0"/>
          <a:ext cx="0" cy="0"/>
          <a:chOff x="0" y="0"/>
          <a:chExt cx="0" cy="0"/>
        </a:xfrm>
      </p:grpSpPr>
      <p:sp>
        <p:nvSpPr>
          <p:cNvPr id="938" name="Google Shape;938;p21"/>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4.2.1 Benefits of Fetching in Git</a:t>
            </a:r>
            <a:endParaRPr/>
          </a:p>
        </p:txBody>
      </p:sp>
      <p:sp>
        <p:nvSpPr>
          <p:cNvPr id="939" name="Google Shape;939;p21"/>
          <p:cNvSpPr txBox="1">
            <a:spLocks noGrp="1"/>
          </p:cNvSpPr>
          <p:nvPr>
            <p:ph type="body" idx="1"/>
          </p:nvPr>
        </p:nvSpPr>
        <p:spPr>
          <a:xfrm>
            <a:off x="514350" y="1304995"/>
            <a:ext cx="10273812" cy="4840828"/>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1800"/>
              <a:buNone/>
            </a:pPr>
            <a:r>
              <a:rPr lang="en"/>
              <a:t>Listed below are some of the benefits of Fetching in Git:</a:t>
            </a:r>
            <a:endParaRPr/>
          </a:p>
          <a:p>
            <a:pPr marL="0" lvl="0" indent="0" algn="l" rtl="0">
              <a:lnSpc>
                <a:spcPct val="120000"/>
              </a:lnSpc>
              <a:spcBef>
                <a:spcPts val="838"/>
              </a:spcBef>
              <a:spcAft>
                <a:spcPts val="0"/>
              </a:spcAft>
              <a:buClr>
                <a:schemeClr val="dk1"/>
              </a:buClr>
              <a:buSzPts val="1800"/>
              <a:buNone/>
            </a:pPr>
            <a:endParaRPr/>
          </a:p>
        </p:txBody>
      </p:sp>
      <p:sp>
        <p:nvSpPr>
          <p:cNvPr id="940" name="Google Shape;940;p21"/>
          <p:cNvSpPr/>
          <p:nvPr/>
        </p:nvSpPr>
        <p:spPr>
          <a:xfrm>
            <a:off x="514350" y="1998233"/>
            <a:ext cx="4000000" cy="650240"/>
          </a:xfrm>
          <a:prstGeom prst="roundRect">
            <a:avLst>
              <a:gd name="adj" fmla="val 21320"/>
            </a:avLst>
          </a:prstGeom>
          <a:solidFill>
            <a:srgbClr val="323F4F"/>
          </a:solidFill>
          <a:ln w="28575"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 sz="2400" b="1" i="0" u="none" strike="noStrike" cap="none">
                <a:solidFill>
                  <a:schemeClr val="lt1"/>
                </a:solidFill>
                <a:latin typeface="Arial"/>
                <a:ea typeface="Arial"/>
                <a:cs typeface="Arial"/>
                <a:sym typeface="Arial"/>
              </a:rPr>
              <a:t>Benefits</a:t>
            </a:r>
            <a:endParaRPr sz="2400" b="0" i="0" u="none" strike="noStrike" cap="none">
              <a:solidFill>
                <a:schemeClr val="lt1"/>
              </a:solidFill>
              <a:latin typeface="Arial"/>
              <a:ea typeface="Arial"/>
              <a:cs typeface="Arial"/>
              <a:sym typeface="Arial"/>
            </a:endParaRPr>
          </a:p>
        </p:txBody>
      </p:sp>
      <p:sp>
        <p:nvSpPr>
          <p:cNvPr id="941" name="Google Shape;941;p21"/>
          <p:cNvSpPr/>
          <p:nvPr/>
        </p:nvSpPr>
        <p:spPr>
          <a:xfrm>
            <a:off x="514350" y="2828051"/>
            <a:ext cx="4000000" cy="2556750"/>
          </a:xfrm>
          <a:prstGeom prst="roundRect">
            <a:avLst>
              <a:gd name="adj" fmla="val 5796"/>
            </a:avLst>
          </a:prstGeom>
          <a:solidFill>
            <a:srgbClr val="D8D8D8"/>
          </a:solidFill>
          <a:ln w="28575"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457200" marR="0" lvl="0" indent="-457200" algn="l" rtl="0">
              <a:lnSpc>
                <a:spcPct val="100000"/>
              </a:lnSpc>
              <a:spcBef>
                <a:spcPts val="0"/>
              </a:spcBef>
              <a:spcAft>
                <a:spcPts val="0"/>
              </a:spcAft>
              <a:buClr>
                <a:schemeClr val="dk1"/>
              </a:buClr>
              <a:buSzPts val="1800"/>
              <a:buFont typeface="Calibri"/>
              <a:buAutoNum type="arabicPeriod"/>
            </a:pPr>
            <a:r>
              <a:rPr lang="en" sz="1800" b="1" i="0" u="none" strike="noStrike" cap="none">
                <a:solidFill>
                  <a:schemeClr val="dk1"/>
                </a:solidFill>
                <a:latin typeface="Arial"/>
                <a:ea typeface="Arial"/>
                <a:cs typeface="Arial"/>
                <a:sym typeface="Arial"/>
              </a:rPr>
              <a:t>Visibility Without Impact</a:t>
            </a:r>
            <a:endParaRPr/>
          </a:p>
          <a:p>
            <a:pPr marL="457200" marR="0" lvl="0" indent="-457200" algn="l" rtl="0">
              <a:lnSpc>
                <a:spcPct val="100000"/>
              </a:lnSpc>
              <a:spcBef>
                <a:spcPts val="1200"/>
              </a:spcBef>
              <a:spcAft>
                <a:spcPts val="0"/>
              </a:spcAft>
              <a:buClr>
                <a:schemeClr val="dk1"/>
              </a:buClr>
              <a:buSzPts val="1800"/>
              <a:buFont typeface="Calibri"/>
              <a:buAutoNum type="arabicPeriod"/>
            </a:pPr>
            <a:r>
              <a:rPr lang="en" sz="1800" b="1" i="0" u="none" strike="noStrike" cap="none">
                <a:solidFill>
                  <a:schemeClr val="dk1"/>
                </a:solidFill>
                <a:latin typeface="Arial"/>
                <a:ea typeface="Arial"/>
                <a:cs typeface="Arial"/>
                <a:sym typeface="Arial"/>
              </a:rPr>
              <a:t>Controlled Integration</a:t>
            </a:r>
            <a:endParaRPr/>
          </a:p>
          <a:p>
            <a:pPr marL="457200" marR="0" lvl="0" indent="-457200" algn="l" rtl="0">
              <a:lnSpc>
                <a:spcPct val="100000"/>
              </a:lnSpc>
              <a:spcBef>
                <a:spcPts val="1200"/>
              </a:spcBef>
              <a:spcAft>
                <a:spcPts val="0"/>
              </a:spcAft>
              <a:buClr>
                <a:schemeClr val="dk1"/>
              </a:buClr>
              <a:buSzPts val="1800"/>
              <a:buFont typeface="Calibri"/>
              <a:buAutoNum type="arabicPeriod"/>
            </a:pPr>
            <a:r>
              <a:rPr lang="en" sz="1800" b="1" i="0" u="none" strike="noStrike" cap="none">
                <a:solidFill>
                  <a:schemeClr val="dk1"/>
                </a:solidFill>
                <a:latin typeface="Arial"/>
                <a:ea typeface="Arial"/>
                <a:cs typeface="Arial"/>
                <a:sym typeface="Arial"/>
              </a:rPr>
              <a:t>Efficient Collaboration</a:t>
            </a:r>
            <a:endParaRPr/>
          </a:p>
          <a:p>
            <a:pPr marL="457200" marR="0" lvl="0" indent="-457200" algn="l" rtl="0">
              <a:lnSpc>
                <a:spcPct val="100000"/>
              </a:lnSpc>
              <a:spcBef>
                <a:spcPts val="1200"/>
              </a:spcBef>
              <a:spcAft>
                <a:spcPts val="0"/>
              </a:spcAft>
              <a:buClr>
                <a:schemeClr val="dk1"/>
              </a:buClr>
              <a:buSzPts val="1800"/>
              <a:buFont typeface="Calibri"/>
              <a:buAutoNum type="arabicPeriod"/>
            </a:pPr>
            <a:r>
              <a:rPr lang="en" sz="1800" b="1" i="0" u="none" strike="noStrike" cap="none">
                <a:solidFill>
                  <a:schemeClr val="dk1"/>
                </a:solidFill>
                <a:latin typeface="Arial"/>
                <a:ea typeface="Arial"/>
                <a:cs typeface="Arial"/>
                <a:sym typeface="Arial"/>
              </a:rPr>
              <a:t>Reduced Errors</a:t>
            </a:r>
            <a:endParaRPr/>
          </a:p>
          <a:p>
            <a:pPr marL="457200" marR="0" lvl="0" indent="-457200" algn="l" rtl="0">
              <a:lnSpc>
                <a:spcPct val="100000"/>
              </a:lnSpc>
              <a:spcBef>
                <a:spcPts val="1200"/>
              </a:spcBef>
              <a:spcAft>
                <a:spcPts val="0"/>
              </a:spcAft>
              <a:buClr>
                <a:schemeClr val="dk1"/>
              </a:buClr>
              <a:buSzPts val="1800"/>
              <a:buFont typeface="Calibri"/>
              <a:buAutoNum type="arabicPeriod"/>
            </a:pPr>
            <a:r>
              <a:rPr lang="en" sz="1800" b="1" i="0" u="none" strike="noStrike" cap="none">
                <a:solidFill>
                  <a:schemeClr val="dk1"/>
                </a:solidFill>
                <a:latin typeface="Arial"/>
                <a:ea typeface="Arial"/>
                <a:cs typeface="Arial"/>
                <a:sym typeface="Arial"/>
              </a:rPr>
              <a:t>Enhanced Project Understanding</a:t>
            </a:r>
            <a:endParaRPr sz="1800" b="1" i="0" u="none" strike="noStrike" cap="none">
              <a:solidFill>
                <a:schemeClr val="dk1"/>
              </a:solidFill>
              <a:latin typeface="Arial"/>
              <a:ea typeface="Arial"/>
              <a:cs typeface="Arial"/>
              <a:sym typeface="Arial"/>
            </a:endParaRPr>
          </a:p>
        </p:txBody>
      </p:sp>
      <p:grpSp>
        <p:nvGrpSpPr>
          <p:cNvPr id="942" name="Google Shape;942;p21"/>
          <p:cNvGrpSpPr/>
          <p:nvPr/>
        </p:nvGrpSpPr>
        <p:grpSpPr>
          <a:xfrm>
            <a:off x="5769404" y="2937348"/>
            <a:ext cx="5459839" cy="2067940"/>
            <a:chOff x="5769404" y="2937348"/>
            <a:chExt cx="5459839" cy="2067940"/>
          </a:xfrm>
        </p:grpSpPr>
        <p:sp>
          <p:nvSpPr>
            <p:cNvPr id="943" name="Google Shape;943;p21"/>
            <p:cNvSpPr/>
            <p:nvPr/>
          </p:nvSpPr>
          <p:spPr>
            <a:xfrm>
              <a:off x="5769404" y="3418840"/>
              <a:ext cx="971512" cy="1112520"/>
            </a:xfrm>
            <a:prstGeom prst="can">
              <a:avLst>
                <a:gd name="adj" fmla="val 25000"/>
              </a:avLst>
            </a:prstGeom>
            <a:solidFill>
              <a:srgbClr val="2C2C2C"/>
            </a:solidFill>
            <a:ln w="12700" cap="flat" cmpd="sng">
              <a:solidFill>
                <a:srgbClr val="7D7D7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1400" b="0" i="0" u="none" strike="noStrike" cap="none">
                  <a:solidFill>
                    <a:schemeClr val="lt1"/>
                  </a:solidFill>
                  <a:latin typeface="Arial"/>
                  <a:ea typeface="Arial"/>
                  <a:cs typeface="Arial"/>
                  <a:sym typeface="Arial"/>
                </a:rPr>
                <a:t>Remote</a:t>
              </a:r>
              <a:endParaRPr/>
            </a:p>
          </p:txBody>
        </p:sp>
        <p:sp>
          <p:nvSpPr>
            <p:cNvPr id="944" name="Google Shape;944;p21"/>
            <p:cNvSpPr/>
            <p:nvPr/>
          </p:nvSpPr>
          <p:spPr>
            <a:xfrm>
              <a:off x="7528560" y="3794760"/>
              <a:ext cx="1188720" cy="381000"/>
            </a:xfrm>
            <a:prstGeom prst="roundRect">
              <a:avLst>
                <a:gd name="adj" fmla="val 20667"/>
              </a:avLst>
            </a:prstGeom>
            <a:solidFill>
              <a:srgbClr val="2F5496"/>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1400" b="0" i="0" u="none" strike="noStrike" cap="none">
                  <a:solidFill>
                    <a:schemeClr val="lt1"/>
                  </a:solidFill>
                  <a:latin typeface="Arial"/>
                  <a:ea typeface="Arial"/>
                  <a:cs typeface="Arial"/>
                  <a:sym typeface="Arial"/>
                </a:rPr>
                <a:t>Repository</a:t>
              </a:r>
              <a:endParaRPr/>
            </a:p>
          </p:txBody>
        </p:sp>
        <p:sp>
          <p:nvSpPr>
            <p:cNvPr id="945" name="Google Shape;945;p21"/>
            <p:cNvSpPr/>
            <p:nvPr/>
          </p:nvSpPr>
          <p:spPr>
            <a:xfrm>
              <a:off x="10040523" y="3794760"/>
              <a:ext cx="1188720" cy="381000"/>
            </a:xfrm>
            <a:prstGeom prst="roundRect">
              <a:avLst>
                <a:gd name="adj" fmla="val 20667"/>
              </a:avLst>
            </a:prstGeom>
            <a:solidFill>
              <a:srgbClr val="2F5496"/>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1400" b="0" i="0" u="none" strike="noStrike" cap="none">
                  <a:solidFill>
                    <a:schemeClr val="lt1"/>
                  </a:solidFill>
                  <a:latin typeface="Arial"/>
                  <a:ea typeface="Arial"/>
                  <a:cs typeface="Arial"/>
                  <a:sym typeface="Arial"/>
                </a:rPr>
                <a:t>Workspace</a:t>
              </a:r>
              <a:endParaRPr/>
            </a:p>
          </p:txBody>
        </p:sp>
        <p:sp>
          <p:nvSpPr>
            <p:cNvPr id="946" name="Google Shape;946;p21"/>
            <p:cNvSpPr/>
            <p:nvPr/>
          </p:nvSpPr>
          <p:spPr>
            <a:xfrm>
              <a:off x="8851803" y="4470400"/>
              <a:ext cx="1188720" cy="381000"/>
            </a:xfrm>
            <a:prstGeom prst="roundRect">
              <a:avLst>
                <a:gd name="adj" fmla="val 20667"/>
              </a:avLst>
            </a:prstGeom>
            <a:solidFill>
              <a:srgbClr val="2F5496"/>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1400" b="0" i="0" u="none" strike="noStrike" cap="none">
                  <a:solidFill>
                    <a:schemeClr val="lt1"/>
                  </a:solidFill>
                  <a:latin typeface="Arial"/>
                  <a:ea typeface="Arial"/>
                  <a:cs typeface="Arial"/>
                  <a:sym typeface="Arial"/>
                </a:rPr>
                <a:t>Index</a:t>
              </a:r>
              <a:endParaRPr/>
            </a:p>
          </p:txBody>
        </p:sp>
        <p:cxnSp>
          <p:nvCxnSpPr>
            <p:cNvPr id="947" name="Google Shape;947;p21"/>
            <p:cNvCxnSpPr>
              <a:stCxn id="943" idx="1"/>
              <a:endCxn id="945" idx="0"/>
            </p:cNvCxnSpPr>
            <p:nvPr/>
          </p:nvCxnSpPr>
          <p:spPr>
            <a:xfrm rot="-5400000" flipH="1">
              <a:off x="8257060" y="1416940"/>
              <a:ext cx="375900" cy="4379700"/>
            </a:xfrm>
            <a:prstGeom prst="bentConnector3">
              <a:avLst>
                <a:gd name="adj1" fmla="val -46622"/>
              </a:avLst>
            </a:prstGeom>
            <a:noFill/>
            <a:ln w="28575" cap="flat" cmpd="sng">
              <a:solidFill>
                <a:srgbClr val="7F7F7F"/>
              </a:solidFill>
              <a:prstDash val="solid"/>
              <a:miter lim="800000"/>
              <a:headEnd type="none" w="sm" len="sm"/>
              <a:tailEnd type="triangle" w="med" len="med"/>
            </a:ln>
          </p:spPr>
        </p:cxnSp>
        <p:cxnSp>
          <p:nvCxnSpPr>
            <p:cNvPr id="948" name="Google Shape;948;p21"/>
            <p:cNvCxnSpPr>
              <a:stCxn id="943" idx="4"/>
            </p:cNvCxnSpPr>
            <p:nvPr/>
          </p:nvCxnSpPr>
          <p:spPr>
            <a:xfrm>
              <a:off x="6740916" y="3975100"/>
              <a:ext cx="726600" cy="0"/>
            </a:xfrm>
            <a:prstGeom prst="straightConnector1">
              <a:avLst/>
            </a:prstGeom>
            <a:noFill/>
            <a:ln w="28575" cap="flat" cmpd="sng">
              <a:solidFill>
                <a:srgbClr val="3F3F3F"/>
              </a:solidFill>
              <a:prstDash val="solid"/>
              <a:miter lim="800000"/>
              <a:headEnd type="none" w="sm" len="sm"/>
              <a:tailEnd type="triangle" w="med" len="med"/>
            </a:ln>
          </p:spPr>
        </p:cxnSp>
        <p:cxnSp>
          <p:nvCxnSpPr>
            <p:cNvPr id="949" name="Google Shape;949;p21"/>
            <p:cNvCxnSpPr/>
            <p:nvPr/>
          </p:nvCxnSpPr>
          <p:spPr>
            <a:xfrm>
              <a:off x="8056758" y="3243458"/>
              <a:ext cx="0" cy="551302"/>
            </a:xfrm>
            <a:prstGeom prst="straightConnector1">
              <a:avLst/>
            </a:prstGeom>
            <a:noFill/>
            <a:ln w="28575" cap="flat" cmpd="sng">
              <a:solidFill>
                <a:srgbClr val="3F3F3F"/>
              </a:solidFill>
              <a:prstDash val="solid"/>
              <a:miter lim="800000"/>
              <a:headEnd type="none" w="sm" len="sm"/>
              <a:tailEnd type="triangle" w="med" len="med"/>
            </a:ln>
          </p:spPr>
        </p:cxnSp>
        <p:sp>
          <p:nvSpPr>
            <p:cNvPr id="950" name="Google Shape;950;p21"/>
            <p:cNvSpPr/>
            <p:nvPr/>
          </p:nvSpPr>
          <p:spPr>
            <a:xfrm>
              <a:off x="6751320" y="3334914"/>
              <a:ext cx="3718560" cy="444605"/>
            </a:xfrm>
            <a:custGeom>
              <a:avLst/>
              <a:gdLst/>
              <a:ahLst/>
              <a:cxnLst/>
              <a:rect l="l" t="t" r="r" b="b"/>
              <a:pathLst>
                <a:path w="3718560" h="444605" extrusionOk="0">
                  <a:moveTo>
                    <a:pt x="0" y="414125"/>
                  </a:moveTo>
                  <a:cubicBezTo>
                    <a:pt x="568960" y="-17675"/>
                    <a:pt x="2540000" y="-258975"/>
                    <a:pt x="3718560" y="444605"/>
                  </a:cubicBezTo>
                </a:path>
              </a:pathLst>
            </a:custGeom>
            <a:noFill/>
            <a:ln w="28575" cap="flat" cmpd="sng">
              <a:solidFill>
                <a:srgbClr val="3F3F3F"/>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951" name="Google Shape;951;p21"/>
            <p:cNvSpPr/>
            <p:nvPr/>
          </p:nvSpPr>
          <p:spPr>
            <a:xfrm rot="10800000">
              <a:off x="6683033" y="4191222"/>
              <a:ext cx="1386766" cy="464595"/>
            </a:xfrm>
            <a:custGeom>
              <a:avLst/>
              <a:gdLst/>
              <a:ahLst/>
              <a:cxnLst/>
              <a:rect l="l" t="t" r="r" b="b"/>
              <a:pathLst>
                <a:path w="2904592" h="362657" extrusionOk="0">
                  <a:moveTo>
                    <a:pt x="0" y="362657"/>
                  </a:moveTo>
                  <a:cubicBezTo>
                    <a:pt x="233797" y="156884"/>
                    <a:pt x="1454709" y="-191482"/>
                    <a:pt x="2904592" y="131422"/>
                  </a:cubicBezTo>
                </a:path>
              </a:pathLst>
            </a:custGeom>
            <a:noFill/>
            <a:ln w="28575" cap="flat" cmpd="sng">
              <a:solidFill>
                <a:srgbClr val="3F3F3F"/>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952" name="Google Shape;952;p21"/>
            <p:cNvSpPr/>
            <p:nvPr/>
          </p:nvSpPr>
          <p:spPr>
            <a:xfrm rot="-8848299">
              <a:off x="8221115" y="4408212"/>
              <a:ext cx="728799" cy="150833"/>
            </a:xfrm>
            <a:custGeom>
              <a:avLst/>
              <a:gdLst/>
              <a:ahLst/>
              <a:cxnLst/>
              <a:rect l="l" t="t" r="r" b="b"/>
              <a:pathLst>
                <a:path w="1526475" h="117738" extrusionOk="0">
                  <a:moveTo>
                    <a:pt x="0" y="3258"/>
                  </a:moveTo>
                  <a:cubicBezTo>
                    <a:pt x="501694" y="-1114"/>
                    <a:pt x="1075945" y="-19409"/>
                    <a:pt x="1526475" y="117738"/>
                  </a:cubicBezTo>
                </a:path>
              </a:pathLst>
            </a:custGeom>
            <a:noFill/>
            <a:ln w="28575" cap="flat" cmpd="sng">
              <a:solidFill>
                <a:srgbClr val="3F3F3F"/>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953" name="Google Shape;953;p21"/>
            <p:cNvSpPr/>
            <p:nvPr/>
          </p:nvSpPr>
          <p:spPr>
            <a:xfrm rot="7952584">
              <a:off x="10014537" y="4362615"/>
              <a:ext cx="807019" cy="181463"/>
            </a:xfrm>
            <a:custGeom>
              <a:avLst/>
              <a:gdLst/>
              <a:ahLst/>
              <a:cxnLst/>
              <a:rect l="l" t="t" r="r" b="b"/>
              <a:pathLst>
                <a:path w="1690308" h="141648" extrusionOk="0">
                  <a:moveTo>
                    <a:pt x="1" y="30478"/>
                  </a:moveTo>
                  <a:cubicBezTo>
                    <a:pt x="614336" y="-47346"/>
                    <a:pt x="1209417" y="36310"/>
                    <a:pt x="1690308" y="141648"/>
                  </a:cubicBezTo>
                </a:path>
              </a:pathLst>
            </a:custGeom>
            <a:noFill/>
            <a:ln w="28575" cap="flat" cmpd="sng">
              <a:solidFill>
                <a:srgbClr val="3F3F3F"/>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954" name="Google Shape;954;p21"/>
            <p:cNvSpPr/>
            <p:nvPr/>
          </p:nvSpPr>
          <p:spPr>
            <a:xfrm>
              <a:off x="7800117" y="2937348"/>
              <a:ext cx="513282"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400" b="1" i="0" u="none" strike="noStrike" cap="none">
                  <a:solidFill>
                    <a:srgbClr val="000000"/>
                  </a:solidFill>
                  <a:latin typeface="Arial"/>
                  <a:ea typeface="Arial"/>
                  <a:cs typeface="Arial"/>
                  <a:sym typeface="Arial"/>
                </a:rPr>
                <a:t>Pull</a:t>
              </a:r>
              <a:endParaRPr/>
            </a:p>
          </p:txBody>
        </p:sp>
        <p:sp>
          <p:nvSpPr>
            <p:cNvPr id="955" name="Google Shape;955;p21"/>
            <p:cNvSpPr/>
            <p:nvPr/>
          </p:nvSpPr>
          <p:spPr>
            <a:xfrm>
              <a:off x="9864922" y="3299023"/>
              <a:ext cx="681597"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400" b="1" i="0" u="none" strike="noStrike" cap="none">
                  <a:solidFill>
                    <a:srgbClr val="000000"/>
                  </a:solidFill>
                  <a:latin typeface="Arial"/>
                  <a:ea typeface="Arial"/>
                  <a:cs typeface="Arial"/>
                  <a:sym typeface="Arial"/>
                </a:rPr>
                <a:t>Clone</a:t>
              </a:r>
              <a:endParaRPr/>
            </a:p>
          </p:txBody>
        </p:sp>
        <p:sp>
          <p:nvSpPr>
            <p:cNvPr id="956" name="Google Shape;956;p21"/>
            <p:cNvSpPr/>
            <p:nvPr/>
          </p:nvSpPr>
          <p:spPr>
            <a:xfrm>
              <a:off x="10299824" y="4613803"/>
              <a:ext cx="53251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400" b="1" i="0" u="none" strike="noStrike" cap="none">
                  <a:solidFill>
                    <a:srgbClr val="000000"/>
                  </a:solidFill>
                  <a:latin typeface="Arial"/>
                  <a:ea typeface="Arial"/>
                  <a:cs typeface="Arial"/>
                  <a:sym typeface="Arial"/>
                </a:rPr>
                <a:t>Add</a:t>
              </a:r>
              <a:endParaRPr/>
            </a:p>
          </p:txBody>
        </p:sp>
        <p:sp>
          <p:nvSpPr>
            <p:cNvPr id="957" name="Google Shape;957;p21"/>
            <p:cNvSpPr/>
            <p:nvPr/>
          </p:nvSpPr>
          <p:spPr>
            <a:xfrm>
              <a:off x="7983082" y="4625794"/>
              <a:ext cx="85311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400" b="1" i="0" u="none" strike="noStrike" cap="none">
                  <a:solidFill>
                    <a:srgbClr val="000000"/>
                  </a:solidFill>
                  <a:latin typeface="Arial"/>
                  <a:ea typeface="Arial"/>
                  <a:cs typeface="Arial"/>
                  <a:sym typeface="Arial"/>
                </a:rPr>
                <a:t>Commit</a:t>
              </a:r>
              <a:endParaRPr/>
            </a:p>
          </p:txBody>
        </p:sp>
        <p:sp>
          <p:nvSpPr>
            <p:cNvPr id="958" name="Google Shape;958;p21"/>
            <p:cNvSpPr/>
            <p:nvPr/>
          </p:nvSpPr>
          <p:spPr>
            <a:xfrm>
              <a:off x="6889393" y="4697511"/>
              <a:ext cx="62228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400" b="1" i="0" u="none" strike="noStrike" cap="none">
                  <a:solidFill>
                    <a:srgbClr val="000000"/>
                  </a:solidFill>
                  <a:latin typeface="Arial"/>
                  <a:ea typeface="Arial"/>
                  <a:cs typeface="Arial"/>
                  <a:sym typeface="Arial"/>
                </a:rPr>
                <a:t>Push</a:t>
              </a:r>
              <a:endParaRPr/>
            </a:p>
          </p:txBody>
        </p:sp>
        <p:sp>
          <p:nvSpPr>
            <p:cNvPr id="959" name="Google Shape;959;p21"/>
            <p:cNvSpPr/>
            <p:nvPr/>
          </p:nvSpPr>
          <p:spPr>
            <a:xfrm>
              <a:off x="6711849" y="4001839"/>
              <a:ext cx="66075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400" b="1" i="0" u="none" strike="noStrike" cap="none">
                  <a:solidFill>
                    <a:srgbClr val="000000"/>
                  </a:solidFill>
                  <a:latin typeface="Arial"/>
                  <a:ea typeface="Arial"/>
                  <a:cs typeface="Arial"/>
                  <a:sym typeface="Arial"/>
                </a:rPr>
                <a:t>Fetch</a:t>
              </a:r>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77"/>
        <p:cNvGrpSpPr/>
        <p:nvPr/>
      </p:nvGrpSpPr>
      <p:grpSpPr>
        <a:xfrm>
          <a:off x="0" y="0"/>
          <a:ext cx="0" cy="0"/>
          <a:chOff x="0" y="0"/>
          <a:chExt cx="0" cy="0"/>
        </a:xfrm>
      </p:grpSpPr>
      <p:sp>
        <p:nvSpPr>
          <p:cNvPr id="978" name="Google Shape;978;p24"/>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4.2.2 Pulling Changes in Git</a:t>
            </a:r>
            <a:endParaRPr/>
          </a:p>
        </p:txBody>
      </p:sp>
      <p:sp>
        <p:nvSpPr>
          <p:cNvPr id="979" name="Google Shape;979;p24"/>
          <p:cNvSpPr txBox="1">
            <a:spLocks noGrp="1"/>
          </p:cNvSpPr>
          <p:nvPr>
            <p:ph type="body" idx="1"/>
          </p:nvPr>
        </p:nvSpPr>
        <p:spPr>
          <a:xfrm>
            <a:off x="514350" y="1304995"/>
            <a:ext cx="10273812" cy="4840828"/>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1800"/>
              <a:buNone/>
            </a:pPr>
            <a:r>
              <a:rPr lang="en"/>
              <a:t>Git pull seamlessly combines fetched changes from a remote repository with the current working branch, ensuring automatic merging for efficient local updates.</a:t>
            </a:r>
            <a:endParaRPr/>
          </a:p>
          <a:p>
            <a:pPr marL="0" lvl="0" indent="0" algn="l" rtl="0">
              <a:lnSpc>
                <a:spcPct val="120000"/>
              </a:lnSpc>
              <a:spcBef>
                <a:spcPts val="838"/>
              </a:spcBef>
              <a:spcAft>
                <a:spcPts val="0"/>
              </a:spcAft>
              <a:buClr>
                <a:schemeClr val="dk1"/>
              </a:buClr>
              <a:buSzPts val="1800"/>
              <a:buNone/>
            </a:pPr>
            <a:endParaRPr/>
          </a:p>
        </p:txBody>
      </p:sp>
      <p:sp>
        <p:nvSpPr>
          <p:cNvPr id="980" name="Google Shape;980;p24"/>
          <p:cNvSpPr txBox="1"/>
          <p:nvPr/>
        </p:nvSpPr>
        <p:spPr>
          <a:xfrm rot="-5400000">
            <a:off x="-578549" y="3118600"/>
            <a:ext cx="2471600" cy="6300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None/>
            </a:pPr>
            <a:r>
              <a:rPr lang="en" sz="2400" b="1" i="0" u="none" strike="noStrike" cap="none">
                <a:solidFill>
                  <a:schemeClr val="dk2"/>
                </a:solidFill>
                <a:latin typeface="Arial"/>
                <a:ea typeface="Arial"/>
                <a:cs typeface="Arial"/>
                <a:sym typeface="Arial"/>
              </a:rPr>
              <a:t>Practical Steps</a:t>
            </a:r>
            <a:endParaRPr sz="2400" b="1" i="0" u="none" strike="noStrike" cap="none">
              <a:solidFill>
                <a:schemeClr val="dk2"/>
              </a:solidFill>
              <a:latin typeface="Arial"/>
              <a:ea typeface="Arial"/>
              <a:cs typeface="Arial"/>
              <a:sym typeface="Arial"/>
            </a:endParaRPr>
          </a:p>
        </p:txBody>
      </p:sp>
      <p:sp>
        <p:nvSpPr>
          <p:cNvPr id="981" name="Google Shape;981;p24"/>
          <p:cNvSpPr/>
          <p:nvPr/>
        </p:nvSpPr>
        <p:spPr>
          <a:xfrm>
            <a:off x="1575600" y="2369045"/>
            <a:ext cx="9292845" cy="972596"/>
          </a:xfrm>
          <a:prstGeom prst="roundRect">
            <a:avLst>
              <a:gd name="adj" fmla="val 16667"/>
            </a:avLst>
          </a:prstGeom>
          <a:solidFill>
            <a:srgbClr val="152C43"/>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540000" tIns="45700" rIns="91425" bIns="45700" anchor="t" anchorCtr="0">
            <a:noAutofit/>
          </a:bodyPr>
          <a:lstStyle/>
          <a:p>
            <a:pPr marL="0" marR="0" lvl="0" indent="0" algn="l" rtl="0">
              <a:lnSpc>
                <a:spcPct val="115000"/>
              </a:lnSpc>
              <a:spcBef>
                <a:spcPts val="0"/>
              </a:spcBef>
              <a:spcAft>
                <a:spcPts val="0"/>
              </a:spcAft>
              <a:buNone/>
            </a:pPr>
            <a:r>
              <a:rPr lang="en" sz="1800" b="0" i="0" u="none" strike="noStrike" cap="none">
                <a:solidFill>
                  <a:srgbClr val="FFFFFF"/>
                </a:solidFill>
                <a:latin typeface="Arial"/>
                <a:ea typeface="Arial"/>
                <a:cs typeface="Arial"/>
                <a:sym typeface="Arial"/>
              </a:rPr>
              <a:t>Execute </a:t>
            </a:r>
            <a:r>
              <a:rPr lang="en" sz="1800" b="0" i="0" u="none" strike="noStrike" cap="none">
                <a:solidFill>
                  <a:srgbClr val="FFFFFF"/>
                </a:solidFill>
                <a:latin typeface="Courier New"/>
                <a:ea typeface="Courier New"/>
                <a:cs typeface="Courier New"/>
                <a:sym typeface="Courier New"/>
              </a:rPr>
              <a:t>git pull origin master </a:t>
            </a:r>
            <a:r>
              <a:rPr lang="en" sz="1800" b="0" i="0" u="none" strike="noStrike" cap="none">
                <a:solidFill>
                  <a:srgbClr val="FFFFFF"/>
                </a:solidFill>
                <a:latin typeface="Arial"/>
                <a:ea typeface="Arial"/>
                <a:cs typeface="Arial"/>
                <a:sym typeface="Arial"/>
              </a:rPr>
              <a:t>to pull changes from the remote repository's "master" branch.</a:t>
            </a:r>
            <a:endParaRPr sz="1800" b="0" i="0" u="none" strike="noStrike" cap="none">
              <a:solidFill>
                <a:srgbClr val="FFFFFF"/>
              </a:solidFill>
              <a:latin typeface="Arial"/>
              <a:ea typeface="Arial"/>
              <a:cs typeface="Arial"/>
              <a:sym typeface="Arial"/>
            </a:endParaRPr>
          </a:p>
        </p:txBody>
      </p:sp>
      <p:sp>
        <p:nvSpPr>
          <p:cNvPr id="982" name="Google Shape;982;p24"/>
          <p:cNvSpPr/>
          <p:nvPr/>
        </p:nvSpPr>
        <p:spPr>
          <a:xfrm>
            <a:off x="1575600" y="3771136"/>
            <a:ext cx="9292845" cy="972596"/>
          </a:xfrm>
          <a:prstGeom prst="roundRect">
            <a:avLst>
              <a:gd name="adj" fmla="val 16667"/>
            </a:avLst>
          </a:prstGeom>
          <a:solidFill>
            <a:srgbClr val="22476C"/>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540000" tIns="45700" rIns="91425" bIns="45700" anchor="t" anchorCtr="0">
            <a:noAutofit/>
          </a:bodyPr>
          <a:lstStyle/>
          <a:p>
            <a:pPr marL="0" marR="0" lvl="0" indent="0" algn="l" rtl="0">
              <a:lnSpc>
                <a:spcPct val="115000"/>
              </a:lnSpc>
              <a:spcBef>
                <a:spcPts val="0"/>
              </a:spcBef>
              <a:spcAft>
                <a:spcPts val="0"/>
              </a:spcAft>
              <a:buNone/>
            </a:pPr>
            <a:r>
              <a:rPr lang="en" sz="1800" b="0" i="0" u="none" strike="noStrike" cap="none">
                <a:solidFill>
                  <a:srgbClr val="FFFFFF"/>
                </a:solidFill>
                <a:latin typeface="Arial"/>
                <a:ea typeface="Arial"/>
                <a:cs typeface="Arial"/>
                <a:sym typeface="Arial"/>
              </a:rPr>
              <a:t>Git automatically fetches the changes and merges them into the current local branch.</a:t>
            </a:r>
            <a:endParaRPr sz="1800" b="0" i="0" u="none" strike="noStrike" cap="none">
              <a:solidFill>
                <a:srgbClr val="FFFFFF"/>
              </a:solidFill>
              <a:latin typeface="Arial"/>
              <a:ea typeface="Arial"/>
              <a:cs typeface="Arial"/>
              <a:sym typeface="Arial"/>
            </a:endParaRPr>
          </a:p>
        </p:txBody>
      </p:sp>
      <p:sp>
        <p:nvSpPr>
          <p:cNvPr id="983" name="Google Shape;983;p24"/>
          <p:cNvSpPr/>
          <p:nvPr/>
        </p:nvSpPr>
        <p:spPr>
          <a:xfrm>
            <a:off x="1158486" y="2385719"/>
            <a:ext cx="874315" cy="874315"/>
          </a:xfrm>
          <a:prstGeom prst="ellipse">
            <a:avLst/>
          </a:prstGeom>
          <a:solidFill>
            <a:srgbClr val="0070C0"/>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3200" b="1" i="0" u="none" strike="noStrike" cap="none">
                <a:solidFill>
                  <a:schemeClr val="lt1"/>
                </a:solidFill>
                <a:latin typeface="Arial"/>
                <a:ea typeface="Arial"/>
                <a:cs typeface="Arial"/>
                <a:sym typeface="Arial"/>
              </a:rPr>
              <a:t>1</a:t>
            </a:r>
            <a:endParaRPr/>
          </a:p>
        </p:txBody>
      </p:sp>
      <p:sp>
        <p:nvSpPr>
          <p:cNvPr id="984" name="Google Shape;984;p24"/>
          <p:cNvSpPr/>
          <p:nvPr/>
        </p:nvSpPr>
        <p:spPr>
          <a:xfrm>
            <a:off x="1158486" y="3779473"/>
            <a:ext cx="874315" cy="874315"/>
          </a:xfrm>
          <a:prstGeom prst="ellipse">
            <a:avLst/>
          </a:prstGeom>
          <a:solidFill>
            <a:srgbClr val="0070C0"/>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3200" b="1" i="0" u="none" strike="noStrike" cap="none">
                <a:solidFill>
                  <a:schemeClr val="lt1"/>
                </a:solidFill>
                <a:latin typeface="Arial"/>
                <a:ea typeface="Arial"/>
                <a:cs typeface="Arial"/>
                <a:sym typeface="Arial"/>
              </a:rPr>
              <a:t>2</a:t>
            </a:r>
            <a:endParaRPr sz="3200" b="1" i="0" u="none" strike="noStrike" cap="none">
              <a:solidFill>
                <a:schemeClr val="lt1"/>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88"/>
        <p:cNvGrpSpPr/>
        <p:nvPr/>
      </p:nvGrpSpPr>
      <p:grpSpPr>
        <a:xfrm>
          <a:off x="0" y="0"/>
          <a:ext cx="0" cy="0"/>
          <a:chOff x="0" y="0"/>
          <a:chExt cx="0" cy="0"/>
        </a:xfrm>
      </p:grpSpPr>
      <p:sp>
        <p:nvSpPr>
          <p:cNvPr id="989" name="Google Shape;989;p25"/>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4.2.2 Types of Git Pull</a:t>
            </a:r>
            <a:endParaRPr/>
          </a:p>
        </p:txBody>
      </p:sp>
      <p:sp>
        <p:nvSpPr>
          <p:cNvPr id="990" name="Google Shape;990;p25"/>
          <p:cNvSpPr txBox="1">
            <a:spLocks noGrp="1"/>
          </p:cNvSpPr>
          <p:nvPr>
            <p:ph type="body" idx="1"/>
          </p:nvPr>
        </p:nvSpPr>
        <p:spPr>
          <a:xfrm>
            <a:off x="514350" y="1304995"/>
            <a:ext cx="10273812" cy="4840828"/>
          </a:xfrm>
          <a:prstGeom prst="rect">
            <a:avLst/>
          </a:prstGeom>
          <a:noFill/>
          <a:ln>
            <a:noFill/>
          </a:ln>
        </p:spPr>
        <p:txBody>
          <a:bodyPr spcFirstLastPara="1" wrap="square" lIns="91425" tIns="45700" rIns="91425" bIns="45700" anchor="t" anchorCtr="0">
            <a:noAutofit/>
          </a:bodyPr>
          <a:lstStyle/>
          <a:p>
            <a:pPr marL="0" lvl="0" indent="0" algn="l" rtl="0">
              <a:lnSpc>
                <a:spcPct val="175000"/>
              </a:lnSpc>
              <a:spcBef>
                <a:spcPts val="0"/>
              </a:spcBef>
              <a:spcAft>
                <a:spcPts val="0"/>
              </a:spcAft>
              <a:buClr>
                <a:schemeClr val="dk1"/>
              </a:buClr>
              <a:buSzPts val="1800"/>
              <a:buNone/>
            </a:pPr>
            <a:r>
              <a:rPr lang="en">
                <a:solidFill>
                  <a:schemeClr val="dk1"/>
                </a:solidFill>
              </a:rPr>
              <a:t>Here are various types of pull strategies catering to different project needs:</a:t>
            </a:r>
            <a:endParaRPr>
              <a:solidFill>
                <a:schemeClr val="dk1"/>
              </a:solidFill>
            </a:endParaRPr>
          </a:p>
        </p:txBody>
      </p:sp>
      <p:grpSp>
        <p:nvGrpSpPr>
          <p:cNvPr id="991" name="Google Shape;991;p25"/>
          <p:cNvGrpSpPr/>
          <p:nvPr/>
        </p:nvGrpSpPr>
        <p:grpSpPr>
          <a:xfrm>
            <a:off x="7576865" y="2631497"/>
            <a:ext cx="4615135" cy="3693904"/>
            <a:chOff x="3277730" y="1916113"/>
            <a:chExt cx="4615135" cy="3693904"/>
          </a:xfrm>
        </p:grpSpPr>
        <p:grpSp>
          <p:nvGrpSpPr>
            <p:cNvPr id="992" name="Google Shape;992;p25"/>
            <p:cNvGrpSpPr/>
            <p:nvPr/>
          </p:nvGrpSpPr>
          <p:grpSpPr>
            <a:xfrm>
              <a:off x="3277730" y="1916113"/>
              <a:ext cx="2135326" cy="1259106"/>
              <a:chOff x="2163217" y="2804508"/>
              <a:chExt cx="2135326" cy="1259106"/>
            </a:xfrm>
          </p:grpSpPr>
          <p:pic>
            <p:nvPicPr>
              <p:cNvPr id="993" name="Google Shape;993;p25"/>
              <p:cNvPicPr preferRelativeResize="0"/>
              <p:nvPr/>
            </p:nvPicPr>
            <p:blipFill rotWithShape="1">
              <a:blip r:embed="rId3">
                <a:alphaModFix/>
              </a:blip>
              <a:srcRect/>
              <a:stretch/>
            </p:blipFill>
            <p:spPr>
              <a:xfrm>
                <a:off x="2163217" y="2804508"/>
                <a:ext cx="2135326" cy="1259106"/>
              </a:xfrm>
              <a:prstGeom prst="rect">
                <a:avLst/>
              </a:prstGeom>
              <a:noFill/>
              <a:ln>
                <a:noFill/>
              </a:ln>
            </p:spPr>
          </p:pic>
          <p:sp>
            <p:nvSpPr>
              <p:cNvPr id="994" name="Google Shape;994;p25"/>
              <p:cNvSpPr txBox="1"/>
              <p:nvPr/>
            </p:nvSpPr>
            <p:spPr>
              <a:xfrm>
                <a:off x="2474976" y="3169920"/>
                <a:ext cx="1469136" cy="800179"/>
              </a:xfrm>
              <a:prstGeom prst="rect">
                <a:avLst/>
              </a:prstGeom>
              <a:noFill/>
              <a:ln>
                <a:noFill/>
              </a:ln>
            </p:spPr>
            <p:txBody>
              <a:bodyPr spcFirstLastPara="1" wrap="square" lIns="121900" tIns="121900" rIns="121900" bIns="121900" anchor="t" anchorCtr="0">
                <a:spAutoFit/>
              </a:bodyPr>
              <a:lstStyle/>
              <a:p>
                <a:pPr marL="0" marR="0" lvl="0" indent="0" algn="ctr" rtl="0">
                  <a:lnSpc>
                    <a:spcPct val="100000"/>
                  </a:lnSpc>
                  <a:spcBef>
                    <a:spcPts val="0"/>
                  </a:spcBef>
                  <a:spcAft>
                    <a:spcPts val="0"/>
                  </a:spcAft>
                  <a:buNone/>
                </a:pPr>
                <a:r>
                  <a:rPr lang="en" sz="1800" b="1" i="0" u="none" strike="noStrike" cap="none">
                    <a:solidFill>
                      <a:schemeClr val="dk1"/>
                    </a:solidFill>
                    <a:latin typeface="Arial"/>
                    <a:ea typeface="Arial"/>
                    <a:cs typeface="Arial"/>
                    <a:sym typeface="Arial"/>
                  </a:rPr>
                  <a:t>Remote</a:t>
                </a:r>
                <a:endParaRPr/>
              </a:p>
              <a:p>
                <a:pPr marL="0" marR="0" lvl="0" indent="0" algn="ctr" rtl="0">
                  <a:lnSpc>
                    <a:spcPct val="100000"/>
                  </a:lnSpc>
                  <a:spcBef>
                    <a:spcPts val="0"/>
                  </a:spcBef>
                  <a:spcAft>
                    <a:spcPts val="0"/>
                  </a:spcAft>
                  <a:buNone/>
                </a:pPr>
                <a:r>
                  <a:rPr lang="en" sz="1800" b="1" i="0" u="none" strike="noStrike" cap="none">
                    <a:solidFill>
                      <a:schemeClr val="dk1"/>
                    </a:solidFill>
                    <a:latin typeface="Arial"/>
                    <a:ea typeface="Arial"/>
                    <a:cs typeface="Arial"/>
                    <a:sym typeface="Arial"/>
                  </a:rPr>
                  <a:t>Repository</a:t>
                </a:r>
                <a:endParaRPr sz="1800" b="1" i="0" u="none" strike="noStrike" cap="none">
                  <a:solidFill>
                    <a:schemeClr val="dk1"/>
                  </a:solidFill>
                  <a:latin typeface="Arial"/>
                  <a:ea typeface="Arial"/>
                  <a:cs typeface="Arial"/>
                  <a:sym typeface="Arial"/>
                </a:endParaRPr>
              </a:p>
            </p:txBody>
          </p:sp>
        </p:grpSp>
        <p:pic>
          <p:nvPicPr>
            <p:cNvPr id="995" name="Google Shape;995;p25"/>
            <p:cNvPicPr preferRelativeResize="0"/>
            <p:nvPr/>
          </p:nvPicPr>
          <p:blipFill rotWithShape="1">
            <a:blip r:embed="rId4">
              <a:alphaModFix/>
            </a:blip>
            <a:srcRect l="56246" t="56876" r="12994" b="11873"/>
            <a:stretch/>
          </p:blipFill>
          <p:spPr>
            <a:xfrm>
              <a:off x="5818944" y="4052570"/>
              <a:ext cx="1234441" cy="1127760"/>
            </a:xfrm>
            <a:prstGeom prst="rect">
              <a:avLst/>
            </a:prstGeom>
            <a:noFill/>
            <a:ln>
              <a:noFill/>
            </a:ln>
          </p:spPr>
        </p:pic>
        <p:sp>
          <p:nvSpPr>
            <p:cNvPr id="996" name="Google Shape;996;p25"/>
            <p:cNvSpPr txBox="1"/>
            <p:nvPr/>
          </p:nvSpPr>
          <p:spPr>
            <a:xfrm>
              <a:off x="5466435" y="5086837"/>
              <a:ext cx="2275019" cy="523180"/>
            </a:xfrm>
            <a:prstGeom prst="rect">
              <a:avLst/>
            </a:prstGeom>
            <a:noFill/>
            <a:ln>
              <a:noFill/>
            </a:ln>
          </p:spPr>
          <p:txBody>
            <a:bodyPr spcFirstLastPara="1" wrap="square" lIns="121900" tIns="121900" rIns="121900" bIns="121900" anchor="t" anchorCtr="0">
              <a:spAutoFit/>
            </a:bodyPr>
            <a:lstStyle/>
            <a:p>
              <a:pPr marL="0" marR="0" lvl="0" indent="0" algn="ctr" rtl="0">
                <a:lnSpc>
                  <a:spcPct val="100000"/>
                </a:lnSpc>
                <a:spcBef>
                  <a:spcPts val="0"/>
                </a:spcBef>
                <a:spcAft>
                  <a:spcPts val="0"/>
                </a:spcAft>
                <a:buNone/>
              </a:pPr>
              <a:r>
                <a:rPr lang="en" sz="1800" b="1" i="0" u="none" strike="noStrike" cap="none">
                  <a:solidFill>
                    <a:schemeClr val="dk1"/>
                  </a:solidFill>
                  <a:latin typeface="Arial"/>
                  <a:ea typeface="Arial"/>
                  <a:cs typeface="Arial"/>
                  <a:sym typeface="Arial"/>
                </a:rPr>
                <a:t>Local Repo</a:t>
              </a:r>
              <a:endParaRPr sz="1800" b="1" i="0" u="none" strike="noStrike" cap="none">
                <a:solidFill>
                  <a:schemeClr val="dk1"/>
                </a:solidFill>
                <a:latin typeface="Arial"/>
                <a:ea typeface="Arial"/>
                <a:cs typeface="Arial"/>
                <a:sym typeface="Arial"/>
              </a:endParaRPr>
            </a:p>
          </p:txBody>
        </p:sp>
        <p:sp>
          <p:nvSpPr>
            <p:cNvPr id="997" name="Google Shape;997;p25"/>
            <p:cNvSpPr txBox="1"/>
            <p:nvPr/>
          </p:nvSpPr>
          <p:spPr>
            <a:xfrm>
              <a:off x="3318831" y="4122889"/>
              <a:ext cx="2275019" cy="615513"/>
            </a:xfrm>
            <a:prstGeom prst="rect">
              <a:avLst/>
            </a:prstGeom>
            <a:noFill/>
            <a:ln>
              <a:noFill/>
            </a:ln>
          </p:spPr>
          <p:txBody>
            <a:bodyPr spcFirstLastPara="1" wrap="square" lIns="121900" tIns="121900" rIns="121900" bIns="121900" anchor="t" anchorCtr="0">
              <a:spAutoFit/>
            </a:bodyPr>
            <a:lstStyle/>
            <a:p>
              <a:pPr marL="0" marR="0" lvl="0" indent="0" algn="ctr" rtl="0">
                <a:lnSpc>
                  <a:spcPct val="100000"/>
                </a:lnSpc>
                <a:spcBef>
                  <a:spcPts val="0"/>
                </a:spcBef>
                <a:spcAft>
                  <a:spcPts val="0"/>
                </a:spcAft>
                <a:buNone/>
              </a:pPr>
              <a:r>
                <a:rPr lang="en" sz="2400" b="1" i="0" u="none" strike="noStrike" cap="none">
                  <a:solidFill>
                    <a:schemeClr val="dk1"/>
                  </a:solidFill>
                  <a:latin typeface="Arial"/>
                  <a:ea typeface="Arial"/>
                  <a:cs typeface="Arial"/>
                  <a:sym typeface="Arial"/>
                </a:rPr>
                <a:t>PUSH</a:t>
              </a:r>
              <a:endParaRPr sz="2400" b="1" i="0" u="none" strike="noStrike" cap="none">
                <a:solidFill>
                  <a:schemeClr val="dk1"/>
                </a:solidFill>
                <a:latin typeface="Arial"/>
                <a:ea typeface="Arial"/>
                <a:cs typeface="Arial"/>
                <a:sym typeface="Arial"/>
              </a:endParaRPr>
            </a:p>
          </p:txBody>
        </p:sp>
        <p:sp>
          <p:nvSpPr>
            <p:cNvPr id="998" name="Google Shape;998;p25"/>
            <p:cNvSpPr txBox="1"/>
            <p:nvPr/>
          </p:nvSpPr>
          <p:spPr>
            <a:xfrm>
              <a:off x="5617846" y="2597180"/>
              <a:ext cx="2275019" cy="615513"/>
            </a:xfrm>
            <a:prstGeom prst="rect">
              <a:avLst/>
            </a:prstGeom>
            <a:noFill/>
            <a:ln>
              <a:noFill/>
            </a:ln>
          </p:spPr>
          <p:txBody>
            <a:bodyPr spcFirstLastPara="1" wrap="square" lIns="121900" tIns="121900" rIns="121900" bIns="121900" anchor="t" anchorCtr="0">
              <a:spAutoFit/>
            </a:bodyPr>
            <a:lstStyle/>
            <a:p>
              <a:pPr marL="0" marR="0" lvl="0" indent="0" algn="ctr" rtl="0">
                <a:lnSpc>
                  <a:spcPct val="100000"/>
                </a:lnSpc>
                <a:spcBef>
                  <a:spcPts val="0"/>
                </a:spcBef>
                <a:spcAft>
                  <a:spcPts val="0"/>
                </a:spcAft>
                <a:buNone/>
              </a:pPr>
              <a:r>
                <a:rPr lang="en" sz="2400" b="1" i="0" u="none" strike="noStrike" cap="none">
                  <a:solidFill>
                    <a:schemeClr val="dk1"/>
                  </a:solidFill>
                  <a:latin typeface="Arial"/>
                  <a:ea typeface="Arial"/>
                  <a:cs typeface="Arial"/>
                  <a:sym typeface="Arial"/>
                </a:rPr>
                <a:t>PULL</a:t>
              </a:r>
              <a:endParaRPr sz="2400" b="1" i="0" u="none" strike="noStrike" cap="none">
                <a:solidFill>
                  <a:schemeClr val="dk1"/>
                </a:solidFill>
                <a:latin typeface="Arial"/>
                <a:ea typeface="Arial"/>
                <a:cs typeface="Arial"/>
                <a:sym typeface="Arial"/>
              </a:endParaRPr>
            </a:p>
          </p:txBody>
        </p:sp>
        <p:pic>
          <p:nvPicPr>
            <p:cNvPr id="999" name="Google Shape;999;p25"/>
            <p:cNvPicPr preferRelativeResize="0"/>
            <p:nvPr/>
          </p:nvPicPr>
          <p:blipFill rotWithShape="1">
            <a:blip r:embed="rId5">
              <a:alphaModFix/>
            </a:blip>
            <a:srcRect/>
            <a:stretch/>
          </p:blipFill>
          <p:spPr>
            <a:xfrm rot="-5992631" flipH="1">
              <a:off x="5465134" y="2822069"/>
              <a:ext cx="1196469" cy="1196469"/>
            </a:xfrm>
            <a:prstGeom prst="rect">
              <a:avLst/>
            </a:prstGeom>
            <a:noFill/>
            <a:ln>
              <a:noFill/>
            </a:ln>
          </p:spPr>
        </p:pic>
        <p:pic>
          <p:nvPicPr>
            <p:cNvPr id="1000" name="Google Shape;1000;p25"/>
            <p:cNvPicPr preferRelativeResize="0"/>
            <p:nvPr/>
          </p:nvPicPr>
          <p:blipFill rotWithShape="1">
            <a:blip r:embed="rId5">
              <a:alphaModFix/>
            </a:blip>
            <a:srcRect/>
            <a:stretch/>
          </p:blipFill>
          <p:spPr>
            <a:xfrm rot="4372907" flipH="1">
              <a:off x="4414529" y="3253486"/>
              <a:ext cx="1196469" cy="1196469"/>
            </a:xfrm>
            <a:prstGeom prst="rect">
              <a:avLst/>
            </a:prstGeom>
            <a:noFill/>
            <a:ln>
              <a:noFill/>
            </a:ln>
          </p:spPr>
        </p:pic>
      </p:grpSp>
      <p:sp>
        <p:nvSpPr>
          <p:cNvPr id="1001" name="Google Shape;1001;p25"/>
          <p:cNvSpPr/>
          <p:nvPr/>
        </p:nvSpPr>
        <p:spPr>
          <a:xfrm>
            <a:off x="931464" y="1999120"/>
            <a:ext cx="6081043" cy="972596"/>
          </a:xfrm>
          <a:prstGeom prst="roundRect">
            <a:avLst>
              <a:gd name="adj" fmla="val 16667"/>
            </a:avLst>
          </a:prstGeom>
          <a:solidFill>
            <a:srgbClr val="152C43"/>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540000" tIns="45700" rIns="91425" bIns="45700" anchor="t" anchorCtr="0">
            <a:noAutofit/>
          </a:bodyPr>
          <a:lstStyle/>
          <a:p>
            <a:pPr marL="0" marR="0" lvl="0" indent="0" algn="l" rtl="0">
              <a:lnSpc>
                <a:spcPct val="115000"/>
              </a:lnSpc>
              <a:spcBef>
                <a:spcPts val="0"/>
              </a:spcBef>
              <a:spcAft>
                <a:spcPts val="0"/>
              </a:spcAft>
              <a:buNone/>
            </a:pPr>
            <a:r>
              <a:rPr lang="en" sz="1600" b="0" i="0" u="none" strike="noStrike" cap="none">
                <a:solidFill>
                  <a:srgbClr val="FFFFFF"/>
                </a:solidFill>
                <a:latin typeface="Arial"/>
                <a:ea typeface="Arial"/>
                <a:cs typeface="Arial"/>
                <a:sym typeface="Arial"/>
              </a:rPr>
              <a:t>Regular Pull: It initiates a standard pull operation using the </a:t>
            </a:r>
            <a:r>
              <a:rPr lang="en" sz="1600" b="0" i="0" u="none" strike="noStrike" cap="none">
                <a:solidFill>
                  <a:srgbClr val="FFFFFF"/>
                </a:solidFill>
                <a:latin typeface="Courier New"/>
                <a:ea typeface="Courier New"/>
                <a:cs typeface="Courier New"/>
                <a:sym typeface="Courier New"/>
              </a:rPr>
              <a:t>git pull</a:t>
            </a:r>
            <a:r>
              <a:rPr lang="en" sz="1600" b="0" i="0" u="none" strike="noStrike" cap="none">
                <a:solidFill>
                  <a:srgbClr val="FFFFFF"/>
                </a:solidFill>
                <a:latin typeface="Arial"/>
                <a:ea typeface="Arial"/>
                <a:cs typeface="Arial"/>
                <a:sym typeface="Arial"/>
              </a:rPr>
              <a:t> command.</a:t>
            </a:r>
            <a:endParaRPr sz="1600" b="0" i="0" u="none" strike="noStrike" cap="none">
              <a:solidFill>
                <a:srgbClr val="FFFFFF"/>
              </a:solidFill>
              <a:latin typeface="Arial"/>
              <a:ea typeface="Arial"/>
              <a:cs typeface="Arial"/>
              <a:sym typeface="Arial"/>
            </a:endParaRPr>
          </a:p>
        </p:txBody>
      </p:sp>
      <p:sp>
        <p:nvSpPr>
          <p:cNvPr id="1002" name="Google Shape;1002;p25"/>
          <p:cNvSpPr/>
          <p:nvPr/>
        </p:nvSpPr>
        <p:spPr>
          <a:xfrm>
            <a:off x="931464" y="3169716"/>
            <a:ext cx="6081043" cy="972596"/>
          </a:xfrm>
          <a:prstGeom prst="roundRect">
            <a:avLst>
              <a:gd name="adj" fmla="val 16667"/>
            </a:avLst>
          </a:prstGeom>
          <a:solidFill>
            <a:srgbClr val="22476C"/>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540000" tIns="45700" rIns="91425" bIns="45700" anchor="t" anchorCtr="0">
            <a:noAutofit/>
          </a:bodyPr>
          <a:lstStyle/>
          <a:p>
            <a:pPr marL="0" marR="0" lvl="0" indent="0" algn="l" rtl="0">
              <a:lnSpc>
                <a:spcPct val="115000"/>
              </a:lnSpc>
              <a:spcBef>
                <a:spcPts val="0"/>
              </a:spcBef>
              <a:spcAft>
                <a:spcPts val="0"/>
              </a:spcAft>
              <a:buNone/>
            </a:pPr>
            <a:r>
              <a:rPr lang="en" sz="1600" b="0" i="0" u="none" strike="noStrike" cap="none">
                <a:solidFill>
                  <a:srgbClr val="FFFFFF"/>
                </a:solidFill>
                <a:latin typeface="Arial"/>
                <a:ea typeface="Arial"/>
                <a:cs typeface="Arial"/>
                <a:sym typeface="Arial"/>
              </a:rPr>
              <a:t>Rebase Pull: It creates a linear and cleaner commit history using the </a:t>
            </a:r>
            <a:r>
              <a:rPr lang="en" sz="1600" b="0" i="0" u="none" strike="noStrike" cap="none">
                <a:solidFill>
                  <a:srgbClr val="FFFFFF"/>
                </a:solidFill>
                <a:latin typeface="Courier New"/>
                <a:ea typeface="Courier New"/>
                <a:cs typeface="Courier New"/>
                <a:sym typeface="Courier New"/>
              </a:rPr>
              <a:t>git pull --rebase </a:t>
            </a:r>
            <a:r>
              <a:rPr lang="en" sz="1600" b="0" i="0" u="none" strike="noStrike" cap="none">
                <a:solidFill>
                  <a:srgbClr val="FFFFFF"/>
                </a:solidFill>
                <a:latin typeface="Arial"/>
                <a:ea typeface="Arial"/>
                <a:cs typeface="Arial"/>
                <a:sym typeface="Arial"/>
              </a:rPr>
              <a:t>command.</a:t>
            </a:r>
            <a:endParaRPr sz="1600" b="0" i="0" u="none" strike="noStrike" cap="none">
              <a:solidFill>
                <a:srgbClr val="FFFFFF"/>
              </a:solidFill>
              <a:latin typeface="Arial"/>
              <a:ea typeface="Arial"/>
              <a:cs typeface="Arial"/>
              <a:sym typeface="Arial"/>
            </a:endParaRPr>
          </a:p>
        </p:txBody>
      </p:sp>
      <p:sp>
        <p:nvSpPr>
          <p:cNvPr id="1003" name="Google Shape;1003;p25"/>
          <p:cNvSpPr/>
          <p:nvPr/>
        </p:nvSpPr>
        <p:spPr>
          <a:xfrm>
            <a:off x="514350" y="2015794"/>
            <a:ext cx="874315" cy="874315"/>
          </a:xfrm>
          <a:prstGeom prst="ellipse">
            <a:avLst/>
          </a:prstGeom>
          <a:solidFill>
            <a:srgbClr val="0070C0"/>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3200" b="1" i="0" u="none" strike="noStrike" cap="none">
                <a:solidFill>
                  <a:schemeClr val="lt1"/>
                </a:solidFill>
                <a:latin typeface="Arial"/>
                <a:ea typeface="Arial"/>
                <a:cs typeface="Arial"/>
                <a:sym typeface="Arial"/>
              </a:rPr>
              <a:t>1</a:t>
            </a:r>
            <a:endParaRPr/>
          </a:p>
        </p:txBody>
      </p:sp>
      <p:sp>
        <p:nvSpPr>
          <p:cNvPr id="1004" name="Google Shape;1004;p25"/>
          <p:cNvSpPr/>
          <p:nvPr/>
        </p:nvSpPr>
        <p:spPr>
          <a:xfrm>
            <a:off x="514350" y="3178053"/>
            <a:ext cx="874315" cy="874315"/>
          </a:xfrm>
          <a:prstGeom prst="ellipse">
            <a:avLst/>
          </a:prstGeom>
          <a:solidFill>
            <a:srgbClr val="0070C0"/>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3200" b="1" i="0" u="none" strike="noStrike" cap="none">
                <a:solidFill>
                  <a:schemeClr val="lt1"/>
                </a:solidFill>
                <a:latin typeface="Arial"/>
                <a:ea typeface="Arial"/>
                <a:cs typeface="Arial"/>
                <a:sym typeface="Arial"/>
              </a:rPr>
              <a:t>2</a:t>
            </a:r>
            <a:endParaRPr sz="3200" b="1" i="0" u="none" strike="noStrike" cap="none">
              <a:solidFill>
                <a:schemeClr val="lt1"/>
              </a:solidFill>
              <a:latin typeface="Arial"/>
              <a:ea typeface="Arial"/>
              <a:cs typeface="Arial"/>
              <a:sym typeface="Arial"/>
            </a:endParaRPr>
          </a:p>
        </p:txBody>
      </p:sp>
      <p:sp>
        <p:nvSpPr>
          <p:cNvPr id="1005" name="Google Shape;1005;p25"/>
          <p:cNvSpPr/>
          <p:nvPr/>
        </p:nvSpPr>
        <p:spPr>
          <a:xfrm>
            <a:off x="931464" y="4298686"/>
            <a:ext cx="6081043" cy="972596"/>
          </a:xfrm>
          <a:prstGeom prst="roundRect">
            <a:avLst>
              <a:gd name="adj" fmla="val 16667"/>
            </a:avLst>
          </a:prstGeom>
          <a:solidFill>
            <a:srgbClr val="152C43"/>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540000" tIns="45700" rIns="91425" bIns="45700" anchor="t" anchorCtr="0">
            <a:noAutofit/>
          </a:bodyPr>
          <a:lstStyle/>
          <a:p>
            <a:pPr marL="0" marR="0" lvl="0" indent="0" algn="l" rtl="0">
              <a:lnSpc>
                <a:spcPct val="115000"/>
              </a:lnSpc>
              <a:spcBef>
                <a:spcPts val="0"/>
              </a:spcBef>
              <a:spcAft>
                <a:spcPts val="0"/>
              </a:spcAft>
              <a:buNone/>
            </a:pPr>
            <a:r>
              <a:rPr lang="en" sz="1600" b="0" i="0" u="none" strike="noStrike" cap="none">
                <a:solidFill>
                  <a:srgbClr val="FFFFFF"/>
                </a:solidFill>
                <a:latin typeface="Arial"/>
                <a:ea typeface="Arial"/>
                <a:cs typeface="Arial"/>
                <a:sym typeface="Arial"/>
              </a:rPr>
              <a:t>Squash Pull: It involves a </a:t>
            </a:r>
            <a:r>
              <a:rPr lang="en" sz="1600" b="0" i="0" u="none" strike="noStrike" cap="none">
                <a:solidFill>
                  <a:srgbClr val="FFFFFF"/>
                </a:solidFill>
                <a:latin typeface="Courier New"/>
                <a:ea typeface="Courier New"/>
                <a:cs typeface="Courier New"/>
                <a:sym typeface="Courier New"/>
              </a:rPr>
              <a:t>git pull --squash </a:t>
            </a:r>
            <a:r>
              <a:rPr lang="en" sz="1600" b="0" i="0" u="none" strike="noStrike" cap="none">
                <a:solidFill>
                  <a:srgbClr val="FFFFFF"/>
                </a:solidFill>
                <a:latin typeface="Arial"/>
                <a:ea typeface="Arial"/>
                <a:cs typeface="Arial"/>
                <a:sym typeface="Arial"/>
              </a:rPr>
              <a:t>operation to fetch and condense changes into a single commit before merging.</a:t>
            </a:r>
            <a:endParaRPr/>
          </a:p>
          <a:p>
            <a:pPr marL="0" marR="0" lvl="0" indent="0" algn="l" rtl="0">
              <a:lnSpc>
                <a:spcPct val="115000"/>
              </a:lnSpc>
              <a:spcBef>
                <a:spcPts val="0"/>
              </a:spcBef>
              <a:spcAft>
                <a:spcPts val="0"/>
              </a:spcAft>
              <a:buNone/>
            </a:pPr>
            <a:endParaRPr sz="1600" b="0" i="0" u="none" strike="noStrike" cap="none">
              <a:solidFill>
                <a:srgbClr val="FFFFFF"/>
              </a:solidFill>
              <a:latin typeface="Arial"/>
              <a:ea typeface="Arial"/>
              <a:cs typeface="Arial"/>
              <a:sym typeface="Arial"/>
            </a:endParaRPr>
          </a:p>
        </p:txBody>
      </p:sp>
      <p:sp>
        <p:nvSpPr>
          <p:cNvPr id="1006" name="Google Shape;1006;p25"/>
          <p:cNvSpPr/>
          <p:nvPr/>
        </p:nvSpPr>
        <p:spPr>
          <a:xfrm>
            <a:off x="931464" y="5469282"/>
            <a:ext cx="6081043" cy="972596"/>
          </a:xfrm>
          <a:prstGeom prst="roundRect">
            <a:avLst>
              <a:gd name="adj" fmla="val 16667"/>
            </a:avLst>
          </a:prstGeom>
          <a:solidFill>
            <a:srgbClr val="22476C"/>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540000" tIns="45700" rIns="91425" bIns="45700" anchor="t" anchorCtr="0">
            <a:noAutofit/>
          </a:bodyPr>
          <a:lstStyle/>
          <a:p>
            <a:pPr marL="0" marR="0" lvl="0" indent="0" algn="l" rtl="0">
              <a:lnSpc>
                <a:spcPct val="115000"/>
              </a:lnSpc>
              <a:spcBef>
                <a:spcPts val="0"/>
              </a:spcBef>
              <a:spcAft>
                <a:spcPts val="0"/>
              </a:spcAft>
              <a:buNone/>
            </a:pPr>
            <a:r>
              <a:rPr lang="en" sz="1600" b="0" i="0" u="none" strike="noStrike" cap="none">
                <a:solidFill>
                  <a:srgbClr val="FFFFFF"/>
                </a:solidFill>
                <a:latin typeface="Arial"/>
                <a:ea typeface="Arial"/>
                <a:cs typeface="Arial"/>
                <a:sym typeface="Arial"/>
              </a:rPr>
              <a:t>Merge Pull: It involves default pull behavior, achieved with the </a:t>
            </a:r>
            <a:r>
              <a:rPr lang="en" sz="1600" b="0" i="0" u="none" strike="noStrike" cap="none">
                <a:solidFill>
                  <a:srgbClr val="FFFFFF"/>
                </a:solidFill>
                <a:latin typeface="Courier New"/>
                <a:ea typeface="Courier New"/>
                <a:cs typeface="Courier New"/>
                <a:sym typeface="Courier New"/>
              </a:rPr>
              <a:t>git pull </a:t>
            </a:r>
            <a:r>
              <a:rPr lang="en" sz="1600" b="0" i="0" u="none" strike="noStrike" cap="none">
                <a:solidFill>
                  <a:srgbClr val="FFFFFF"/>
                </a:solidFill>
                <a:latin typeface="Arial"/>
                <a:ea typeface="Arial"/>
                <a:cs typeface="Arial"/>
                <a:sym typeface="Arial"/>
              </a:rPr>
              <a:t>command.</a:t>
            </a:r>
            <a:endParaRPr/>
          </a:p>
          <a:p>
            <a:pPr marL="0" marR="0" lvl="0" indent="0" algn="l" rtl="0">
              <a:lnSpc>
                <a:spcPct val="115000"/>
              </a:lnSpc>
              <a:spcBef>
                <a:spcPts val="0"/>
              </a:spcBef>
              <a:spcAft>
                <a:spcPts val="0"/>
              </a:spcAft>
              <a:buNone/>
            </a:pPr>
            <a:endParaRPr sz="1600" b="0" i="0" u="none" strike="noStrike" cap="none">
              <a:solidFill>
                <a:srgbClr val="FFFFFF"/>
              </a:solidFill>
              <a:latin typeface="Arial"/>
              <a:ea typeface="Arial"/>
              <a:cs typeface="Arial"/>
              <a:sym typeface="Arial"/>
            </a:endParaRPr>
          </a:p>
        </p:txBody>
      </p:sp>
      <p:sp>
        <p:nvSpPr>
          <p:cNvPr id="1007" name="Google Shape;1007;p25"/>
          <p:cNvSpPr/>
          <p:nvPr/>
        </p:nvSpPr>
        <p:spPr>
          <a:xfrm>
            <a:off x="514350" y="4315360"/>
            <a:ext cx="874315" cy="874315"/>
          </a:xfrm>
          <a:prstGeom prst="ellipse">
            <a:avLst/>
          </a:prstGeom>
          <a:solidFill>
            <a:srgbClr val="0070C0"/>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3200" b="1">
                <a:solidFill>
                  <a:schemeClr val="lt1"/>
                </a:solidFill>
              </a:rPr>
              <a:t>3</a:t>
            </a:r>
            <a:endParaRPr/>
          </a:p>
        </p:txBody>
      </p:sp>
      <p:sp>
        <p:nvSpPr>
          <p:cNvPr id="1008" name="Google Shape;1008;p25"/>
          <p:cNvSpPr/>
          <p:nvPr/>
        </p:nvSpPr>
        <p:spPr>
          <a:xfrm>
            <a:off x="514350" y="5477619"/>
            <a:ext cx="874315" cy="874315"/>
          </a:xfrm>
          <a:prstGeom prst="ellipse">
            <a:avLst/>
          </a:prstGeom>
          <a:solidFill>
            <a:srgbClr val="0070C0"/>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3200" b="1">
                <a:solidFill>
                  <a:schemeClr val="lt1"/>
                </a:solidFill>
              </a:rPr>
              <a:t>4</a:t>
            </a:r>
            <a:endParaRPr sz="3200" b="1" i="0" u="none" strike="noStrike" cap="none">
              <a:solidFill>
                <a:schemeClr val="lt1"/>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12"/>
        <p:cNvGrpSpPr/>
        <p:nvPr/>
      </p:nvGrpSpPr>
      <p:grpSpPr>
        <a:xfrm>
          <a:off x="0" y="0"/>
          <a:ext cx="0" cy="0"/>
          <a:chOff x="0" y="0"/>
          <a:chExt cx="0" cy="0"/>
        </a:xfrm>
      </p:grpSpPr>
      <p:sp>
        <p:nvSpPr>
          <p:cNvPr id="1013" name="Google Shape;1013;p26"/>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4.2.2 Benefits and Considerations of Git Pull</a:t>
            </a:r>
            <a:endParaRPr/>
          </a:p>
        </p:txBody>
      </p:sp>
      <p:sp>
        <p:nvSpPr>
          <p:cNvPr id="1014" name="Google Shape;1014;p26"/>
          <p:cNvSpPr txBox="1">
            <a:spLocks noGrp="1"/>
          </p:cNvSpPr>
          <p:nvPr>
            <p:ph type="body" idx="1"/>
          </p:nvPr>
        </p:nvSpPr>
        <p:spPr>
          <a:xfrm>
            <a:off x="514350" y="1304995"/>
            <a:ext cx="10273812" cy="4840828"/>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1800"/>
              <a:buNone/>
            </a:pPr>
            <a:r>
              <a:rPr lang="en"/>
              <a:t>Following are the benefits and considerations of Git Pull:</a:t>
            </a:r>
            <a:endParaRPr/>
          </a:p>
        </p:txBody>
      </p:sp>
      <p:grpSp>
        <p:nvGrpSpPr>
          <p:cNvPr id="1015" name="Google Shape;1015;p26"/>
          <p:cNvGrpSpPr/>
          <p:nvPr/>
        </p:nvGrpSpPr>
        <p:grpSpPr>
          <a:xfrm>
            <a:off x="1256030" y="1998233"/>
            <a:ext cx="9136906" cy="3386568"/>
            <a:chOff x="514350" y="1998233"/>
            <a:chExt cx="9136906" cy="3386568"/>
          </a:xfrm>
        </p:grpSpPr>
        <p:sp>
          <p:nvSpPr>
            <p:cNvPr id="1016" name="Google Shape;1016;p26"/>
            <p:cNvSpPr/>
            <p:nvPr/>
          </p:nvSpPr>
          <p:spPr>
            <a:xfrm>
              <a:off x="514350" y="1998233"/>
              <a:ext cx="4000000" cy="650240"/>
            </a:xfrm>
            <a:prstGeom prst="roundRect">
              <a:avLst>
                <a:gd name="adj" fmla="val 21320"/>
              </a:avLst>
            </a:prstGeom>
            <a:solidFill>
              <a:srgbClr val="323F4F"/>
            </a:solidFill>
            <a:ln w="28575"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 sz="2400" b="1" i="0" u="none" strike="noStrike" cap="none">
                  <a:solidFill>
                    <a:schemeClr val="lt1"/>
                  </a:solidFill>
                  <a:latin typeface="Arial"/>
                  <a:ea typeface="Arial"/>
                  <a:cs typeface="Arial"/>
                  <a:sym typeface="Arial"/>
                </a:rPr>
                <a:t>Benefits</a:t>
              </a:r>
              <a:endParaRPr sz="2400" b="0" i="0" u="none" strike="noStrike" cap="none">
                <a:solidFill>
                  <a:schemeClr val="lt1"/>
                </a:solidFill>
                <a:latin typeface="Arial"/>
                <a:ea typeface="Arial"/>
                <a:cs typeface="Arial"/>
                <a:sym typeface="Arial"/>
              </a:endParaRPr>
            </a:p>
          </p:txBody>
        </p:sp>
        <p:sp>
          <p:nvSpPr>
            <p:cNvPr id="1017" name="Google Shape;1017;p26"/>
            <p:cNvSpPr/>
            <p:nvPr/>
          </p:nvSpPr>
          <p:spPr>
            <a:xfrm>
              <a:off x="514350" y="2828051"/>
              <a:ext cx="4000000" cy="2556750"/>
            </a:xfrm>
            <a:prstGeom prst="roundRect">
              <a:avLst>
                <a:gd name="adj" fmla="val 5796"/>
              </a:avLst>
            </a:prstGeom>
            <a:solidFill>
              <a:srgbClr val="D8D8D8"/>
            </a:solidFill>
            <a:ln w="28575"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457200" marR="0" lvl="0" indent="-457200" algn="l" rtl="0">
                <a:lnSpc>
                  <a:spcPct val="100000"/>
                </a:lnSpc>
                <a:spcBef>
                  <a:spcPts val="0"/>
                </a:spcBef>
                <a:spcAft>
                  <a:spcPts val="0"/>
                </a:spcAft>
                <a:buClr>
                  <a:schemeClr val="dk1"/>
                </a:buClr>
                <a:buSzPts val="1800"/>
                <a:buFont typeface="Calibri"/>
                <a:buAutoNum type="arabicPeriod"/>
              </a:pPr>
              <a:r>
                <a:rPr lang="en" sz="1800" b="1" i="0" u="none" strike="noStrike" cap="none">
                  <a:solidFill>
                    <a:schemeClr val="dk1"/>
                  </a:solidFill>
                  <a:latin typeface="Arial"/>
                  <a:ea typeface="Arial"/>
                  <a:cs typeface="Arial"/>
                  <a:sym typeface="Arial"/>
                </a:rPr>
                <a:t>Efficiency</a:t>
              </a:r>
              <a:endParaRPr/>
            </a:p>
            <a:p>
              <a:pPr marL="457200" marR="0" lvl="0" indent="-457200" algn="l" rtl="0">
                <a:lnSpc>
                  <a:spcPct val="100000"/>
                </a:lnSpc>
                <a:spcBef>
                  <a:spcPts val="1200"/>
                </a:spcBef>
                <a:spcAft>
                  <a:spcPts val="0"/>
                </a:spcAft>
                <a:buClr>
                  <a:schemeClr val="dk1"/>
                </a:buClr>
                <a:buSzPts val="1800"/>
                <a:buFont typeface="Calibri"/>
                <a:buAutoNum type="arabicPeriod"/>
              </a:pPr>
              <a:r>
                <a:rPr lang="en" sz="1800" b="1" i="0" u="none" strike="noStrike" cap="none">
                  <a:solidFill>
                    <a:schemeClr val="dk1"/>
                  </a:solidFill>
                  <a:latin typeface="Arial"/>
                  <a:ea typeface="Arial"/>
                  <a:cs typeface="Arial"/>
                  <a:sym typeface="Arial"/>
                </a:rPr>
                <a:t>Automatic Merging</a:t>
              </a:r>
              <a:endParaRPr/>
            </a:p>
            <a:p>
              <a:pPr marL="457200" marR="0" lvl="0" indent="-457200" algn="l" rtl="0">
                <a:lnSpc>
                  <a:spcPct val="100000"/>
                </a:lnSpc>
                <a:spcBef>
                  <a:spcPts val="1200"/>
                </a:spcBef>
                <a:spcAft>
                  <a:spcPts val="0"/>
                </a:spcAft>
                <a:buClr>
                  <a:schemeClr val="dk1"/>
                </a:buClr>
                <a:buSzPts val="1800"/>
                <a:buFont typeface="Calibri"/>
                <a:buAutoNum type="arabicPeriod"/>
              </a:pPr>
              <a:r>
                <a:rPr lang="en" sz="1800" b="1" i="0" u="none" strike="noStrike" cap="none">
                  <a:solidFill>
                    <a:schemeClr val="dk1"/>
                  </a:solidFill>
                  <a:latin typeface="Arial"/>
                  <a:ea typeface="Arial"/>
                  <a:cs typeface="Arial"/>
                  <a:sym typeface="Arial"/>
                </a:rPr>
                <a:t>Convenience</a:t>
              </a:r>
              <a:endParaRPr/>
            </a:p>
            <a:p>
              <a:pPr marL="457200" marR="0" lvl="0" indent="-342900" algn="l" rtl="0">
                <a:lnSpc>
                  <a:spcPct val="100000"/>
                </a:lnSpc>
                <a:spcBef>
                  <a:spcPts val="1200"/>
                </a:spcBef>
                <a:spcAft>
                  <a:spcPts val="0"/>
                </a:spcAft>
                <a:buClr>
                  <a:srgbClr val="000000"/>
                </a:buClr>
                <a:buSzPts val="1800"/>
                <a:buFont typeface="Calibri"/>
                <a:buNone/>
              </a:pPr>
              <a:endParaRPr sz="1800" b="1" i="0" u="none" strike="noStrike" cap="none">
                <a:solidFill>
                  <a:schemeClr val="dk1"/>
                </a:solidFill>
                <a:latin typeface="Arial"/>
                <a:ea typeface="Arial"/>
                <a:cs typeface="Arial"/>
                <a:sym typeface="Arial"/>
              </a:endParaRPr>
            </a:p>
          </p:txBody>
        </p:sp>
        <p:sp>
          <p:nvSpPr>
            <p:cNvPr id="1018" name="Google Shape;1018;p26"/>
            <p:cNvSpPr/>
            <p:nvPr/>
          </p:nvSpPr>
          <p:spPr>
            <a:xfrm>
              <a:off x="5651256" y="1998233"/>
              <a:ext cx="4000000" cy="650240"/>
            </a:xfrm>
            <a:prstGeom prst="roundRect">
              <a:avLst>
                <a:gd name="adj" fmla="val 21320"/>
              </a:avLst>
            </a:prstGeom>
            <a:solidFill>
              <a:srgbClr val="00B0F0"/>
            </a:solidFill>
            <a:ln w="28575"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 sz="2400" b="1" i="0" u="none" strike="noStrike" cap="none">
                  <a:solidFill>
                    <a:schemeClr val="lt1"/>
                  </a:solidFill>
                  <a:latin typeface="Arial"/>
                  <a:ea typeface="Arial"/>
                  <a:cs typeface="Arial"/>
                  <a:sym typeface="Arial"/>
                </a:rPr>
                <a:t>Considerations</a:t>
              </a:r>
              <a:endParaRPr sz="2400" b="0" i="0" u="none" strike="noStrike" cap="none">
                <a:solidFill>
                  <a:schemeClr val="lt1"/>
                </a:solidFill>
                <a:latin typeface="Arial"/>
                <a:ea typeface="Arial"/>
                <a:cs typeface="Arial"/>
                <a:sym typeface="Arial"/>
              </a:endParaRPr>
            </a:p>
          </p:txBody>
        </p:sp>
        <p:sp>
          <p:nvSpPr>
            <p:cNvPr id="1019" name="Google Shape;1019;p26"/>
            <p:cNvSpPr/>
            <p:nvPr/>
          </p:nvSpPr>
          <p:spPr>
            <a:xfrm>
              <a:off x="5651256" y="2828051"/>
              <a:ext cx="4000000" cy="2556750"/>
            </a:xfrm>
            <a:prstGeom prst="roundRect">
              <a:avLst>
                <a:gd name="adj" fmla="val 5796"/>
              </a:avLst>
            </a:prstGeom>
            <a:solidFill>
              <a:srgbClr val="F2F2F2"/>
            </a:solidFill>
            <a:ln w="28575"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457200" marR="0" lvl="0" indent="-457200" algn="l" rtl="0">
                <a:lnSpc>
                  <a:spcPct val="100000"/>
                </a:lnSpc>
                <a:spcBef>
                  <a:spcPts val="0"/>
                </a:spcBef>
                <a:spcAft>
                  <a:spcPts val="0"/>
                </a:spcAft>
                <a:buClr>
                  <a:schemeClr val="dk1"/>
                </a:buClr>
                <a:buSzPts val="1800"/>
                <a:buFont typeface="Calibri"/>
                <a:buAutoNum type="arabicPeriod"/>
              </a:pPr>
              <a:r>
                <a:rPr lang="en" sz="1800" b="1" i="0" u="none" strike="noStrike" cap="none">
                  <a:solidFill>
                    <a:schemeClr val="dk1"/>
                  </a:solidFill>
                  <a:latin typeface="Arial"/>
                  <a:ea typeface="Arial"/>
                  <a:cs typeface="Arial"/>
                  <a:sym typeface="Arial"/>
                </a:rPr>
                <a:t>Potential Conflicts</a:t>
              </a:r>
              <a:endParaRPr/>
            </a:p>
            <a:p>
              <a:pPr marL="457200" marR="0" lvl="0" indent="-457200" algn="l" rtl="0">
                <a:lnSpc>
                  <a:spcPct val="100000"/>
                </a:lnSpc>
                <a:spcBef>
                  <a:spcPts val="1200"/>
                </a:spcBef>
                <a:spcAft>
                  <a:spcPts val="0"/>
                </a:spcAft>
                <a:buClr>
                  <a:schemeClr val="dk1"/>
                </a:buClr>
                <a:buSzPts val="1800"/>
                <a:buFont typeface="Calibri"/>
                <a:buAutoNum type="arabicPeriod"/>
              </a:pPr>
              <a:r>
                <a:rPr lang="en" sz="1800" b="1" i="0" u="none" strike="noStrike" cap="none">
                  <a:solidFill>
                    <a:schemeClr val="dk1"/>
                  </a:solidFill>
                  <a:latin typeface="Arial"/>
                  <a:ea typeface="Arial"/>
                  <a:cs typeface="Arial"/>
                  <a:sym typeface="Arial"/>
                </a:rPr>
                <a:t>Commit History Impact</a:t>
              </a:r>
              <a:endParaRPr/>
            </a:p>
            <a:p>
              <a:pPr marL="457200" marR="0" lvl="0" indent="-457200" algn="l" rtl="0">
                <a:lnSpc>
                  <a:spcPct val="100000"/>
                </a:lnSpc>
                <a:spcBef>
                  <a:spcPts val="1200"/>
                </a:spcBef>
                <a:spcAft>
                  <a:spcPts val="0"/>
                </a:spcAft>
                <a:buClr>
                  <a:schemeClr val="dk1"/>
                </a:buClr>
                <a:buSzPts val="1800"/>
                <a:buFont typeface="Calibri"/>
                <a:buAutoNum type="arabicPeriod"/>
              </a:pPr>
              <a:r>
                <a:rPr lang="en" sz="1800" b="1" i="0" u="none" strike="noStrike" cap="none">
                  <a:solidFill>
                    <a:schemeClr val="dk1"/>
                  </a:solidFill>
                  <a:latin typeface="Arial"/>
                  <a:ea typeface="Arial"/>
                  <a:cs typeface="Arial"/>
                  <a:sym typeface="Arial"/>
                </a:rPr>
                <a:t>Rebase and Squash Options</a:t>
              </a:r>
              <a:endParaRPr/>
            </a:p>
            <a:p>
              <a:pPr marL="457200" marR="0" lvl="0" indent="-342900" algn="l" rtl="0">
                <a:lnSpc>
                  <a:spcPct val="100000"/>
                </a:lnSpc>
                <a:spcBef>
                  <a:spcPts val="1200"/>
                </a:spcBef>
                <a:spcAft>
                  <a:spcPts val="0"/>
                </a:spcAft>
                <a:buClr>
                  <a:srgbClr val="000000"/>
                </a:buClr>
                <a:buSzPts val="1800"/>
                <a:buFont typeface="Calibri"/>
                <a:buNone/>
              </a:pPr>
              <a:endParaRPr sz="1800" b="1" i="0" u="none" strike="noStrike" cap="none">
                <a:solidFill>
                  <a:schemeClr val="dk1"/>
                </a:solidFill>
                <a:latin typeface="Arial"/>
                <a:ea typeface="Arial"/>
                <a:cs typeface="Arial"/>
                <a:sym typeface="Arial"/>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23"/>
        <p:cNvGrpSpPr/>
        <p:nvPr/>
      </p:nvGrpSpPr>
      <p:grpSpPr>
        <a:xfrm>
          <a:off x="0" y="0"/>
          <a:ext cx="0" cy="0"/>
          <a:chOff x="0" y="0"/>
          <a:chExt cx="0" cy="0"/>
        </a:xfrm>
      </p:grpSpPr>
      <p:sp>
        <p:nvSpPr>
          <p:cNvPr id="1024" name="Google Shape;1024;p27"/>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4.2.2 Use Cases for Git Pull</a:t>
            </a:r>
            <a:endParaRPr/>
          </a:p>
        </p:txBody>
      </p:sp>
      <p:sp>
        <p:nvSpPr>
          <p:cNvPr id="1025" name="Google Shape;1025;p27"/>
          <p:cNvSpPr txBox="1">
            <a:spLocks noGrp="1"/>
          </p:cNvSpPr>
          <p:nvPr>
            <p:ph type="body" idx="1"/>
          </p:nvPr>
        </p:nvSpPr>
        <p:spPr>
          <a:xfrm>
            <a:off x="514350" y="1304995"/>
            <a:ext cx="10273812" cy="4840828"/>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1800"/>
              <a:buNone/>
            </a:pPr>
            <a:r>
              <a:rPr lang="en"/>
              <a:t>Use Case 1: Incorporating Remote Changes</a:t>
            </a:r>
            <a:endParaRPr/>
          </a:p>
          <a:p>
            <a:pPr marL="0" lvl="0" indent="0" algn="l" rtl="0">
              <a:lnSpc>
                <a:spcPct val="120000"/>
              </a:lnSpc>
              <a:spcBef>
                <a:spcPts val="838"/>
              </a:spcBef>
              <a:spcAft>
                <a:spcPts val="0"/>
              </a:spcAft>
              <a:buClr>
                <a:schemeClr val="dk1"/>
              </a:buClr>
              <a:buSzPts val="1800"/>
              <a:buNone/>
            </a:pPr>
            <a:r>
              <a:rPr lang="en"/>
              <a:t>Here are two common use cases of Git Pull along with corresponding code snippets:</a:t>
            </a: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r>
              <a:rPr lang="en"/>
              <a:t>This command pulls the latest changes from the remote repository's main branch and automatically merges them into the local main branch, ensuring that your local copy is up-to-date with the remote.</a:t>
            </a: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p:txBody>
      </p:sp>
      <p:pic>
        <p:nvPicPr>
          <p:cNvPr id="1026" name="Google Shape;1026;p27"/>
          <p:cNvPicPr preferRelativeResize="0"/>
          <p:nvPr/>
        </p:nvPicPr>
        <p:blipFill rotWithShape="1">
          <a:blip r:embed="rId3">
            <a:alphaModFix/>
          </a:blip>
          <a:srcRect t="12832"/>
          <a:stretch/>
        </p:blipFill>
        <p:spPr>
          <a:xfrm>
            <a:off x="1183331" y="2336800"/>
            <a:ext cx="4051300" cy="918838"/>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30"/>
        <p:cNvGrpSpPr/>
        <p:nvPr/>
      </p:nvGrpSpPr>
      <p:grpSpPr>
        <a:xfrm>
          <a:off x="0" y="0"/>
          <a:ext cx="0" cy="0"/>
          <a:chOff x="0" y="0"/>
          <a:chExt cx="0" cy="0"/>
        </a:xfrm>
      </p:grpSpPr>
      <p:sp>
        <p:nvSpPr>
          <p:cNvPr id="1031" name="Google Shape;1031;p28"/>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4.2.2 Use Cases for Git Pull Contd.. </a:t>
            </a:r>
            <a:endParaRPr/>
          </a:p>
        </p:txBody>
      </p:sp>
      <p:sp>
        <p:nvSpPr>
          <p:cNvPr id="1032" name="Google Shape;1032;p28"/>
          <p:cNvSpPr txBox="1">
            <a:spLocks noGrp="1"/>
          </p:cNvSpPr>
          <p:nvPr>
            <p:ph type="body" idx="1"/>
          </p:nvPr>
        </p:nvSpPr>
        <p:spPr>
          <a:xfrm>
            <a:off x="514350" y="1304925"/>
            <a:ext cx="10274300" cy="4840288"/>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1800"/>
              <a:buNone/>
            </a:pPr>
            <a:r>
              <a:rPr lang="en"/>
              <a:t>Use Case 2: Updating a Feature Branch</a:t>
            </a: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r>
              <a:rPr lang="en"/>
              <a:t>This command pulls changes from the remote repository's feature-branch and merges them into the local feature-branch. It's useful for keeping feature branches synchronized with the latest developments in the collaborative workflow.</a:t>
            </a: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p:txBody>
      </p:sp>
      <p:pic>
        <p:nvPicPr>
          <p:cNvPr id="1033" name="Google Shape;1033;p28"/>
          <p:cNvPicPr preferRelativeResize="0"/>
          <p:nvPr/>
        </p:nvPicPr>
        <p:blipFill rotWithShape="1">
          <a:blip r:embed="rId3">
            <a:alphaModFix/>
          </a:blip>
          <a:srcRect/>
          <a:stretch/>
        </p:blipFill>
        <p:spPr>
          <a:xfrm>
            <a:off x="1229541" y="1877900"/>
            <a:ext cx="4865300" cy="7636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37"/>
        <p:cNvGrpSpPr/>
        <p:nvPr/>
      </p:nvGrpSpPr>
      <p:grpSpPr>
        <a:xfrm>
          <a:off x="0" y="0"/>
          <a:ext cx="0" cy="0"/>
          <a:chOff x="0" y="0"/>
          <a:chExt cx="0" cy="0"/>
        </a:xfrm>
      </p:grpSpPr>
      <p:sp>
        <p:nvSpPr>
          <p:cNvPr id="1038" name="Google Shape;1038;p29"/>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4.2.3 Pushing Changes in Git</a:t>
            </a:r>
            <a:endParaRPr/>
          </a:p>
        </p:txBody>
      </p:sp>
      <p:sp>
        <p:nvSpPr>
          <p:cNvPr id="1039" name="Google Shape;1039;p29"/>
          <p:cNvSpPr txBox="1">
            <a:spLocks noGrp="1"/>
          </p:cNvSpPr>
          <p:nvPr>
            <p:ph type="body" idx="1"/>
          </p:nvPr>
        </p:nvSpPr>
        <p:spPr>
          <a:xfrm>
            <a:off x="514350" y="1304995"/>
            <a:ext cx="10273812" cy="4840828"/>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1800"/>
              <a:buNone/>
            </a:pPr>
            <a:r>
              <a:rPr lang="en"/>
              <a:t>Pushing in Git refers to the process of sending local commits to a remote repository, updating the remote branch with the latest changes.</a:t>
            </a: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p:txBody>
      </p:sp>
      <p:sp>
        <p:nvSpPr>
          <p:cNvPr id="1040" name="Google Shape;1040;p29"/>
          <p:cNvSpPr txBox="1"/>
          <p:nvPr/>
        </p:nvSpPr>
        <p:spPr>
          <a:xfrm>
            <a:off x="2974353" y="4346547"/>
            <a:ext cx="8632800" cy="7888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2000"/>
              </a:spcBef>
              <a:spcAft>
                <a:spcPts val="0"/>
              </a:spcAft>
              <a:buNone/>
            </a:pPr>
            <a:endParaRPr sz="2400" b="0" i="0" u="none" strike="noStrike" cap="none">
              <a:solidFill>
                <a:schemeClr val="dk2"/>
              </a:solidFill>
              <a:latin typeface="Arial"/>
              <a:ea typeface="Arial"/>
              <a:cs typeface="Arial"/>
              <a:sym typeface="Arial"/>
            </a:endParaRPr>
          </a:p>
        </p:txBody>
      </p:sp>
      <p:sp>
        <p:nvSpPr>
          <p:cNvPr id="1041" name="Google Shape;1041;p29"/>
          <p:cNvSpPr txBox="1"/>
          <p:nvPr/>
        </p:nvSpPr>
        <p:spPr>
          <a:xfrm>
            <a:off x="3014120" y="5778680"/>
            <a:ext cx="8545200" cy="7888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2000"/>
              </a:spcBef>
              <a:spcAft>
                <a:spcPts val="0"/>
              </a:spcAft>
              <a:buNone/>
            </a:pPr>
            <a:endParaRPr sz="2400" b="0" i="0" u="none" strike="noStrike" cap="none">
              <a:solidFill>
                <a:schemeClr val="dk2"/>
              </a:solidFill>
              <a:latin typeface="Arial"/>
              <a:ea typeface="Arial"/>
              <a:cs typeface="Arial"/>
              <a:sym typeface="Arial"/>
            </a:endParaRPr>
          </a:p>
        </p:txBody>
      </p:sp>
      <p:sp>
        <p:nvSpPr>
          <p:cNvPr id="1042" name="Google Shape;1042;p29"/>
          <p:cNvSpPr txBox="1"/>
          <p:nvPr/>
        </p:nvSpPr>
        <p:spPr>
          <a:xfrm rot="-5400000">
            <a:off x="-578549" y="3118600"/>
            <a:ext cx="2471600" cy="6300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None/>
            </a:pPr>
            <a:r>
              <a:rPr lang="en" sz="2400" b="1" i="0" u="none" strike="noStrike" cap="none">
                <a:solidFill>
                  <a:schemeClr val="dk2"/>
                </a:solidFill>
                <a:latin typeface="Arial"/>
                <a:ea typeface="Arial"/>
                <a:cs typeface="Arial"/>
                <a:sym typeface="Arial"/>
              </a:rPr>
              <a:t>Practical Steps</a:t>
            </a:r>
            <a:endParaRPr sz="2400" b="1" i="0" u="none" strike="noStrike" cap="none">
              <a:solidFill>
                <a:schemeClr val="dk2"/>
              </a:solidFill>
              <a:latin typeface="Arial"/>
              <a:ea typeface="Arial"/>
              <a:cs typeface="Arial"/>
              <a:sym typeface="Arial"/>
            </a:endParaRPr>
          </a:p>
        </p:txBody>
      </p:sp>
      <p:sp>
        <p:nvSpPr>
          <p:cNvPr id="1043" name="Google Shape;1043;p29"/>
          <p:cNvSpPr/>
          <p:nvPr/>
        </p:nvSpPr>
        <p:spPr>
          <a:xfrm>
            <a:off x="1575600" y="2369045"/>
            <a:ext cx="9292845" cy="972596"/>
          </a:xfrm>
          <a:prstGeom prst="roundRect">
            <a:avLst>
              <a:gd name="adj" fmla="val 16667"/>
            </a:avLst>
          </a:prstGeom>
          <a:solidFill>
            <a:srgbClr val="152C43"/>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540000" tIns="45700" rIns="91425" bIns="45700" anchor="t" anchorCtr="0">
            <a:noAutofit/>
          </a:bodyPr>
          <a:lstStyle/>
          <a:p>
            <a:pPr marL="0" marR="0" lvl="0" indent="0" algn="l" rtl="0">
              <a:lnSpc>
                <a:spcPct val="115000"/>
              </a:lnSpc>
              <a:spcBef>
                <a:spcPts val="0"/>
              </a:spcBef>
              <a:spcAft>
                <a:spcPts val="0"/>
              </a:spcAft>
              <a:buNone/>
            </a:pPr>
            <a:r>
              <a:rPr lang="en" sz="1800" b="0" i="0" u="none" strike="noStrike" cap="none">
                <a:solidFill>
                  <a:srgbClr val="FFFFFF"/>
                </a:solidFill>
                <a:latin typeface="Arial"/>
                <a:ea typeface="Arial"/>
                <a:cs typeface="Arial"/>
                <a:sym typeface="Arial"/>
              </a:rPr>
              <a:t>Execute </a:t>
            </a:r>
            <a:r>
              <a:rPr lang="en" sz="1800" b="0" i="0" u="none" strike="noStrike" cap="none">
                <a:solidFill>
                  <a:srgbClr val="FFFFFF"/>
                </a:solidFill>
                <a:latin typeface="Courier New"/>
                <a:ea typeface="Courier New"/>
                <a:cs typeface="Courier New"/>
                <a:sym typeface="Courier New"/>
              </a:rPr>
              <a:t>git push origin master</a:t>
            </a:r>
            <a:r>
              <a:rPr lang="en" sz="1800" b="0" i="0" u="none" strike="noStrike" cap="none">
                <a:solidFill>
                  <a:srgbClr val="FFFFFF"/>
                </a:solidFill>
                <a:latin typeface="Arial"/>
                <a:ea typeface="Arial"/>
                <a:cs typeface="Arial"/>
                <a:sym typeface="Arial"/>
              </a:rPr>
              <a:t> to push local commits to the "master" branch of the remote repository named "origin."</a:t>
            </a:r>
            <a:endParaRPr sz="1800" b="0" i="0" u="none" strike="noStrike" cap="none">
              <a:solidFill>
                <a:srgbClr val="FFFFFF"/>
              </a:solidFill>
              <a:latin typeface="Arial"/>
              <a:ea typeface="Arial"/>
              <a:cs typeface="Arial"/>
              <a:sym typeface="Arial"/>
            </a:endParaRPr>
          </a:p>
        </p:txBody>
      </p:sp>
      <p:sp>
        <p:nvSpPr>
          <p:cNvPr id="1044" name="Google Shape;1044;p29"/>
          <p:cNvSpPr/>
          <p:nvPr/>
        </p:nvSpPr>
        <p:spPr>
          <a:xfrm>
            <a:off x="1575600" y="3771136"/>
            <a:ext cx="9292845" cy="972596"/>
          </a:xfrm>
          <a:prstGeom prst="roundRect">
            <a:avLst>
              <a:gd name="adj" fmla="val 16667"/>
            </a:avLst>
          </a:prstGeom>
          <a:solidFill>
            <a:srgbClr val="22476C"/>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540000" tIns="45700" rIns="91425" bIns="45700" anchor="t" anchorCtr="0">
            <a:noAutofit/>
          </a:bodyPr>
          <a:lstStyle/>
          <a:p>
            <a:pPr marL="0" marR="0" lvl="0" indent="0" algn="l" rtl="0">
              <a:lnSpc>
                <a:spcPct val="115000"/>
              </a:lnSpc>
              <a:spcBef>
                <a:spcPts val="0"/>
              </a:spcBef>
              <a:spcAft>
                <a:spcPts val="0"/>
              </a:spcAft>
              <a:buNone/>
            </a:pPr>
            <a:r>
              <a:rPr lang="en" sz="1800" b="0" i="0" u="none" strike="noStrike" cap="none">
                <a:solidFill>
                  <a:srgbClr val="FFFFFF"/>
                </a:solidFill>
                <a:latin typeface="Arial"/>
                <a:ea typeface="Arial"/>
                <a:cs typeface="Arial"/>
                <a:sym typeface="Arial"/>
              </a:rPr>
              <a:t>Git updates the remote branch with the latest changes, making them accessible to other developers.</a:t>
            </a:r>
            <a:endParaRPr sz="1800" b="0" i="0" u="none" strike="noStrike" cap="none">
              <a:solidFill>
                <a:srgbClr val="FFFFFF"/>
              </a:solidFill>
              <a:latin typeface="Arial"/>
              <a:ea typeface="Arial"/>
              <a:cs typeface="Arial"/>
              <a:sym typeface="Arial"/>
            </a:endParaRPr>
          </a:p>
        </p:txBody>
      </p:sp>
      <p:sp>
        <p:nvSpPr>
          <p:cNvPr id="1045" name="Google Shape;1045;p29"/>
          <p:cNvSpPr/>
          <p:nvPr/>
        </p:nvSpPr>
        <p:spPr>
          <a:xfrm>
            <a:off x="1158486" y="2385719"/>
            <a:ext cx="874315" cy="874315"/>
          </a:xfrm>
          <a:prstGeom prst="ellipse">
            <a:avLst/>
          </a:prstGeom>
          <a:solidFill>
            <a:srgbClr val="0070C0"/>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3200" b="1" i="0" u="none" strike="noStrike" cap="none">
                <a:solidFill>
                  <a:schemeClr val="lt1"/>
                </a:solidFill>
                <a:latin typeface="Arial"/>
                <a:ea typeface="Arial"/>
                <a:cs typeface="Arial"/>
                <a:sym typeface="Arial"/>
              </a:rPr>
              <a:t>1</a:t>
            </a:r>
            <a:endParaRPr/>
          </a:p>
        </p:txBody>
      </p:sp>
      <p:sp>
        <p:nvSpPr>
          <p:cNvPr id="1046" name="Google Shape;1046;p29"/>
          <p:cNvSpPr/>
          <p:nvPr/>
        </p:nvSpPr>
        <p:spPr>
          <a:xfrm>
            <a:off x="1158486" y="3779473"/>
            <a:ext cx="874315" cy="874315"/>
          </a:xfrm>
          <a:prstGeom prst="ellipse">
            <a:avLst/>
          </a:prstGeom>
          <a:solidFill>
            <a:srgbClr val="0070C0"/>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3200" b="1" i="0" u="none" strike="noStrike" cap="none">
                <a:solidFill>
                  <a:schemeClr val="lt1"/>
                </a:solidFill>
                <a:latin typeface="Arial"/>
                <a:ea typeface="Arial"/>
                <a:cs typeface="Arial"/>
                <a:sym typeface="Arial"/>
              </a:rPr>
              <a:t>2</a:t>
            </a:r>
            <a:endParaRPr sz="3200" b="1" i="0" u="none" strike="noStrike" cap="none">
              <a:solidFill>
                <a:schemeClr val="lt1"/>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050"/>
        <p:cNvGrpSpPr/>
        <p:nvPr/>
      </p:nvGrpSpPr>
      <p:grpSpPr>
        <a:xfrm>
          <a:off x="0" y="0"/>
          <a:ext cx="0" cy="0"/>
          <a:chOff x="0" y="0"/>
          <a:chExt cx="0" cy="0"/>
        </a:xfrm>
      </p:grpSpPr>
      <p:sp>
        <p:nvSpPr>
          <p:cNvPr id="1051" name="Google Shape;1051;p30"/>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4.2.3 Types of Git Push</a:t>
            </a:r>
            <a:endParaRPr/>
          </a:p>
        </p:txBody>
      </p:sp>
      <p:sp>
        <p:nvSpPr>
          <p:cNvPr id="1052" name="Google Shape;1052;p30"/>
          <p:cNvSpPr txBox="1">
            <a:spLocks noGrp="1"/>
          </p:cNvSpPr>
          <p:nvPr>
            <p:ph type="body" idx="1"/>
          </p:nvPr>
        </p:nvSpPr>
        <p:spPr>
          <a:xfrm>
            <a:off x="514350" y="1304995"/>
            <a:ext cx="10273812" cy="4840828"/>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1800"/>
              <a:buNone/>
            </a:pPr>
            <a:r>
              <a:rPr lang="en"/>
              <a:t>Here are various types of push strategies catering to different project needs:</a:t>
            </a:r>
            <a:endParaRPr/>
          </a:p>
        </p:txBody>
      </p:sp>
      <p:grpSp>
        <p:nvGrpSpPr>
          <p:cNvPr id="1053" name="Google Shape;1053;p30"/>
          <p:cNvGrpSpPr/>
          <p:nvPr/>
        </p:nvGrpSpPr>
        <p:grpSpPr>
          <a:xfrm>
            <a:off x="7576865" y="2631497"/>
            <a:ext cx="4615135" cy="3693904"/>
            <a:chOff x="3277730" y="1916113"/>
            <a:chExt cx="4615135" cy="3693904"/>
          </a:xfrm>
        </p:grpSpPr>
        <p:grpSp>
          <p:nvGrpSpPr>
            <p:cNvPr id="1054" name="Google Shape;1054;p30"/>
            <p:cNvGrpSpPr/>
            <p:nvPr/>
          </p:nvGrpSpPr>
          <p:grpSpPr>
            <a:xfrm>
              <a:off x="3277730" y="1916113"/>
              <a:ext cx="2135326" cy="1259106"/>
              <a:chOff x="2163217" y="2804508"/>
              <a:chExt cx="2135326" cy="1259106"/>
            </a:xfrm>
          </p:grpSpPr>
          <p:pic>
            <p:nvPicPr>
              <p:cNvPr id="1055" name="Google Shape;1055;p30"/>
              <p:cNvPicPr preferRelativeResize="0"/>
              <p:nvPr/>
            </p:nvPicPr>
            <p:blipFill rotWithShape="1">
              <a:blip r:embed="rId3">
                <a:alphaModFix/>
              </a:blip>
              <a:srcRect/>
              <a:stretch/>
            </p:blipFill>
            <p:spPr>
              <a:xfrm>
                <a:off x="2163217" y="2804508"/>
                <a:ext cx="2135326" cy="1259106"/>
              </a:xfrm>
              <a:prstGeom prst="rect">
                <a:avLst/>
              </a:prstGeom>
              <a:noFill/>
              <a:ln>
                <a:noFill/>
              </a:ln>
            </p:spPr>
          </p:pic>
          <p:sp>
            <p:nvSpPr>
              <p:cNvPr id="1056" name="Google Shape;1056;p30"/>
              <p:cNvSpPr txBox="1"/>
              <p:nvPr/>
            </p:nvSpPr>
            <p:spPr>
              <a:xfrm>
                <a:off x="2474976" y="3169920"/>
                <a:ext cx="1469136" cy="800179"/>
              </a:xfrm>
              <a:prstGeom prst="rect">
                <a:avLst/>
              </a:prstGeom>
              <a:noFill/>
              <a:ln>
                <a:noFill/>
              </a:ln>
            </p:spPr>
            <p:txBody>
              <a:bodyPr spcFirstLastPara="1" wrap="square" lIns="121900" tIns="121900" rIns="121900" bIns="121900" anchor="t" anchorCtr="0">
                <a:spAutoFit/>
              </a:bodyPr>
              <a:lstStyle/>
              <a:p>
                <a:pPr marL="0" marR="0" lvl="0" indent="0" algn="ctr" rtl="0">
                  <a:lnSpc>
                    <a:spcPct val="100000"/>
                  </a:lnSpc>
                  <a:spcBef>
                    <a:spcPts val="0"/>
                  </a:spcBef>
                  <a:spcAft>
                    <a:spcPts val="0"/>
                  </a:spcAft>
                  <a:buNone/>
                </a:pPr>
                <a:r>
                  <a:rPr lang="en" sz="1800" b="1" i="0" u="none" strike="noStrike" cap="none">
                    <a:solidFill>
                      <a:schemeClr val="dk1"/>
                    </a:solidFill>
                    <a:latin typeface="Arial"/>
                    <a:ea typeface="Arial"/>
                    <a:cs typeface="Arial"/>
                    <a:sym typeface="Arial"/>
                  </a:rPr>
                  <a:t>Remote</a:t>
                </a:r>
                <a:endParaRPr/>
              </a:p>
              <a:p>
                <a:pPr marL="0" marR="0" lvl="0" indent="0" algn="ctr" rtl="0">
                  <a:lnSpc>
                    <a:spcPct val="100000"/>
                  </a:lnSpc>
                  <a:spcBef>
                    <a:spcPts val="0"/>
                  </a:spcBef>
                  <a:spcAft>
                    <a:spcPts val="0"/>
                  </a:spcAft>
                  <a:buNone/>
                </a:pPr>
                <a:r>
                  <a:rPr lang="en" sz="1800" b="1" i="0" u="none" strike="noStrike" cap="none">
                    <a:solidFill>
                      <a:schemeClr val="dk1"/>
                    </a:solidFill>
                    <a:latin typeface="Arial"/>
                    <a:ea typeface="Arial"/>
                    <a:cs typeface="Arial"/>
                    <a:sym typeface="Arial"/>
                  </a:rPr>
                  <a:t>Repository</a:t>
                </a:r>
                <a:endParaRPr sz="1800" b="1" i="0" u="none" strike="noStrike" cap="none">
                  <a:solidFill>
                    <a:schemeClr val="dk1"/>
                  </a:solidFill>
                  <a:latin typeface="Arial"/>
                  <a:ea typeface="Arial"/>
                  <a:cs typeface="Arial"/>
                  <a:sym typeface="Arial"/>
                </a:endParaRPr>
              </a:p>
            </p:txBody>
          </p:sp>
        </p:grpSp>
        <p:pic>
          <p:nvPicPr>
            <p:cNvPr id="1057" name="Google Shape;1057;p30"/>
            <p:cNvPicPr preferRelativeResize="0"/>
            <p:nvPr/>
          </p:nvPicPr>
          <p:blipFill rotWithShape="1">
            <a:blip r:embed="rId4">
              <a:alphaModFix/>
            </a:blip>
            <a:srcRect l="56246" t="56876" r="12994" b="11873"/>
            <a:stretch/>
          </p:blipFill>
          <p:spPr>
            <a:xfrm>
              <a:off x="5818944" y="4052570"/>
              <a:ext cx="1234441" cy="1127760"/>
            </a:xfrm>
            <a:prstGeom prst="rect">
              <a:avLst/>
            </a:prstGeom>
            <a:noFill/>
            <a:ln>
              <a:noFill/>
            </a:ln>
          </p:spPr>
        </p:pic>
        <p:sp>
          <p:nvSpPr>
            <p:cNvPr id="1058" name="Google Shape;1058;p30"/>
            <p:cNvSpPr txBox="1"/>
            <p:nvPr/>
          </p:nvSpPr>
          <p:spPr>
            <a:xfrm>
              <a:off x="5466435" y="5086837"/>
              <a:ext cx="2275019" cy="523180"/>
            </a:xfrm>
            <a:prstGeom prst="rect">
              <a:avLst/>
            </a:prstGeom>
            <a:noFill/>
            <a:ln>
              <a:noFill/>
            </a:ln>
          </p:spPr>
          <p:txBody>
            <a:bodyPr spcFirstLastPara="1" wrap="square" lIns="121900" tIns="121900" rIns="121900" bIns="121900" anchor="t" anchorCtr="0">
              <a:spAutoFit/>
            </a:bodyPr>
            <a:lstStyle/>
            <a:p>
              <a:pPr marL="0" marR="0" lvl="0" indent="0" algn="ctr" rtl="0">
                <a:lnSpc>
                  <a:spcPct val="100000"/>
                </a:lnSpc>
                <a:spcBef>
                  <a:spcPts val="0"/>
                </a:spcBef>
                <a:spcAft>
                  <a:spcPts val="0"/>
                </a:spcAft>
                <a:buNone/>
              </a:pPr>
              <a:r>
                <a:rPr lang="en" sz="1800" b="1" i="0" u="none" strike="noStrike" cap="none">
                  <a:solidFill>
                    <a:schemeClr val="dk1"/>
                  </a:solidFill>
                  <a:latin typeface="Arial"/>
                  <a:ea typeface="Arial"/>
                  <a:cs typeface="Arial"/>
                  <a:sym typeface="Arial"/>
                </a:rPr>
                <a:t>Local Repo</a:t>
              </a:r>
              <a:endParaRPr sz="1800" b="1" i="0" u="none" strike="noStrike" cap="none">
                <a:solidFill>
                  <a:schemeClr val="dk1"/>
                </a:solidFill>
                <a:latin typeface="Arial"/>
                <a:ea typeface="Arial"/>
                <a:cs typeface="Arial"/>
                <a:sym typeface="Arial"/>
              </a:endParaRPr>
            </a:p>
          </p:txBody>
        </p:sp>
        <p:sp>
          <p:nvSpPr>
            <p:cNvPr id="1059" name="Google Shape;1059;p30"/>
            <p:cNvSpPr txBox="1"/>
            <p:nvPr/>
          </p:nvSpPr>
          <p:spPr>
            <a:xfrm>
              <a:off x="3318831" y="4122889"/>
              <a:ext cx="2275019" cy="615513"/>
            </a:xfrm>
            <a:prstGeom prst="rect">
              <a:avLst/>
            </a:prstGeom>
            <a:noFill/>
            <a:ln>
              <a:noFill/>
            </a:ln>
          </p:spPr>
          <p:txBody>
            <a:bodyPr spcFirstLastPara="1" wrap="square" lIns="121900" tIns="121900" rIns="121900" bIns="121900" anchor="t" anchorCtr="0">
              <a:spAutoFit/>
            </a:bodyPr>
            <a:lstStyle/>
            <a:p>
              <a:pPr marL="0" marR="0" lvl="0" indent="0" algn="ctr" rtl="0">
                <a:lnSpc>
                  <a:spcPct val="100000"/>
                </a:lnSpc>
                <a:spcBef>
                  <a:spcPts val="0"/>
                </a:spcBef>
                <a:spcAft>
                  <a:spcPts val="0"/>
                </a:spcAft>
                <a:buNone/>
              </a:pPr>
              <a:r>
                <a:rPr lang="en" sz="2400" b="1" i="0" u="none" strike="noStrike" cap="none">
                  <a:solidFill>
                    <a:schemeClr val="dk1"/>
                  </a:solidFill>
                  <a:latin typeface="Arial"/>
                  <a:ea typeface="Arial"/>
                  <a:cs typeface="Arial"/>
                  <a:sym typeface="Arial"/>
                </a:rPr>
                <a:t>PUSH</a:t>
              </a:r>
              <a:endParaRPr sz="2400" b="1" i="0" u="none" strike="noStrike" cap="none">
                <a:solidFill>
                  <a:schemeClr val="dk1"/>
                </a:solidFill>
                <a:latin typeface="Arial"/>
                <a:ea typeface="Arial"/>
                <a:cs typeface="Arial"/>
                <a:sym typeface="Arial"/>
              </a:endParaRPr>
            </a:p>
          </p:txBody>
        </p:sp>
        <p:sp>
          <p:nvSpPr>
            <p:cNvPr id="1060" name="Google Shape;1060;p30"/>
            <p:cNvSpPr txBox="1"/>
            <p:nvPr/>
          </p:nvSpPr>
          <p:spPr>
            <a:xfrm>
              <a:off x="5617846" y="2597180"/>
              <a:ext cx="2275019" cy="615513"/>
            </a:xfrm>
            <a:prstGeom prst="rect">
              <a:avLst/>
            </a:prstGeom>
            <a:noFill/>
            <a:ln>
              <a:noFill/>
            </a:ln>
          </p:spPr>
          <p:txBody>
            <a:bodyPr spcFirstLastPara="1" wrap="square" lIns="121900" tIns="121900" rIns="121900" bIns="121900" anchor="t" anchorCtr="0">
              <a:spAutoFit/>
            </a:bodyPr>
            <a:lstStyle/>
            <a:p>
              <a:pPr marL="0" marR="0" lvl="0" indent="0" algn="ctr" rtl="0">
                <a:lnSpc>
                  <a:spcPct val="100000"/>
                </a:lnSpc>
                <a:spcBef>
                  <a:spcPts val="0"/>
                </a:spcBef>
                <a:spcAft>
                  <a:spcPts val="0"/>
                </a:spcAft>
                <a:buNone/>
              </a:pPr>
              <a:r>
                <a:rPr lang="en" sz="2400" b="1" i="0" u="none" strike="noStrike" cap="none">
                  <a:solidFill>
                    <a:schemeClr val="dk1"/>
                  </a:solidFill>
                  <a:latin typeface="Arial"/>
                  <a:ea typeface="Arial"/>
                  <a:cs typeface="Arial"/>
                  <a:sym typeface="Arial"/>
                </a:rPr>
                <a:t>PULL</a:t>
              </a:r>
              <a:endParaRPr sz="2400" b="1" i="0" u="none" strike="noStrike" cap="none">
                <a:solidFill>
                  <a:schemeClr val="dk1"/>
                </a:solidFill>
                <a:latin typeface="Arial"/>
                <a:ea typeface="Arial"/>
                <a:cs typeface="Arial"/>
                <a:sym typeface="Arial"/>
              </a:endParaRPr>
            </a:p>
          </p:txBody>
        </p:sp>
        <p:pic>
          <p:nvPicPr>
            <p:cNvPr id="1061" name="Google Shape;1061;p30"/>
            <p:cNvPicPr preferRelativeResize="0"/>
            <p:nvPr/>
          </p:nvPicPr>
          <p:blipFill rotWithShape="1">
            <a:blip r:embed="rId5">
              <a:alphaModFix/>
            </a:blip>
            <a:srcRect/>
            <a:stretch/>
          </p:blipFill>
          <p:spPr>
            <a:xfrm rot="-5992631" flipH="1">
              <a:off x="5465134" y="2822069"/>
              <a:ext cx="1196469" cy="1196469"/>
            </a:xfrm>
            <a:prstGeom prst="rect">
              <a:avLst/>
            </a:prstGeom>
            <a:noFill/>
            <a:ln>
              <a:noFill/>
            </a:ln>
          </p:spPr>
        </p:pic>
        <p:pic>
          <p:nvPicPr>
            <p:cNvPr id="1062" name="Google Shape;1062;p30"/>
            <p:cNvPicPr preferRelativeResize="0"/>
            <p:nvPr/>
          </p:nvPicPr>
          <p:blipFill rotWithShape="1">
            <a:blip r:embed="rId5">
              <a:alphaModFix/>
            </a:blip>
            <a:srcRect/>
            <a:stretch/>
          </p:blipFill>
          <p:spPr>
            <a:xfrm rot="4372907" flipH="1">
              <a:off x="4414529" y="3253486"/>
              <a:ext cx="1196469" cy="1196469"/>
            </a:xfrm>
            <a:prstGeom prst="rect">
              <a:avLst/>
            </a:prstGeom>
            <a:noFill/>
            <a:ln>
              <a:noFill/>
            </a:ln>
          </p:spPr>
        </p:pic>
      </p:grpSp>
      <p:sp>
        <p:nvSpPr>
          <p:cNvPr id="1063" name="Google Shape;1063;p30"/>
          <p:cNvSpPr/>
          <p:nvPr/>
        </p:nvSpPr>
        <p:spPr>
          <a:xfrm>
            <a:off x="931464" y="1999120"/>
            <a:ext cx="6081043" cy="972596"/>
          </a:xfrm>
          <a:prstGeom prst="roundRect">
            <a:avLst>
              <a:gd name="adj" fmla="val 16667"/>
            </a:avLst>
          </a:prstGeom>
          <a:solidFill>
            <a:srgbClr val="152C43"/>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540000" tIns="45700" rIns="91425" bIns="45700" anchor="t" anchorCtr="0">
            <a:noAutofit/>
          </a:bodyPr>
          <a:lstStyle/>
          <a:p>
            <a:pPr marL="0" marR="0" lvl="0" indent="0" algn="l" rtl="0">
              <a:lnSpc>
                <a:spcPct val="115000"/>
              </a:lnSpc>
              <a:spcBef>
                <a:spcPts val="0"/>
              </a:spcBef>
              <a:spcAft>
                <a:spcPts val="0"/>
              </a:spcAft>
              <a:buNone/>
            </a:pPr>
            <a:r>
              <a:rPr lang="en" sz="1600" b="0" i="0" u="none" strike="noStrike" cap="none">
                <a:solidFill>
                  <a:srgbClr val="FFFFFF"/>
                </a:solidFill>
                <a:latin typeface="Arial"/>
                <a:ea typeface="Arial"/>
                <a:cs typeface="Arial"/>
                <a:sym typeface="Arial"/>
              </a:rPr>
              <a:t>Regular Push: Updates the remote repository with local commits using </a:t>
            </a:r>
            <a:r>
              <a:rPr lang="en" sz="1600" b="0" i="0" u="none" strike="noStrike" cap="none">
                <a:solidFill>
                  <a:srgbClr val="FFFFFF"/>
                </a:solidFill>
                <a:latin typeface="Courier New"/>
                <a:ea typeface="Courier New"/>
                <a:cs typeface="Courier New"/>
                <a:sym typeface="Courier New"/>
              </a:rPr>
              <a:t>git push</a:t>
            </a:r>
            <a:r>
              <a:rPr lang="en" sz="1600" b="0" i="0" u="none" strike="noStrike" cap="none">
                <a:solidFill>
                  <a:srgbClr val="FFFFFF"/>
                </a:solidFill>
                <a:latin typeface="Arial"/>
                <a:ea typeface="Arial"/>
                <a:cs typeface="Arial"/>
                <a:sym typeface="Arial"/>
              </a:rPr>
              <a:t>.</a:t>
            </a:r>
            <a:endParaRPr sz="1600" b="0" i="0" u="none" strike="noStrike" cap="none">
              <a:solidFill>
                <a:srgbClr val="FFFFFF"/>
              </a:solidFill>
              <a:latin typeface="Arial"/>
              <a:ea typeface="Arial"/>
              <a:cs typeface="Arial"/>
              <a:sym typeface="Arial"/>
            </a:endParaRPr>
          </a:p>
        </p:txBody>
      </p:sp>
      <p:sp>
        <p:nvSpPr>
          <p:cNvPr id="1064" name="Google Shape;1064;p30"/>
          <p:cNvSpPr/>
          <p:nvPr/>
        </p:nvSpPr>
        <p:spPr>
          <a:xfrm>
            <a:off x="931464" y="3169716"/>
            <a:ext cx="6081043" cy="972596"/>
          </a:xfrm>
          <a:prstGeom prst="roundRect">
            <a:avLst>
              <a:gd name="adj" fmla="val 16667"/>
            </a:avLst>
          </a:prstGeom>
          <a:solidFill>
            <a:srgbClr val="22476C"/>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540000" tIns="45700" rIns="91425" bIns="45700" anchor="t" anchorCtr="0">
            <a:noAutofit/>
          </a:bodyPr>
          <a:lstStyle/>
          <a:p>
            <a:pPr marL="0" marR="0" lvl="0" indent="0" algn="l" rtl="0">
              <a:lnSpc>
                <a:spcPct val="115000"/>
              </a:lnSpc>
              <a:spcBef>
                <a:spcPts val="0"/>
              </a:spcBef>
              <a:spcAft>
                <a:spcPts val="0"/>
              </a:spcAft>
              <a:buNone/>
            </a:pPr>
            <a:r>
              <a:rPr lang="en" sz="1600" b="0" i="0" u="none" strike="noStrike" cap="none">
                <a:solidFill>
                  <a:srgbClr val="FFFFFF"/>
                </a:solidFill>
                <a:latin typeface="Arial"/>
                <a:ea typeface="Arial"/>
                <a:cs typeface="Arial"/>
                <a:sym typeface="Arial"/>
              </a:rPr>
              <a:t>Force Push: Overwrites the remote branch forcefully with </a:t>
            </a:r>
            <a:r>
              <a:rPr lang="en" sz="1600" b="0" i="0" u="none" strike="noStrike" cap="none">
                <a:solidFill>
                  <a:srgbClr val="FFFFFF"/>
                </a:solidFill>
                <a:latin typeface="Courier New"/>
                <a:ea typeface="Courier New"/>
                <a:cs typeface="Courier New"/>
                <a:sym typeface="Courier New"/>
              </a:rPr>
              <a:t>git push --force</a:t>
            </a:r>
            <a:r>
              <a:rPr lang="en" sz="1600" b="0" i="0" u="none" strike="noStrike" cap="none">
                <a:solidFill>
                  <a:srgbClr val="FFFFFF"/>
                </a:solidFill>
                <a:latin typeface="Arial"/>
                <a:ea typeface="Arial"/>
                <a:cs typeface="Arial"/>
                <a:sym typeface="Arial"/>
              </a:rPr>
              <a:t>, with caution.</a:t>
            </a:r>
            <a:endParaRPr sz="1600" b="0" i="0" u="none" strike="noStrike" cap="none">
              <a:solidFill>
                <a:srgbClr val="FFFFFF"/>
              </a:solidFill>
              <a:latin typeface="Arial"/>
              <a:ea typeface="Arial"/>
              <a:cs typeface="Arial"/>
              <a:sym typeface="Arial"/>
            </a:endParaRPr>
          </a:p>
        </p:txBody>
      </p:sp>
      <p:sp>
        <p:nvSpPr>
          <p:cNvPr id="1065" name="Google Shape;1065;p30"/>
          <p:cNvSpPr/>
          <p:nvPr/>
        </p:nvSpPr>
        <p:spPr>
          <a:xfrm>
            <a:off x="514350" y="2015794"/>
            <a:ext cx="874315" cy="874315"/>
          </a:xfrm>
          <a:prstGeom prst="ellipse">
            <a:avLst/>
          </a:prstGeom>
          <a:solidFill>
            <a:srgbClr val="0070C0"/>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3200" b="1" i="0" u="none" strike="noStrike" cap="none">
                <a:solidFill>
                  <a:schemeClr val="lt1"/>
                </a:solidFill>
                <a:latin typeface="Arial"/>
                <a:ea typeface="Arial"/>
                <a:cs typeface="Arial"/>
                <a:sym typeface="Arial"/>
              </a:rPr>
              <a:t>1</a:t>
            </a:r>
            <a:endParaRPr/>
          </a:p>
        </p:txBody>
      </p:sp>
      <p:sp>
        <p:nvSpPr>
          <p:cNvPr id="1066" name="Google Shape;1066;p30"/>
          <p:cNvSpPr/>
          <p:nvPr/>
        </p:nvSpPr>
        <p:spPr>
          <a:xfrm>
            <a:off x="514350" y="3178053"/>
            <a:ext cx="874315" cy="874315"/>
          </a:xfrm>
          <a:prstGeom prst="ellipse">
            <a:avLst/>
          </a:prstGeom>
          <a:solidFill>
            <a:srgbClr val="0070C0"/>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3200" b="1" i="0" u="none" strike="noStrike" cap="none">
                <a:solidFill>
                  <a:schemeClr val="lt1"/>
                </a:solidFill>
                <a:latin typeface="Arial"/>
                <a:ea typeface="Arial"/>
                <a:cs typeface="Arial"/>
                <a:sym typeface="Arial"/>
              </a:rPr>
              <a:t>2</a:t>
            </a:r>
            <a:endParaRPr sz="3200" b="1" i="0" u="none" strike="noStrike" cap="none">
              <a:solidFill>
                <a:schemeClr val="lt1"/>
              </a:solidFill>
              <a:latin typeface="Arial"/>
              <a:ea typeface="Arial"/>
              <a:cs typeface="Arial"/>
              <a:sym typeface="Arial"/>
            </a:endParaRPr>
          </a:p>
        </p:txBody>
      </p:sp>
      <p:sp>
        <p:nvSpPr>
          <p:cNvPr id="1067" name="Google Shape;1067;p30"/>
          <p:cNvSpPr/>
          <p:nvPr/>
        </p:nvSpPr>
        <p:spPr>
          <a:xfrm>
            <a:off x="931464" y="4298686"/>
            <a:ext cx="6081043" cy="972596"/>
          </a:xfrm>
          <a:prstGeom prst="roundRect">
            <a:avLst>
              <a:gd name="adj" fmla="val 16667"/>
            </a:avLst>
          </a:prstGeom>
          <a:solidFill>
            <a:srgbClr val="152C43"/>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540000" tIns="45700" rIns="91425" bIns="45700" anchor="t" anchorCtr="0">
            <a:noAutofit/>
          </a:bodyPr>
          <a:lstStyle/>
          <a:p>
            <a:pPr marL="0" marR="0" lvl="0" indent="0" algn="l" rtl="0">
              <a:lnSpc>
                <a:spcPct val="115000"/>
              </a:lnSpc>
              <a:spcBef>
                <a:spcPts val="0"/>
              </a:spcBef>
              <a:spcAft>
                <a:spcPts val="0"/>
              </a:spcAft>
              <a:buNone/>
            </a:pPr>
            <a:r>
              <a:rPr lang="en" sz="1600" b="0" i="0" u="none" strike="noStrike" cap="none">
                <a:solidFill>
                  <a:srgbClr val="FFFFFF"/>
                </a:solidFill>
                <a:latin typeface="Arial"/>
                <a:ea typeface="Arial"/>
                <a:cs typeface="Arial"/>
                <a:sym typeface="Arial"/>
              </a:rPr>
              <a:t>Pushing Specific Branch: Updates a specific remote branch, e.g., </a:t>
            </a:r>
            <a:r>
              <a:rPr lang="en" sz="1600" b="0" i="0" u="none" strike="noStrike" cap="none">
                <a:solidFill>
                  <a:srgbClr val="FFFFFF"/>
                </a:solidFill>
                <a:latin typeface="Courier New"/>
                <a:ea typeface="Courier New"/>
                <a:cs typeface="Courier New"/>
                <a:sym typeface="Courier New"/>
              </a:rPr>
              <a:t>git push origin</a:t>
            </a:r>
            <a:r>
              <a:rPr lang="en" sz="1600" b="0" i="0" u="none" strike="noStrike" cap="none">
                <a:solidFill>
                  <a:srgbClr val="FFFFFF"/>
                </a:solidFill>
                <a:latin typeface="Arial"/>
                <a:ea typeface="Arial"/>
                <a:cs typeface="Arial"/>
                <a:sym typeface="Arial"/>
              </a:rPr>
              <a:t> feature-branch.</a:t>
            </a:r>
            <a:endParaRPr/>
          </a:p>
          <a:p>
            <a:pPr marL="0" marR="0" lvl="0" indent="0" algn="l" rtl="0">
              <a:lnSpc>
                <a:spcPct val="115000"/>
              </a:lnSpc>
              <a:spcBef>
                <a:spcPts val="0"/>
              </a:spcBef>
              <a:spcAft>
                <a:spcPts val="0"/>
              </a:spcAft>
              <a:buNone/>
            </a:pPr>
            <a:endParaRPr sz="1600" b="0" i="0" u="none" strike="noStrike" cap="none">
              <a:solidFill>
                <a:srgbClr val="FFFFFF"/>
              </a:solidFill>
              <a:latin typeface="Arial"/>
              <a:ea typeface="Arial"/>
              <a:cs typeface="Arial"/>
              <a:sym typeface="Arial"/>
            </a:endParaRPr>
          </a:p>
        </p:txBody>
      </p:sp>
      <p:sp>
        <p:nvSpPr>
          <p:cNvPr id="1068" name="Google Shape;1068;p30"/>
          <p:cNvSpPr/>
          <p:nvPr/>
        </p:nvSpPr>
        <p:spPr>
          <a:xfrm>
            <a:off x="931464" y="5469282"/>
            <a:ext cx="6081043" cy="972596"/>
          </a:xfrm>
          <a:prstGeom prst="roundRect">
            <a:avLst>
              <a:gd name="adj" fmla="val 16667"/>
            </a:avLst>
          </a:prstGeom>
          <a:solidFill>
            <a:srgbClr val="22476C"/>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540000" tIns="45700" rIns="91425" bIns="45700" anchor="t" anchorCtr="0">
            <a:noAutofit/>
          </a:bodyPr>
          <a:lstStyle/>
          <a:p>
            <a:pPr marL="0" marR="0" lvl="0" indent="0" algn="l" rtl="0">
              <a:lnSpc>
                <a:spcPct val="115000"/>
              </a:lnSpc>
              <a:spcBef>
                <a:spcPts val="0"/>
              </a:spcBef>
              <a:spcAft>
                <a:spcPts val="0"/>
              </a:spcAft>
              <a:buNone/>
            </a:pPr>
            <a:r>
              <a:rPr lang="en" sz="1600" b="0" i="0" u="none" strike="noStrike" cap="none">
                <a:solidFill>
                  <a:srgbClr val="FFFFFF"/>
                </a:solidFill>
                <a:latin typeface="Arial"/>
                <a:ea typeface="Arial"/>
                <a:cs typeface="Arial"/>
                <a:sym typeface="Arial"/>
              </a:rPr>
              <a:t>Push Tags: Shares tags with the remote repository using </a:t>
            </a:r>
            <a:r>
              <a:rPr lang="en" sz="1600" b="0" i="0" u="none" strike="noStrike" cap="none">
                <a:solidFill>
                  <a:srgbClr val="FFFFFF"/>
                </a:solidFill>
                <a:latin typeface="Courier New"/>
                <a:ea typeface="Courier New"/>
                <a:cs typeface="Courier New"/>
                <a:sym typeface="Courier New"/>
              </a:rPr>
              <a:t>git push origin tag-name.</a:t>
            </a:r>
            <a:endParaRPr sz="1600" b="0" i="0" u="none" strike="noStrike" cap="none">
              <a:solidFill>
                <a:srgbClr val="FFFFFF"/>
              </a:solidFill>
              <a:latin typeface="Courier New"/>
              <a:ea typeface="Courier New"/>
              <a:cs typeface="Courier New"/>
              <a:sym typeface="Courier New"/>
            </a:endParaRPr>
          </a:p>
        </p:txBody>
      </p:sp>
      <p:sp>
        <p:nvSpPr>
          <p:cNvPr id="1069" name="Google Shape;1069;p30"/>
          <p:cNvSpPr/>
          <p:nvPr/>
        </p:nvSpPr>
        <p:spPr>
          <a:xfrm>
            <a:off x="514350" y="4315360"/>
            <a:ext cx="874315" cy="874315"/>
          </a:xfrm>
          <a:prstGeom prst="ellipse">
            <a:avLst/>
          </a:prstGeom>
          <a:solidFill>
            <a:srgbClr val="0070C0"/>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3200" b="1" i="0" u="none" strike="noStrike" cap="none">
                <a:solidFill>
                  <a:schemeClr val="lt1"/>
                </a:solidFill>
                <a:latin typeface="Arial"/>
                <a:ea typeface="Arial"/>
                <a:cs typeface="Arial"/>
                <a:sym typeface="Arial"/>
              </a:rPr>
              <a:t>1</a:t>
            </a:r>
            <a:endParaRPr/>
          </a:p>
        </p:txBody>
      </p:sp>
      <p:sp>
        <p:nvSpPr>
          <p:cNvPr id="1070" name="Google Shape;1070;p30"/>
          <p:cNvSpPr/>
          <p:nvPr/>
        </p:nvSpPr>
        <p:spPr>
          <a:xfrm>
            <a:off x="514350" y="5477619"/>
            <a:ext cx="874315" cy="874315"/>
          </a:xfrm>
          <a:prstGeom prst="ellipse">
            <a:avLst/>
          </a:prstGeom>
          <a:solidFill>
            <a:srgbClr val="0070C0"/>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3200" b="1" i="0" u="none" strike="noStrike" cap="none">
                <a:solidFill>
                  <a:schemeClr val="lt1"/>
                </a:solidFill>
                <a:latin typeface="Arial"/>
                <a:ea typeface="Arial"/>
                <a:cs typeface="Arial"/>
                <a:sym typeface="Arial"/>
              </a:rPr>
              <a:t>2</a:t>
            </a:r>
            <a:endParaRPr sz="3200" b="1" i="0" u="none" strike="noStrike" cap="none">
              <a:solidFill>
                <a:schemeClr val="lt1"/>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074"/>
        <p:cNvGrpSpPr/>
        <p:nvPr/>
      </p:nvGrpSpPr>
      <p:grpSpPr>
        <a:xfrm>
          <a:off x="0" y="0"/>
          <a:ext cx="0" cy="0"/>
          <a:chOff x="0" y="0"/>
          <a:chExt cx="0" cy="0"/>
        </a:xfrm>
      </p:grpSpPr>
      <p:sp>
        <p:nvSpPr>
          <p:cNvPr id="1075" name="Google Shape;1075;p31"/>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4.2.3 Benefits and Considerations of Git Push</a:t>
            </a:r>
            <a:endParaRPr/>
          </a:p>
        </p:txBody>
      </p:sp>
      <p:sp>
        <p:nvSpPr>
          <p:cNvPr id="1076" name="Google Shape;1076;p31"/>
          <p:cNvSpPr txBox="1">
            <a:spLocks noGrp="1"/>
          </p:cNvSpPr>
          <p:nvPr>
            <p:ph type="body" idx="1"/>
          </p:nvPr>
        </p:nvSpPr>
        <p:spPr>
          <a:xfrm>
            <a:off x="514350" y="1304995"/>
            <a:ext cx="10273812" cy="4840828"/>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1800"/>
              <a:buNone/>
            </a:pPr>
            <a:r>
              <a:rPr lang="en"/>
              <a:t>Following are the benefits and considerations of Git Push:</a:t>
            </a:r>
            <a:endParaRPr/>
          </a:p>
          <a:p>
            <a:pPr marL="0" lvl="0" indent="0" algn="l" rtl="0">
              <a:lnSpc>
                <a:spcPct val="120000"/>
              </a:lnSpc>
              <a:spcBef>
                <a:spcPts val="838"/>
              </a:spcBef>
              <a:spcAft>
                <a:spcPts val="0"/>
              </a:spcAft>
              <a:buClr>
                <a:schemeClr val="dk1"/>
              </a:buClr>
              <a:buSzPts val="1800"/>
              <a:buNone/>
            </a:pPr>
            <a:endParaRPr/>
          </a:p>
        </p:txBody>
      </p:sp>
      <p:sp>
        <p:nvSpPr>
          <p:cNvPr id="1077" name="Google Shape;1077;p31"/>
          <p:cNvSpPr txBox="1"/>
          <p:nvPr/>
        </p:nvSpPr>
        <p:spPr>
          <a:xfrm>
            <a:off x="1030367" y="1418567"/>
            <a:ext cx="9944400" cy="4924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None/>
            </a:pPr>
            <a:endParaRPr sz="2400" b="0" i="0" u="none" strike="noStrike" cap="none">
              <a:solidFill>
                <a:schemeClr val="dk2"/>
              </a:solidFill>
              <a:latin typeface="Arial"/>
              <a:ea typeface="Arial"/>
              <a:cs typeface="Arial"/>
              <a:sym typeface="Arial"/>
            </a:endParaRPr>
          </a:p>
        </p:txBody>
      </p:sp>
      <p:grpSp>
        <p:nvGrpSpPr>
          <p:cNvPr id="1078" name="Google Shape;1078;p31"/>
          <p:cNvGrpSpPr/>
          <p:nvPr/>
        </p:nvGrpSpPr>
        <p:grpSpPr>
          <a:xfrm>
            <a:off x="1256030" y="1998233"/>
            <a:ext cx="9136906" cy="3386568"/>
            <a:chOff x="514350" y="1998233"/>
            <a:chExt cx="9136906" cy="3386568"/>
          </a:xfrm>
        </p:grpSpPr>
        <p:sp>
          <p:nvSpPr>
            <p:cNvPr id="1079" name="Google Shape;1079;p31"/>
            <p:cNvSpPr/>
            <p:nvPr/>
          </p:nvSpPr>
          <p:spPr>
            <a:xfrm>
              <a:off x="514350" y="1998233"/>
              <a:ext cx="4000000" cy="650240"/>
            </a:xfrm>
            <a:prstGeom prst="roundRect">
              <a:avLst>
                <a:gd name="adj" fmla="val 21320"/>
              </a:avLst>
            </a:prstGeom>
            <a:solidFill>
              <a:srgbClr val="323F4F"/>
            </a:solidFill>
            <a:ln w="28575"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 sz="2400" b="1" i="0" u="none" strike="noStrike" cap="none">
                  <a:solidFill>
                    <a:schemeClr val="lt1"/>
                  </a:solidFill>
                  <a:latin typeface="Arial"/>
                  <a:ea typeface="Arial"/>
                  <a:cs typeface="Arial"/>
                  <a:sym typeface="Arial"/>
                </a:rPr>
                <a:t>Benefits</a:t>
              </a:r>
              <a:endParaRPr sz="2400" b="0" i="0" u="none" strike="noStrike" cap="none">
                <a:solidFill>
                  <a:schemeClr val="lt1"/>
                </a:solidFill>
                <a:latin typeface="Arial"/>
                <a:ea typeface="Arial"/>
                <a:cs typeface="Arial"/>
                <a:sym typeface="Arial"/>
              </a:endParaRPr>
            </a:p>
          </p:txBody>
        </p:sp>
        <p:sp>
          <p:nvSpPr>
            <p:cNvPr id="1080" name="Google Shape;1080;p31"/>
            <p:cNvSpPr/>
            <p:nvPr/>
          </p:nvSpPr>
          <p:spPr>
            <a:xfrm>
              <a:off x="514350" y="2828051"/>
              <a:ext cx="4000000" cy="2556750"/>
            </a:xfrm>
            <a:prstGeom prst="roundRect">
              <a:avLst>
                <a:gd name="adj" fmla="val 5796"/>
              </a:avLst>
            </a:prstGeom>
            <a:solidFill>
              <a:srgbClr val="D8D8D8"/>
            </a:solidFill>
            <a:ln w="28575"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457200" marR="0" lvl="0" indent="-457200" algn="l" rtl="0">
                <a:lnSpc>
                  <a:spcPct val="100000"/>
                </a:lnSpc>
                <a:spcBef>
                  <a:spcPts val="0"/>
                </a:spcBef>
                <a:spcAft>
                  <a:spcPts val="0"/>
                </a:spcAft>
                <a:buClr>
                  <a:schemeClr val="dk1"/>
                </a:buClr>
                <a:buSzPts val="1800"/>
                <a:buFont typeface="Calibri"/>
                <a:buAutoNum type="arabicPeriod"/>
              </a:pPr>
              <a:r>
                <a:rPr lang="en" sz="1800" b="1" i="0" u="none" strike="noStrike" cap="none">
                  <a:solidFill>
                    <a:schemeClr val="dk1"/>
                  </a:solidFill>
                  <a:latin typeface="Arial"/>
                  <a:ea typeface="Arial"/>
                  <a:cs typeface="Arial"/>
                  <a:sym typeface="Arial"/>
                </a:rPr>
                <a:t>Collaborative Development</a:t>
              </a:r>
              <a:endParaRPr/>
            </a:p>
            <a:p>
              <a:pPr marL="457200" marR="0" lvl="0" indent="-457200" algn="l" rtl="0">
                <a:lnSpc>
                  <a:spcPct val="100000"/>
                </a:lnSpc>
                <a:spcBef>
                  <a:spcPts val="1200"/>
                </a:spcBef>
                <a:spcAft>
                  <a:spcPts val="0"/>
                </a:spcAft>
                <a:buClr>
                  <a:schemeClr val="dk1"/>
                </a:buClr>
                <a:buSzPts val="1800"/>
                <a:buFont typeface="Calibri"/>
                <a:buAutoNum type="arabicPeriod"/>
              </a:pPr>
              <a:r>
                <a:rPr lang="en" sz="1800" b="1" i="0" u="none" strike="noStrike" cap="none">
                  <a:solidFill>
                    <a:schemeClr val="dk1"/>
                  </a:solidFill>
                  <a:latin typeface="Arial"/>
                  <a:ea typeface="Arial"/>
                  <a:cs typeface="Arial"/>
                  <a:sym typeface="Arial"/>
                </a:rPr>
                <a:t>Version Control</a:t>
              </a:r>
              <a:endParaRPr/>
            </a:p>
            <a:p>
              <a:pPr marL="457200" marR="0" lvl="0" indent="-457200" algn="l" rtl="0">
                <a:lnSpc>
                  <a:spcPct val="100000"/>
                </a:lnSpc>
                <a:spcBef>
                  <a:spcPts val="1200"/>
                </a:spcBef>
                <a:spcAft>
                  <a:spcPts val="0"/>
                </a:spcAft>
                <a:buClr>
                  <a:schemeClr val="dk1"/>
                </a:buClr>
                <a:buSzPts val="1800"/>
                <a:buFont typeface="Calibri"/>
                <a:buAutoNum type="arabicPeriod"/>
              </a:pPr>
              <a:r>
                <a:rPr lang="en" sz="1800" b="1" i="0" u="none" strike="noStrike" cap="none">
                  <a:solidFill>
                    <a:schemeClr val="dk1"/>
                  </a:solidFill>
                  <a:latin typeface="Arial"/>
                  <a:ea typeface="Arial"/>
                  <a:cs typeface="Arial"/>
                  <a:sym typeface="Arial"/>
                </a:rPr>
                <a:t>Synchronization</a:t>
              </a:r>
              <a:endParaRPr/>
            </a:p>
            <a:p>
              <a:pPr marL="457200" marR="0" lvl="0" indent="-342900" algn="l" rtl="0">
                <a:lnSpc>
                  <a:spcPct val="100000"/>
                </a:lnSpc>
                <a:spcBef>
                  <a:spcPts val="1200"/>
                </a:spcBef>
                <a:spcAft>
                  <a:spcPts val="0"/>
                </a:spcAft>
                <a:buClr>
                  <a:srgbClr val="000000"/>
                </a:buClr>
                <a:buSzPts val="1800"/>
                <a:buFont typeface="Calibri"/>
                <a:buNone/>
              </a:pPr>
              <a:endParaRPr sz="1800" b="1" i="0" u="none" strike="noStrike" cap="none">
                <a:solidFill>
                  <a:schemeClr val="dk1"/>
                </a:solidFill>
                <a:latin typeface="Arial"/>
                <a:ea typeface="Arial"/>
                <a:cs typeface="Arial"/>
                <a:sym typeface="Arial"/>
              </a:endParaRPr>
            </a:p>
          </p:txBody>
        </p:sp>
        <p:sp>
          <p:nvSpPr>
            <p:cNvPr id="1081" name="Google Shape;1081;p31"/>
            <p:cNvSpPr/>
            <p:nvPr/>
          </p:nvSpPr>
          <p:spPr>
            <a:xfrm>
              <a:off x="5651256" y="1998233"/>
              <a:ext cx="4000000" cy="650240"/>
            </a:xfrm>
            <a:prstGeom prst="roundRect">
              <a:avLst>
                <a:gd name="adj" fmla="val 21320"/>
              </a:avLst>
            </a:prstGeom>
            <a:solidFill>
              <a:srgbClr val="00B0F0"/>
            </a:solidFill>
            <a:ln w="28575"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 sz="2400" b="1" i="0" u="none" strike="noStrike" cap="none">
                  <a:solidFill>
                    <a:schemeClr val="lt1"/>
                  </a:solidFill>
                  <a:latin typeface="Arial"/>
                  <a:ea typeface="Arial"/>
                  <a:cs typeface="Arial"/>
                  <a:sym typeface="Arial"/>
                </a:rPr>
                <a:t>Considerations</a:t>
              </a:r>
              <a:endParaRPr sz="2400" b="0" i="0" u="none" strike="noStrike" cap="none">
                <a:solidFill>
                  <a:schemeClr val="lt1"/>
                </a:solidFill>
                <a:latin typeface="Arial"/>
                <a:ea typeface="Arial"/>
                <a:cs typeface="Arial"/>
                <a:sym typeface="Arial"/>
              </a:endParaRPr>
            </a:p>
          </p:txBody>
        </p:sp>
        <p:sp>
          <p:nvSpPr>
            <p:cNvPr id="1082" name="Google Shape;1082;p31"/>
            <p:cNvSpPr/>
            <p:nvPr/>
          </p:nvSpPr>
          <p:spPr>
            <a:xfrm>
              <a:off x="5651256" y="2828051"/>
              <a:ext cx="4000000" cy="2556750"/>
            </a:xfrm>
            <a:prstGeom prst="roundRect">
              <a:avLst>
                <a:gd name="adj" fmla="val 5796"/>
              </a:avLst>
            </a:prstGeom>
            <a:solidFill>
              <a:srgbClr val="F2F2F2"/>
            </a:solidFill>
            <a:ln w="28575"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457200" marR="0" lvl="0" indent="-457200" algn="l" rtl="0">
                <a:lnSpc>
                  <a:spcPct val="100000"/>
                </a:lnSpc>
                <a:spcBef>
                  <a:spcPts val="0"/>
                </a:spcBef>
                <a:spcAft>
                  <a:spcPts val="0"/>
                </a:spcAft>
                <a:buClr>
                  <a:schemeClr val="dk1"/>
                </a:buClr>
                <a:buSzPts val="1800"/>
                <a:buFont typeface="Calibri"/>
                <a:buAutoNum type="arabicPeriod"/>
              </a:pPr>
              <a:r>
                <a:rPr lang="en" sz="1800" b="1" i="0" u="none" strike="noStrike" cap="none">
                  <a:solidFill>
                    <a:schemeClr val="dk1"/>
                  </a:solidFill>
                  <a:latin typeface="Arial"/>
                  <a:ea typeface="Arial"/>
                  <a:cs typeface="Arial"/>
                  <a:sym typeface="Arial"/>
                </a:rPr>
                <a:t>Caution with Force Push</a:t>
              </a:r>
              <a:endParaRPr/>
            </a:p>
            <a:p>
              <a:pPr marL="457200" marR="0" lvl="0" indent="-457200" algn="l" rtl="0">
                <a:lnSpc>
                  <a:spcPct val="100000"/>
                </a:lnSpc>
                <a:spcBef>
                  <a:spcPts val="1200"/>
                </a:spcBef>
                <a:spcAft>
                  <a:spcPts val="0"/>
                </a:spcAft>
                <a:buClr>
                  <a:schemeClr val="dk1"/>
                </a:buClr>
                <a:buSzPts val="1800"/>
                <a:buFont typeface="Calibri"/>
                <a:buAutoNum type="arabicPeriod"/>
              </a:pPr>
              <a:r>
                <a:rPr lang="en" sz="1800" b="1" i="0" u="none" strike="noStrike" cap="none">
                  <a:solidFill>
                    <a:schemeClr val="dk1"/>
                  </a:solidFill>
                  <a:latin typeface="Arial"/>
                  <a:ea typeface="Arial"/>
                  <a:cs typeface="Arial"/>
                  <a:sym typeface="Arial"/>
                </a:rPr>
                <a:t>Impact on Collaborators</a:t>
              </a:r>
              <a:endParaRPr/>
            </a:p>
            <a:p>
              <a:pPr marL="457200" marR="0" lvl="0" indent="-457200" algn="l" rtl="0">
                <a:lnSpc>
                  <a:spcPct val="100000"/>
                </a:lnSpc>
                <a:spcBef>
                  <a:spcPts val="1200"/>
                </a:spcBef>
                <a:spcAft>
                  <a:spcPts val="0"/>
                </a:spcAft>
                <a:buClr>
                  <a:schemeClr val="dk1"/>
                </a:buClr>
                <a:buSzPts val="1800"/>
                <a:buFont typeface="Calibri"/>
                <a:buAutoNum type="arabicPeriod"/>
              </a:pPr>
              <a:r>
                <a:rPr lang="en" sz="1800" b="1" i="0" u="none" strike="noStrike" cap="none">
                  <a:solidFill>
                    <a:schemeClr val="dk1"/>
                  </a:solidFill>
                  <a:latin typeface="Arial"/>
                  <a:ea typeface="Arial"/>
                  <a:cs typeface="Arial"/>
                  <a:sym typeface="Arial"/>
                </a:rPr>
                <a:t>Conflict Resolution</a:t>
              </a:r>
              <a:endParaRPr/>
            </a:p>
            <a:p>
              <a:pPr marL="0" marR="0" lvl="0" indent="0" algn="l" rtl="0">
                <a:lnSpc>
                  <a:spcPct val="100000"/>
                </a:lnSpc>
                <a:spcBef>
                  <a:spcPts val="1200"/>
                </a:spcBef>
                <a:spcAft>
                  <a:spcPts val="0"/>
                </a:spcAft>
                <a:buNone/>
              </a:pPr>
              <a:endParaRPr sz="1800" b="1" i="0" u="none" strike="noStrike" cap="none">
                <a:solidFill>
                  <a:schemeClr val="dk1"/>
                </a:solidFill>
                <a:latin typeface="Arial"/>
                <a:ea typeface="Arial"/>
                <a:cs typeface="Arial"/>
                <a:sym typeface="Arial"/>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086"/>
        <p:cNvGrpSpPr/>
        <p:nvPr/>
      </p:nvGrpSpPr>
      <p:grpSpPr>
        <a:xfrm>
          <a:off x="0" y="0"/>
          <a:ext cx="0" cy="0"/>
          <a:chOff x="0" y="0"/>
          <a:chExt cx="0" cy="0"/>
        </a:xfrm>
      </p:grpSpPr>
      <p:sp>
        <p:nvSpPr>
          <p:cNvPr id="1087" name="Google Shape;1087;p32"/>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4.2.3 Use Cases for Git Push Contd.. </a:t>
            </a:r>
            <a:endParaRPr/>
          </a:p>
        </p:txBody>
      </p:sp>
      <p:sp>
        <p:nvSpPr>
          <p:cNvPr id="1088" name="Google Shape;1088;p32"/>
          <p:cNvSpPr txBox="1">
            <a:spLocks noGrp="1"/>
          </p:cNvSpPr>
          <p:nvPr>
            <p:ph type="body" idx="1"/>
          </p:nvPr>
        </p:nvSpPr>
        <p:spPr>
          <a:xfrm>
            <a:off x="514350" y="1304995"/>
            <a:ext cx="10273812" cy="4840828"/>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1800"/>
              <a:buNone/>
            </a:pPr>
            <a:r>
              <a:rPr lang="en"/>
              <a:t>Here are two use cases for Git Push with accompanying code examples:</a:t>
            </a:r>
            <a:endParaRPr/>
          </a:p>
          <a:p>
            <a:pPr marL="0" lvl="0" indent="0" algn="l" rtl="0">
              <a:lnSpc>
                <a:spcPct val="120000"/>
              </a:lnSpc>
              <a:spcBef>
                <a:spcPts val="838"/>
              </a:spcBef>
              <a:spcAft>
                <a:spcPts val="0"/>
              </a:spcAft>
              <a:buClr>
                <a:schemeClr val="dk1"/>
              </a:buClr>
              <a:buSzPts val="1800"/>
              <a:buNone/>
            </a:pPr>
            <a:r>
              <a:rPr lang="en" b="1"/>
              <a:t>Use Case 1: Pushing Local Changes to the Remote Repository</a:t>
            </a:r>
            <a:endParaRPr/>
          </a:p>
          <a:p>
            <a:pPr marL="0" lvl="0" indent="0" algn="l" rtl="0">
              <a:lnSpc>
                <a:spcPct val="120000"/>
              </a:lnSpc>
              <a:spcBef>
                <a:spcPts val="838"/>
              </a:spcBef>
              <a:spcAft>
                <a:spcPts val="0"/>
              </a:spcAft>
              <a:buClr>
                <a:schemeClr val="dk1"/>
              </a:buClr>
              <a:buSzPts val="1800"/>
              <a:buNone/>
            </a:pPr>
            <a:r>
              <a:rPr lang="en"/>
              <a:t>Scenario: You've made local commits and want to push them to the remote repository to share your changes with the team.</a:t>
            </a: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p:txBody>
      </p:sp>
      <p:pic>
        <p:nvPicPr>
          <p:cNvPr id="1089" name="Google Shape;1089;p32"/>
          <p:cNvPicPr preferRelativeResize="0"/>
          <p:nvPr/>
        </p:nvPicPr>
        <p:blipFill rotWithShape="1">
          <a:blip r:embed="rId3">
            <a:alphaModFix/>
          </a:blip>
          <a:srcRect/>
          <a:stretch/>
        </p:blipFill>
        <p:spPr>
          <a:xfrm>
            <a:off x="1718201" y="2985966"/>
            <a:ext cx="8397132" cy="3260967"/>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093"/>
        <p:cNvGrpSpPr/>
        <p:nvPr/>
      </p:nvGrpSpPr>
      <p:grpSpPr>
        <a:xfrm>
          <a:off x="0" y="0"/>
          <a:ext cx="0" cy="0"/>
          <a:chOff x="0" y="0"/>
          <a:chExt cx="0" cy="0"/>
        </a:xfrm>
      </p:grpSpPr>
      <p:sp>
        <p:nvSpPr>
          <p:cNvPr id="1094" name="Google Shape;1094;p33"/>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4.2.3 Use Cases for Git Push</a:t>
            </a:r>
            <a:endParaRPr/>
          </a:p>
        </p:txBody>
      </p:sp>
      <p:sp>
        <p:nvSpPr>
          <p:cNvPr id="1095" name="Google Shape;1095;p33"/>
          <p:cNvSpPr txBox="1">
            <a:spLocks noGrp="1"/>
          </p:cNvSpPr>
          <p:nvPr>
            <p:ph type="body" idx="1"/>
          </p:nvPr>
        </p:nvSpPr>
        <p:spPr>
          <a:xfrm>
            <a:off x="514350" y="1304995"/>
            <a:ext cx="10273812" cy="4840828"/>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1800"/>
              <a:buNone/>
            </a:pPr>
            <a:r>
              <a:rPr lang="en" b="1"/>
              <a:t>Use Case 2: Pushing a New Branch to the Remote Repository</a:t>
            </a:r>
            <a:endParaRPr/>
          </a:p>
          <a:p>
            <a:pPr marL="0" lvl="0" indent="0" algn="l" rtl="0">
              <a:lnSpc>
                <a:spcPct val="120000"/>
              </a:lnSpc>
              <a:spcBef>
                <a:spcPts val="838"/>
              </a:spcBef>
              <a:spcAft>
                <a:spcPts val="0"/>
              </a:spcAft>
              <a:buClr>
                <a:schemeClr val="dk1"/>
              </a:buClr>
              <a:buSzPts val="1800"/>
              <a:buNone/>
            </a:pPr>
            <a:r>
              <a:rPr lang="en"/>
              <a:t>Scenario: You've created a new feature branch locally and want to push it to the remote repository for collaboration.</a:t>
            </a: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p:txBody>
      </p:sp>
      <p:pic>
        <p:nvPicPr>
          <p:cNvPr id="1096" name="Google Shape;1096;p33"/>
          <p:cNvPicPr preferRelativeResize="0"/>
          <p:nvPr/>
        </p:nvPicPr>
        <p:blipFill rotWithShape="1">
          <a:blip r:embed="rId3">
            <a:alphaModFix/>
          </a:blip>
          <a:srcRect/>
          <a:stretch/>
        </p:blipFill>
        <p:spPr>
          <a:xfrm>
            <a:off x="1878119" y="2535621"/>
            <a:ext cx="7645187" cy="3610202"/>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100"/>
        <p:cNvGrpSpPr/>
        <p:nvPr/>
      </p:nvGrpSpPr>
      <p:grpSpPr>
        <a:xfrm>
          <a:off x="0" y="0"/>
          <a:ext cx="0" cy="0"/>
          <a:chOff x="0" y="0"/>
          <a:chExt cx="0" cy="0"/>
        </a:xfrm>
      </p:grpSpPr>
      <p:sp>
        <p:nvSpPr>
          <p:cNvPr id="1101" name="Google Shape;1101;p34"/>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What did you grasp?</a:t>
            </a:r>
            <a:endParaRPr/>
          </a:p>
          <a:p>
            <a:pPr marL="0" lvl="0" indent="0" algn="l" rtl="0">
              <a:lnSpc>
                <a:spcPct val="90000"/>
              </a:lnSpc>
              <a:spcBef>
                <a:spcPts val="0"/>
              </a:spcBef>
              <a:spcAft>
                <a:spcPts val="0"/>
              </a:spcAft>
              <a:buClr>
                <a:schemeClr val="dk2"/>
              </a:buClr>
              <a:buSzPts val="2800"/>
              <a:buFont typeface="Arial"/>
              <a:buNone/>
            </a:pPr>
            <a:endParaRPr/>
          </a:p>
          <a:p>
            <a:pPr marL="0" lvl="0" indent="0" algn="l" rtl="0">
              <a:lnSpc>
                <a:spcPct val="90000"/>
              </a:lnSpc>
              <a:spcBef>
                <a:spcPts val="0"/>
              </a:spcBef>
              <a:spcAft>
                <a:spcPts val="0"/>
              </a:spcAft>
              <a:buClr>
                <a:schemeClr val="dk2"/>
              </a:buClr>
              <a:buSzPts val="2800"/>
              <a:buFont typeface="Arial"/>
              <a:buNone/>
            </a:pPr>
            <a:endParaRPr/>
          </a:p>
        </p:txBody>
      </p:sp>
      <p:sp>
        <p:nvSpPr>
          <p:cNvPr id="1102" name="Google Shape;1102;p34"/>
          <p:cNvSpPr txBox="1">
            <a:spLocks noGrp="1"/>
          </p:cNvSpPr>
          <p:nvPr>
            <p:ph type="body" idx="1"/>
          </p:nvPr>
        </p:nvSpPr>
        <p:spPr>
          <a:xfrm>
            <a:off x="4808538" y="1852613"/>
            <a:ext cx="6691312" cy="3749675"/>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dk1"/>
              </a:buClr>
              <a:buSzPts val="1800"/>
              <a:buFont typeface="Calibri"/>
              <a:buAutoNum type="arabicPeriod"/>
            </a:pPr>
            <a:r>
              <a:rPr lang="en"/>
              <a:t>What is the primary purpose of Git push?</a:t>
            </a:r>
            <a:endParaRPr/>
          </a:p>
          <a:p>
            <a:pPr marL="342900" lvl="0" indent="-228600" algn="l" rtl="0">
              <a:lnSpc>
                <a:spcPct val="90000"/>
              </a:lnSpc>
              <a:spcBef>
                <a:spcPts val="1000"/>
              </a:spcBef>
              <a:spcAft>
                <a:spcPts val="0"/>
              </a:spcAft>
              <a:buClr>
                <a:schemeClr val="dk1"/>
              </a:buClr>
              <a:buSzPts val="1800"/>
              <a:buFont typeface="Calibri"/>
              <a:buNone/>
            </a:pPr>
            <a:endParaRPr/>
          </a:p>
          <a:p>
            <a:pPr marL="700087" lvl="1" indent="-342900" algn="l" rtl="0">
              <a:lnSpc>
                <a:spcPct val="90000"/>
              </a:lnSpc>
              <a:spcBef>
                <a:spcPts val="500"/>
              </a:spcBef>
              <a:spcAft>
                <a:spcPts val="0"/>
              </a:spcAft>
              <a:buClr>
                <a:schemeClr val="dk1"/>
              </a:buClr>
              <a:buSzPts val="1800"/>
              <a:buFont typeface="Calibri"/>
              <a:buAutoNum type="alphaUcPeriod"/>
            </a:pPr>
            <a:r>
              <a:rPr lang="en" b="1"/>
              <a:t>Retrieving changes from a remote repository.</a:t>
            </a:r>
            <a:endParaRPr/>
          </a:p>
          <a:p>
            <a:pPr marL="700087" lvl="1" indent="-342900" algn="l" rtl="0">
              <a:lnSpc>
                <a:spcPct val="90000"/>
              </a:lnSpc>
              <a:spcBef>
                <a:spcPts val="500"/>
              </a:spcBef>
              <a:spcAft>
                <a:spcPts val="0"/>
              </a:spcAft>
              <a:buClr>
                <a:schemeClr val="dk1"/>
              </a:buClr>
              <a:buSzPts val="1800"/>
              <a:buFont typeface="Calibri"/>
              <a:buAutoNum type="alphaUcPeriod"/>
            </a:pPr>
            <a:r>
              <a:rPr lang="en" b="1"/>
              <a:t>Merging local changes into the current working branch.</a:t>
            </a:r>
            <a:endParaRPr/>
          </a:p>
          <a:p>
            <a:pPr marL="700087" lvl="1" indent="-342900" algn="l" rtl="0">
              <a:lnSpc>
                <a:spcPct val="90000"/>
              </a:lnSpc>
              <a:spcBef>
                <a:spcPts val="500"/>
              </a:spcBef>
              <a:spcAft>
                <a:spcPts val="0"/>
              </a:spcAft>
              <a:buClr>
                <a:schemeClr val="dk1"/>
              </a:buClr>
              <a:buSzPts val="1800"/>
              <a:buFont typeface="Calibri"/>
              <a:buAutoNum type="alphaUcPeriod"/>
            </a:pPr>
            <a:r>
              <a:rPr lang="en" b="1"/>
              <a:t>Sharing local commits with a remote repository.</a:t>
            </a:r>
            <a:endParaRPr/>
          </a:p>
          <a:p>
            <a:pPr marL="700087" lvl="1" indent="-342900" algn="l" rtl="0">
              <a:lnSpc>
                <a:spcPct val="90000"/>
              </a:lnSpc>
              <a:spcBef>
                <a:spcPts val="500"/>
              </a:spcBef>
              <a:spcAft>
                <a:spcPts val="0"/>
              </a:spcAft>
              <a:buClr>
                <a:schemeClr val="dk1"/>
              </a:buClr>
              <a:buSzPts val="1800"/>
              <a:buFont typeface="Calibri"/>
              <a:buAutoNum type="alphaUcPeriod"/>
            </a:pPr>
            <a:r>
              <a:rPr lang="en" b="1"/>
              <a:t>Creating a new branch.</a:t>
            </a:r>
            <a:endParaRPr/>
          </a:p>
          <a:p>
            <a:pPr marL="0" lvl="0" indent="268288" algn="l" rtl="0">
              <a:lnSpc>
                <a:spcPct val="90000"/>
              </a:lnSpc>
              <a:spcBef>
                <a:spcPts val="1000"/>
              </a:spcBef>
              <a:spcAft>
                <a:spcPts val="0"/>
              </a:spcAft>
              <a:buClr>
                <a:schemeClr val="dk1"/>
              </a:buClr>
              <a:buSzPts val="1800"/>
              <a:buFont typeface="Calibri"/>
              <a:buNone/>
            </a:pPr>
            <a:endParaRPr/>
          </a:p>
          <a:p>
            <a:pPr marL="0" lvl="0" indent="268288" algn="l" rtl="0">
              <a:lnSpc>
                <a:spcPct val="90000"/>
              </a:lnSpc>
              <a:spcBef>
                <a:spcPts val="1000"/>
              </a:spcBef>
              <a:spcAft>
                <a:spcPts val="0"/>
              </a:spcAft>
              <a:buClr>
                <a:schemeClr val="dk1"/>
              </a:buClr>
              <a:buSzPts val="1800"/>
              <a:buFont typeface="Calibri"/>
              <a:buNone/>
            </a:pPr>
            <a:endParaRPr/>
          </a:p>
          <a:p>
            <a:pPr marL="0" lvl="0" indent="268288" algn="l" rtl="0">
              <a:lnSpc>
                <a:spcPct val="90000"/>
              </a:lnSpc>
              <a:spcBef>
                <a:spcPts val="1000"/>
              </a:spcBef>
              <a:spcAft>
                <a:spcPts val="0"/>
              </a:spcAft>
              <a:buClr>
                <a:schemeClr val="dk1"/>
              </a:buClr>
              <a:buSzPts val="1800"/>
              <a:buFont typeface="Calibri"/>
              <a:buNone/>
            </a:pP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106"/>
        <p:cNvGrpSpPr/>
        <p:nvPr/>
      </p:nvGrpSpPr>
      <p:grpSpPr>
        <a:xfrm>
          <a:off x="0" y="0"/>
          <a:ext cx="0" cy="0"/>
          <a:chOff x="0" y="0"/>
          <a:chExt cx="0" cy="0"/>
        </a:xfrm>
      </p:grpSpPr>
      <p:sp>
        <p:nvSpPr>
          <p:cNvPr id="1107" name="Google Shape;1107;p35"/>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What did you grasp?</a:t>
            </a:r>
            <a:endParaRPr/>
          </a:p>
          <a:p>
            <a:pPr marL="0" lvl="0" indent="0" algn="l" rtl="0">
              <a:lnSpc>
                <a:spcPct val="90000"/>
              </a:lnSpc>
              <a:spcBef>
                <a:spcPts val="0"/>
              </a:spcBef>
              <a:spcAft>
                <a:spcPts val="0"/>
              </a:spcAft>
              <a:buClr>
                <a:schemeClr val="dk2"/>
              </a:buClr>
              <a:buSzPts val="2800"/>
              <a:buFont typeface="Arial"/>
              <a:buNone/>
            </a:pPr>
            <a:endParaRPr/>
          </a:p>
          <a:p>
            <a:pPr marL="0" lvl="0" indent="0" algn="l" rtl="0">
              <a:lnSpc>
                <a:spcPct val="90000"/>
              </a:lnSpc>
              <a:spcBef>
                <a:spcPts val="0"/>
              </a:spcBef>
              <a:spcAft>
                <a:spcPts val="0"/>
              </a:spcAft>
              <a:buClr>
                <a:schemeClr val="dk2"/>
              </a:buClr>
              <a:buSzPts val="2800"/>
              <a:buFont typeface="Arial"/>
              <a:buNone/>
            </a:pPr>
            <a:endParaRPr/>
          </a:p>
        </p:txBody>
      </p:sp>
      <p:sp>
        <p:nvSpPr>
          <p:cNvPr id="1108" name="Google Shape;1108;p35"/>
          <p:cNvSpPr txBox="1">
            <a:spLocks noGrp="1"/>
          </p:cNvSpPr>
          <p:nvPr>
            <p:ph type="body" idx="1"/>
          </p:nvPr>
        </p:nvSpPr>
        <p:spPr>
          <a:xfrm>
            <a:off x="4808538" y="1852613"/>
            <a:ext cx="6691312" cy="3749675"/>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dk1"/>
              </a:buClr>
              <a:buSzPts val="1800"/>
              <a:buFont typeface="Calibri"/>
              <a:buAutoNum type="arabicPeriod" startAt="2"/>
            </a:pPr>
            <a:r>
              <a:rPr lang="en"/>
              <a:t>Which type of push operation should be used cautiously due to its potential impact on the remote branch and collaborators' work?</a:t>
            </a:r>
            <a:endParaRPr/>
          </a:p>
          <a:p>
            <a:pPr marL="342900" lvl="0" indent="-228600" algn="l" rtl="0">
              <a:lnSpc>
                <a:spcPct val="90000"/>
              </a:lnSpc>
              <a:spcBef>
                <a:spcPts val="1000"/>
              </a:spcBef>
              <a:spcAft>
                <a:spcPts val="0"/>
              </a:spcAft>
              <a:buClr>
                <a:schemeClr val="dk1"/>
              </a:buClr>
              <a:buSzPts val="1800"/>
              <a:buFont typeface="Calibri"/>
              <a:buNone/>
            </a:pPr>
            <a:endParaRPr/>
          </a:p>
          <a:p>
            <a:pPr marL="804863" lvl="1" indent="-447675" algn="l" rtl="0">
              <a:lnSpc>
                <a:spcPct val="90000"/>
              </a:lnSpc>
              <a:spcBef>
                <a:spcPts val="500"/>
              </a:spcBef>
              <a:spcAft>
                <a:spcPts val="0"/>
              </a:spcAft>
              <a:buClr>
                <a:schemeClr val="dk1"/>
              </a:buClr>
              <a:buSzPts val="1800"/>
              <a:buFont typeface="Calibri"/>
              <a:buAutoNum type="alphaUcPeriod"/>
            </a:pPr>
            <a:r>
              <a:rPr lang="en" b="1"/>
              <a:t>Regular Push</a:t>
            </a:r>
            <a:endParaRPr/>
          </a:p>
          <a:p>
            <a:pPr marL="804863" lvl="1" indent="-447675" algn="l" rtl="0">
              <a:lnSpc>
                <a:spcPct val="90000"/>
              </a:lnSpc>
              <a:spcBef>
                <a:spcPts val="500"/>
              </a:spcBef>
              <a:spcAft>
                <a:spcPts val="0"/>
              </a:spcAft>
              <a:buClr>
                <a:schemeClr val="dk1"/>
              </a:buClr>
              <a:buSzPts val="1800"/>
              <a:buFont typeface="Calibri"/>
              <a:buAutoNum type="alphaUcPeriod"/>
            </a:pPr>
            <a:r>
              <a:rPr lang="en" b="1"/>
              <a:t>Force Push</a:t>
            </a:r>
            <a:endParaRPr/>
          </a:p>
          <a:p>
            <a:pPr marL="804863" lvl="1" indent="-447675" algn="l" rtl="0">
              <a:lnSpc>
                <a:spcPct val="90000"/>
              </a:lnSpc>
              <a:spcBef>
                <a:spcPts val="500"/>
              </a:spcBef>
              <a:spcAft>
                <a:spcPts val="0"/>
              </a:spcAft>
              <a:buClr>
                <a:schemeClr val="dk1"/>
              </a:buClr>
              <a:buSzPts val="1800"/>
              <a:buFont typeface="Calibri"/>
              <a:buAutoNum type="alphaUcPeriod"/>
            </a:pPr>
            <a:r>
              <a:rPr lang="en" b="1"/>
              <a:t>Pushing Specific Branch</a:t>
            </a:r>
            <a:endParaRPr/>
          </a:p>
          <a:p>
            <a:pPr marL="804863" lvl="1" indent="-447675" algn="l" rtl="0">
              <a:lnSpc>
                <a:spcPct val="90000"/>
              </a:lnSpc>
              <a:spcBef>
                <a:spcPts val="500"/>
              </a:spcBef>
              <a:spcAft>
                <a:spcPts val="0"/>
              </a:spcAft>
              <a:buClr>
                <a:schemeClr val="dk1"/>
              </a:buClr>
              <a:buSzPts val="1800"/>
              <a:buFont typeface="Calibri"/>
              <a:buAutoNum type="alphaUcPeriod"/>
            </a:pPr>
            <a:r>
              <a:rPr lang="en" b="1"/>
              <a:t>Push Tags</a:t>
            </a:r>
            <a:endParaRPr/>
          </a:p>
          <a:p>
            <a:pPr marL="0" lvl="0" indent="268288" algn="l" rtl="0">
              <a:lnSpc>
                <a:spcPct val="90000"/>
              </a:lnSpc>
              <a:spcBef>
                <a:spcPts val="1000"/>
              </a:spcBef>
              <a:spcAft>
                <a:spcPts val="0"/>
              </a:spcAft>
              <a:buClr>
                <a:schemeClr val="dk1"/>
              </a:buClr>
              <a:buSzPts val="1800"/>
              <a:buFont typeface="Calibri"/>
              <a:buNone/>
            </a:pPr>
            <a:endParaRPr/>
          </a:p>
          <a:p>
            <a:pPr marL="0" lvl="0" indent="268288" algn="l" rtl="0">
              <a:lnSpc>
                <a:spcPct val="90000"/>
              </a:lnSpc>
              <a:spcBef>
                <a:spcPts val="1000"/>
              </a:spcBef>
              <a:spcAft>
                <a:spcPts val="0"/>
              </a:spcAft>
              <a:buClr>
                <a:schemeClr val="dk1"/>
              </a:buClr>
              <a:buSzPts val="1800"/>
              <a:buFont typeface="Calibri"/>
              <a:buNone/>
            </a:pPr>
            <a:endParaRPr/>
          </a:p>
          <a:p>
            <a:pPr marL="0" lvl="0" indent="268288" algn="l" rtl="0">
              <a:lnSpc>
                <a:spcPct val="90000"/>
              </a:lnSpc>
              <a:spcBef>
                <a:spcPts val="1000"/>
              </a:spcBef>
              <a:spcAft>
                <a:spcPts val="0"/>
              </a:spcAft>
              <a:buClr>
                <a:schemeClr val="dk1"/>
              </a:buClr>
              <a:buSzPts val="1800"/>
              <a:buFont typeface="Calibri"/>
              <a:buNone/>
            </a:pPr>
            <a:endParaRPr/>
          </a:p>
          <a:p>
            <a:pPr marL="0" lvl="0" indent="268288" algn="l" rtl="0">
              <a:lnSpc>
                <a:spcPct val="90000"/>
              </a:lnSpc>
              <a:spcBef>
                <a:spcPts val="1000"/>
              </a:spcBef>
              <a:spcAft>
                <a:spcPts val="0"/>
              </a:spcAft>
              <a:buClr>
                <a:schemeClr val="dk1"/>
              </a:buClr>
              <a:buSzPts val="1800"/>
              <a:buFont typeface="Calibri"/>
              <a:buNone/>
            </a:pPr>
            <a:endParaRPr/>
          </a:p>
          <a:p>
            <a:pPr marL="0" lvl="0" indent="268288" algn="l" rtl="0">
              <a:lnSpc>
                <a:spcPct val="90000"/>
              </a:lnSpc>
              <a:spcBef>
                <a:spcPts val="1000"/>
              </a:spcBef>
              <a:spcAft>
                <a:spcPts val="0"/>
              </a:spcAft>
              <a:buClr>
                <a:schemeClr val="dk1"/>
              </a:buClr>
              <a:buSzPts val="1800"/>
              <a:buFont typeface="Calibri"/>
              <a:buNone/>
            </a:pP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112"/>
        <p:cNvGrpSpPr/>
        <p:nvPr/>
      </p:nvGrpSpPr>
      <p:grpSpPr>
        <a:xfrm>
          <a:off x="0" y="0"/>
          <a:ext cx="0" cy="0"/>
          <a:chOff x="0" y="0"/>
          <a:chExt cx="0" cy="0"/>
        </a:xfrm>
      </p:grpSpPr>
      <p:sp>
        <p:nvSpPr>
          <p:cNvPr id="1113" name="Google Shape;1113;p36"/>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What did you grasp?</a:t>
            </a:r>
            <a:endParaRPr/>
          </a:p>
          <a:p>
            <a:pPr marL="0" lvl="0" indent="0" algn="l" rtl="0">
              <a:lnSpc>
                <a:spcPct val="90000"/>
              </a:lnSpc>
              <a:spcBef>
                <a:spcPts val="0"/>
              </a:spcBef>
              <a:spcAft>
                <a:spcPts val="0"/>
              </a:spcAft>
              <a:buClr>
                <a:schemeClr val="dk2"/>
              </a:buClr>
              <a:buSzPts val="2800"/>
              <a:buFont typeface="Arial"/>
              <a:buNone/>
            </a:pPr>
            <a:endParaRPr/>
          </a:p>
          <a:p>
            <a:pPr marL="0" lvl="0" indent="0" algn="l" rtl="0">
              <a:lnSpc>
                <a:spcPct val="90000"/>
              </a:lnSpc>
              <a:spcBef>
                <a:spcPts val="0"/>
              </a:spcBef>
              <a:spcAft>
                <a:spcPts val="0"/>
              </a:spcAft>
              <a:buClr>
                <a:schemeClr val="dk2"/>
              </a:buClr>
              <a:buSzPts val="2800"/>
              <a:buFont typeface="Arial"/>
              <a:buNone/>
            </a:pPr>
            <a:endParaRPr/>
          </a:p>
        </p:txBody>
      </p:sp>
      <p:sp>
        <p:nvSpPr>
          <p:cNvPr id="1114" name="Google Shape;1114;p36"/>
          <p:cNvSpPr txBox="1">
            <a:spLocks noGrp="1"/>
          </p:cNvSpPr>
          <p:nvPr>
            <p:ph type="body" idx="1"/>
          </p:nvPr>
        </p:nvSpPr>
        <p:spPr>
          <a:xfrm>
            <a:off x="4809152" y="1852369"/>
            <a:ext cx="6690513" cy="3749409"/>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dk1"/>
              </a:buClr>
              <a:buSzPts val="1800"/>
              <a:buFont typeface="Calibri"/>
              <a:buAutoNum type="arabicPeriod" startAt="3"/>
            </a:pPr>
            <a:r>
              <a:rPr lang="en"/>
              <a:t>What does "git push --force" allow developers to do?</a:t>
            </a:r>
            <a:endParaRPr/>
          </a:p>
          <a:p>
            <a:pPr marL="342900" lvl="0" indent="-228600" algn="l" rtl="0">
              <a:lnSpc>
                <a:spcPct val="90000"/>
              </a:lnSpc>
              <a:spcBef>
                <a:spcPts val="1000"/>
              </a:spcBef>
              <a:spcAft>
                <a:spcPts val="0"/>
              </a:spcAft>
              <a:buClr>
                <a:schemeClr val="dk1"/>
              </a:buClr>
              <a:buSzPts val="1800"/>
              <a:buFont typeface="Calibri"/>
              <a:buNone/>
            </a:pPr>
            <a:endParaRPr/>
          </a:p>
          <a:p>
            <a:pPr marL="700087" lvl="1" indent="-342900" algn="l" rtl="0">
              <a:lnSpc>
                <a:spcPct val="90000"/>
              </a:lnSpc>
              <a:spcBef>
                <a:spcPts val="500"/>
              </a:spcBef>
              <a:spcAft>
                <a:spcPts val="0"/>
              </a:spcAft>
              <a:buClr>
                <a:schemeClr val="dk1"/>
              </a:buClr>
              <a:buSzPts val="1800"/>
              <a:buFont typeface="Calibri"/>
              <a:buAutoNum type="alphaUcPeriod"/>
            </a:pPr>
            <a:r>
              <a:rPr lang="en" b="1"/>
              <a:t>Share local commits with a remote repository.</a:t>
            </a:r>
            <a:endParaRPr/>
          </a:p>
          <a:p>
            <a:pPr marL="700087" lvl="1" indent="-342900" algn="l" rtl="0">
              <a:lnSpc>
                <a:spcPct val="90000"/>
              </a:lnSpc>
              <a:spcBef>
                <a:spcPts val="500"/>
              </a:spcBef>
              <a:spcAft>
                <a:spcPts val="0"/>
              </a:spcAft>
              <a:buClr>
                <a:schemeClr val="dk1"/>
              </a:buClr>
              <a:buSzPts val="1800"/>
              <a:buFont typeface="Calibri"/>
              <a:buAutoNum type="alphaUcPeriod"/>
            </a:pPr>
            <a:r>
              <a:rPr lang="en" b="1"/>
              <a:t>Merge changes forcefully.</a:t>
            </a:r>
            <a:endParaRPr/>
          </a:p>
          <a:p>
            <a:pPr marL="700087" lvl="1" indent="-342900" algn="l" rtl="0">
              <a:lnSpc>
                <a:spcPct val="90000"/>
              </a:lnSpc>
              <a:spcBef>
                <a:spcPts val="500"/>
              </a:spcBef>
              <a:spcAft>
                <a:spcPts val="0"/>
              </a:spcAft>
              <a:buClr>
                <a:schemeClr val="dk1"/>
              </a:buClr>
              <a:buSzPts val="1800"/>
              <a:buFont typeface="Calibri"/>
              <a:buAutoNum type="alphaUcPeriod"/>
            </a:pPr>
            <a:r>
              <a:rPr lang="en" b="1"/>
              <a:t>Push changes to a specific branch.</a:t>
            </a:r>
            <a:endParaRPr/>
          </a:p>
          <a:p>
            <a:pPr marL="700087" lvl="1" indent="-342900" algn="l" rtl="0">
              <a:lnSpc>
                <a:spcPct val="90000"/>
              </a:lnSpc>
              <a:spcBef>
                <a:spcPts val="500"/>
              </a:spcBef>
              <a:spcAft>
                <a:spcPts val="0"/>
              </a:spcAft>
              <a:buClr>
                <a:schemeClr val="dk1"/>
              </a:buClr>
              <a:buSzPts val="1800"/>
              <a:buFont typeface="Calibri"/>
              <a:buAutoNum type="alphaUcPeriod"/>
            </a:pPr>
            <a:r>
              <a:rPr lang="en" b="1"/>
              <a:t>Push annotated tags.</a:t>
            </a:r>
            <a:endParaRPr/>
          </a:p>
          <a:p>
            <a:pPr marL="0" lvl="0" indent="0" algn="l" rtl="0">
              <a:lnSpc>
                <a:spcPct val="90000"/>
              </a:lnSpc>
              <a:spcBef>
                <a:spcPts val="1000"/>
              </a:spcBef>
              <a:spcAft>
                <a:spcPts val="0"/>
              </a:spcAft>
              <a:buClr>
                <a:schemeClr val="dk1"/>
              </a:buClr>
              <a:buSzPts val="1800"/>
              <a:buNone/>
            </a:pPr>
            <a:endParaRPr/>
          </a:p>
          <a:p>
            <a:pPr marL="0" lvl="0" indent="0" algn="l" rtl="0">
              <a:lnSpc>
                <a:spcPct val="90000"/>
              </a:lnSpc>
              <a:spcBef>
                <a:spcPts val="1000"/>
              </a:spcBef>
              <a:spcAft>
                <a:spcPts val="0"/>
              </a:spcAft>
              <a:buClr>
                <a:schemeClr val="dk1"/>
              </a:buClr>
              <a:buSzPts val="1800"/>
              <a:buNone/>
            </a:pPr>
            <a:endParaRPr/>
          </a:p>
          <a:p>
            <a:pPr marL="0" lvl="0" indent="0" algn="l" rtl="0">
              <a:lnSpc>
                <a:spcPct val="90000"/>
              </a:lnSpc>
              <a:spcBef>
                <a:spcPts val="1000"/>
              </a:spcBef>
              <a:spcAft>
                <a:spcPts val="0"/>
              </a:spcAft>
              <a:buClr>
                <a:schemeClr val="dk1"/>
              </a:buClr>
              <a:buSzPts val="1800"/>
              <a:buNone/>
            </a:pPr>
            <a:endParaRPr/>
          </a:p>
          <a:p>
            <a:pPr marL="0" lvl="0" indent="0" algn="l" rtl="0">
              <a:lnSpc>
                <a:spcPct val="90000"/>
              </a:lnSpc>
              <a:spcBef>
                <a:spcPts val="1000"/>
              </a:spcBef>
              <a:spcAft>
                <a:spcPts val="0"/>
              </a:spcAft>
              <a:buClr>
                <a:schemeClr val="dk1"/>
              </a:buClr>
              <a:buSzPts val="1800"/>
              <a:buNone/>
            </a:pPr>
            <a:endParaRPr/>
          </a:p>
          <a:p>
            <a:pPr marL="0" lvl="0" indent="0" algn="l" rtl="0">
              <a:lnSpc>
                <a:spcPct val="90000"/>
              </a:lnSpc>
              <a:spcBef>
                <a:spcPts val="1000"/>
              </a:spcBef>
              <a:spcAft>
                <a:spcPts val="0"/>
              </a:spcAft>
              <a:buClr>
                <a:schemeClr val="dk1"/>
              </a:buClr>
              <a:buSzPts val="1800"/>
              <a:buNone/>
            </a:pP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118"/>
        <p:cNvGrpSpPr/>
        <p:nvPr/>
      </p:nvGrpSpPr>
      <p:grpSpPr>
        <a:xfrm>
          <a:off x="0" y="0"/>
          <a:ext cx="0" cy="0"/>
          <a:chOff x="0" y="0"/>
          <a:chExt cx="0" cy="0"/>
        </a:xfrm>
      </p:grpSpPr>
      <p:sp>
        <p:nvSpPr>
          <p:cNvPr id="1119" name="Google Shape;1119;p37"/>
          <p:cNvSpPr txBox="1">
            <a:spLocks noGrp="1"/>
          </p:cNvSpPr>
          <p:nvPr>
            <p:ph type="title"/>
          </p:nvPr>
        </p:nvSpPr>
        <p:spPr>
          <a:xfrm>
            <a:off x="208634" y="633245"/>
            <a:ext cx="11806665"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400"/>
              <a:buFont typeface="Arial"/>
              <a:buNone/>
            </a:pPr>
            <a:r>
              <a:rPr lang="en" sz="2400"/>
              <a:t>4.3.0 Advanced techniques for working with Branches on Remote Repositories</a:t>
            </a:r>
            <a:endParaRPr sz="2400"/>
          </a:p>
        </p:txBody>
      </p:sp>
      <p:sp>
        <p:nvSpPr>
          <p:cNvPr id="1120" name="Google Shape;1120;p37"/>
          <p:cNvSpPr txBox="1">
            <a:spLocks noGrp="1"/>
          </p:cNvSpPr>
          <p:nvPr>
            <p:ph type="body" idx="1"/>
          </p:nvPr>
        </p:nvSpPr>
        <p:spPr>
          <a:xfrm>
            <a:off x="514350" y="1304995"/>
            <a:ext cx="10273812" cy="4840828"/>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1800"/>
              <a:buNone/>
            </a:pPr>
            <a:r>
              <a:rPr lang="en"/>
              <a:t>Key advanced techniques for working with branches in remote repositories include:</a:t>
            </a:r>
            <a:endParaRPr/>
          </a:p>
          <a:p>
            <a:pPr marL="285750" lvl="1" indent="-285750" algn="l" rtl="0">
              <a:lnSpc>
                <a:spcPct val="120000"/>
              </a:lnSpc>
              <a:spcBef>
                <a:spcPts val="838"/>
              </a:spcBef>
              <a:spcAft>
                <a:spcPts val="0"/>
              </a:spcAft>
              <a:buClr>
                <a:schemeClr val="dk1"/>
              </a:buClr>
              <a:buSzPts val="1800"/>
              <a:buChar char="⭲"/>
            </a:pPr>
            <a:r>
              <a:rPr lang="en"/>
              <a:t>Rebasing</a:t>
            </a:r>
            <a:endParaRPr/>
          </a:p>
          <a:p>
            <a:pPr marL="285750" lvl="1" indent="-285750" algn="l" rtl="0">
              <a:lnSpc>
                <a:spcPct val="120000"/>
              </a:lnSpc>
              <a:spcBef>
                <a:spcPts val="838"/>
              </a:spcBef>
              <a:spcAft>
                <a:spcPts val="0"/>
              </a:spcAft>
              <a:buClr>
                <a:schemeClr val="dk1"/>
              </a:buClr>
              <a:buSzPts val="1800"/>
              <a:buChar char="⭲"/>
            </a:pPr>
            <a:r>
              <a:rPr lang="en"/>
              <a:t>Squashing Commits</a:t>
            </a:r>
            <a:endParaRPr/>
          </a:p>
          <a:p>
            <a:pPr marL="285750" lvl="1" indent="-285750" algn="l" rtl="0">
              <a:lnSpc>
                <a:spcPct val="120000"/>
              </a:lnSpc>
              <a:spcBef>
                <a:spcPts val="838"/>
              </a:spcBef>
              <a:spcAft>
                <a:spcPts val="0"/>
              </a:spcAft>
              <a:buClr>
                <a:schemeClr val="dk1"/>
              </a:buClr>
              <a:buSzPts val="1800"/>
              <a:buChar char="⭲"/>
            </a:pPr>
            <a:r>
              <a:rPr lang="en"/>
              <a:t>Conflict Resolution Strategies</a:t>
            </a: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p:txBody>
      </p:sp>
      <p:sp>
        <p:nvSpPr>
          <p:cNvPr id="1121" name="Google Shape;1121;p37"/>
          <p:cNvSpPr txBox="1"/>
          <p:nvPr/>
        </p:nvSpPr>
        <p:spPr>
          <a:xfrm>
            <a:off x="484067" y="2008367"/>
            <a:ext cx="11708000" cy="4849600"/>
          </a:xfrm>
          <a:prstGeom prst="rect">
            <a:avLst/>
          </a:prstGeom>
          <a:noFill/>
          <a:ln>
            <a:noFill/>
          </a:ln>
        </p:spPr>
        <p:txBody>
          <a:bodyPr spcFirstLastPara="1" wrap="square" lIns="121900" tIns="121900" rIns="121900" bIns="121900" anchor="t" anchorCtr="0">
            <a:noAutofit/>
          </a:bodyPr>
          <a:lstStyle/>
          <a:p>
            <a:pPr marL="0" marR="0" lvl="0" indent="0" algn="l" rtl="0">
              <a:lnSpc>
                <a:spcPct val="115000"/>
              </a:lnSpc>
              <a:spcBef>
                <a:spcPts val="2000"/>
              </a:spcBef>
              <a:spcAft>
                <a:spcPts val="2000"/>
              </a:spcAft>
              <a:buNone/>
            </a:pPr>
            <a:endParaRPr sz="1600" b="0" i="0" u="none" strike="noStrike" cap="none">
              <a:solidFill>
                <a:srgbClr val="374151"/>
              </a:solidFill>
              <a:latin typeface="Arial"/>
              <a:ea typeface="Arial"/>
              <a:cs typeface="Arial"/>
              <a:sym typeface="Arial"/>
            </a:endParaRPr>
          </a:p>
        </p:txBody>
      </p:sp>
      <p:pic>
        <p:nvPicPr>
          <p:cNvPr id="1122" name="Google Shape;1122;p37"/>
          <p:cNvPicPr preferRelativeResize="0"/>
          <p:nvPr/>
        </p:nvPicPr>
        <p:blipFill rotWithShape="1">
          <a:blip r:embed="rId3">
            <a:alphaModFix/>
          </a:blip>
          <a:srcRect/>
          <a:stretch/>
        </p:blipFill>
        <p:spPr>
          <a:xfrm>
            <a:off x="209099" y="3312456"/>
            <a:ext cx="3836833" cy="2833367"/>
          </a:xfrm>
          <a:prstGeom prst="rect">
            <a:avLst/>
          </a:prstGeom>
          <a:noFill/>
          <a:ln>
            <a:noFill/>
          </a:ln>
        </p:spPr>
      </p:pic>
      <p:pic>
        <p:nvPicPr>
          <p:cNvPr id="1123" name="Google Shape;1123;p37"/>
          <p:cNvPicPr preferRelativeResize="0"/>
          <p:nvPr/>
        </p:nvPicPr>
        <p:blipFill rotWithShape="1">
          <a:blip r:embed="rId4">
            <a:alphaModFix/>
          </a:blip>
          <a:srcRect/>
          <a:stretch/>
        </p:blipFill>
        <p:spPr>
          <a:xfrm>
            <a:off x="4045932" y="3416389"/>
            <a:ext cx="4612168" cy="2958300"/>
          </a:xfrm>
          <a:prstGeom prst="rect">
            <a:avLst/>
          </a:prstGeom>
          <a:noFill/>
          <a:ln>
            <a:noFill/>
          </a:ln>
        </p:spPr>
      </p:pic>
      <p:pic>
        <p:nvPicPr>
          <p:cNvPr id="1124" name="Google Shape;1124;p37"/>
          <p:cNvPicPr preferRelativeResize="0"/>
          <p:nvPr/>
        </p:nvPicPr>
        <p:blipFill rotWithShape="1">
          <a:blip r:embed="rId5">
            <a:alphaModFix/>
          </a:blip>
          <a:srcRect/>
          <a:stretch/>
        </p:blipFill>
        <p:spPr>
          <a:xfrm>
            <a:off x="8658099" y="3557905"/>
            <a:ext cx="3357200" cy="2437423"/>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128"/>
        <p:cNvGrpSpPr/>
        <p:nvPr/>
      </p:nvGrpSpPr>
      <p:grpSpPr>
        <a:xfrm>
          <a:off x="0" y="0"/>
          <a:ext cx="0" cy="0"/>
          <a:chOff x="0" y="0"/>
          <a:chExt cx="0" cy="0"/>
        </a:xfrm>
      </p:grpSpPr>
      <p:sp>
        <p:nvSpPr>
          <p:cNvPr id="1129" name="Google Shape;1129;p38"/>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4.3.1 Rebasing in Git</a:t>
            </a:r>
            <a:endParaRPr/>
          </a:p>
        </p:txBody>
      </p:sp>
      <p:sp>
        <p:nvSpPr>
          <p:cNvPr id="1130" name="Google Shape;1130;p38"/>
          <p:cNvSpPr txBox="1">
            <a:spLocks noGrp="1"/>
          </p:cNvSpPr>
          <p:nvPr>
            <p:ph type="body" idx="1"/>
          </p:nvPr>
        </p:nvSpPr>
        <p:spPr>
          <a:xfrm>
            <a:off x="514350" y="1304995"/>
            <a:ext cx="10273812" cy="4840828"/>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1800"/>
              <a:buNone/>
            </a:pPr>
            <a:r>
              <a:rPr lang="en"/>
              <a:t>Rebasing is an advanced Git technique that involves altering the commit history by moving or combining commits.</a:t>
            </a: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r>
              <a:rPr lang="en" b="1"/>
              <a:t>Key Concepts:</a:t>
            </a:r>
            <a:endParaRPr/>
          </a:p>
          <a:p>
            <a:pPr marL="285750" lvl="1" indent="-285750" algn="l" rtl="0">
              <a:lnSpc>
                <a:spcPct val="120000"/>
              </a:lnSpc>
              <a:spcBef>
                <a:spcPts val="838"/>
              </a:spcBef>
              <a:spcAft>
                <a:spcPts val="0"/>
              </a:spcAft>
              <a:buClr>
                <a:schemeClr val="dk1"/>
              </a:buClr>
              <a:buSzPts val="1800"/>
              <a:buChar char="⭲"/>
            </a:pPr>
            <a:r>
              <a:rPr lang="en"/>
              <a:t>Linearizing Commit History</a:t>
            </a:r>
            <a:endParaRPr/>
          </a:p>
          <a:p>
            <a:pPr marL="285750" lvl="1" indent="-285750" algn="l" rtl="0">
              <a:lnSpc>
                <a:spcPct val="120000"/>
              </a:lnSpc>
              <a:spcBef>
                <a:spcPts val="838"/>
              </a:spcBef>
              <a:spcAft>
                <a:spcPts val="0"/>
              </a:spcAft>
              <a:buClr>
                <a:schemeClr val="dk1"/>
              </a:buClr>
              <a:buSzPts val="1800"/>
              <a:buChar char="⭲"/>
            </a:pPr>
            <a:r>
              <a:rPr lang="en"/>
              <a:t>Executing a Rebase</a:t>
            </a:r>
            <a:endParaRPr/>
          </a:p>
          <a:p>
            <a:pPr marL="285750" lvl="1" indent="-285750" algn="l" rtl="0">
              <a:lnSpc>
                <a:spcPct val="120000"/>
              </a:lnSpc>
              <a:spcBef>
                <a:spcPts val="838"/>
              </a:spcBef>
              <a:spcAft>
                <a:spcPts val="0"/>
              </a:spcAft>
              <a:buClr>
                <a:schemeClr val="dk1"/>
              </a:buClr>
              <a:buSzPts val="1800"/>
              <a:buChar char="⭲"/>
            </a:pPr>
            <a:r>
              <a:rPr lang="en"/>
              <a:t>Resolving Conflicts</a:t>
            </a:r>
            <a:endParaRPr/>
          </a:p>
          <a:p>
            <a:pPr marL="285750" lvl="1" indent="-285750" algn="l" rtl="0">
              <a:lnSpc>
                <a:spcPct val="120000"/>
              </a:lnSpc>
              <a:spcBef>
                <a:spcPts val="838"/>
              </a:spcBef>
              <a:spcAft>
                <a:spcPts val="0"/>
              </a:spcAft>
              <a:buClr>
                <a:schemeClr val="dk1"/>
              </a:buClr>
              <a:buSzPts val="1800"/>
              <a:buChar char="⭲"/>
            </a:pPr>
            <a:r>
              <a:rPr lang="en"/>
              <a:t>Interactive Rebasing</a:t>
            </a: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p:txBody>
      </p:sp>
      <p:grpSp>
        <p:nvGrpSpPr>
          <p:cNvPr id="1131" name="Google Shape;1131;p38"/>
          <p:cNvGrpSpPr/>
          <p:nvPr/>
        </p:nvGrpSpPr>
        <p:grpSpPr>
          <a:xfrm>
            <a:off x="6928048" y="2984400"/>
            <a:ext cx="4310034" cy="3223530"/>
            <a:chOff x="6928048" y="2984400"/>
            <a:chExt cx="4310034" cy="3223530"/>
          </a:xfrm>
        </p:grpSpPr>
        <p:sp>
          <p:nvSpPr>
            <p:cNvPr id="1132" name="Google Shape;1132;p38"/>
            <p:cNvSpPr/>
            <p:nvPr/>
          </p:nvSpPr>
          <p:spPr>
            <a:xfrm>
              <a:off x="7473134" y="2984400"/>
              <a:ext cx="408994" cy="408994"/>
            </a:xfrm>
            <a:prstGeom prst="ellipse">
              <a:avLst/>
            </a:prstGeom>
            <a:solidFill>
              <a:srgbClr val="3E9FF3"/>
            </a:solidFill>
            <a:ln w="12700" cap="flat" cmpd="sng">
              <a:solidFill>
                <a:srgbClr val="0E81E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1400" b="0" i="0" u="none" strike="noStrike" cap="none">
                  <a:solidFill>
                    <a:schemeClr val="lt1"/>
                  </a:solidFill>
                  <a:latin typeface="Arial"/>
                  <a:ea typeface="Arial"/>
                  <a:cs typeface="Arial"/>
                  <a:sym typeface="Arial"/>
                </a:rPr>
                <a:t>A</a:t>
              </a:r>
              <a:endParaRPr sz="1400" b="0" i="0" u="none" strike="noStrike" cap="none">
                <a:solidFill>
                  <a:schemeClr val="lt1"/>
                </a:solidFill>
                <a:latin typeface="Arial"/>
                <a:ea typeface="Arial"/>
                <a:cs typeface="Arial"/>
                <a:sym typeface="Arial"/>
              </a:endParaRPr>
            </a:p>
          </p:txBody>
        </p:sp>
        <p:sp>
          <p:nvSpPr>
            <p:cNvPr id="1133" name="Google Shape;1133;p38"/>
            <p:cNvSpPr/>
            <p:nvPr/>
          </p:nvSpPr>
          <p:spPr>
            <a:xfrm>
              <a:off x="8507423" y="2984400"/>
              <a:ext cx="408994" cy="408994"/>
            </a:xfrm>
            <a:prstGeom prst="ellipse">
              <a:avLst/>
            </a:prstGeom>
            <a:solidFill>
              <a:srgbClr val="3E9FF3"/>
            </a:solidFill>
            <a:ln w="12700" cap="flat" cmpd="sng">
              <a:solidFill>
                <a:srgbClr val="0E81E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1400" b="0" i="0" u="none" strike="noStrike" cap="none">
                  <a:solidFill>
                    <a:schemeClr val="lt1"/>
                  </a:solidFill>
                  <a:latin typeface="Arial"/>
                  <a:ea typeface="Arial"/>
                  <a:cs typeface="Arial"/>
                  <a:sym typeface="Arial"/>
                </a:rPr>
                <a:t>B</a:t>
              </a:r>
              <a:endParaRPr sz="1400" b="0" i="0" u="none" strike="noStrike" cap="none">
                <a:solidFill>
                  <a:schemeClr val="lt1"/>
                </a:solidFill>
                <a:latin typeface="Arial"/>
                <a:ea typeface="Arial"/>
                <a:cs typeface="Arial"/>
                <a:sym typeface="Arial"/>
              </a:endParaRPr>
            </a:p>
          </p:txBody>
        </p:sp>
        <p:sp>
          <p:nvSpPr>
            <p:cNvPr id="1134" name="Google Shape;1134;p38"/>
            <p:cNvSpPr/>
            <p:nvPr/>
          </p:nvSpPr>
          <p:spPr>
            <a:xfrm>
              <a:off x="7925591" y="4973685"/>
              <a:ext cx="408994" cy="408994"/>
            </a:xfrm>
            <a:prstGeom prst="ellipse">
              <a:avLst/>
            </a:prstGeom>
            <a:solidFill>
              <a:srgbClr val="3E9FF3"/>
            </a:solidFill>
            <a:ln w="12700" cap="flat" cmpd="sng">
              <a:solidFill>
                <a:srgbClr val="0E81E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1400" b="0" i="0" u="none" strike="noStrike" cap="none">
                  <a:solidFill>
                    <a:schemeClr val="lt1"/>
                  </a:solidFill>
                  <a:latin typeface="Arial"/>
                  <a:ea typeface="Arial"/>
                  <a:cs typeface="Arial"/>
                  <a:sym typeface="Arial"/>
                </a:rPr>
                <a:t>B</a:t>
              </a:r>
              <a:endParaRPr sz="1400" b="0" i="0" u="none" strike="noStrike" cap="none">
                <a:solidFill>
                  <a:schemeClr val="lt1"/>
                </a:solidFill>
                <a:latin typeface="Arial"/>
                <a:ea typeface="Arial"/>
                <a:cs typeface="Arial"/>
                <a:sym typeface="Arial"/>
              </a:endParaRPr>
            </a:p>
          </p:txBody>
        </p:sp>
        <p:sp>
          <p:nvSpPr>
            <p:cNvPr id="1135" name="Google Shape;1135;p38"/>
            <p:cNvSpPr/>
            <p:nvPr/>
          </p:nvSpPr>
          <p:spPr>
            <a:xfrm>
              <a:off x="6928048" y="4973685"/>
              <a:ext cx="408994" cy="408994"/>
            </a:xfrm>
            <a:prstGeom prst="ellipse">
              <a:avLst/>
            </a:prstGeom>
            <a:solidFill>
              <a:srgbClr val="3E9FF3"/>
            </a:solidFill>
            <a:ln w="12700" cap="flat" cmpd="sng">
              <a:solidFill>
                <a:srgbClr val="0E81E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1400" b="0" i="0" u="none" strike="noStrike" cap="none">
                  <a:solidFill>
                    <a:schemeClr val="lt1"/>
                  </a:solidFill>
                  <a:latin typeface="Arial"/>
                  <a:ea typeface="Arial"/>
                  <a:cs typeface="Arial"/>
                  <a:sym typeface="Arial"/>
                </a:rPr>
                <a:t>A</a:t>
              </a:r>
              <a:endParaRPr sz="1400" b="0" i="0" u="none" strike="noStrike" cap="none">
                <a:solidFill>
                  <a:schemeClr val="lt1"/>
                </a:solidFill>
                <a:latin typeface="Arial"/>
                <a:ea typeface="Arial"/>
                <a:cs typeface="Arial"/>
                <a:sym typeface="Arial"/>
              </a:endParaRPr>
            </a:p>
          </p:txBody>
        </p:sp>
        <p:sp>
          <p:nvSpPr>
            <p:cNvPr id="1136" name="Google Shape;1136;p38"/>
            <p:cNvSpPr/>
            <p:nvPr/>
          </p:nvSpPr>
          <p:spPr>
            <a:xfrm>
              <a:off x="9642852" y="2984400"/>
              <a:ext cx="408994" cy="408994"/>
            </a:xfrm>
            <a:prstGeom prst="ellipse">
              <a:avLst/>
            </a:prstGeom>
            <a:solidFill>
              <a:srgbClr val="65DD19"/>
            </a:solidFill>
            <a:ln w="12700" cap="flat" cmpd="sng">
              <a:solidFill>
                <a:srgbClr val="00B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1400" b="0" i="0" u="none" strike="noStrike" cap="none">
                  <a:solidFill>
                    <a:schemeClr val="lt1"/>
                  </a:solidFill>
                  <a:latin typeface="Arial"/>
                  <a:ea typeface="Arial"/>
                  <a:cs typeface="Arial"/>
                  <a:sym typeface="Arial"/>
                </a:rPr>
                <a:t>C</a:t>
              </a:r>
              <a:endParaRPr sz="1400" b="0" i="0" u="none" strike="noStrike" cap="none">
                <a:solidFill>
                  <a:schemeClr val="lt1"/>
                </a:solidFill>
                <a:latin typeface="Arial"/>
                <a:ea typeface="Arial"/>
                <a:cs typeface="Arial"/>
                <a:sym typeface="Arial"/>
              </a:endParaRPr>
            </a:p>
          </p:txBody>
        </p:sp>
        <p:sp>
          <p:nvSpPr>
            <p:cNvPr id="1137" name="Google Shape;1137;p38"/>
            <p:cNvSpPr/>
            <p:nvPr/>
          </p:nvSpPr>
          <p:spPr>
            <a:xfrm>
              <a:off x="9048114" y="4935077"/>
              <a:ext cx="408994" cy="408994"/>
            </a:xfrm>
            <a:prstGeom prst="ellipse">
              <a:avLst/>
            </a:prstGeom>
            <a:solidFill>
              <a:srgbClr val="65DD19"/>
            </a:solidFill>
            <a:ln w="12700" cap="flat" cmpd="sng">
              <a:solidFill>
                <a:srgbClr val="00B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1400" b="0" i="0" u="none" strike="noStrike" cap="none">
                  <a:solidFill>
                    <a:schemeClr val="lt1"/>
                  </a:solidFill>
                  <a:latin typeface="Arial"/>
                  <a:ea typeface="Arial"/>
                  <a:cs typeface="Arial"/>
                  <a:sym typeface="Arial"/>
                </a:rPr>
                <a:t>C</a:t>
              </a:r>
              <a:endParaRPr sz="1400" b="0" i="0" u="none" strike="noStrike" cap="none">
                <a:solidFill>
                  <a:schemeClr val="lt1"/>
                </a:solidFill>
                <a:latin typeface="Arial"/>
                <a:ea typeface="Arial"/>
                <a:cs typeface="Arial"/>
                <a:sym typeface="Arial"/>
              </a:endParaRPr>
            </a:p>
          </p:txBody>
        </p:sp>
        <p:sp>
          <p:nvSpPr>
            <p:cNvPr id="1138" name="Google Shape;1138;p38"/>
            <p:cNvSpPr/>
            <p:nvPr/>
          </p:nvSpPr>
          <p:spPr>
            <a:xfrm>
              <a:off x="9252611" y="3755567"/>
              <a:ext cx="408994" cy="408994"/>
            </a:xfrm>
            <a:prstGeom prst="ellipse">
              <a:avLst/>
            </a:prstGeom>
            <a:solidFill>
              <a:srgbClr val="FA7B25"/>
            </a:solidFill>
            <a:ln w="12700" cap="flat" cmpd="sng">
              <a:solidFill>
                <a:srgbClr val="C55A1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1400" b="0" i="0" u="none" strike="noStrike" cap="none">
                  <a:solidFill>
                    <a:schemeClr val="lt1"/>
                  </a:solidFill>
                  <a:latin typeface="Arial"/>
                  <a:ea typeface="Arial"/>
                  <a:cs typeface="Arial"/>
                  <a:sym typeface="Arial"/>
                </a:rPr>
                <a:t>D</a:t>
              </a:r>
              <a:endParaRPr sz="1400" b="0" i="0" u="none" strike="noStrike" cap="none">
                <a:solidFill>
                  <a:schemeClr val="lt1"/>
                </a:solidFill>
                <a:latin typeface="Arial"/>
                <a:ea typeface="Arial"/>
                <a:cs typeface="Arial"/>
                <a:sym typeface="Arial"/>
              </a:endParaRPr>
            </a:p>
          </p:txBody>
        </p:sp>
        <p:sp>
          <p:nvSpPr>
            <p:cNvPr id="1139" name="Google Shape;1139;p38"/>
            <p:cNvSpPr/>
            <p:nvPr/>
          </p:nvSpPr>
          <p:spPr>
            <a:xfrm>
              <a:off x="9847349" y="5650622"/>
              <a:ext cx="408994" cy="408994"/>
            </a:xfrm>
            <a:prstGeom prst="ellipse">
              <a:avLst/>
            </a:prstGeom>
            <a:solidFill>
              <a:srgbClr val="FA7B25"/>
            </a:solidFill>
            <a:ln w="12700" cap="flat" cmpd="sng">
              <a:solidFill>
                <a:srgbClr val="C55A11"/>
              </a:solidFill>
              <a:prstDash val="solid"/>
              <a:miter lim="800000"/>
              <a:headEnd type="none" w="sm" len="sm"/>
              <a:tailEnd type="none" w="sm" len="sm"/>
            </a:ln>
          </p:spPr>
          <p:txBody>
            <a:bodyPr spcFirstLastPara="1" wrap="square" lIns="0" tIns="45700" rIns="0" bIns="45700" anchor="ctr" anchorCtr="0">
              <a:noAutofit/>
            </a:bodyPr>
            <a:lstStyle/>
            <a:p>
              <a:pPr marL="0" marR="0" lvl="0" indent="0" algn="ctr" rtl="0">
                <a:lnSpc>
                  <a:spcPct val="100000"/>
                </a:lnSpc>
                <a:spcBef>
                  <a:spcPts val="0"/>
                </a:spcBef>
                <a:spcAft>
                  <a:spcPts val="0"/>
                </a:spcAft>
                <a:buNone/>
              </a:pPr>
              <a:r>
                <a:rPr lang="en" sz="1400" b="0" i="0" u="none" strike="noStrike" cap="none">
                  <a:solidFill>
                    <a:schemeClr val="lt1"/>
                  </a:solidFill>
                  <a:latin typeface="Arial"/>
                  <a:ea typeface="Arial"/>
                  <a:cs typeface="Arial"/>
                  <a:sym typeface="Arial"/>
                </a:rPr>
                <a:t>D*</a:t>
              </a:r>
              <a:endParaRPr sz="1400" b="0" i="0" u="none" strike="noStrike" cap="none">
                <a:solidFill>
                  <a:schemeClr val="lt1"/>
                </a:solidFill>
                <a:latin typeface="Arial"/>
                <a:ea typeface="Arial"/>
                <a:cs typeface="Arial"/>
                <a:sym typeface="Arial"/>
              </a:endParaRPr>
            </a:p>
          </p:txBody>
        </p:sp>
        <p:sp>
          <p:nvSpPr>
            <p:cNvPr id="1140" name="Google Shape;1140;p38"/>
            <p:cNvSpPr/>
            <p:nvPr/>
          </p:nvSpPr>
          <p:spPr>
            <a:xfrm>
              <a:off x="10829088" y="5650622"/>
              <a:ext cx="408994" cy="408994"/>
            </a:xfrm>
            <a:prstGeom prst="ellipse">
              <a:avLst/>
            </a:prstGeom>
            <a:solidFill>
              <a:srgbClr val="FA7B25"/>
            </a:solidFill>
            <a:ln w="12700" cap="flat" cmpd="sng">
              <a:solidFill>
                <a:srgbClr val="C55A11"/>
              </a:solidFill>
              <a:prstDash val="solid"/>
              <a:miter lim="800000"/>
              <a:headEnd type="none" w="sm" len="sm"/>
              <a:tailEnd type="none" w="sm" len="sm"/>
            </a:ln>
          </p:spPr>
          <p:txBody>
            <a:bodyPr spcFirstLastPara="1" wrap="square" lIns="0" tIns="45700" rIns="0" bIns="45700" anchor="ctr" anchorCtr="0">
              <a:noAutofit/>
            </a:bodyPr>
            <a:lstStyle/>
            <a:p>
              <a:pPr marL="0" marR="0" lvl="0" indent="0" algn="ctr" rtl="0">
                <a:lnSpc>
                  <a:spcPct val="100000"/>
                </a:lnSpc>
                <a:spcBef>
                  <a:spcPts val="0"/>
                </a:spcBef>
                <a:spcAft>
                  <a:spcPts val="0"/>
                </a:spcAft>
                <a:buNone/>
              </a:pPr>
              <a:r>
                <a:rPr lang="en" sz="1400" b="0" i="0" u="none" strike="noStrike" cap="none">
                  <a:solidFill>
                    <a:schemeClr val="lt1"/>
                  </a:solidFill>
                  <a:latin typeface="Arial"/>
                  <a:ea typeface="Arial"/>
                  <a:cs typeface="Arial"/>
                  <a:sym typeface="Arial"/>
                </a:rPr>
                <a:t>E*</a:t>
              </a:r>
              <a:endParaRPr sz="1400" b="0" i="0" u="none" strike="noStrike" cap="none">
                <a:solidFill>
                  <a:schemeClr val="lt1"/>
                </a:solidFill>
                <a:latin typeface="Arial"/>
                <a:ea typeface="Arial"/>
                <a:cs typeface="Arial"/>
                <a:sym typeface="Arial"/>
              </a:endParaRPr>
            </a:p>
          </p:txBody>
        </p:sp>
        <p:sp>
          <p:nvSpPr>
            <p:cNvPr id="1141" name="Google Shape;1141;p38"/>
            <p:cNvSpPr/>
            <p:nvPr/>
          </p:nvSpPr>
          <p:spPr>
            <a:xfrm>
              <a:off x="7907020" y="3167126"/>
              <a:ext cx="581214" cy="84074"/>
            </a:xfrm>
            <a:prstGeom prst="rightArrow">
              <a:avLst>
                <a:gd name="adj1" fmla="val 50000"/>
                <a:gd name="adj2" fmla="val 50000"/>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142" name="Google Shape;1142;p38"/>
            <p:cNvSpPr/>
            <p:nvPr/>
          </p:nvSpPr>
          <p:spPr>
            <a:xfrm>
              <a:off x="8935606" y="3167126"/>
              <a:ext cx="685914" cy="84074"/>
            </a:xfrm>
            <a:prstGeom prst="rightArrow">
              <a:avLst>
                <a:gd name="adj1" fmla="val 50000"/>
                <a:gd name="adj2" fmla="val 50000"/>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143" name="Google Shape;1143;p38"/>
            <p:cNvSpPr/>
            <p:nvPr/>
          </p:nvSpPr>
          <p:spPr>
            <a:xfrm rot="2646576">
              <a:off x="8743334" y="3563498"/>
              <a:ext cx="607569" cy="84074"/>
            </a:xfrm>
            <a:prstGeom prst="rightArrow">
              <a:avLst>
                <a:gd name="adj1" fmla="val 50000"/>
                <a:gd name="adj2" fmla="val 50000"/>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144" name="Google Shape;1144;p38"/>
            <p:cNvSpPr/>
            <p:nvPr/>
          </p:nvSpPr>
          <p:spPr>
            <a:xfrm>
              <a:off x="9661605" y="3932074"/>
              <a:ext cx="535803" cy="84074"/>
            </a:xfrm>
            <a:prstGeom prst="rightArrow">
              <a:avLst>
                <a:gd name="adj1" fmla="val 50000"/>
                <a:gd name="adj2" fmla="val 50000"/>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145" name="Google Shape;1145;p38"/>
            <p:cNvSpPr/>
            <p:nvPr/>
          </p:nvSpPr>
          <p:spPr>
            <a:xfrm rot="2646576">
              <a:off x="9339068" y="5452064"/>
              <a:ext cx="607569" cy="84074"/>
            </a:xfrm>
            <a:prstGeom prst="rightArrow">
              <a:avLst>
                <a:gd name="adj1" fmla="val 50000"/>
                <a:gd name="adj2" fmla="val 50000"/>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146" name="Google Shape;1146;p38"/>
            <p:cNvSpPr/>
            <p:nvPr/>
          </p:nvSpPr>
          <p:spPr>
            <a:xfrm>
              <a:off x="10254351" y="5813082"/>
              <a:ext cx="535803" cy="84074"/>
            </a:xfrm>
            <a:prstGeom prst="rightArrow">
              <a:avLst>
                <a:gd name="adj1" fmla="val 50000"/>
                <a:gd name="adj2" fmla="val 50000"/>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147" name="Google Shape;1147;p38"/>
            <p:cNvSpPr/>
            <p:nvPr/>
          </p:nvSpPr>
          <p:spPr>
            <a:xfrm>
              <a:off x="7333404" y="5097537"/>
              <a:ext cx="581214" cy="84074"/>
            </a:xfrm>
            <a:prstGeom prst="rightArrow">
              <a:avLst>
                <a:gd name="adj1" fmla="val 50000"/>
                <a:gd name="adj2" fmla="val 50000"/>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148" name="Google Shape;1148;p38"/>
            <p:cNvSpPr/>
            <p:nvPr/>
          </p:nvSpPr>
          <p:spPr>
            <a:xfrm>
              <a:off x="8345558" y="5103818"/>
              <a:ext cx="685914" cy="84074"/>
            </a:xfrm>
            <a:prstGeom prst="rightArrow">
              <a:avLst>
                <a:gd name="adj1" fmla="val 50000"/>
                <a:gd name="adj2" fmla="val 50000"/>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149" name="Google Shape;1149;p38"/>
            <p:cNvSpPr/>
            <p:nvPr/>
          </p:nvSpPr>
          <p:spPr>
            <a:xfrm rot="5400000">
              <a:off x="8359320" y="4268199"/>
              <a:ext cx="1023032" cy="142194"/>
            </a:xfrm>
            <a:prstGeom prst="rightArrow">
              <a:avLst>
                <a:gd name="adj1" fmla="val 50000"/>
                <a:gd name="adj2" fmla="val 85742"/>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150" name="Google Shape;1150;p38"/>
            <p:cNvSpPr txBox="1"/>
            <p:nvPr/>
          </p:nvSpPr>
          <p:spPr>
            <a:xfrm>
              <a:off x="7937964" y="5807820"/>
              <a:ext cx="1723549"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2000" b="0" i="0" u="none" strike="noStrike" cap="none">
                  <a:solidFill>
                    <a:schemeClr val="accent1"/>
                  </a:solidFill>
                  <a:latin typeface="Courier New"/>
                  <a:ea typeface="Courier New"/>
                  <a:cs typeface="Courier New"/>
                  <a:sym typeface="Courier New"/>
                </a:rPr>
                <a:t>git rebase</a:t>
              </a:r>
              <a:endParaRPr sz="2000" b="0" i="0" u="none" strike="noStrike" cap="none">
                <a:solidFill>
                  <a:schemeClr val="accent1"/>
                </a:solidFill>
                <a:latin typeface="Courier New"/>
                <a:ea typeface="Courier New"/>
                <a:cs typeface="Courier New"/>
                <a:sym typeface="Courier New"/>
              </a:endParaRPr>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154"/>
        <p:cNvGrpSpPr/>
        <p:nvPr/>
      </p:nvGrpSpPr>
      <p:grpSpPr>
        <a:xfrm>
          <a:off x="0" y="0"/>
          <a:ext cx="0" cy="0"/>
          <a:chOff x="0" y="0"/>
          <a:chExt cx="0" cy="0"/>
        </a:xfrm>
      </p:grpSpPr>
      <p:sp>
        <p:nvSpPr>
          <p:cNvPr id="1155" name="Google Shape;1155;p39"/>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4.3.2 Squash Commits</a:t>
            </a:r>
            <a:endParaRPr/>
          </a:p>
        </p:txBody>
      </p:sp>
      <p:sp>
        <p:nvSpPr>
          <p:cNvPr id="1156" name="Google Shape;1156;p39"/>
          <p:cNvSpPr txBox="1">
            <a:spLocks noGrp="1"/>
          </p:cNvSpPr>
          <p:nvPr>
            <p:ph type="body" idx="1"/>
          </p:nvPr>
        </p:nvSpPr>
        <p:spPr>
          <a:xfrm>
            <a:off x="514350" y="1304995"/>
            <a:ext cx="10273812" cy="4840828"/>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1800"/>
              <a:buNone/>
            </a:pPr>
            <a:r>
              <a:rPr lang="en"/>
              <a:t>Squashing commits is a technique in Git that involves combining multiple commits into a single, coherent commit.</a:t>
            </a:r>
            <a:endParaRPr/>
          </a:p>
          <a:p>
            <a:pPr marL="0" lvl="0" indent="0" algn="l" rtl="0">
              <a:lnSpc>
                <a:spcPct val="120000"/>
              </a:lnSpc>
              <a:spcBef>
                <a:spcPts val="838"/>
              </a:spcBef>
              <a:spcAft>
                <a:spcPts val="0"/>
              </a:spcAft>
              <a:buClr>
                <a:schemeClr val="dk1"/>
              </a:buClr>
              <a:buSzPts val="1800"/>
              <a:buNone/>
            </a:pPr>
            <a:r>
              <a:rPr lang="en" b="1"/>
              <a:t>Key Concepts:</a:t>
            </a:r>
            <a:endParaRPr/>
          </a:p>
          <a:p>
            <a:pPr marL="285750" lvl="1" indent="-285750" algn="l" rtl="0">
              <a:lnSpc>
                <a:spcPct val="120000"/>
              </a:lnSpc>
              <a:spcBef>
                <a:spcPts val="838"/>
              </a:spcBef>
              <a:spcAft>
                <a:spcPts val="0"/>
              </a:spcAft>
              <a:buClr>
                <a:schemeClr val="dk1"/>
              </a:buClr>
              <a:buSzPts val="1800"/>
              <a:buChar char="⭲"/>
            </a:pPr>
            <a:r>
              <a:rPr lang="en"/>
              <a:t>Linearizing Commit History</a:t>
            </a:r>
            <a:endParaRPr/>
          </a:p>
          <a:p>
            <a:pPr marL="285750" lvl="1" indent="-285750" algn="l" rtl="0">
              <a:lnSpc>
                <a:spcPct val="120000"/>
              </a:lnSpc>
              <a:spcBef>
                <a:spcPts val="838"/>
              </a:spcBef>
              <a:spcAft>
                <a:spcPts val="0"/>
              </a:spcAft>
              <a:buClr>
                <a:schemeClr val="dk1"/>
              </a:buClr>
              <a:buSzPts val="1800"/>
              <a:buChar char="⭲"/>
            </a:pPr>
            <a:r>
              <a:rPr lang="en"/>
              <a:t>Executing a Rebase</a:t>
            </a:r>
            <a:endParaRPr/>
          </a:p>
          <a:p>
            <a:pPr marL="285750" lvl="1" indent="-285750" algn="l" rtl="0">
              <a:lnSpc>
                <a:spcPct val="120000"/>
              </a:lnSpc>
              <a:spcBef>
                <a:spcPts val="838"/>
              </a:spcBef>
              <a:spcAft>
                <a:spcPts val="0"/>
              </a:spcAft>
              <a:buClr>
                <a:schemeClr val="dk1"/>
              </a:buClr>
              <a:buSzPts val="1800"/>
              <a:buChar char="⭲"/>
            </a:pPr>
            <a:r>
              <a:rPr lang="en"/>
              <a:t>Resolving Conflicts</a:t>
            </a:r>
            <a:endParaRPr/>
          </a:p>
          <a:p>
            <a:pPr marL="285750" lvl="1" indent="-285750" algn="l" rtl="0">
              <a:lnSpc>
                <a:spcPct val="120000"/>
              </a:lnSpc>
              <a:spcBef>
                <a:spcPts val="838"/>
              </a:spcBef>
              <a:spcAft>
                <a:spcPts val="0"/>
              </a:spcAft>
              <a:buClr>
                <a:schemeClr val="dk1"/>
              </a:buClr>
              <a:buSzPts val="1800"/>
              <a:buChar char="⭲"/>
            </a:pPr>
            <a:r>
              <a:rPr lang="en"/>
              <a:t>Interactive Rebasing</a:t>
            </a: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p:txBody>
      </p:sp>
      <p:sp>
        <p:nvSpPr>
          <p:cNvPr id="1157" name="Google Shape;1157;p39"/>
          <p:cNvSpPr txBox="1"/>
          <p:nvPr/>
        </p:nvSpPr>
        <p:spPr>
          <a:xfrm>
            <a:off x="1596567" y="2667000"/>
            <a:ext cx="3628400" cy="634800"/>
          </a:xfrm>
          <a:prstGeom prst="rect">
            <a:avLst/>
          </a:prstGeom>
          <a:noFill/>
          <a:ln>
            <a:noFill/>
          </a:ln>
        </p:spPr>
        <p:txBody>
          <a:bodyPr spcFirstLastPara="1" wrap="square" lIns="121900" tIns="121900" rIns="121900" bIns="121900" anchor="t" anchorCtr="0">
            <a:noAutofit/>
          </a:bodyPr>
          <a:lstStyle/>
          <a:p>
            <a:pPr marL="609585" marR="0" lvl="0" indent="-372518" algn="l" rtl="0">
              <a:lnSpc>
                <a:spcPct val="100000"/>
              </a:lnSpc>
              <a:spcBef>
                <a:spcPts val="0"/>
              </a:spcBef>
              <a:spcAft>
                <a:spcPts val="0"/>
              </a:spcAft>
              <a:buClr>
                <a:schemeClr val="accent1"/>
              </a:buClr>
              <a:buSzPts val="3200"/>
              <a:buFont typeface="Arial"/>
              <a:buNone/>
            </a:pPr>
            <a:endParaRPr sz="2400" b="0" i="0" u="none" strike="noStrike" cap="none">
              <a:solidFill>
                <a:schemeClr val="dk2"/>
              </a:solidFill>
              <a:latin typeface="Arial"/>
              <a:ea typeface="Arial"/>
              <a:cs typeface="Arial"/>
              <a:sym typeface="Arial"/>
            </a:endParaRPr>
          </a:p>
        </p:txBody>
      </p:sp>
      <p:pic>
        <p:nvPicPr>
          <p:cNvPr id="1158" name="Google Shape;1158;p39"/>
          <p:cNvPicPr preferRelativeResize="0"/>
          <p:nvPr/>
        </p:nvPicPr>
        <p:blipFill rotWithShape="1">
          <a:blip r:embed="rId3">
            <a:alphaModFix/>
          </a:blip>
          <a:srcRect/>
          <a:stretch/>
        </p:blipFill>
        <p:spPr>
          <a:xfrm>
            <a:off x="4443984" y="1881952"/>
            <a:ext cx="7415784" cy="4756574"/>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162"/>
        <p:cNvGrpSpPr/>
        <p:nvPr/>
      </p:nvGrpSpPr>
      <p:grpSpPr>
        <a:xfrm>
          <a:off x="0" y="0"/>
          <a:ext cx="0" cy="0"/>
          <a:chOff x="0" y="0"/>
          <a:chExt cx="0" cy="0"/>
        </a:xfrm>
      </p:grpSpPr>
      <p:sp>
        <p:nvSpPr>
          <p:cNvPr id="1163" name="Google Shape;1163;p40"/>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4.3.3 Conflict Resolution Strategies</a:t>
            </a:r>
            <a:endParaRPr/>
          </a:p>
        </p:txBody>
      </p:sp>
      <p:sp>
        <p:nvSpPr>
          <p:cNvPr id="1164" name="Google Shape;1164;p40"/>
          <p:cNvSpPr txBox="1">
            <a:spLocks noGrp="1"/>
          </p:cNvSpPr>
          <p:nvPr>
            <p:ph type="body" idx="1"/>
          </p:nvPr>
        </p:nvSpPr>
        <p:spPr>
          <a:xfrm>
            <a:off x="514350" y="1304995"/>
            <a:ext cx="10273812" cy="4840828"/>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1800"/>
              <a:buNone/>
            </a:pPr>
            <a:r>
              <a:rPr lang="en"/>
              <a:t>Conflicts may arise in Git when changes in different branches cannot be seamlessly merged. Here are key strategies for conflict resolution:</a:t>
            </a:r>
            <a:endParaRPr/>
          </a:p>
          <a:p>
            <a:pPr marL="0" lvl="0" indent="0" algn="l" rtl="0">
              <a:lnSpc>
                <a:spcPct val="120000"/>
              </a:lnSpc>
              <a:spcBef>
                <a:spcPts val="838"/>
              </a:spcBef>
              <a:spcAft>
                <a:spcPts val="0"/>
              </a:spcAft>
              <a:buClr>
                <a:schemeClr val="dk1"/>
              </a:buClr>
              <a:buSzPts val="1800"/>
              <a:buNone/>
            </a:pPr>
            <a:r>
              <a:rPr lang="en" b="1"/>
              <a:t>Key Strategies:</a:t>
            </a:r>
            <a:endParaRPr/>
          </a:p>
          <a:p>
            <a:pPr marL="285750" lvl="1" indent="-285750" algn="l" rtl="0">
              <a:lnSpc>
                <a:spcPct val="120000"/>
              </a:lnSpc>
              <a:spcBef>
                <a:spcPts val="838"/>
              </a:spcBef>
              <a:spcAft>
                <a:spcPts val="0"/>
              </a:spcAft>
              <a:buClr>
                <a:schemeClr val="dk1"/>
              </a:buClr>
              <a:buSzPts val="1800"/>
              <a:buChar char="⭲"/>
            </a:pPr>
            <a:r>
              <a:rPr lang="en"/>
              <a:t>Manual Conflict Resolution: </a:t>
            </a:r>
            <a:r>
              <a:rPr lang="en">
                <a:latin typeface="Courier New"/>
                <a:ea typeface="Courier New"/>
                <a:cs typeface="Courier New"/>
                <a:sym typeface="Courier New"/>
              </a:rPr>
              <a:t>git add</a:t>
            </a:r>
            <a:endParaRPr/>
          </a:p>
          <a:p>
            <a:pPr marL="285750" lvl="1" indent="-285750" algn="l" rtl="0">
              <a:lnSpc>
                <a:spcPct val="120000"/>
              </a:lnSpc>
              <a:spcBef>
                <a:spcPts val="838"/>
              </a:spcBef>
              <a:spcAft>
                <a:spcPts val="0"/>
              </a:spcAft>
              <a:buClr>
                <a:schemeClr val="dk1"/>
              </a:buClr>
              <a:buSzPts val="1800"/>
              <a:buChar char="⭲"/>
            </a:pPr>
            <a:r>
              <a:rPr lang="en"/>
              <a:t>Merge Tool: </a:t>
            </a:r>
            <a:r>
              <a:rPr lang="en">
                <a:latin typeface="Courier New"/>
                <a:ea typeface="Courier New"/>
                <a:cs typeface="Courier New"/>
                <a:sym typeface="Courier New"/>
              </a:rPr>
              <a:t>git mergetool</a:t>
            </a:r>
            <a:endParaRPr>
              <a:latin typeface="Courier New"/>
              <a:ea typeface="Courier New"/>
              <a:cs typeface="Courier New"/>
              <a:sym typeface="Courier New"/>
            </a:endParaRPr>
          </a:p>
          <a:p>
            <a:pPr marL="285750" lvl="1" indent="-285750" algn="l" rtl="0">
              <a:lnSpc>
                <a:spcPct val="120000"/>
              </a:lnSpc>
              <a:spcBef>
                <a:spcPts val="838"/>
              </a:spcBef>
              <a:spcAft>
                <a:spcPts val="0"/>
              </a:spcAft>
              <a:buClr>
                <a:schemeClr val="dk1"/>
              </a:buClr>
              <a:buSzPts val="1800"/>
              <a:buChar char="⭲"/>
            </a:pPr>
            <a:r>
              <a:rPr lang="en"/>
              <a:t>Aborting the Merge:</a:t>
            </a:r>
            <a:r>
              <a:rPr lang="en">
                <a:latin typeface="Courier New"/>
                <a:ea typeface="Courier New"/>
                <a:cs typeface="Courier New"/>
                <a:sym typeface="Courier New"/>
              </a:rPr>
              <a:t>git</a:t>
            </a:r>
            <a:r>
              <a:rPr lang="en"/>
              <a:t> </a:t>
            </a:r>
            <a:r>
              <a:rPr lang="en">
                <a:latin typeface="Courier New"/>
                <a:ea typeface="Courier New"/>
                <a:cs typeface="Courier New"/>
                <a:sym typeface="Courier New"/>
              </a:rPr>
              <a:t>merge --abort</a:t>
            </a:r>
            <a:endParaRPr/>
          </a:p>
          <a:p>
            <a:pPr marL="285750" lvl="1" indent="-285750" algn="l" rtl="0">
              <a:lnSpc>
                <a:spcPct val="120000"/>
              </a:lnSpc>
              <a:spcBef>
                <a:spcPts val="838"/>
              </a:spcBef>
              <a:spcAft>
                <a:spcPts val="0"/>
              </a:spcAft>
              <a:buClr>
                <a:schemeClr val="dk1"/>
              </a:buClr>
              <a:buSzPts val="1800"/>
              <a:buChar char="⭲"/>
            </a:pPr>
            <a:r>
              <a:rPr lang="en"/>
              <a:t>Interactive Rebase: </a:t>
            </a:r>
            <a:r>
              <a:rPr lang="en">
                <a:latin typeface="Courier New"/>
                <a:ea typeface="Courier New"/>
                <a:cs typeface="Courier New"/>
                <a:sym typeface="Courier New"/>
              </a:rPr>
              <a:t>git rebase -i</a:t>
            </a:r>
            <a:endParaRPr>
              <a:latin typeface="Courier New"/>
              <a:ea typeface="Courier New"/>
              <a:cs typeface="Courier New"/>
              <a:sym typeface="Courier New"/>
            </a:endParaRPr>
          </a:p>
          <a:p>
            <a:pPr marL="285750" lvl="1" indent="-285750" algn="l" rtl="0">
              <a:lnSpc>
                <a:spcPct val="120000"/>
              </a:lnSpc>
              <a:spcBef>
                <a:spcPts val="838"/>
              </a:spcBef>
              <a:spcAft>
                <a:spcPts val="0"/>
              </a:spcAft>
              <a:buClr>
                <a:schemeClr val="dk1"/>
              </a:buClr>
              <a:buSzPts val="1800"/>
              <a:buChar char="⭲"/>
            </a:pPr>
            <a:r>
              <a:rPr lang="en"/>
              <a:t>Communication and Collaboration</a:t>
            </a:r>
            <a:endParaRPr/>
          </a:p>
          <a:p>
            <a:pPr marL="0" lvl="0" indent="0" algn="l" rtl="0">
              <a:lnSpc>
                <a:spcPct val="120000"/>
              </a:lnSpc>
              <a:spcBef>
                <a:spcPts val="838"/>
              </a:spcBef>
              <a:spcAft>
                <a:spcPts val="0"/>
              </a:spcAft>
              <a:buClr>
                <a:schemeClr val="dk1"/>
              </a:buClr>
              <a:buSzPts val="1800"/>
              <a:buNone/>
            </a:pPr>
            <a:endParaRPr b="1"/>
          </a:p>
          <a:p>
            <a:pPr marL="0" lvl="0" indent="0" algn="l" rtl="0">
              <a:lnSpc>
                <a:spcPct val="120000"/>
              </a:lnSpc>
              <a:spcBef>
                <a:spcPts val="838"/>
              </a:spcBef>
              <a:spcAft>
                <a:spcPts val="0"/>
              </a:spcAft>
              <a:buClr>
                <a:schemeClr val="dk1"/>
              </a:buClr>
              <a:buSzPts val="1800"/>
              <a:buNone/>
            </a:pPr>
            <a:r>
              <a:rPr lang="en" b="1"/>
              <a:t>Best Practices:</a:t>
            </a:r>
            <a:endParaRPr/>
          </a:p>
          <a:p>
            <a:pPr marL="285750" lvl="1" indent="-285750" algn="l" rtl="0">
              <a:lnSpc>
                <a:spcPct val="120000"/>
              </a:lnSpc>
              <a:spcBef>
                <a:spcPts val="838"/>
              </a:spcBef>
              <a:spcAft>
                <a:spcPts val="0"/>
              </a:spcAft>
              <a:buClr>
                <a:schemeClr val="dk1"/>
              </a:buClr>
              <a:buSzPts val="1800"/>
              <a:buChar char="⭲"/>
            </a:pPr>
            <a:r>
              <a:rPr lang="en"/>
              <a:t>Regular Updates</a:t>
            </a:r>
            <a:endParaRPr/>
          </a:p>
          <a:p>
            <a:pPr marL="285750" lvl="1" indent="-285750" algn="l" rtl="0">
              <a:lnSpc>
                <a:spcPct val="120000"/>
              </a:lnSpc>
              <a:spcBef>
                <a:spcPts val="838"/>
              </a:spcBef>
              <a:spcAft>
                <a:spcPts val="0"/>
              </a:spcAft>
              <a:buClr>
                <a:schemeClr val="dk1"/>
              </a:buClr>
              <a:buSzPts val="1800"/>
              <a:buChar char="⭲"/>
            </a:pPr>
            <a:r>
              <a:rPr lang="en"/>
              <a:t>Clear Commit Messages</a:t>
            </a: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p:txBody>
      </p:sp>
      <p:grpSp>
        <p:nvGrpSpPr>
          <p:cNvPr id="1165" name="Google Shape;1165;p40"/>
          <p:cNvGrpSpPr/>
          <p:nvPr/>
        </p:nvGrpSpPr>
        <p:grpSpPr>
          <a:xfrm>
            <a:off x="4963661" y="2521425"/>
            <a:ext cx="6800102" cy="3782576"/>
            <a:chOff x="4963661" y="2521425"/>
            <a:chExt cx="6800102" cy="3782576"/>
          </a:xfrm>
        </p:grpSpPr>
        <p:pic>
          <p:nvPicPr>
            <p:cNvPr id="1166" name="Google Shape;1166;p40"/>
            <p:cNvPicPr preferRelativeResize="0"/>
            <p:nvPr/>
          </p:nvPicPr>
          <p:blipFill rotWithShape="1">
            <a:blip r:embed="rId3">
              <a:alphaModFix/>
            </a:blip>
            <a:srcRect/>
            <a:stretch/>
          </p:blipFill>
          <p:spPr>
            <a:xfrm>
              <a:off x="4963661" y="2521425"/>
              <a:ext cx="6800102" cy="3782576"/>
            </a:xfrm>
            <a:prstGeom prst="rect">
              <a:avLst/>
            </a:prstGeom>
            <a:noFill/>
            <a:ln>
              <a:noFill/>
            </a:ln>
          </p:spPr>
        </p:pic>
        <p:sp>
          <p:nvSpPr>
            <p:cNvPr id="1167" name="Google Shape;1167;p40"/>
            <p:cNvSpPr txBox="1"/>
            <p:nvPr/>
          </p:nvSpPr>
          <p:spPr>
            <a:xfrm rot="2653608">
              <a:off x="9684435" y="3898425"/>
              <a:ext cx="561372"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600" b="1" i="0" u="none" strike="noStrike" cap="none">
                  <a:solidFill>
                    <a:srgbClr val="FF0000"/>
                  </a:solidFill>
                  <a:latin typeface="Arial"/>
                  <a:ea typeface="Arial"/>
                  <a:cs typeface="Arial"/>
                  <a:sym typeface="Arial"/>
                </a:rPr>
                <a:t>Pull</a:t>
              </a:r>
              <a:endParaRPr sz="1600" b="1" i="0" u="none" strike="noStrike" cap="none">
                <a:solidFill>
                  <a:srgbClr val="FF0000"/>
                </a:solidFill>
                <a:latin typeface="Arial"/>
                <a:ea typeface="Arial"/>
                <a:cs typeface="Arial"/>
                <a:sym typeface="Arial"/>
              </a:endParaRPr>
            </a:p>
          </p:txBody>
        </p:sp>
        <p:sp>
          <p:nvSpPr>
            <p:cNvPr id="1168" name="Google Shape;1168;p40"/>
            <p:cNvSpPr txBox="1"/>
            <p:nvPr/>
          </p:nvSpPr>
          <p:spPr>
            <a:xfrm rot="2754378">
              <a:off x="9312845" y="4374729"/>
              <a:ext cx="684803"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600" b="1" i="0" u="none" strike="noStrike" cap="none">
                  <a:solidFill>
                    <a:srgbClr val="FF0000"/>
                  </a:solidFill>
                  <a:latin typeface="Arial"/>
                  <a:ea typeface="Arial"/>
                  <a:cs typeface="Arial"/>
                  <a:sym typeface="Arial"/>
                </a:rPr>
                <a:t>Push</a:t>
              </a:r>
              <a:endParaRPr sz="1600" b="1" i="0" u="none" strike="noStrike" cap="none">
                <a:solidFill>
                  <a:srgbClr val="FF0000"/>
                </a:solidFill>
                <a:latin typeface="Arial"/>
                <a:ea typeface="Arial"/>
                <a:cs typeface="Arial"/>
                <a:sym typeface="Arial"/>
              </a:endParaRPr>
            </a:p>
          </p:txBody>
        </p:sp>
        <p:sp>
          <p:nvSpPr>
            <p:cNvPr id="1169" name="Google Shape;1169;p40"/>
            <p:cNvSpPr txBox="1"/>
            <p:nvPr/>
          </p:nvSpPr>
          <p:spPr>
            <a:xfrm rot="-2786910">
              <a:off x="6775638" y="4193146"/>
              <a:ext cx="684803"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600" b="1" i="0" u="none" strike="noStrike" cap="none">
                  <a:solidFill>
                    <a:srgbClr val="FF0000"/>
                  </a:solidFill>
                  <a:latin typeface="Arial"/>
                  <a:ea typeface="Arial"/>
                  <a:cs typeface="Arial"/>
                  <a:sym typeface="Arial"/>
                </a:rPr>
                <a:t>Push</a:t>
              </a:r>
              <a:endParaRPr sz="1600" b="1" i="0" u="none" strike="noStrike" cap="none">
                <a:solidFill>
                  <a:srgbClr val="FF0000"/>
                </a:solidFill>
                <a:latin typeface="Arial"/>
                <a:ea typeface="Arial"/>
                <a:cs typeface="Arial"/>
                <a:sym typeface="Arial"/>
              </a:endParaRPr>
            </a:p>
          </p:txBody>
        </p:sp>
        <p:sp>
          <p:nvSpPr>
            <p:cNvPr id="1170" name="Google Shape;1170;p40"/>
            <p:cNvSpPr txBox="1"/>
            <p:nvPr/>
          </p:nvSpPr>
          <p:spPr>
            <a:xfrm rot="-2714788">
              <a:off x="6472245" y="3874639"/>
              <a:ext cx="561372"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600" b="1" i="0" u="none" strike="noStrike" cap="none">
                  <a:solidFill>
                    <a:srgbClr val="FF0000"/>
                  </a:solidFill>
                  <a:latin typeface="Arial"/>
                  <a:ea typeface="Arial"/>
                  <a:cs typeface="Arial"/>
                  <a:sym typeface="Arial"/>
                </a:rPr>
                <a:t>Pull</a:t>
              </a:r>
              <a:endParaRPr sz="1600" b="1" i="0" u="none" strike="noStrike" cap="none">
                <a:solidFill>
                  <a:srgbClr val="FF0000"/>
                </a:solidFill>
                <a:latin typeface="Arial"/>
                <a:ea typeface="Arial"/>
                <a:cs typeface="Arial"/>
                <a:sym typeface="Arial"/>
              </a:endParaRPr>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174"/>
        <p:cNvGrpSpPr/>
        <p:nvPr/>
      </p:nvGrpSpPr>
      <p:grpSpPr>
        <a:xfrm>
          <a:off x="0" y="0"/>
          <a:ext cx="0" cy="0"/>
          <a:chOff x="0" y="0"/>
          <a:chExt cx="0" cy="0"/>
        </a:xfrm>
      </p:grpSpPr>
      <p:sp>
        <p:nvSpPr>
          <p:cNvPr id="1175" name="Google Shape;1175;p41"/>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What did you grasp?</a:t>
            </a:r>
            <a:endParaRPr/>
          </a:p>
          <a:p>
            <a:pPr marL="0" lvl="0" indent="0" algn="l" rtl="0">
              <a:lnSpc>
                <a:spcPct val="90000"/>
              </a:lnSpc>
              <a:spcBef>
                <a:spcPts val="0"/>
              </a:spcBef>
              <a:spcAft>
                <a:spcPts val="0"/>
              </a:spcAft>
              <a:buClr>
                <a:schemeClr val="dk2"/>
              </a:buClr>
              <a:buSzPts val="2800"/>
              <a:buFont typeface="Arial"/>
              <a:buNone/>
            </a:pPr>
            <a:endParaRPr/>
          </a:p>
          <a:p>
            <a:pPr marL="0" lvl="0" indent="0" algn="l" rtl="0">
              <a:lnSpc>
                <a:spcPct val="90000"/>
              </a:lnSpc>
              <a:spcBef>
                <a:spcPts val="0"/>
              </a:spcBef>
              <a:spcAft>
                <a:spcPts val="0"/>
              </a:spcAft>
              <a:buClr>
                <a:schemeClr val="dk2"/>
              </a:buClr>
              <a:buSzPts val="2800"/>
              <a:buFont typeface="Arial"/>
              <a:buNone/>
            </a:pPr>
            <a:endParaRPr/>
          </a:p>
        </p:txBody>
      </p:sp>
      <p:sp>
        <p:nvSpPr>
          <p:cNvPr id="1176" name="Google Shape;1176;p41"/>
          <p:cNvSpPr txBox="1">
            <a:spLocks noGrp="1"/>
          </p:cNvSpPr>
          <p:nvPr>
            <p:ph type="body" idx="1"/>
          </p:nvPr>
        </p:nvSpPr>
        <p:spPr>
          <a:xfrm>
            <a:off x="4808538" y="1852613"/>
            <a:ext cx="6691312" cy="3749675"/>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dk1"/>
              </a:buClr>
              <a:buSzPts val="1800"/>
              <a:buFont typeface="Calibri"/>
              <a:buAutoNum type="arabicPeriod"/>
            </a:pPr>
            <a:r>
              <a:rPr lang="en"/>
              <a:t>What is the primary purpose of rebasing in Git?</a:t>
            </a:r>
            <a:endParaRPr/>
          </a:p>
          <a:p>
            <a:pPr marL="342900" lvl="0" indent="-228600" algn="l" rtl="0">
              <a:lnSpc>
                <a:spcPct val="90000"/>
              </a:lnSpc>
              <a:spcBef>
                <a:spcPts val="1000"/>
              </a:spcBef>
              <a:spcAft>
                <a:spcPts val="0"/>
              </a:spcAft>
              <a:buClr>
                <a:schemeClr val="dk1"/>
              </a:buClr>
              <a:buSzPts val="1800"/>
              <a:buFont typeface="Calibri"/>
              <a:buNone/>
            </a:pPr>
            <a:endParaRPr/>
          </a:p>
          <a:p>
            <a:pPr marL="790575" lvl="1" indent="-433388" algn="l" rtl="0">
              <a:lnSpc>
                <a:spcPct val="90000"/>
              </a:lnSpc>
              <a:spcBef>
                <a:spcPts val="500"/>
              </a:spcBef>
              <a:spcAft>
                <a:spcPts val="0"/>
              </a:spcAft>
              <a:buClr>
                <a:schemeClr val="dk1"/>
              </a:buClr>
              <a:buSzPts val="1800"/>
              <a:buFont typeface="Calibri"/>
              <a:buAutoNum type="alphaUcPeriod"/>
            </a:pPr>
            <a:r>
              <a:rPr lang="en" b="1"/>
              <a:t>Creating a new branch</a:t>
            </a:r>
            <a:endParaRPr/>
          </a:p>
          <a:p>
            <a:pPr marL="790575" lvl="1" indent="-433388" algn="l" rtl="0">
              <a:lnSpc>
                <a:spcPct val="90000"/>
              </a:lnSpc>
              <a:spcBef>
                <a:spcPts val="500"/>
              </a:spcBef>
              <a:spcAft>
                <a:spcPts val="0"/>
              </a:spcAft>
              <a:buClr>
                <a:schemeClr val="dk1"/>
              </a:buClr>
              <a:buSzPts val="1800"/>
              <a:buFont typeface="Calibri"/>
              <a:buAutoNum type="alphaUcPeriod"/>
            </a:pPr>
            <a:r>
              <a:rPr lang="en" b="1"/>
              <a:t>Merging two branches</a:t>
            </a:r>
            <a:endParaRPr/>
          </a:p>
          <a:p>
            <a:pPr marL="790575" lvl="1" indent="-433388" algn="l" rtl="0">
              <a:lnSpc>
                <a:spcPct val="90000"/>
              </a:lnSpc>
              <a:spcBef>
                <a:spcPts val="500"/>
              </a:spcBef>
              <a:spcAft>
                <a:spcPts val="0"/>
              </a:spcAft>
              <a:buClr>
                <a:schemeClr val="dk1"/>
              </a:buClr>
              <a:buSzPts val="1800"/>
              <a:buFont typeface="Calibri"/>
              <a:buAutoNum type="alphaUcPeriod"/>
            </a:pPr>
            <a:r>
              <a:rPr lang="en" b="1"/>
              <a:t>Altering the commit history</a:t>
            </a:r>
            <a:endParaRPr/>
          </a:p>
          <a:p>
            <a:pPr marL="790575" lvl="1" indent="-433388" algn="l" rtl="0">
              <a:lnSpc>
                <a:spcPct val="90000"/>
              </a:lnSpc>
              <a:spcBef>
                <a:spcPts val="500"/>
              </a:spcBef>
              <a:spcAft>
                <a:spcPts val="0"/>
              </a:spcAft>
              <a:buClr>
                <a:schemeClr val="dk1"/>
              </a:buClr>
              <a:buSzPts val="1800"/>
              <a:buFont typeface="Calibri"/>
              <a:buAutoNum type="alphaUcPeriod"/>
            </a:pPr>
            <a:r>
              <a:rPr lang="en" b="1"/>
              <a:t>Resolving merge conflicts</a:t>
            </a:r>
            <a:endParaRPr/>
          </a:p>
          <a:p>
            <a:pPr marL="0" lvl="0" indent="0" algn="l" rtl="0">
              <a:lnSpc>
                <a:spcPct val="90000"/>
              </a:lnSpc>
              <a:spcBef>
                <a:spcPts val="1000"/>
              </a:spcBef>
              <a:spcAft>
                <a:spcPts val="0"/>
              </a:spcAft>
              <a:buClr>
                <a:schemeClr val="dk1"/>
              </a:buClr>
              <a:buSzPts val="1800"/>
              <a:buNone/>
            </a:pP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180"/>
        <p:cNvGrpSpPr/>
        <p:nvPr/>
      </p:nvGrpSpPr>
      <p:grpSpPr>
        <a:xfrm>
          <a:off x="0" y="0"/>
          <a:ext cx="0" cy="0"/>
          <a:chOff x="0" y="0"/>
          <a:chExt cx="0" cy="0"/>
        </a:xfrm>
      </p:grpSpPr>
      <p:sp>
        <p:nvSpPr>
          <p:cNvPr id="1181" name="Google Shape;1181;p42"/>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What did you grasp?</a:t>
            </a:r>
            <a:endParaRPr/>
          </a:p>
          <a:p>
            <a:pPr marL="0" lvl="0" indent="0" algn="l" rtl="0">
              <a:lnSpc>
                <a:spcPct val="90000"/>
              </a:lnSpc>
              <a:spcBef>
                <a:spcPts val="0"/>
              </a:spcBef>
              <a:spcAft>
                <a:spcPts val="0"/>
              </a:spcAft>
              <a:buClr>
                <a:schemeClr val="dk2"/>
              </a:buClr>
              <a:buSzPts val="2800"/>
              <a:buFont typeface="Arial"/>
              <a:buNone/>
            </a:pPr>
            <a:endParaRPr/>
          </a:p>
          <a:p>
            <a:pPr marL="0" lvl="0" indent="0" algn="l" rtl="0">
              <a:lnSpc>
                <a:spcPct val="90000"/>
              </a:lnSpc>
              <a:spcBef>
                <a:spcPts val="0"/>
              </a:spcBef>
              <a:spcAft>
                <a:spcPts val="0"/>
              </a:spcAft>
              <a:buClr>
                <a:schemeClr val="dk2"/>
              </a:buClr>
              <a:buSzPts val="2800"/>
              <a:buFont typeface="Arial"/>
              <a:buNone/>
            </a:pPr>
            <a:endParaRPr/>
          </a:p>
        </p:txBody>
      </p:sp>
      <p:sp>
        <p:nvSpPr>
          <p:cNvPr id="1182" name="Google Shape;1182;p42"/>
          <p:cNvSpPr txBox="1">
            <a:spLocks noGrp="1"/>
          </p:cNvSpPr>
          <p:nvPr>
            <p:ph type="body" idx="1"/>
          </p:nvPr>
        </p:nvSpPr>
        <p:spPr>
          <a:xfrm>
            <a:off x="4808538" y="1852613"/>
            <a:ext cx="6691312" cy="3749675"/>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dk1"/>
              </a:buClr>
              <a:buSzPts val="1800"/>
              <a:buFont typeface="Calibri"/>
              <a:buAutoNum type="arabicPeriod" startAt="2"/>
            </a:pPr>
            <a:r>
              <a:rPr lang="en"/>
              <a:t>What is a common strategy for resolving Git conflicts manually?</a:t>
            </a:r>
            <a:endParaRPr/>
          </a:p>
          <a:p>
            <a:pPr marL="342900" lvl="0" indent="-228600" algn="l" rtl="0">
              <a:lnSpc>
                <a:spcPct val="90000"/>
              </a:lnSpc>
              <a:spcBef>
                <a:spcPts val="1000"/>
              </a:spcBef>
              <a:spcAft>
                <a:spcPts val="0"/>
              </a:spcAft>
              <a:buClr>
                <a:schemeClr val="dk1"/>
              </a:buClr>
              <a:buSzPts val="1800"/>
              <a:buFont typeface="Calibri"/>
              <a:buNone/>
            </a:pPr>
            <a:endParaRPr/>
          </a:p>
          <a:p>
            <a:pPr marL="800100" lvl="1" indent="-442913" algn="l" rtl="0">
              <a:lnSpc>
                <a:spcPct val="90000"/>
              </a:lnSpc>
              <a:spcBef>
                <a:spcPts val="500"/>
              </a:spcBef>
              <a:spcAft>
                <a:spcPts val="0"/>
              </a:spcAft>
              <a:buClr>
                <a:schemeClr val="dk1"/>
              </a:buClr>
              <a:buSzPts val="1800"/>
              <a:buFont typeface="Calibri"/>
              <a:buAutoNum type="alphaUcPeriod"/>
            </a:pPr>
            <a:r>
              <a:rPr lang="en" b="1"/>
              <a:t>Force push</a:t>
            </a:r>
            <a:endParaRPr/>
          </a:p>
          <a:p>
            <a:pPr marL="800100" lvl="1" indent="-442913" algn="l" rtl="0">
              <a:lnSpc>
                <a:spcPct val="90000"/>
              </a:lnSpc>
              <a:spcBef>
                <a:spcPts val="500"/>
              </a:spcBef>
              <a:spcAft>
                <a:spcPts val="0"/>
              </a:spcAft>
              <a:buClr>
                <a:schemeClr val="dk1"/>
              </a:buClr>
              <a:buSzPts val="1800"/>
              <a:buFont typeface="Calibri"/>
              <a:buAutoNum type="alphaUcPeriod"/>
            </a:pPr>
            <a:r>
              <a:rPr lang="en" b="1"/>
              <a:t>Merge without conflict resolution</a:t>
            </a:r>
            <a:endParaRPr/>
          </a:p>
          <a:p>
            <a:pPr marL="800100" lvl="1" indent="-442913" algn="l" rtl="0">
              <a:lnSpc>
                <a:spcPct val="90000"/>
              </a:lnSpc>
              <a:spcBef>
                <a:spcPts val="500"/>
              </a:spcBef>
              <a:spcAft>
                <a:spcPts val="0"/>
              </a:spcAft>
              <a:buClr>
                <a:schemeClr val="dk1"/>
              </a:buClr>
              <a:buSzPts val="1800"/>
              <a:buFont typeface="Calibri"/>
              <a:buAutoNum type="alphaUcPeriod"/>
            </a:pPr>
            <a:r>
              <a:rPr lang="en" b="1"/>
              <a:t>Use of a merge tool</a:t>
            </a:r>
            <a:endParaRPr/>
          </a:p>
          <a:p>
            <a:pPr marL="800100" lvl="1" indent="-442913" algn="l" rtl="0">
              <a:lnSpc>
                <a:spcPct val="90000"/>
              </a:lnSpc>
              <a:spcBef>
                <a:spcPts val="500"/>
              </a:spcBef>
              <a:spcAft>
                <a:spcPts val="0"/>
              </a:spcAft>
              <a:buClr>
                <a:schemeClr val="dk1"/>
              </a:buClr>
              <a:buSzPts val="1800"/>
              <a:buFont typeface="Calibri"/>
              <a:buAutoNum type="alphaUcPeriod"/>
            </a:pPr>
            <a:r>
              <a:rPr lang="en" b="1"/>
              <a:t>Ignoring conflicts</a:t>
            </a:r>
            <a:endParaRPr/>
          </a:p>
          <a:p>
            <a:pPr marL="0" lvl="0" indent="268288" algn="l" rtl="0">
              <a:lnSpc>
                <a:spcPct val="90000"/>
              </a:lnSpc>
              <a:spcBef>
                <a:spcPts val="1000"/>
              </a:spcBef>
              <a:spcAft>
                <a:spcPts val="0"/>
              </a:spcAft>
              <a:buClr>
                <a:schemeClr val="dk1"/>
              </a:buClr>
              <a:buSzPts val="1800"/>
              <a:buFont typeface="Calibri"/>
              <a:buNone/>
            </a:pP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186"/>
        <p:cNvGrpSpPr/>
        <p:nvPr/>
      </p:nvGrpSpPr>
      <p:grpSpPr>
        <a:xfrm>
          <a:off x="0" y="0"/>
          <a:ext cx="0" cy="0"/>
          <a:chOff x="0" y="0"/>
          <a:chExt cx="0" cy="0"/>
        </a:xfrm>
      </p:grpSpPr>
      <p:sp>
        <p:nvSpPr>
          <p:cNvPr id="1187" name="Google Shape;1187;p43"/>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What did you grasp?</a:t>
            </a:r>
            <a:endParaRPr/>
          </a:p>
          <a:p>
            <a:pPr marL="0" lvl="0" indent="0" algn="l" rtl="0">
              <a:lnSpc>
                <a:spcPct val="90000"/>
              </a:lnSpc>
              <a:spcBef>
                <a:spcPts val="0"/>
              </a:spcBef>
              <a:spcAft>
                <a:spcPts val="0"/>
              </a:spcAft>
              <a:buClr>
                <a:schemeClr val="dk2"/>
              </a:buClr>
              <a:buSzPts val="2800"/>
              <a:buFont typeface="Arial"/>
              <a:buNone/>
            </a:pPr>
            <a:endParaRPr/>
          </a:p>
          <a:p>
            <a:pPr marL="0" lvl="0" indent="0" algn="l" rtl="0">
              <a:lnSpc>
                <a:spcPct val="90000"/>
              </a:lnSpc>
              <a:spcBef>
                <a:spcPts val="0"/>
              </a:spcBef>
              <a:spcAft>
                <a:spcPts val="0"/>
              </a:spcAft>
              <a:buClr>
                <a:schemeClr val="dk2"/>
              </a:buClr>
              <a:buSzPts val="2800"/>
              <a:buFont typeface="Arial"/>
              <a:buNone/>
            </a:pPr>
            <a:endParaRPr/>
          </a:p>
        </p:txBody>
      </p:sp>
      <p:sp>
        <p:nvSpPr>
          <p:cNvPr id="1188" name="Google Shape;1188;p43"/>
          <p:cNvSpPr txBox="1">
            <a:spLocks noGrp="1"/>
          </p:cNvSpPr>
          <p:nvPr>
            <p:ph type="body" idx="1"/>
          </p:nvPr>
        </p:nvSpPr>
        <p:spPr>
          <a:xfrm>
            <a:off x="4809152" y="1852369"/>
            <a:ext cx="6690513" cy="3749409"/>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dk1"/>
              </a:buClr>
              <a:buSzPts val="1800"/>
              <a:buFont typeface="Calibri"/>
              <a:buAutoNum type="arabicPeriod" startAt="3"/>
            </a:pPr>
            <a:r>
              <a:rPr lang="en"/>
              <a:t>Squashing commits in Git involves:</a:t>
            </a:r>
            <a:endParaRPr/>
          </a:p>
          <a:p>
            <a:pPr marL="342900" lvl="0" indent="-228600" algn="l" rtl="0">
              <a:lnSpc>
                <a:spcPct val="90000"/>
              </a:lnSpc>
              <a:spcBef>
                <a:spcPts val="1000"/>
              </a:spcBef>
              <a:spcAft>
                <a:spcPts val="0"/>
              </a:spcAft>
              <a:buClr>
                <a:schemeClr val="dk1"/>
              </a:buClr>
              <a:buSzPts val="1800"/>
              <a:buFont typeface="Calibri"/>
              <a:buNone/>
            </a:pPr>
            <a:endParaRPr/>
          </a:p>
          <a:p>
            <a:pPr marL="804863" lvl="1" indent="-447675" algn="l" rtl="0">
              <a:lnSpc>
                <a:spcPct val="90000"/>
              </a:lnSpc>
              <a:spcBef>
                <a:spcPts val="500"/>
              </a:spcBef>
              <a:spcAft>
                <a:spcPts val="0"/>
              </a:spcAft>
              <a:buClr>
                <a:schemeClr val="dk1"/>
              </a:buClr>
              <a:buSzPts val="1800"/>
              <a:buFont typeface="Calibri"/>
              <a:buAutoNum type="alphaUcPeriod"/>
            </a:pPr>
            <a:r>
              <a:rPr lang="en" b="1"/>
              <a:t>Combining multiple commits into a single commit</a:t>
            </a:r>
            <a:endParaRPr/>
          </a:p>
          <a:p>
            <a:pPr marL="804863" lvl="1" indent="-447675" algn="l" rtl="0">
              <a:lnSpc>
                <a:spcPct val="90000"/>
              </a:lnSpc>
              <a:spcBef>
                <a:spcPts val="500"/>
              </a:spcBef>
              <a:spcAft>
                <a:spcPts val="0"/>
              </a:spcAft>
              <a:buClr>
                <a:schemeClr val="dk1"/>
              </a:buClr>
              <a:buSzPts val="1800"/>
              <a:buFont typeface="Calibri"/>
              <a:buAutoNum type="alphaUcPeriod"/>
            </a:pPr>
            <a:r>
              <a:rPr lang="en" b="1"/>
              <a:t>Creating duplicate commits</a:t>
            </a:r>
            <a:endParaRPr/>
          </a:p>
          <a:p>
            <a:pPr marL="804863" lvl="1" indent="-447675" algn="l" rtl="0">
              <a:lnSpc>
                <a:spcPct val="90000"/>
              </a:lnSpc>
              <a:spcBef>
                <a:spcPts val="500"/>
              </a:spcBef>
              <a:spcAft>
                <a:spcPts val="0"/>
              </a:spcAft>
              <a:buClr>
                <a:schemeClr val="dk1"/>
              </a:buClr>
              <a:buSzPts val="1800"/>
              <a:buFont typeface="Calibri"/>
              <a:buAutoNum type="alphaUcPeriod"/>
            </a:pPr>
            <a:r>
              <a:rPr lang="en" b="1"/>
              <a:t>Automatically resolving conflicts</a:t>
            </a:r>
            <a:endParaRPr/>
          </a:p>
          <a:p>
            <a:pPr marL="804863" lvl="1" indent="-447675" algn="l" rtl="0">
              <a:lnSpc>
                <a:spcPct val="90000"/>
              </a:lnSpc>
              <a:spcBef>
                <a:spcPts val="500"/>
              </a:spcBef>
              <a:spcAft>
                <a:spcPts val="0"/>
              </a:spcAft>
              <a:buClr>
                <a:schemeClr val="dk1"/>
              </a:buClr>
              <a:buSzPts val="1800"/>
              <a:buFont typeface="Calibri"/>
              <a:buAutoNum type="alphaUcPeriod"/>
            </a:pPr>
            <a:r>
              <a:rPr lang="en" b="1"/>
              <a:t>Deleting all commits in a branch</a:t>
            </a:r>
            <a:endParaRPr/>
          </a:p>
          <a:p>
            <a:pPr marL="0" lvl="0" indent="268288" algn="l" rtl="0">
              <a:lnSpc>
                <a:spcPct val="90000"/>
              </a:lnSpc>
              <a:spcBef>
                <a:spcPts val="1000"/>
              </a:spcBef>
              <a:spcAft>
                <a:spcPts val="0"/>
              </a:spcAft>
              <a:buClr>
                <a:schemeClr val="dk1"/>
              </a:buClr>
              <a:buSzPts val="1800"/>
              <a:buFont typeface="Calibri"/>
              <a:buNone/>
            </a:pP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192"/>
        <p:cNvGrpSpPr/>
        <p:nvPr/>
      </p:nvGrpSpPr>
      <p:grpSpPr>
        <a:xfrm>
          <a:off x="0" y="0"/>
          <a:ext cx="0" cy="0"/>
          <a:chOff x="0" y="0"/>
          <a:chExt cx="0" cy="0"/>
        </a:xfrm>
      </p:grpSpPr>
      <p:sp>
        <p:nvSpPr>
          <p:cNvPr id="1193" name="Google Shape;1193;p44"/>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4.4.0 Git Hooks</a:t>
            </a:r>
            <a:endParaRPr/>
          </a:p>
        </p:txBody>
      </p:sp>
      <p:sp>
        <p:nvSpPr>
          <p:cNvPr id="1194" name="Google Shape;1194;p44"/>
          <p:cNvSpPr txBox="1">
            <a:spLocks noGrp="1"/>
          </p:cNvSpPr>
          <p:nvPr>
            <p:ph type="body" idx="1"/>
          </p:nvPr>
        </p:nvSpPr>
        <p:spPr>
          <a:xfrm>
            <a:off x="514350" y="1304995"/>
            <a:ext cx="10273812" cy="4840828"/>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1800"/>
              <a:buNone/>
            </a:pPr>
            <a:r>
              <a:rPr lang="en"/>
              <a:t>Git hooks are scripts that can be triggered at certain points in the Git workflow, allowing developers to customize and automate actions. </a:t>
            </a:r>
            <a:endParaRPr/>
          </a:p>
          <a:p>
            <a:pPr marL="0" lvl="0" indent="0" algn="l" rtl="0">
              <a:lnSpc>
                <a:spcPct val="120000"/>
              </a:lnSpc>
              <a:spcBef>
                <a:spcPts val="838"/>
              </a:spcBef>
              <a:spcAft>
                <a:spcPts val="0"/>
              </a:spcAft>
              <a:buClr>
                <a:schemeClr val="dk1"/>
              </a:buClr>
              <a:buSzPts val="1800"/>
              <a:buNone/>
            </a:pPr>
            <a:endParaRPr b="1"/>
          </a:p>
          <a:p>
            <a:pPr marL="0" lvl="0" indent="0" algn="l" rtl="0">
              <a:lnSpc>
                <a:spcPct val="120000"/>
              </a:lnSpc>
              <a:spcBef>
                <a:spcPts val="838"/>
              </a:spcBef>
              <a:spcAft>
                <a:spcPts val="0"/>
              </a:spcAft>
              <a:buClr>
                <a:schemeClr val="dk1"/>
              </a:buClr>
              <a:buSzPts val="1800"/>
              <a:buNone/>
            </a:pPr>
            <a:r>
              <a:rPr lang="en" b="1"/>
              <a:t>Key Concepts:</a:t>
            </a:r>
            <a:endParaRPr/>
          </a:p>
          <a:p>
            <a:pPr marL="285750" lvl="1" indent="-285750" algn="l" rtl="0">
              <a:lnSpc>
                <a:spcPct val="120000"/>
              </a:lnSpc>
              <a:spcBef>
                <a:spcPts val="838"/>
              </a:spcBef>
              <a:spcAft>
                <a:spcPts val="0"/>
              </a:spcAft>
              <a:buClr>
                <a:schemeClr val="dk1"/>
              </a:buClr>
              <a:buSzPts val="1800"/>
              <a:buChar char="⭲"/>
            </a:pPr>
            <a:r>
              <a:rPr lang="en"/>
              <a:t>Types of Git Hooks</a:t>
            </a:r>
            <a:endParaRPr/>
          </a:p>
          <a:p>
            <a:pPr marL="285750" lvl="1" indent="-285750" algn="l" rtl="0">
              <a:lnSpc>
                <a:spcPct val="120000"/>
              </a:lnSpc>
              <a:spcBef>
                <a:spcPts val="838"/>
              </a:spcBef>
              <a:spcAft>
                <a:spcPts val="0"/>
              </a:spcAft>
              <a:buClr>
                <a:schemeClr val="dk1"/>
              </a:buClr>
              <a:buSzPts val="1800"/>
              <a:buChar char="⭲"/>
            </a:pPr>
            <a:r>
              <a:rPr lang="en"/>
              <a:t>Customization and Automation</a:t>
            </a:r>
            <a:endParaRPr/>
          </a:p>
          <a:p>
            <a:pPr marL="285750" lvl="1" indent="-285750" algn="l" rtl="0">
              <a:lnSpc>
                <a:spcPct val="120000"/>
              </a:lnSpc>
              <a:spcBef>
                <a:spcPts val="838"/>
              </a:spcBef>
              <a:spcAft>
                <a:spcPts val="0"/>
              </a:spcAft>
              <a:buClr>
                <a:schemeClr val="dk1"/>
              </a:buClr>
              <a:buSzPts val="1800"/>
              <a:buChar char="⭲"/>
            </a:pPr>
            <a:r>
              <a:rPr lang="en"/>
              <a:t>Location and Naming Convention</a:t>
            </a:r>
            <a:endParaRPr/>
          </a:p>
          <a:p>
            <a:pPr marL="285750" lvl="1" indent="-285750" algn="l" rtl="0">
              <a:lnSpc>
                <a:spcPct val="120000"/>
              </a:lnSpc>
              <a:spcBef>
                <a:spcPts val="838"/>
              </a:spcBef>
              <a:spcAft>
                <a:spcPts val="0"/>
              </a:spcAft>
              <a:buClr>
                <a:schemeClr val="dk1"/>
              </a:buClr>
              <a:buSzPts val="1800"/>
              <a:buChar char="⭲"/>
            </a:pPr>
            <a:r>
              <a:rPr lang="en"/>
              <a:t>Preventing Commits with Pre-commit Hooks</a:t>
            </a:r>
            <a:endParaRPr/>
          </a:p>
          <a:p>
            <a:pPr marL="285750" lvl="1" indent="-285750" algn="l" rtl="0">
              <a:lnSpc>
                <a:spcPct val="120000"/>
              </a:lnSpc>
              <a:spcBef>
                <a:spcPts val="838"/>
              </a:spcBef>
              <a:spcAft>
                <a:spcPts val="0"/>
              </a:spcAft>
              <a:buClr>
                <a:schemeClr val="dk1"/>
              </a:buClr>
              <a:buSzPts val="1800"/>
              <a:buChar char="⭲"/>
            </a:pPr>
            <a:r>
              <a:rPr lang="en"/>
              <a:t>Server-Side Hooks</a:t>
            </a:r>
            <a:endParaRPr/>
          </a:p>
          <a:p>
            <a:pPr marL="0" lvl="0" indent="0" algn="l" rtl="0">
              <a:lnSpc>
                <a:spcPct val="120000"/>
              </a:lnSpc>
              <a:spcBef>
                <a:spcPts val="838"/>
              </a:spcBef>
              <a:spcAft>
                <a:spcPts val="0"/>
              </a:spcAft>
              <a:buClr>
                <a:schemeClr val="dk1"/>
              </a:buClr>
              <a:buSzPts val="1800"/>
              <a:buNone/>
            </a:pPr>
            <a:endParaRPr b="1"/>
          </a:p>
          <a:p>
            <a:pPr marL="609585" lvl="0" indent="0" algn="l" rtl="0">
              <a:lnSpc>
                <a:spcPct val="115000"/>
              </a:lnSpc>
              <a:spcBef>
                <a:spcPts val="838"/>
              </a:spcBef>
              <a:spcAft>
                <a:spcPts val="0"/>
              </a:spcAft>
              <a:buClr>
                <a:srgbClr val="374151"/>
              </a:buClr>
              <a:buSzPts val="1800"/>
              <a:buNone/>
            </a:pPr>
            <a:r>
              <a:rPr lang="en">
                <a:solidFill>
                  <a:srgbClr val="374151"/>
                </a:solidFill>
              </a:rPr>
              <a:t>.</a:t>
            </a:r>
            <a:endParaRPr>
              <a:solidFill>
                <a:srgbClr val="374151"/>
              </a:solidFill>
            </a:endParaRPr>
          </a:p>
          <a:p>
            <a:pPr marL="0" lvl="0" indent="0" algn="l" rtl="0">
              <a:lnSpc>
                <a:spcPct val="120000"/>
              </a:lnSpc>
              <a:spcBef>
                <a:spcPts val="838"/>
              </a:spcBef>
              <a:spcAft>
                <a:spcPts val="0"/>
              </a:spcAft>
              <a:buClr>
                <a:schemeClr val="dk1"/>
              </a:buClr>
              <a:buSzPts val="1800"/>
              <a:buNone/>
            </a:pPr>
            <a:endParaRPr/>
          </a:p>
        </p:txBody>
      </p:sp>
      <p:pic>
        <p:nvPicPr>
          <p:cNvPr id="1195" name="Google Shape;1195;p44"/>
          <p:cNvPicPr preferRelativeResize="0"/>
          <p:nvPr/>
        </p:nvPicPr>
        <p:blipFill rotWithShape="1">
          <a:blip r:embed="rId3">
            <a:alphaModFix/>
          </a:blip>
          <a:srcRect l="4667" t="23490" r="7333" b="7129"/>
          <a:stretch/>
        </p:blipFill>
        <p:spPr>
          <a:xfrm>
            <a:off x="5466435" y="2604765"/>
            <a:ext cx="6360160" cy="339979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199"/>
        <p:cNvGrpSpPr/>
        <p:nvPr/>
      </p:nvGrpSpPr>
      <p:grpSpPr>
        <a:xfrm>
          <a:off x="0" y="0"/>
          <a:ext cx="0" cy="0"/>
          <a:chOff x="0" y="0"/>
          <a:chExt cx="0" cy="0"/>
        </a:xfrm>
      </p:grpSpPr>
      <p:sp>
        <p:nvSpPr>
          <p:cNvPr id="1200" name="Google Shape;1200;p45"/>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4.4.1 Types of Hooks</a:t>
            </a:r>
            <a:endParaRPr/>
          </a:p>
        </p:txBody>
      </p:sp>
      <p:sp>
        <p:nvSpPr>
          <p:cNvPr id="1201" name="Google Shape;1201;p45"/>
          <p:cNvSpPr txBox="1">
            <a:spLocks noGrp="1"/>
          </p:cNvSpPr>
          <p:nvPr>
            <p:ph type="body" idx="1"/>
          </p:nvPr>
        </p:nvSpPr>
        <p:spPr>
          <a:xfrm>
            <a:off x="514350" y="1304995"/>
            <a:ext cx="10273812" cy="4840828"/>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1800"/>
              <a:buNone/>
            </a:pPr>
            <a:r>
              <a:rPr lang="en"/>
              <a:t>Here are different types of Git hooks:</a:t>
            </a:r>
            <a:endParaRPr/>
          </a:p>
          <a:p>
            <a:pPr marL="0" lvl="0" indent="0" algn="l" rtl="0">
              <a:lnSpc>
                <a:spcPct val="120000"/>
              </a:lnSpc>
              <a:spcBef>
                <a:spcPts val="838"/>
              </a:spcBef>
              <a:spcAft>
                <a:spcPts val="0"/>
              </a:spcAft>
              <a:buClr>
                <a:schemeClr val="dk1"/>
              </a:buClr>
              <a:buSzPts val="1800"/>
              <a:buNone/>
            </a:pPr>
            <a:endParaRPr/>
          </a:p>
        </p:txBody>
      </p:sp>
      <p:sp>
        <p:nvSpPr>
          <p:cNvPr id="1202" name="Google Shape;1202;p45"/>
          <p:cNvSpPr/>
          <p:nvPr/>
        </p:nvSpPr>
        <p:spPr>
          <a:xfrm>
            <a:off x="2703885" y="2165845"/>
            <a:ext cx="2880000" cy="972596"/>
          </a:xfrm>
          <a:prstGeom prst="roundRect">
            <a:avLst>
              <a:gd name="adj" fmla="val 16667"/>
            </a:avLst>
          </a:prstGeom>
          <a:solidFill>
            <a:srgbClr val="152C43"/>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540000" tIns="45700" rIns="91425" bIns="45700" anchor="ctr" anchorCtr="0">
            <a:noAutofit/>
          </a:bodyPr>
          <a:lstStyle/>
          <a:p>
            <a:pPr marL="0" marR="0" lvl="0" indent="0" algn="l" rtl="0">
              <a:lnSpc>
                <a:spcPct val="115000"/>
              </a:lnSpc>
              <a:spcBef>
                <a:spcPts val="0"/>
              </a:spcBef>
              <a:spcAft>
                <a:spcPts val="0"/>
              </a:spcAft>
              <a:buNone/>
            </a:pPr>
            <a:r>
              <a:rPr lang="en" sz="1800" b="1" i="0" u="none" strike="noStrike" cap="none">
                <a:solidFill>
                  <a:srgbClr val="FFFFFF"/>
                </a:solidFill>
                <a:latin typeface="Arial"/>
                <a:ea typeface="Arial"/>
                <a:cs typeface="Arial"/>
                <a:sym typeface="Arial"/>
              </a:rPr>
              <a:t>Pre-commit Hook</a:t>
            </a:r>
            <a:endParaRPr/>
          </a:p>
        </p:txBody>
      </p:sp>
      <p:sp>
        <p:nvSpPr>
          <p:cNvPr id="1203" name="Google Shape;1203;p45"/>
          <p:cNvSpPr/>
          <p:nvPr/>
        </p:nvSpPr>
        <p:spPr>
          <a:xfrm>
            <a:off x="2703885" y="3567936"/>
            <a:ext cx="2880000" cy="972596"/>
          </a:xfrm>
          <a:prstGeom prst="roundRect">
            <a:avLst>
              <a:gd name="adj" fmla="val 16667"/>
            </a:avLst>
          </a:prstGeom>
          <a:solidFill>
            <a:srgbClr val="22476C"/>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540000" tIns="45700" rIns="91425" bIns="45700" anchor="ctr" anchorCtr="0">
            <a:noAutofit/>
          </a:bodyPr>
          <a:lstStyle/>
          <a:p>
            <a:pPr marL="0" marR="0" lvl="0" indent="0" algn="l" rtl="0">
              <a:lnSpc>
                <a:spcPct val="115000"/>
              </a:lnSpc>
              <a:spcBef>
                <a:spcPts val="0"/>
              </a:spcBef>
              <a:spcAft>
                <a:spcPts val="0"/>
              </a:spcAft>
              <a:buNone/>
            </a:pPr>
            <a:r>
              <a:rPr lang="en" sz="1800" b="1" i="0" u="none" strike="noStrike" cap="none">
                <a:solidFill>
                  <a:srgbClr val="FFFFFF"/>
                </a:solidFill>
                <a:latin typeface="Arial"/>
                <a:ea typeface="Arial"/>
                <a:cs typeface="Arial"/>
                <a:sym typeface="Arial"/>
              </a:rPr>
              <a:t>Post-commit Hook</a:t>
            </a:r>
            <a:endParaRPr/>
          </a:p>
        </p:txBody>
      </p:sp>
      <p:sp>
        <p:nvSpPr>
          <p:cNvPr id="1204" name="Google Shape;1204;p45"/>
          <p:cNvSpPr/>
          <p:nvPr/>
        </p:nvSpPr>
        <p:spPr>
          <a:xfrm>
            <a:off x="2703885" y="4970027"/>
            <a:ext cx="2880000" cy="972596"/>
          </a:xfrm>
          <a:prstGeom prst="roundRect">
            <a:avLst>
              <a:gd name="adj" fmla="val 16667"/>
            </a:avLst>
          </a:prstGeom>
          <a:solidFill>
            <a:srgbClr val="3673B0"/>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540000" tIns="45700" rIns="91425" bIns="45700" anchor="ctr" anchorCtr="0">
            <a:noAutofit/>
          </a:bodyPr>
          <a:lstStyle/>
          <a:p>
            <a:pPr marL="0" marR="0" lvl="0" indent="0" algn="l" rtl="0">
              <a:lnSpc>
                <a:spcPct val="115000"/>
              </a:lnSpc>
              <a:spcBef>
                <a:spcPts val="0"/>
              </a:spcBef>
              <a:spcAft>
                <a:spcPts val="0"/>
              </a:spcAft>
              <a:buNone/>
            </a:pPr>
            <a:r>
              <a:rPr lang="en" sz="1800" b="1" i="0" u="none" strike="noStrike" cap="none">
                <a:solidFill>
                  <a:srgbClr val="FFFFFF"/>
                </a:solidFill>
                <a:latin typeface="Arial"/>
                <a:ea typeface="Arial"/>
                <a:cs typeface="Arial"/>
                <a:sym typeface="Arial"/>
              </a:rPr>
              <a:t>Pre-receive Hook</a:t>
            </a:r>
            <a:endParaRPr/>
          </a:p>
        </p:txBody>
      </p:sp>
      <p:sp>
        <p:nvSpPr>
          <p:cNvPr id="1205" name="Google Shape;1205;p45"/>
          <p:cNvSpPr/>
          <p:nvPr/>
        </p:nvSpPr>
        <p:spPr>
          <a:xfrm>
            <a:off x="6440998" y="2165845"/>
            <a:ext cx="2880000" cy="972596"/>
          </a:xfrm>
          <a:prstGeom prst="roundRect">
            <a:avLst>
              <a:gd name="adj" fmla="val 16667"/>
            </a:avLst>
          </a:prstGeom>
          <a:solidFill>
            <a:srgbClr val="152C43"/>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540000" tIns="45700" rIns="91425" bIns="45700" anchor="ctr" anchorCtr="0">
            <a:noAutofit/>
          </a:bodyPr>
          <a:lstStyle/>
          <a:p>
            <a:pPr marL="0" marR="0" lvl="0" indent="0" algn="l" rtl="0">
              <a:lnSpc>
                <a:spcPct val="115000"/>
              </a:lnSpc>
              <a:spcBef>
                <a:spcPts val="0"/>
              </a:spcBef>
              <a:spcAft>
                <a:spcPts val="0"/>
              </a:spcAft>
              <a:buNone/>
            </a:pPr>
            <a:r>
              <a:rPr lang="en" sz="1800" b="1" i="0" u="none" strike="noStrike" cap="none">
                <a:solidFill>
                  <a:srgbClr val="FFFFFF"/>
                </a:solidFill>
                <a:latin typeface="Arial"/>
                <a:ea typeface="Arial"/>
                <a:cs typeface="Arial"/>
                <a:sym typeface="Arial"/>
              </a:rPr>
              <a:t>Post-receive Hook</a:t>
            </a:r>
            <a:endParaRPr/>
          </a:p>
        </p:txBody>
      </p:sp>
      <p:sp>
        <p:nvSpPr>
          <p:cNvPr id="1206" name="Google Shape;1206;p45"/>
          <p:cNvSpPr/>
          <p:nvPr/>
        </p:nvSpPr>
        <p:spPr>
          <a:xfrm>
            <a:off x="6440998" y="3567936"/>
            <a:ext cx="2880000" cy="972596"/>
          </a:xfrm>
          <a:prstGeom prst="roundRect">
            <a:avLst>
              <a:gd name="adj" fmla="val 16667"/>
            </a:avLst>
          </a:prstGeom>
          <a:solidFill>
            <a:srgbClr val="22476C"/>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540000" tIns="45700" rIns="91425" bIns="45700" anchor="ctr" anchorCtr="0">
            <a:noAutofit/>
          </a:bodyPr>
          <a:lstStyle/>
          <a:p>
            <a:pPr marL="0" marR="0" lvl="0" indent="0" algn="l" rtl="0">
              <a:lnSpc>
                <a:spcPct val="115000"/>
              </a:lnSpc>
              <a:spcBef>
                <a:spcPts val="0"/>
              </a:spcBef>
              <a:spcAft>
                <a:spcPts val="0"/>
              </a:spcAft>
              <a:buNone/>
            </a:pPr>
            <a:r>
              <a:rPr lang="en" sz="1800" b="1" i="0" u="none" strike="noStrike" cap="none">
                <a:solidFill>
                  <a:srgbClr val="FFFFFF"/>
                </a:solidFill>
                <a:latin typeface="Arial"/>
                <a:ea typeface="Arial"/>
                <a:cs typeface="Arial"/>
                <a:sym typeface="Arial"/>
              </a:rPr>
              <a:t>Pre-push Hook</a:t>
            </a:r>
            <a:endParaRPr/>
          </a:p>
        </p:txBody>
      </p:sp>
      <p:sp>
        <p:nvSpPr>
          <p:cNvPr id="1207" name="Google Shape;1207;p45"/>
          <p:cNvSpPr/>
          <p:nvPr/>
        </p:nvSpPr>
        <p:spPr>
          <a:xfrm>
            <a:off x="6440998" y="4970027"/>
            <a:ext cx="2880000" cy="972596"/>
          </a:xfrm>
          <a:prstGeom prst="roundRect">
            <a:avLst>
              <a:gd name="adj" fmla="val 16667"/>
            </a:avLst>
          </a:prstGeom>
          <a:solidFill>
            <a:srgbClr val="3673B0"/>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540000" tIns="45700" rIns="91425" bIns="45700" anchor="ctr" anchorCtr="0">
            <a:noAutofit/>
          </a:bodyPr>
          <a:lstStyle/>
          <a:p>
            <a:pPr marL="0" marR="0" lvl="0" indent="0" algn="l" rtl="0">
              <a:lnSpc>
                <a:spcPct val="115000"/>
              </a:lnSpc>
              <a:spcBef>
                <a:spcPts val="0"/>
              </a:spcBef>
              <a:spcAft>
                <a:spcPts val="0"/>
              </a:spcAft>
              <a:buNone/>
            </a:pPr>
            <a:r>
              <a:rPr lang="en" sz="1800" b="1" i="0" u="none" strike="noStrike" cap="none">
                <a:solidFill>
                  <a:srgbClr val="FFFFFF"/>
                </a:solidFill>
                <a:latin typeface="Arial"/>
                <a:ea typeface="Arial"/>
                <a:cs typeface="Arial"/>
                <a:sym typeface="Arial"/>
              </a:rPr>
              <a:t>Update Hook</a:t>
            </a:r>
            <a:endParaRPr/>
          </a:p>
        </p:txBody>
      </p:sp>
      <p:sp>
        <p:nvSpPr>
          <p:cNvPr id="1208" name="Google Shape;1208;p45"/>
          <p:cNvSpPr/>
          <p:nvPr/>
        </p:nvSpPr>
        <p:spPr>
          <a:xfrm>
            <a:off x="2286770" y="2182519"/>
            <a:ext cx="874315" cy="874315"/>
          </a:xfrm>
          <a:prstGeom prst="ellipse">
            <a:avLst/>
          </a:prstGeom>
          <a:solidFill>
            <a:srgbClr val="0070C0"/>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3200" b="1" i="0" u="none" strike="noStrike" cap="none">
                <a:solidFill>
                  <a:schemeClr val="lt1"/>
                </a:solidFill>
                <a:latin typeface="Arial"/>
                <a:ea typeface="Arial"/>
                <a:cs typeface="Arial"/>
                <a:sym typeface="Arial"/>
              </a:rPr>
              <a:t>1</a:t>
            </a:r>
            <a:endParaRPr/>
          </a:p>
        </p:txBody>
      </p:sp>
      <p:sp>
        <p:nvSpPr>
          <p:cNvPr id="1209" name="Google Shape;1209;p45"/>
          <p:cNvSpPr/>
          <p:nvPr/>
        </p:nvSpPr>
        <p:spPr>
          <a:xfrm>
            <a:off x="2286770" y="3576273"/>
            <a:ext cx="874315" cy="874315"/>
          </a:xfrm>
          <a:prstGeom prst="ellipse">
            <a:avLst/>
          </a:prstGeom>
          <a:solidFill>
            <a:srgbClr val="0070C0"/>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3200" b="1" i="0" u="none" strike="noStrike" cap="none">
                <a:solidFill>
                  <a:schemeClr val="lt1"/>
                </a:solidFill>
                <a:latin typeface="Arial"/>
                <a:ea typeface="Arial"/>
                <a:cs typeface="Arial"/>
                <a:sym typeface="Arial"/>
              </a:rPr>
              <a:t>2</a:t>
            </a:r>
            <a:endParaRPr sz="3200" b="1" i="0" u="none" strike="noStrike" cap="none">
              <a:solidFill>
                <a:schemeClr val="lt1"/>
              </a:solidFill>
              <a:latin typeface="Arial"/>
              <a:ea typeface="Arial"/>
              <a:cs typeface="Arial"/>
              <a:sym typeface="Arial"/>
            </a:endParaRPr>
          </a:p>
        </p:txBody>
      </p:sp>
      <p:sp>
        <p:nvSpPr>
          <p:cNvPr id="1210" name="Google Shape;1210;p45"/>
          <p:cNvSpPr/>
          <p:nvPr/>
        </p:nvSpPr>
        <p:spPr>
          <a:xfrm>
            <a:off x="2286770" y="5019167"/>
            <a:ext cx="874315" cy="874315"/>
          </a:xfrm>
          <a:prstGeom prst="ellipse">
            <a:avLst/>
          </a:prstGeom>
          <a:solidFill>
            <a:srgbClr val="0070C0"/>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3200" b="1" i="0" u="none" strike="noStrike" cap="none">
                <a:solidFill>
                  <a:schemeClr val="lt1"/>
                </a:solidFill>
                <a:latin typeface="Arial"/>
                <a:ea typeface="Arial"/>
                <a:cs typeface="Arial"/>
                <a:sym typeface="Arial"/>
              </a:rPr>
              <a:t>3</a:t>
            </a:r>
            <a:endParaRPr sz="3200" b="1" i="0" u="none" strike="noStrike" cap="none">
              <a:solidFill>
                <a:schemeClr val="lt1"/>
              </a:solidFill>
              <a:latin typeface="Arial"/>
              <a:ea typeface="Arial"/>
              <a:cs typeface="Arial"/>
              <a:sym typeface="Arial"/>
            </a:endParaRPr>
          </a:p>
        </p:txBody>
      </p:sp>
      <p:sp>
        <p:nvSpPr>
          <p:cNvPr id="1211" name="Google Shape;1211;p45"/>
          <p:cNvSpPr/>
          <p:nvPr/>
        </p:nvSpPr>
        <p:spPr>
          <a:xfrm>
            <a:off x="6003840" y="2182519"/>
            <a:ext cx="874315" cy="874315"/>
          </a:xfrm>
          <a:prstGeom prst="ellipse">
            <a:avLst/>
          </a:prstGeom>
          <a:solidFill>
            <a:srgbClr val="0070C0"/>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3200" b="1" i="0" u="none" strike="noStrike" cap="none">
                <a:solidFill>
                  <a:schemeClr val="lt1"/>
                </a:solidFill>
                <a:latin typeface="Arial"/>
                <a:ea typeface="Arial"/>
                <a:cs typeface="Arial"/>
                <a:sym typeface="Arial"/>
              </a:rPr>
              <a:t>4</a:t>
            </a:r>
            <a:endParaRPr sz="3200" b="1" i="0" u="none" strike="noStrike" cap="none">
              <a:solidFill>
                <a:schemeClr val="lt1"/>
              </a:solidFill>
              <a:latin typeface="Arial"/>
              <a:ea typeface="Arial"/>
              <a:cs typeface="Arial"/>
              <a:sym typeface="Arial"/>
            </a:endParaRPr>
          </a:p>
        </p:txBody>
      </p:sp>
      <p:sp>
        <p:nvSpPr>
          <p:cNvPr id="1212" name="Google Shape;1212;p45"/>
          <p:cNvSpPr/>
          <p:nvPr/>
        </p:nvSpPr>
        <p:spPr>
          <a:xfrm>
            <a:off x="6003840" y="3576273"/>
            <a:ext cx="874315" cy="874315"/>
          </a:xfrm>
          <a:prstGeom prst="ellipse">
            <a:avLst/>
          </a:prstGeom>
          <a:solidFill>
            <a:srgbClr val="0070C0"/>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3200" b="1" i="0" u="none" strike="noStrike" cap="none">
                <a:solidFill>
                  <a:schemeClr val="lt1"/>
                </a:solidFill>
                <a:latin typeface="Arial"/>
                <a:ea typeface="Arial"/>
                <a:cs typeface="Arial"/>
                <a:sym typeface="Arial"/>
              </a:rPr>
              <a:t>5</a:t>
            </a:r>
            <a:endParaRPr sz="3200" b="1" i="0" u="none" strike="noStrike" cap="none">
              <a:solidFill>
                <a:schemeClr val="lt1"/>
              </a:solidFill>
              <a:latin typeface="Arial"/>
              <a:ea typeface="Arial"/>
              <a:cs typeface="Arial"/>
              <a:sym typeface="Arial"/>
            </a:endParaRPr>
          </a:p>
        </p:txBody>
      </p:sp>
      <p:sp>
        <p:nvSpPr>
          <p:cNvPr id="1213" name="Google Shape;1213;p45"/>
          <p:cNvSpPr/>
          <p:nvPr/>
        </p:nvSpPr>
        <p:spPr>
          <a:xfrm>
            <a:off x="6003840" y="5019167"/>
            <a:ext cx="874315" cy="874315"/>
          </a:xfrm>
          <a:prstGeom prst="ellipse">
            <a:avLst/>
          </a:prstGeom>
          <a:solidFill>
            <a:srgbClr val="0070C0"/>
          </a:solidFill>
          <a:ln w="1905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3200" b="1" i="0" u="none" strike="noStrike" cap="none">
                <a:solidFill>
                  <a:schemeClr val="lt1"/>
                </a:solidFill>
                <a:latin typeface="Arial"/>
                <a:ea typeface="Arial"/>
                <a:cs typeface="Arial"/>
                <a:sym typeface="Arial"/>
              </a:rPr>
              <a:t>6</a:t>
            </a:r>
            <a:endParaRPr sz="3200" b="1" i="0" u="none" strike="noStrike" cap="none">
              <a:solidFill>
                <a:schemeClr val="lt1"/>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217"/>
        <p:cNvGrpSpPr/>
        <p:nvPr/>
      </p:nvGrpSpPr>
      <p:grpSpPr>
        <a:xfrm>
          <a:off x="0" y="0"/>
          <a:ext cx="0" cy="0"/>
          <a:chOff x="0" y="0"/>
          <a:chExt cx="0" cy="0"/>
        </a:xfrm>
      </p:grpSpPr>
      <p:sp>
        <p:nvSpPr>
          <p:cNvPr id="1218" name="Google Shape;1218;p46"/>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4.4.2 Pre-commit Hooks</a:t>
            </a:r>
            <a:endParaRPr/>
          </a:p>
        </p:txBody>
      </p:sp>
      <p:sp>
        <p:nvSpPr>
          <p:cNvPr id="1219" name="Google Shape;1219;p46"/>
          <p:cNvSpPr txBox="1">
            <a:spLocks noGrp="1"/>
          </p:cNvSpPr>
          <p:nvPr>
            <p:ph type="body" idx="1"/>
          </p:nvPr>
        </p:nvSpPr>
        <p:spPr>
          <a:xfrm>
            <a:off x="514350" y="1304995"/>
            <a:ext cx="10273812" cy="4840828"/>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1800"/>
              <a:buNone/>
            </a:pPr>
            <a:r>
              <a:rPr lang="en"/>
              <a:t>A pre-commit hook in Git is a script that runs automatically before a commit is finalized.</a:t>
            </a: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r>
              <a:rPr lang="en" b="1"/>
              <a:t>Key Characteristics:</a:t>
            </a:r>
            <a:endParaRPr/>
          </a:p>
          <a:p>
            <a:pPr marL="285750" lvl="1" indent="-285750" algn="l" rtl="0">
              <a:lnSpc>
                <a:spcPct val="120000"/>
              </a:lnSpc>
              <a:spcBef>
                <a:spcPts val="838"/>
              </a:spcBef>
              <a:spcAft>
                <a:spcPts val="0"/>
              </a:spcAft>
              <a:buClr>
                <a:schemeClr val="dk1"/>
              </a:buClr>
              <a:buSzPts val="1800"/>
              <a:buChar char="⭲"/>
            </a:pPr>
            <a:r>
              <a:rPr lang="en"/>
              <a:t>Linting and Formatting</a:t>
            </a:r>
            <a:endParaRPr/>
          </a:p>
          <a:p>
            <a:pPr marL="285750" lvl="1" indent="-285750" algn="l" rtl="0">
              <a:lnSpc>
                <a:spcPct val="120000"/>
              </a:lnSpc>
              <a:spcBef>
                <a:spcPts val="838"/>
              </a:spcBef>
              <a:spcAft>
                <a:spcPts val="0"/>
              </a:spcAft>
              <a:buClr>
                <a:schemeClr val="dk1"/>
              </a:buClr>
              <a:buSzPts val="1800"/>
              <a:buChar char="⭲"/>
            </a:pPr>
            <a:r>
              <a:rPr lang="en"/>
              <a:t>Testing</a:t>
            </a:r>
            <a:endParaRPr/>
          </a:p>
          <a:p>
            <a:pPr marL="285750" lvl="1" indent="-285750" algn="l" rtl="0">
              <a:lnSpc>
                <a:spcPct val="120000"/>
              </a:lnSpc>
              <a:spcBef>
                <a:spcPts val="838"/>
              </a:spcBef>
              <a:spcAft>
                <a:spcPts val="0"/>
              </a:spcAft>
              <a:buClr>
                <a:schemeClr val="dk1"/>
              </a:buClr>
              <a:buSzPts val="1800"/>
              <a:buChar char="⭲"/>
            </a:pPr>
            <a:r>
              <a:rPr lang="en"/>
              <a:t>Dependency Checks</a:t>
            </a:r>
            <a:endParaRPr/>
          </a:p>
          <a:p>
            <a:pPr marL="285750" lvl="1" indent="-285750" algn="l" rtl="0">
              <a:lnSpc>
                <a:spcPct val="120000"/>
              </a:lnSpc>
              <a:spcBef>
                <a:spcPts val="838"/>
              </a:spcBef>
              <a:spcAft>
                <a:spcPts val="0"/>
              </a:spcAft>
              <a:buClr>
                <a:schemeClr val="dk1"/>
              </a:buClr>
              <a:buSzPts val="1800"/>
              <a:buChar char="⭲"/>
            </a:pPr>
            <a:r>
              <a:rPr lang="en"/>
              <a:t>Code Quality Checks</a:t>
            </a:r>
            <a:endParaRPr/>
          </a:p>
          <a:p>
            <a:pPr marL="285750" lvl="1" indent="-285750" algn="l" rtl="0">
              <a:lnSpc>
                <a:spcPct val="120000"/>
              </a:lnSpc>
              <a:spcBef>
                <a:spcPts val="838"/>
              </a:spcBef>
              <a:spcAft>
                <a:spcPts val="0"/>
              </a:spcAft>
              <a:buClr>
                <a:schemeClr val="dk1"/>
              </a:buClr>
              <a:buSzPts val="1800"/>
              <a:buChar char="⭲"/>
            </a:pPr>
            <a:r>
              <a:rPr lang="en"/>
              <a:t>Documentation Checks</a:t>
            </a: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p:txBody>
      </p:sp>
      <p:pic>
        <p:nvPicPr>
          <p:cNvPr id="1220" name="Google Shape;1220;p46"/>
          <p:cNvPicPr preferRelativeResize="0"/>
          <p:nvPr/>
        </p:nvPicPr>
        <p:blipFill rotWithShape="1">
          <a:blip r:embed="rId3">
            <a:alphaModFix/>
          </a:blip>
          <a:srcRect/>
          <a:stretch/>
        </p:blipFill>
        <p:spPr>
          <a:xfrm>
            <a:off x="8251185" y="3502186"/>
            <a:ext cx="2823215" cy="282321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224"/>
        <p:cNvGrpSpPr/>
        <p:nvPr/>
      </p:nvGrpSpPr>
      <p:grpSpPr>
        <a:xfrm>
          <a:off x="0" y="0"/>
          <a:ext cx="0" cy="0"/>
          <a:chOff x="0" y="0"/>
          <a:chExt cx="0" cy="0"/>
        </a:xfrm>
      </p:grpSpPr>
      <p:sp>
        <p:nvSpPr>
          <p:cNvPr id="1225" name="Google Shape;1225;p47"/>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4.4.2 Pre-commit Hooks Example</a:t>
            </a:r>
            <a:endParaRPr/>
          </a:p>
        </p:txBody>
      </p:sp>
      <p:sp>
        <p:nvSpPr>
          <p:cNvPr id="1226" name="Google Shape;1226;p47"/>
          <p:cNvSpPr txBox="1">
            <a:spLocks noGrp="1"/>
          </p:cNvSpPr>
          <p:nvPr>
            <p:ph type="body" idx="1"/>
          </p:nvPr>
        </p:nvSpPr>
        <p:spPr>
          <a:xfrm>
            <a:off x="514350" y="1304995"/>
            <a:ext cx="10273812" cy="4840828"/>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1800"/>
              <a:buNone/>
            </a:pPr>
            <a:r>
              <a:rPr lang="en"/>
              <a:t>Here's a simple example of a pre-commit hook in Bash that checks for trailing whitespaces:</a:t>
            </a:r>
            <a:endParaRPr/>
          </a:p>
          <a:p>
            <a:pPr marL="342900" lvl="1" indent="-342900" algn="l" rtl="0">
              <a:lnSpc>
                <a:spcPct val="120000"/>
              </a:lnSpc>
              <a:spcBef>
                <a:spcPts val="838"/>
              </a:spcBef>
              <a:spcAft>
                <a:spcPts val="0"/>
              </a:spcAft>
              <a:buClr>
                <a:schemeClr val="dk1"/>
              </a:buClr>
              <a:buSzPts val="1800"/>
              <a:buFont typeface="Calibri"/>
              <a:buAutoNum type="arabicPeriod"/>
            </a:pPr>
            <a:r>
              <a:rPr lang="en"/>
              <a:t>Create a file named </a:t>
            </a:r>
            <a:r>
              <a:rPr lang="en">
                <a:latin typeface="Courier New"/>
                <a:ea typeface="Courier New"/>
                <a:cs typeface="Courier New"/>
                <a:sym typeface="Courier New"/>
              </a:rPr>
              <a:t>.git/hooks/pre-commit</a:t>
            </a:r>
            <a:r>
              <a:rPr lang="en"/>
              <a:t> in your Git repository.</a:t>
            </a:r>
            <a:endParaRPr/>
          </a:p>
          <a:p>
            <a:pPr marL="342900" lvl="1" indent="-342900" algn="l" rtl="0">
              <a:lnSpc>
                <a:spcPct val="120000"/>
              </a:lnSpc>
              <a:spcBef>
                <a:spcPts val="838"/>
              </a:spcBef>
              <a:spcAft>
                <a:spcPts val="0"/>
              </a:spcAft>
              <a:buClr>
                <a:schemeClr val="dk1"/>
              </a:buClr>
              <a:buSzPts val="1800"/>
              <a:buFont typeface="Calibri"/>
              <a:buAutoNum type="arabicPeriod"/>
            </a:pPr>
            <a:r>
              <a:rPr lang="en"/>
              <a:t>Make the file executable: </a:t>
            </a:r>
            <a:r>
              <a:rPr lang="en">
                <a:latin typeface="Courier New"/>
                <a:ea typeface="Courier New"/>
                <a:cs typeface="Courier New"/>
                <a:sym typeface="Courier New"/>
              </a:rPr>
              <a:t>chmod +x .git/hooks/pre-commit</a:t>
            </a:r>
            <a:endParaRPr/>
          </a:p>
          <a:p>
            <a:pPr marL="342900" lvl="1" indent="-342900" algn="l" rtl="0">
              <a:lnSpc>
                <a:spcPct val="120000"/>
              </a:lnSpc>
              <a:spcBef>
                <a:spcPts val="838"/>
              </a:spcBef>
              <a:spcAft>
                <a:spcPts val="0"/>
              </a:spcAft>
              <a:buClr>
                <a:schemeClr val="dk1"/>
              </a:buClr>
              <a:buSzPts val="1800"/>
              <a:buFont typeface="Calibri"/>
              <a:buAutoNum type="arabicPeriod"/>
            </a:pPr>
            <a:r>
              <a:rPr lang="en"/>
              <a:t>Edit the </a:t>
            </a:r>
            <a:r>
              <a:rPr lang="en">
                <a:latin typeface="Courier New"/>
                <a:ea typeface="Courier New"/>
                <a:cs typeface="Courier New"/>
                <a:sym typeface="Courier New"/>
              </a:rPr>
              <a:t>.git/hooks/pre-commit </a:t>
            </a:r>
            <a:r>
              <a:rPr lang="en"/>
              <a:t>file with the following content:</a:t>
            </a: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p:txBody>
      </p:sp>
      <p:pic>
        <p:nvPicPr>
          <p:cNvPr id="1227" name="Google Shape;1227;p47"/>
          <p:cNvPicPr preferRelativeResize="0"/>
          <p:nvPr/>
        </p:nvPicPr>
        <p:blipFill rotWithShape="1">
          <a:blip r:embed="rId3">
            <a:alphaModFix/>
          </a:blip>
          <a:srcRect/>
          <a:stretch/>
        </p:blipFill>
        <p:spPr>
          <a:xfrm>
            <a:off x="1009281" y="3073641"/>
            <a:ext cx="10137900" cy="2853567"/>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231"/>
        <p:cNvGrpSpPr/>
        <p:nvPr/>
      </p:nvGrpSpPr>
      <p:grpSpPr>
        <a:xfrm>
          <a:off x="0" y="0"/>
          <a:ext cx="0" cy="0"/>
          <a:chOff x="0" y="0"/>
          <a:chExt cx="0" cy="0"/>
        </a:xfrm>
      </p:grpSpPr>
      <p:sp>
        <p:nvSpPr>
          <p:cNvPr id="1232" name="Google Shape;1232;p48"/>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4.4.3 Post -commit Hooks</a:t>
            </a:r>
            <a:endParaRPr/>
          </a:p>
        </p:txBody>
      </p:sp>
      <p:sp>
        <p:nvSpPr>
          <p:cNvPr id="1233" name="Google Shape;1233;p48"/>
          <p:cNvSpPr txBox="1">
            <a:spLocks noGrp="1"/>
          </p:cNvSpPr>
          <p:nvPr>
            <p:ph type="body" idx="1"/>
          </p:nvPr>
        </p:nvSpPr>
        <p:spPr>
          <a:xfrm>
            <a:off x="514350" y="1304995"/>
            <a:ext cx="10273812" cy="4840828"/>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1800"/>
              <a:buNone/>
            </a:pPr>
            <a:r>
              <a:rPr lang="en"/>
              <a:t>A post-commit hook in Git is a script that runs automatically after a commit is finalized. </a:t>
            </a:r>
            <a:endParaRPr/>
          </a:p>
          <a:p>
            <a:pPr marL="0" lvl="0" indent="0" algn="l" rtl="0">
              <a:lnSpc>
                <a:spcPct val="120000"/>
              </a:lnSpc>
              <a:spcBef>
                <a:spcPts val="838"/>
              </a:spcBef>
              <a:spcAft>
                <a:spcPts val="0"/>
              </a:spcAft>
              <a:buClr>
                <a:schemeClr val="dk1"/>
              </a:buClr>
              <a:buSzPts val="1800"/>
              <a:buNone/>
            </a:pPr>
            <a:endParaRPr b="1"/>
          </a:p>
          <a:p>
            <a:pPr marL="0" lvl="0" indent="0" algn="l" rtl="0">
              <a:lnSpc>
                <a:spcPct val="120000"/>
              </a:lnSpc>
              <a:spcBef>
                <a:spcPts val="838"/>
              </a:spcBef>
              <a:spcAft>
                <a:spcPts val="0"/>
              </a:spcAft>
              <a:buClr>
                <a:schemeClr val="dk1"/>
              </a:buClr>
              <a:buSzPts val="1800"/>
              <a:buNone/>
            </a:pPr>
            <a:r>
              <a:rPr lang="en" b="1"/>
              <a:t>Key Characteristics:</a:t>
            </a:r>
            <a:endParaRPr/>
          </a:p>
          <a:p>
            <a:pPr marL="285750" lvl="1" indent="-285750" algn="l" rtl="0">
              <a:lnSpc>
                <a:spcPct val="120000"/>
              </a:lnSpc>
              <a:spcBef>
                <a:spcPts val="838"/>
              </a:spcBef>
              <a:spcAft>
                <a:spcPts val="0"/>
              </a:spcAft>
              <a:buClr>
                <a:schemeClr val="dk1"/>
              </a:buClr>
              <a:buSzPts val="1800"/>
              <a:buChar char="⭲"/>
            </a:pPr>
            <a:r>
              <a:rPr lang="en"/>
              <a:t>Notification and Logging</a:t>
            </a:r>
            <a:endParaRPr/>
          </a:p>
          <a:p>
            <a:pPr marL="285750" lvl="1" indent="-285750" algn="l" rtl="0">
              <a:lnSpc>
                <a:spcPct val="120000"/>
              </a:lnSpc>
              <a:spcBef>
                <a:spcPts val="838"/>
              </a:spcBef>
              <a:spcAft>
                <a:spcPts val="0"/>
              </a:spcAft>
              <a:buClr>
                <a:schemeClr val="dk1"/>
              </a:buClr>
              <a:buSzPts val="1800"/>
              <a:buChar char="⭲"/>
            </a:pPr>
            <a:r>
              <a:rPr lang="en"/>
              <a:t>Integration with External Tools</a:t>
            </a:r>
            <a:endParaRPr/>
          </a:p>
          <a:p>
            <a:pPr marL="285750" lvl="1" indent="-285750" algn="l" rtl="0">
              <a:lnSpc>
                <a:spcPct val="120000"/>
              </a:lnSpc>
              <a:spcBef>
                <a:spcPts val="838"/>
              </a:spcBef>
              <a:spcAft>
                <a:spcPts val="0"/>
              </a:spcAft>
              <a:buClr>
                <a:schemeClr val="dk1"/>
              </a:buClr>
              <a:buSzPts val="1800"/>
              <a:buChar char="⭲"/>
            </a:pPr>
            <a:r>
              <a:rPr lang="en"/>
              <a:t>Documentation Updates</a:t>
            </a:r>
            <a:endParaRPr/>
          </a:p>
          <a:p>
            <a:pPr marL="285750" lvl="1" indent="-285750" algn="l" rtl="0">
              <a:lnSpc>
                <a:spcPct val="120000"/>
              </a:lnSpc>
              <a:spcBef>
                <a:spcPts val="838"/>
              </a:spcBef>
              <a:spcAft>
                <a:spcPts val="0"/>
              </a:spcAft>
              <a:buClr>
                <a:schemeClr val="dk1"/>
              </a:buClr>
              <a:buSzPts val="1800"/>
              <a:buChar char="⭲"/>
            </a:pPr>
            <a:r>
              <a:rPr lang="en"/>
              <a:t>Deployment Triggers</a:t>
            </a:r>
            <a:endParaRPr/>
          </a:p>
          <a:p>
            <a:pPr marL="285750" lvl="1" indent="-285750" algn="l" rtl="0">
              <a:lnSpc>
                <a:spcPct val="120000"/>
              </a:lnSpc>
              <a:spcBef>
                <a:spcPts val="838"/>
              </a:spcBef>
              <a:spcAft>
                <a:spcPts val="0"/>
              </a:spcAft>
              <a:buClr>
                <a:schemeClr val="dk1"/>
              </a:buClr>
              <a:buSzPts val="1800"/>
              <a:buChar char="⭲"/>
            </a:pPr>
            <a:r>
              <a:rPr lang="en"/>
              <a:t>Custom Workflows</a:t>
            </a:r>
            <a:endParaRPr/>
          </a:p>
          <a:p>
            <a:pPr marL="0" lvl="0" indent="0" algn="l" rtl="0">
              <a:lnSpc>
                <a:spcPct val="120000"/>
              </a:lnSpc>
              <a:spcBef>
                <a:spcPts val="838"/>
              </a:spcBef>
              <a:spcAft>
                <a:spcPts val="0"/>
              </a:spcAft>
              <a:buClr>
                <a:schemeClr val="dk1"/>
              </a:buClr>
              <a:buSzPts val="1800"/>
              <a:buNone/>
            </a:pPr>
            <a:endParaRPr/>
          </a:p>
        </p:txBody>
      </p:sp>
      <p:grpSp>
        <p:nvGrpSpPr>
          <p:cNvPr id="1234" name="Google Shape;1234;p48"/>
          <p:cNvGrpSpPr/>
          <p:nvPr/>
        </p:nvGrpSpPr>
        <p:grpSpPr>
          <a:xfrm>
            <a:off x="7071361" y="1784403"/>
            <a:ext cx="4283092" cy="4832863"/>
            <a:chOff x="7213601" y="1855523"/>
            <a:chExt cx="4283092" cy="4832863"/>
          </a:xfrm>
        </p:grpSpPr>
        <p:pic>
          <p:nvPicPr>
            <p:cNvPr id="1235" name="Google Shape;1235;p48"/>
            <p:cNvPicPr preferRelativeResize="0"/>
            <p:nvPr/>
          </p:nvPicPr>
          <p:blipFill rotWithShape="1">
            <a:blip r:embed="rId3">
              <a:alphaModFix/>
            </a:blip>
            <a:srcRect/>
            <a:stretch/>
          </p:blipFill>
          <p:spPr>
            <a:xfrm>
              <a:off x="7213601" y="2163300"/>
              <a:ext cx="4283092" cy="3982523"/>
            </a:xfrm>
            <a:prstGeom prst="rect">
              <a:avLst/>
            </a:prstGeom>
            <a:noFill/>
            <a:ln>
              <a:noFill/>
            </a:ln>
          </p:spPr>
        </p:pic>
        <p:sp>
          <p:nvSpPr>
            <p:cNvPr id="1236" name="Google Shape;1236;p48"/>
            <p:cNvSpPr/>
            <p:nvPr/>
          </p:nvSpPr>
          <p:spPr>
            <a:xfrm>
              <a:off x="9837438" y="1855523"/>
              <a:ext cx="1646605"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400" b="1" i="0" u="none" strike="noStrike" cap="none">
                  <a:solidFill>
                    <a:srgbClr val="000000"/>
                  </a:solidFill>
                  <a:latin typeface="Arial"/>
                  <a:ea typeface="Arial"/>
                  <a:cs typeface="Arial"/>
                  <a:sym typeface="Arial"/>
                </a:rPr>
                <a:t>Business Central</a:t>
              </a:r>
              <a:endParaRPr/>
            </a:p>
          </p:txBody>
        </p:sp>
        <p:sp>
          <p:nvSpPr>
            <p:cNvPr id="1237" name="Google Shape;1237;p48"/>
            <p:cNvSpPr/>
            <p:nvPr/>
          </p:nvSpPr>
          <p:spPr>
            <a:xfrm>
              <a:off x="7583353" y="3463799"/>
              <a:ext cx="1225367"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400" b="0" i="0" u="none" strike="noStrike" cap="none">
                  <a:solidFill>
                    <a:srgbClr val="000000"/>
                  </a:solidFill>
                  <a:latin typeface="Roboto"/>
                  <a:ea typeface="Roboto"/>
                  <a:cs typeface="Roboto"/>
                  <a:sym typeface="Roboto"/>
                </a:rPr>
                <a:t>post-commit (hook)</a:t>
              </a:r>
              <a:endParaRPr sz="1400" b="0" i="0" u="none" strike="noStrike" cap="none">
                <a:solidFill>
                  <a:srgbClr val="000000"/>
                </a:solidFill>
                <a:latin typeface="Arial"/>
                <a:ea typeface="Arial"/>
                <a:cs typeface="Arial"/>
                <a:sym typeface="Arial"/>
              </a:endParaRPr>
            </a:p>
          </p:txBody>
        </p:sp>
        <p:sp>
          <p:nvSpPr>
            <p:cNvPr id="1238" name="Google Shape;1238;p48"/>
            <p:cNvSpPr/>
            <p:nvPr/>
          </p:nvSpPr>
          <p:spPr>
            <a:xfrm>
              <a:off x="9270203" y="3856944"/>
              <a:ext cx="790755"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400" b="0" i="0" u="none" strike="noStrike" cap="none">
                  <a:solidFill>
                    <a:srgbClr val="000000"/>
                  </a:solidFill>
                  <a:latin typeface="Arial"/>
                  <a:ea typeface="Arial"/>
                  <a:cs typeface="Arial"/>
                  <a:sym typeface="Arial"/>
                </a:rPr>
                <a:t>every action</a:t>
              </a:r>
              <a:endParaRPr/>
            </a:p>
          </p:txBody>
        </p:sp>
        <p:sp>
          <p:nvSpPr>
            <p:cNvPr id="1239" name="Google Shape;1239;p48"/>
            <p:cNvSpPr/>
            <p:nvPr/>
          </p:nvSpPr>
          <p:spPr>
            <a:xfrm>
              <a:off x="10281333" y="6165166"/>
              <a:ext cx="885803"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400" b="0" i="0" u="none" strike="noStrike" cap="none">
                  <a:solidFill>
                    <a:srgbClr val="000000"/>
                  </a:solidFill>
                  <a:latin typeface="Arial"/>
                  <a:ea typeface="Arial"/>
                  <a:cs typeface="Arial"/>
                  <a:sym typeface="Arial"/>
                </a:rPr>
                <a:t>git repos (.niogit)</a:t>
              </a:r>
              <a:endParaRPr/>
            </a:p>
          </p:txBody>
        </p:sp>
      </p:gr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243"/>
        <p:cNvGrpSpPr/>
        <p:nvPr/>
      </p:nvGrpSpPr>
      <p:grpSpPr>
        <a:xfrm>
          <a:off x="0" y="0"/>
          <a:ext cx="0" cy="0"/>
          <a:chOff x="0" y="0"/>
          <a:chExt cx="0" cy="0"/>
        </a:xfrm>
      </p:grpSpPr>
      <p:sp>
        <p:nvSpPr>
          <p:cNvPr id="1244" name="Google Shape;1244;p49"/>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4.4.3 Post - commit Example</a:t>
            </a:r>
            <a:endParaRPr/>
          </a:p>
        </p:txBody>
      </p:sp>
      <p:sp>
        <p:nvSpPr>
          <p:cNvPr id="1245" name="Google Shape;1245;p49"/>
          <p:cNvSpPr txBox="1">
            <a:spLocks noGrp="1"/>
          </p:cNvSpPr>
          <p:nvPr>
            <p:ph type="body" idx="1"/>
          </p:nvPr>
        </p:nvSpPr>
        <p:spPr>
          <a:xfrm>
            <a:off x="514350" y="1304995"/>
            <a:ext cx="10273812" cy="4840828"/>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1800"/>
              <a:buNone/>
            </a:pPr>
            <a:r>
              <a:rPr lang="en"/>
              <a:t>Here's a simple example of a post-commit hook:</a:t>
            </a:r>
            <a:endParaRPr/>
          </a:p>
          <a:p>
            <a:pPr marL="342900" lvl="1" indent="-342900" algn="l" rtl="0">
              <a:lnSpc>
                <a:spcPct val="120000"/>
              </a:lnSpc>
              <a:spcBef>
                <a:spcPts val="838"/>
              </a:spcBef>
              <a:spcAft>
                <a:spcPts val="0"/>
              </a:spcAft>
              <a:buClr>
                <a:schemeClr val="dk1"/>
              </a:buClr>
              <a:buSzPts val="1800"/>
              <a:buFont typeface="Calibri"/>
              <a:buAutoNum type="arabicPeriod"/>
            </a:pPr>
            <a:r>
              <a:rPr lang="en"/>
              <a:t>Create a file named </a:t>
            </a:r>
            <a:r>
              <a:rPr lang="en">
                <a:latin typeface="Courier New"/>
                <a:ea typeface="Courier New"/>
                <a:cs typeface="Courier New"/>
                <a:sym typeface="Courier New"/>
              </a:rPr>
              <a:t>.git/hooks/post-commit </a:t>
            </a:r>
            <a:r>
              <a:rPr lang="en"/>
              <a:t>in your Git repository.</a:t>
            </a:r>
            <a:endParaRPr/>
          </a:p>
          <a:p>
            <a:pPr marL="342900" lvl="1" indent="-342900" algn="l" rtl="0">
              <a:lnSpc>
                <a:spcPct val="120000"/>
              </a:lnSpc>
              <a:spcBef>
                <a:spcPts val="838"/>
              </a:spcBef>
              <a:spcAft>
                <a:spcPts val="0"/>
              </a:spcAft>
              <a:buClr>
                <a:schemeClr val="dk1"/>
              </a:buClr>
              <a:buSzPts val="1800"/>
              <a:buFont typeface="Calibri"/>
              <a:buAutoNum type="arabicPeriod"/>
            </a:pPr>
            <a:r>
              <a:rPr lang="en"/>
              <a:t>Make the file executable: </a:t>
            </a:r>
            <a:r>
              <a:rPr lang="en">
                <a:latin typeface="Courier New"/>
                <a:ea typeface="Courier New"/>
                <a:cs typeface="Courier New"/>
                <a:sym typeface="Courier New"/>
              </a:rPr>
              <a:t>chmod +x .git/hooks/post-commit</a:t>
            </a:r>
            <a:endParaRPr/>
          </a:p>
          <a:p>
            <a:pPr marL="342900" lvl="1" indent="-342900" algn="l" rtl="0">
              <a:lnSpc>
                <a:spcPct val="120000"/>
              </a:lnSpc>
              <a:spcBef>
                <a:spcPts val="838"/>
              </a:spcBef>
              <a:spcAft>
                <a:spcPts val="0"/>
              </a:spcAft>
              <a:buClr>
                <a:schemeClr val="dk1"/>
              </a:buClr>
              <a:buSzPts val="1800"/>
              <a:buFont typeface="Calibri"/>
              <a:buAutoNum type="arabicPeriod"/>
            </a:pPr>
            <a:r>
              <a:rPr lang="en"/>
              <a:t>Edit the </a:t>
            </a:r>
            <a:r>
              <a:rPr lang="en">
                <a:latin typeface="Courier New"/>
                <a:ea typeface="Courier New"/>
                <a:cs typeface="Courier New"/>
                <a:sym typeface="Courier New"/>
              </a:rPr>
              <a:t>.git/hooks/post-commit </a:t>
            </a:r>
            <a:r>
              <a:rPr lang="en"/>
              <a:t>file with the following content:</a:t>
            </a: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p:txBody>
      </p:sp>
      <p:pic>
        <p:nvPicPr>
          <p:cNvPr id="1246" name="Google Shape;1246;p49"/>
          <p:cNvPicPr preferRelativeResize="0"/>
          <p:nvPr/>
        </p:nvPicPr>
        <p:blipFill rotWithShape="1">
          <a:blip r:embed="rId3">
            <a:alphaModFix/>
          </a:blip>
          <a:srcRect/>
          <a:stretch/>
        </p:blipFill>
        <p:spPr>
          <a:xfrm>
            <a:off x="1331913" y="3247233"/>
            <a:ext cx="8737600" cy="233680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250"/>
        <p:cNvGrpSpPr/>
        <p:nvPr/>
      </p:nvGrpSpPr>
      <p:grpSpPr>
        <a:xfrm>
          <a:off x="0" y="0"/>
          <a:ext cx="0" cy="0"/>
          <a:chOff x="0" y="0"/>
          <a:chExt cx="0" cy="0"/>
        </a:xfrm>
      </p:grpSpPr>
      <p:sp>
        <p:nvSpPr>
          <p:cNvPr id="1251" name="Google Shape;1251;p50"/>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4.4.4 Pre-receive Hook </a:t>
            </a:r>
            <a:endParaRPr/>
          </a:p>
        </p:txBody>
      </p:sp>
      <p:sp>
        <p:nvSpPr>
          <p:cNvPr id="1252" name="Google Shape;1252;p50"/>
          <p:cNvSpPr txBox="1">
            <a:spLocks noGrp="1"/>
          </p:cNvSpPr>
          <p:nvPr>
            <p:ph type="body" idx="1"/>
          </p:nvPr>
        </p:nvSpPr>
        <p:spPr>
          <a:xfrm>
            <a:off x="514350" y="1304995"/>
            <a:ext cx="10273812" cy="4840828"/>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1800"/>
              <a:buNone/>
            </a:pPr>
            <a:r>
              <a:rPr lang="en"/>
              <a:t>A pre-receive hook in Git is a server-side hook that is invoked before Git processes any incoming push.</a:t>
            </a:r>
            <a:endParaRPr/>
          </a:p>
          <a:p>
            <a:pPr marL="0" lvl="0" indent="0" algn="l" rtl="0">
              <a:lnSpc>
                <a:spcPct val="120000"/>
              </a:lnSpc>
              <a:spcBef>
                <a:spcPts val="838"/>
              </a:spcBef>
              <a:spcAft>
                <a:spcPts val="0"/>
              </a:spcAft>
              <a:buClr>
                <a:schemeClr val="dk1"/>
              </a:buClr>
              <a:buSzPts val="1800"/>
              <a:buNone/>
            </a:pPr>
            <a:r>
              <a:rPr lang="en"/>
              <a:t>Here's a simple example of a post-commit hook:</a:t>
            </a:r>
            <a:endParaRPr/>
          </a:p>
          <a:p>
            <a:pPr marL="342900" lvl="1" indent="-342900" algn="l" rtl="0">
              <a:lnSpc>
                <a:spcPct val="120000"/>
              </a:lnSpc>
              <a:spcBef>
                <a:spcPts val="838"/>
              </a:spcBef>
              <a:spcAft>
                <a:spcPts val="0"/>
              </a:spcAft>
              <a:buClr>
                <a:schemeClr val="dk1"/>
              </a:buClr>
              <a:buSzPts val="1800"/>
              <a:buFont typeface="Calibri"/>
              <a:buAutoNum type="arabicPeriod"/>
            </a:pPr>
            <a:r>
              <a:rPr lang="en"/>
              <a:t>Create a file named pre-receive in the hooks directory of your bare Git repository (usually located at </a:t>
            </a:r>
            <a:r>
              <a:rPr lang="en">
                <a:latin typeface="Courier New"/>
                <a:ea typeface="Courier New"/>
                <a:cs typeface="Courier New"/>
                <a:sym typeface="Courier New"/>
              </a:rPr>
              <a:t>repository.git/hooks/pre-receive</a:t>
            </a:r>
            <a:r>
              <a:rPr lang="en"/>
              <a:t>).</a:t>
            </a:r>
            <a:endParaRPr/>
          </a:p>
          <a:p>
            <a:pPr marL="342900" lvl="1" indent="-342900" algn="l" rtl="0">
              <a:lnSpc>
                <a:spcPct val="120000"/>
              </a:lnSpc>
              <a:spcBef>
                <a:spcPts val="838"/>
              </a:spcBef>
              <a:spcAft>
                <a:spcPts val="0"/>
              </a:spcAft>
              <a:buClr>
                <a:schemeClr val="dk1"/>
              </a:buClr>
              <a:buSzPts val="1800"/>
              <a:buFont typeface="Calibri"/>
              <a:buAutoNum type="arabicPeriod"/>
            </a:pPr>
            <a:r>
              <a:rPr lang="en"/>
              <a:t>Make the file executable: </a:t>
            </a:r>
            <a:r>
              <a:rPr lang="en">
                <a:latin typeface="Courier New"/>
                <a:ea typeface="Courier New"/>
                <a:cs typeface="Courier New"/>
                <a:sym typeface="Courier New"/>
              </a:rPr>
              <a:t>chmod +x path/to/repository.git/hooks/pre-receive</a:t>
            </a: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256"/>
        <p:cNvGrpSpPr/>
        <p:nvPr/>
      </p:nvGrpSpPr>
      <p:grpSpPr>
        <a:xfrm>
          <a:off x="0" y="0"/>
          <a:ext cx="0" cy="0"/>
          <a:chOff x="0" y="0"/>
          <a:chExt cx="0" cy="0"/>
        </a:xfrm>
      </p:grpSpPr>
      <p:sp>
        <p:nvSpPr>
          <p:cNvPr id="1257" name="Google Shape;1257;p51"/>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4.4.4 Pre-receive Hook Contd..</a:t>
            </a:r>
            <a:endParaRPr/>
          </a:p>
        </p:txBody>
      </p:sp>
      <p:sp>
        <p:nvSpPr>
          <p:cNvPr id="1258" name="Google Shape;1258;p51"/>
          <p:cNvSpPr txBox="1">
            <a:spLocks noGrp="1"/>
          </p:cNvSpPr>
          <p:nvPr>
            <p:ph type="body" idx="1"/>
          </p:nvPr>
        </p:nvSpPr>
        <p:spPr>
          <a:xfrm>
            <a:off x="514350" y="1304995"/>
            <a:ext cx="10273812" cy="4840828"/>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1800"/>
              <a:buNone/>
            </a:pPr>
            <a:r>
              <a:rPr lang="en"/>
              <a:t>Here's a further step of example of a post-commit hook:</a:t>
            </a:r>
            <a:endParaRPr/>
          </a:p>
          <a:p>
            <a:pPr marL="342900" lvl="1" indent="-342900" algn="l" rtl="0">
              <a:lnSpc>
                <a:spcPct val="120000"/>
              </a:lnSpc>
              <a:spcBef>
                <a:spcPts val="838"/>
              </a:spcBef>
              <a:spcAft>
                <a:spcPts val="0"/>
              </a:spcAft>
              <a:buClr>
                <a:schemeClr val="dk1"/>
              </a:buClr>
              <a:buSzPts val="1800"/>
              <a:buFont typeface="Calibri"/>
              <a:buAutoNum type="arabicPeriod" startAt="3"/>
            </a:pPr>
            <a:r>
              <a:rPr lang="en"/>
              <a:t>Edit the </a:t>
            </a:r>
            <a:r>
              <a:rPr lang="en">
                <a:solidFill>
                  <a:srgbClr val="548135"/>
                </a:solidFill>
                <a:latin typeface="Courier New"/>
                <a:ea typeface="Courier New"/>
                <a:cs typeface="Courier New"/>
                <a:sym typeface="Courier New"/>
              </a:rPr>
              <a:t>pre-receive</a:t>
            </a:r>
            <a:r>
              <a:rPr lang="en"/>
              <a:t> file with the following content:</a:t>
            </a:r>
            <a:endParaRPr/>
          </a:p>
          <a:p>
            <a:pPr marL="0" lvl="0" indent="0" algn="l" rtl="0">
              <a:lnSpc>
                <a:spcPct val="120000"/>
              </a:lnSpc>
              <a:spcBef>
                <a:spcPts val="838"/>
              </a:spcBef>
              <a:spcAft>
                <a:spcPts val="0"/>
              </a:spcAft>
              <a:buClr>
                <a:schemeClr val="dk1"/>
              </a:buClr>
              <a:buSzPts val="1800"/>
              <a:buNone/>
            </a:pPr>
            <a:endParaRPr/>
          </a:p>
        </p:txBody>
      </p:sp>
      <p:pic>
        <p:nvPicPr>
          <p:cNvPr id="1259" name="Google Shape;1259;p51"/>
          <p:cNvPicPr preferRelativeResize="0"/>
          <p:nvPr/>
        </p:nvPicPr>
        <p:blipFill rotWithShape="1">
          <a:blip r:embed="rId3">
            <a:alphaModFix/>
          </a:blip>
          <a:srcRect/>
          <a:stretch/>
        </p:blipFill>
        <p:spPr>
          <a:xfrm>
            <a:off x="1156995" y="2135195"/>
            <a:ext cx="9236685" cy="4098766"/>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263"/>
        <p:cNvGrpSpPr/>
        <p:nvPr/>
      </p:nvGrpSpPr>
      <p:grpSpPr>
        <a:xfrm>
          <a:off x="0" y="0"/>
          <a:ext cx="0" cy="0"/>
          <a:chOff x="0" y="0"/>
          <a:chExt cx="0" cy="0"/>
        </a:xfrm>
      </p:grpSpPr>
      <p:sp>
        <p:nvSpPr>
          <p:cNvPr id="1264" name="Google Shape;1264;p52"/>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4.4.5 Deployment Triggers </a:t>
            </a:r>
            <a:endParaRPr/>
          </a:p>
        </p:txBody>
      </p:sp>
      <p:sp>
        <p:nvSpPr>
          <p:cNvPr id="1265" name="Google Shape;1265;p52"/>
          <p:cNvSpPr txBox="1">
            <a:spLocks noGrp="1"/>
          </p:cNvSpPr>
          <p:nvPr>
            <p:ph type="body" idx="1"/>
          </p:nvPr>
        </p:nvSpPr>
        <p:spPr>
          <a:xfrm>
            <a:off x="514350" y="1304995"/>
            <a:ext cx="10273812" cy="4840828"/>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1800"/>
              <a:buNone/>
            </a:pPr>
            <a:r>
              <a:rPr lang="en"/>
              <a:t>These triggers are commonly used to streamline the deployment of applications or updates to production servers. Here's an overview of the steps to set up a deployment trigger using a post-receive hook:</a:t>
            </a: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p:txBody>
      </p:sp>
      <p:sp>
        <p:nvSpPr>
          <p:cNvPr id="1266" name="Google Shape;1266;p52"/>
          <p:cNvSpPr txBox="1"/>
          <p:nvPr/>
        </p:nvSpPr>
        <p:spPr>
          <a:xfrm>
            <a:off x="406400" y="1490284"/>
            <a:ext cx="11141200" cy="510000"/>
          </a:xfrm>
          <a:prstGeom prst="rect">
            <a:avLst/>
          </a:prstGeom>
          <a:noFill/>
          <a:ln>
            <a:noFill/>
          </a:ln>
        </p:spPr>
        <p:txBody>
          <a:bodyPr spcFirstLastPara="1" wrap="square" lIns="121900" tIns="121900" rIns="121900" bIns="121900" anchor="t" anchorCtr="0">
            <a:noAutofit/>
          </a:bodyPr>
          <a:lstStyle/>
          <a:p>
            <a:pPr marL="0" marR="0" lvl="0" indent="0" algn="l" rtl="0">
              <a:lnSpc>
                <a:spcPct val="115000"/>
              </a:lnSpc>
              <a:spcBef>
                <a:spcPts val="2000"/>
              </a:spcBef>
              <a:spcAft>
                <a:spcPts val="2000"/>
              </a:spcAft>
              <a:buNone/>
            </a:pPr>
            <a:endParaRPr sz="2133" b="0" i="0" u="none" strike="noStrike" cap="none">
              <a:solidFill>
                <a:srgbClr val="374151"/>
              </a:solidFill>
              <a:latin typeface="Arial"/>
              <a:ea typeface="Arial"/>
              <a:cs typeface="Arial"/>
              <a:sym typeface="Arial"/>
            </a:endParaRPr>
          </a:p>
        </p:txBody>
      </p:sp>
      <p:sp>
        <p:nvSpPr>
          <p:cNvPr id="1267" name="Google Shape;1267;p52"/>
          <p:cNvSpPr txBox="1"/>
          <p:nvPr/>
        </p:nvSpPr>
        <p:spPr>
          <a:xfrm>
            <a:off x="627522" y="2509326"/>
            <a:ext cx="10593756" cy="2286194"/>
          </a:xfrm>
          <a:prstGeom prst="rect">
            <a:avLst/>
          </a:prstGeom>
          <a:solidFill>
            <a:srgbClr val="9CC2E5"/>
          </a:solidFill>
          <a:ln w="9525" cap="flat" cmpd="sng">
            <a:solidFill>
              <a:schemeClr val="lt1"/>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121900" rIns="121900" bIns="121900" anchor="t" anchorCtr="0">
            <a:noAutofit/>
          </a:bodyPr>
          <a:lstStyle/>
          <a:p>
            <a:pPr marL="342900" marR="0" lvl="0" indent="-342900" algn="l" rtl="0">
              <a:lnSpc>
                <a:spcPct val="115000"/>
              </a:lnSpc>
              <a:spcBef>
                <a:spcPts val="0"/>
              </a:spcBef>
              <a:spcAft>
                <a:spcPts val="0"/>
              </a:spcAft>
              <a:buClr>
                <a:schemeClr val="dk1"/>
              </a:buClr>
              <a:buSzPts val="1600"/>
              <a:buFont typeface="Calibri"/>
              <a:buAutoNum type="arabicPeriod"/>
            </a:pPr>
            <a:r>
              <a:rPr lang="en" sz="1600" b="0" i="0" u="none" strike="noStrike" cap="none">
                <a:solidFill>
                  <a:schemeClr val="dk1"/>
                </a:solidFill>
                <a:latin typeface="Arial"/>
                <a:ea typeface="Arial"/>
                <a:cs typeface="Arial"/>
                <a:sym typeface="Arial"/>
              </a:rPr>
              <a:t>Create a Post-receive Hook</a:t>
            </a:r>
            <a:endParaRPr/>
          </a:p>
          <a:p>
            <a:pPr marL="355600" marR="0" lvl="0" indent="0" algn="l" rtl="0">
              <a:lnSpc>
                <a:spcPct val="115000"/>
              </a:lnSpc>
              <a:spcBef>
                <a:spcPts val="600"/>
              </a:spcBef>
              <a:spcAft>
                <a:spcPts val="0"/>
              </a:spcAft>
              <a:buNone/>
            </a:pPr>
            <a:r>
              <a:rPr lang="en" sz="1600" b="0" i="0" u="none" strike="noStrike" cap="none">
                <a:solidFill>
                  <a:schemeClr val="dk1"/>
                </a:solidFill>
                <a:latin typeface="Arial"/>
                <a:ea typeface="Arial"/>
                <a:cs typeface="Arial"/>
                <a:sym typeface="Arial"/>
              </a:rPr>
              <a:t>Navigate to the hooks directory in your Git repository (e.g</a:t>
            </a:r>
            <a:r>
              <a:rPr lang="en" sz="1600" b="0" i="0" u="none" strike="noStrike" cap="none">
                <a:solidFill>
                  <a:schemeClr val="dk1"/>
                </a:solidFill>
                <a:latin typeface="Courier New"/>
                <a:ea typeface="Courier New"/>
                <a:cs typeface="Courier New"/>
                <a:sym typeface="Courier New"/>
              </a:rPr>
              <a:t>., repository.git/hooks</a:t>
            </a:r>
            <a:r>
              <a:rPr lang="en" sz="1600" b="0" i="0" u="none" strike="noStrike" cap="none">
                <a:solidFill>
                  <a:schemeClr val="dk1"/>
                </a:solidFill>
                <a:latin typeface="Arial"/>
                <a:ea typeface="Arial"/>
                <a:cs typeface="Arial"/>
                <a:sym typeface="Arial"/>
              </a:rPr>
              <a:t>/).</a:t>
            </a:r>
            <a:endParaRPr/>
          </a:p>
          <a:p>
            <a:pPr marL="355600" marR="0" lvl="0" indent="0" algn="l" rtl="0">
              <a:lnSpc>
                <a:spcPct val="115000"/>
              </a:lnSpc>
              <a:spcBef>
                <a:spcPts val="600"/>
              </a:spcBef>
              <a:spcAft>
                <a:spcPts val="0"/>
              </a:spcAft>
              <a:buNone/>
            </a:pPr>
            <a:r>
              <a:rPr lang="en" sz="1600" b="0" i="0" u="none" strike="noStrike" cap="none">
                <a:solidFill>
                  <a:schemeClr val="dk1"/>
                </a:solidFill>
                <a:latin typeface="Arial"/>
                <a:ea typeface="Arial"/>
                <a:cs typeface="Arial"/>
                <a:sym typeface="Arial"/>
              </a:rPr>
              <a:t>Create a file named post-receive.</a:t>
            </a:r>
            <a:endParaRPr/>
          </a:p>
          <a:p>
            <a:pPr marL="355600" marR="0" lvl="0" indent="0" algn="l" rtl="0">
              <a:lnSpc>
                <a:spcPct val="115000"/>
              </a:lnSpc>
              <a:spcBef>
                <a:spcPts val="600"/>
              </a:spcBef>
              <a:spcAft>
                <a:spcPts val="0"/>
              </a:spcAft>
              <a:buNone/>
            </a:pPr>
            <a:r>
              <a:rPr lang="en" sz="1600" b="0" i="0" u="none" strike="noStrike" cap="none">
                <a:solidFill>
                  <a:schemeClr val="dk1"/>
                </a:solidFill>
                <a:latin typeface="Arial"/>
                <a:ea typeface="Arial"/>
                <a:cs typeface="Arial"/>
                <a:sym typeface="Arial"/>
              </a:rPr>
              <a:t>Make the file executable: </a:t>
            </a:r>
            <a:endParaRPr/>
          </a:p>
          <a:p>
            <a:pPr marL="355600" marR="0" lvl="0" indent="0" algn="l" rtl="0">
              <a:lnSpc>
                <a:spcPct val="115000"/>
              </a:lnSpc>
              <a:spcBef>
                <a:spcPts val="600"/>
              </a:spcBef>
              <a:spcAft>
                <a:spcPts val="600"/>
              </a:spcAft>
              <a:buNone/>
            </a:pPr>
            <a:r>
              <a:rPr lang="en" sz="1600" b="0" i="0" u="none" strike="noStrike" cap="none">
                <a:solidFill>
                  <a:schemeClr val="dk1"/>
                </a:solidFill>
                <a:latin typeface="Courier New"/>
                <a:ea typeface="Courier New"/>
                <a:cs typeface="Courier New"/>
                <a:sym typeface="Courier New"/>
              </a:rPr>
              <a:t>chmod +x path/to/repository.git/hooks/post-receive</a:t>
            </a:r>
            <a:r>
              <a:rPr lang="en" sz="1600" b="0" i="0" u="none" strike="noStrike" cap="none">
                <a:solidFill>
                  <a:schemeClr val="dk1"/>
                </a:solidFill>
                <a:latin typeface="Arial"/>
                <a:ea typeface="Arial"/>
                <a:cs typeface="Arial"/>
                <a:sym typeface="Arial"/>
              </a:rPr>
              <a:t>.</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271"/>
        <p:cNvGrpSpPr/>
        <p:nvPr/>
      </p:nvGrpSpPr>
      <p:grpSpPr>
        <a:xfrm>
          <a:off x="0" y="0"/>
          <a:ext cx="0" cy="0"/>
          <a:chOff x="0" y="0"/>
          <a:chExt cx="0" cy="0"/>
        </a:xfrm>
      </p:grpSpPr>
      <p:sp>
        <p:nvSpPr>
          <p:cNvPr id="1272" name="Google Shape;1272;p53"/>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4.4.5 Deployment Triggers Contd.. </a:t>
            </a:r>
            <a:endParaRPr/>
          </a:p>
        </p:txBody>
      </p:sp>
      <p:sp>
        <p:nvSpPr>
          <p:cNvPr id="1273" name="Google Shape;1273;p53"/>
          <p:cNvSpPr txBox="1">
            <a:spLocks noGrp="1"/>
          </p:cNvSpPr>
          <p:nvPr>
            <p:ph type="body" idx="1"/>
          </p:nvPr>
        </p:nvSpPr>
        <p:spPr>
          <a:xfrm>
            <a:off x="514350" y="1304995"/>
            <a:ext cx="10273812" cy="4840828"/>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1800"/>
              <a:buNone/>
            </a:pPr>
            <a:r>
              <a:rPr lang="en"/>
              <a:t>Here's an overview of the steps to set up a deployment trigger using a post-receive hook:</a:t>
            </a:r>
            <a:endParaRPr/>
          </a:p>
          <a:p>
            <a:pPr marL="0" lvl="0" indent="0" algn="l" rtl="0">
              <a:lnSpc>
                <a:spcPct val="135000"/>
              </a:lnSpc>
              <a:spcBef>
                <a:spcPts val="838"/>
              </a:spcBef>
              <a:spcAft>
                <a:spcPts val="0"/>
              </a:spcAft>
              <a:buClr>
                <a:schemeClr val="dk1"/>
              </a:buClr>
              <a:buSzPts val="1600"/>
              <a:buNone/>
            </a:pPr>
            <a:endParaRPr sz="1600">
              <a:solidFill>
                <a:schemeClr val="dk1"/>
              </a:solidFill>
              <a:latin typeface="Courier New"/>
              <a:ea typeface="Courier New"/>
              <a:cs typeface="Courier New"/>
              <a:sym typeface="Courier New"/>
            </a:endParaRPr>
          </a:p>
        </p:txBody>
      </p:sp>
      <p:sp>
        <p:nvSpPr>
          <p:cNvPr id="1274" name="Google Shape;1274;p53"/>
          <p:cNvSpPr txBox="1"/>
          <p:nvPr/>
        </p:nvSpPr>
        <p:spPr>
          <a:xfrm>
            <a:off x="627522" y="2011486"/>
            <a:ext cx="10593756" cy="741874"/>
          </a:xfrm>
          <a:prstGeom prst="rect">
            <a:avLst/>
          </a:prstGeom>
          <a:solidFill>
            <a:srgbClr val="9CC2E5"/>
          </a:solidFill>
          <a:ln w="9525" cap="flat" cmpd="sng">
            <a:solidFill>
              <a:schemeClr val="lt1"/>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121900" rIns="121900" bIns="121900" anchor="t" anchorCtr="0">
            <a:noAutofit/>
          </a:bodyPr>
          <a:lstStyle/>
          <a:p>
            <a:pPr marL="342900" marR="0" lvl="0" indent="-342900" algn="l" rtl="0">
              <a:lnSpc>
                <a:spcPct val="115000"/>
              </a:lnSpc>
              <a:spcBef>
                <a:spcPts val="0"/>
              </a:spcBef>
              <a:spcAft>
                <a:spcPts val="600"/>
              </a:spcAft>
              <a:buClr>
                <a:schemeClr val="dk1"/>
              </a:buClr>
              <a:buSzPts val="1600"/>
              <a:buFont typeface="Calibri"/>
              <a:buAutoNum type="arabicPeriod" startAt="2"/>
            </a:pPr>
            <a:r>
              <a:rPr lang="en" sz="1600" b="0" i="0" u="none" strike="noStrike" cap="none">
                <a:solidFill>
                  <a:schemeClr val="dk1"/>
                </a:solidFill>
                <a:latin typeface="Arial"/>
                <a:ea typeface="Arial"/>
                <a:cs typeface="Arial"/>
                <a:sym typeface="Arial"/>
              </a:rPr>
              <a:t>Define Deployment Script :</a:t>
            </a:r>
            <a:r>
              <a:rPr lang="en" sz="1600" b="0" i="0" u="none" strike="noStrike" cap="none">
                <a:solidFill>
                  <a:schemeClr val="dk1"/>
                </a:solidFill>
                <a:latin typeface="Courier New"/>
                <a:ea typeface="Courier New"/>
                <a:cs typeface="Courier New"/>
                <a:sym typeface="Courier New"/>
              </a:rPr>
              <a:t> deploy_script="/path/to/deployment-script.sh</a:t>
            </a:r>
            <a:r>
              <a:rPr lang="en" sz="1600" b="0" i="0" u="none" strike="noStrike" cap="none">
                <a:solidFill>
                  <a:schemeClr val="dk1"/>
                </a:solidFill>
                <a:latin typeface="Arial"/>
                <a:ea typeface="Arial"/>
                <a:cs typeface="Arial"/>
                <a:sym typeface="Arial"/>
              </a:rPr>
              <a:t>"</a:t>
            </a:r>
            <a:endParaRPr/>
          </a:p>
        </p:txBody>
      </p:sp>
      <p:sp>
        <p:nvSpPr>
          <p:cNvPr id="1275" name="Google Shape;1275;p53"/>
          <p:cNvSpPr txBox="1"/>
          <p:nvPr/>
        </p:nvSpPr>
        <p:spPr>
          <a:xfrm>
            <a:off x="627522" y="2932938"/>
            <a:ext cx="10593756" cy="1683512"/>
          </a:xfrm>
          <a:prstGeom prst="rect">
            <a:avLst/>
          </a:prstGeom>
          <a:solidFill>
            <a:srgbClr val="9CC2E5"/>
          </a:solidFill>
          <a:ln w="9525" cap="flat" cmpd="sng">
            <a:solidFill>
              <a:schemeClr val="lt1"/>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121900" rIns="121900" bIns="121900" anchor="t" anchorCtr="0">
            <a:noAutofit/>
          </a:bodyPr>
          <a:lstStyle/>
          <a:p>
            <a:pPr marL="342900" marR="0" lvl="0" indent="-342900" algn="l" rtl="0">
              <a:lnSpc>
                <a:spcPct val="115000"/>
              </a:lnSpc>
              <a:spcBef>
                <a:spcPts val="0"/>
              </a:spcBef>
              <a:spcAft>
                <a:spcPts val="0"/>
              </a:spcAft>
              <a:buClr>
                <a:schemeClr val="dk1"/>
              </a:buClr>
              <a:buSzPts val="1600"/>
              <a:buFont typeface="Calibri"/>
              <a:buAutoNum type="arabicPeriod" startAt="3"/>
            </a:pPr>
            <a:r>
              <a:rPr lang="en" sz="1600" b="0" i="0" u="none" strike="noStrike" cap="none">
                <a:solidFill>
                  <a:schemeClr val="dk1"/>
                </a:solidFill>
                <a:latin typeface="Arial"/>
                <a:ea typeface="Arial"/>
                <a:cs typeface="Arial"/>
                <a:sym typeface="Arial"/>
              </a:rPr>
              <a:t>Set Up Deployment Script : </a:t>
            </a:r>
            <a:endParaRPr/>
          </a:p>
          <a:p>
            <a:pPr marL="355600" marR="0" lvl="0" indent="0" algn="l" rtl="0">
              <a:lnSpc>
                <a:spcPct val="115000"/>
              </a:lnSpc>
              <a:spcBef>
                <a:spcPts val="600"/>
              </a:spcBef>
              <a:spcAft>
                <a:spcPts val="0"/>
              </a:spcAft>
              <a:buNone/>
            </a:pPr>
            <a:r>
              <a:rPr lang="en" sz="1600" b="0" i="0" u="none" strike="noStrike" cap="none">
                <a:solidFill>
                  <a:schemeClr val="dk1"/>
                </a:solidFill>
                <a:latin typeface="Arial"/>
                <a:ea typeface="Arial"/>
                <a:cs typeface="Arial"/>
                <a:sym typeface="Arial"/>
              </a:rPr>
              <a:t>Create a separate deployment script (e.g., </a:t>
            </a:r>
            <a:r>
              <a:rPr lang="en" sz="1600" b="0" i="0" u="none" strike="noStrike" cap="none">
                <a:solidFill>
                  <a:schemeClr val="dk1"/>
                </a:solidFill>
                <a:latin typeface="Courier New"/>
                <a:ea typeface="Courier New"/>
                <a:cs typeface="Courier New"/>
                <a:sym typeface="Courier New"/>
              </a:rPr>
              <a:t>deployment-script.sh</a:t>
            </a:r>
            <a:r>
              <a:rPr lang="en" sz="1600" b="0" i="0" u="none" strike="noStrike" cap="none">
                <a:solidFill>
                  <a:schemeClr val="dk1"/>
                </a:solidFill>
                <a:latin typeface="Arial"/>
                <a:ea typeface="Arial"/>
                <a:cs typeface="Arial"/>
                <a:sym typeface="Arial"/>
              </a:rPr>
              <a:t>)</a:t>
            </a:r>
            <a:endParaRPr/>
          </a:p>
          <a:p>
            <a:pPr marL="355600" marR="0" lvl="0" indent="0" algn="l" rtl="0">
              <a:lnSpc>
                <a:spcPct val="115000"/>
              </a:lnSpc>
              <a:spcBef>
                <a:spcPts val="600"/>
              </a:spcBef>
              <a:spcAft>
                <a:spcPts val="0"/>
              </a:spcAft>
              <a:buNone/>
            </a:pPr>
            <a:r>
              <a:rPr lang="en" sz="1600" b="0" i="0" u="none" strike="noStrike" cap="none">
                <a:solidFill>
                  <a:schemeClr val="dk1"/>
                </a:solidFill>
                <a:latin typeface="Arial"/>
                <a:ea typeface="Arial"/>
                <a:cs typeface="Arial"/>
                <a:sym typeface="Arial"/>
              </a:rPr>
              <a:t>Make the deployment script executable: </a:t>
            </a:r>
            <a:endParaRPr/>
          </a:p>
          <a:p>
            <a:pPr marL="355600" marR="0" lvl="0" indent="0" algn="l" rtl="0">
              <a:lnSpc>
                <a:spcPct val="115000"/>
              </a:lnSpc>
              <a:spcBef>
                <a:spcPts val="600"/>
              </a:spcBef>
              <a:spcAft>
                <a:spcPts val="600"/>
              </a:spcAft>
              <a:buNone/>
            </a:pPr>
            <a:r>
              <a:rPr lang="en" sz="1600" b="0" i="0" u="none" strike="noStrike" cap="none">
                <a:solidFill>
                  <a:schemeClr val="dk1"/>
                </a:solidFill>
                <a:latin typeface="Courier New"/>
                <a:ea typeface="Courier New"/>
                <a:cs typeface="Courier New"/>
                <a:sym typeface="Courier New"/>
              </a:rPr>
              <a:t>chmod +x /path/to/deployment-script.sh</a:t>
            </a:r>
            <a:r>
              <a:rPr lang="en" sz="1600" b="0" i="0" u="none" strike="noStrike" cap="none">
                <a:solidFill>
                  <a:schemeClr val="dk1"/>
                </a:solidFill>
                <a:latin typeface="Arial"/>
                <a:ea typeface="Arial"/>
                <a:cs typeface="Arial"/>
                <a:sym typeface="Arial"/>
              </a:rPr>
              <a:t>.</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279"/>
        <p:cNvGrpSpPr/>
        <p:nvPr/>
      </p:nvGrpSpPr>
      <p:grpSpPr>
        <a:xfrm>
          <a:off x="0" y="0"/>
          <a:ext cx="0" cy="0"/>
          <a:chOff x="0" y="0"/>
          <a:chExt cx="0" cy="0"/>
        </a:xfrm>
      </p:grpSpPr>
      <p:sp>
        <p:nvSpPr>
          <p:cNvPr id="1280" name="Google Shape;1280;p54"/>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4.4.5 Deployment Triggers Contd.. </a:t>
            </a:r>
            <a:endParaRPr/>
          </a:p>
        </p:txBody>
      </p:sp>
      <p:sp>
        <p:nvSpPr>
          <p:cNvPr id="1281" name="Google Shape;1281;p54"/>
          <p:cNvSpPr txBox="1">
            <a:spLocks noGrp="1"/>
          </p:cNvSpPr>
          <p:nvPr>
            <p:ph type="body" idx="1"/>
          </p:nvPr>
        </p:nvSpPr>
        <p:spPr>
          <a:xfrm>
            <a:off x="514350" y="1304995"/>
            <a:ext cx="10273812" cy="4840828"/>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1800"/>
              <a:buNone/>
            </a:pPr>
            <a:r>
              <a:rPr lang="en"/>
              <a:t>Here's an overview of the further steps to set up a deployment trigger using a post-receive hook:</a:t>
            </a:r>
            <a:endParaRPr/>
          </a:p>
          <a:p>
            <a:pPr marL="0" lvl="0" indent="0" algn="l" rtl="0">
              <a:lnSpc>
                <a:spcPct val="120000"/>
              </a:lnSpc>
              <a:spcBef>
                <a:spcPts val="838"/>
              </a:spcBef>
              <a:spcAft>
                <a:spcPts val="0"/>
              </a:spcAft>
              <a:buClr>
                <a:schemeClr val="dk1"/>
              </a:buClr>
              <a:buSzPts val="1800"/>
              <a:buNone/>
            </a:pPr>
            <a:endParaRPr/>
          </a:p>
        </p:txBody>
      </p:sp>
      <p:sp>
        <p:nvSpPr>
          <p:cNvPr id="1282" name="Google Shape;1282;p54"/>
          <p:cNvSpPr txBox="1"/>
          <p:nvPr/>
        </p:nvSpPr>
        <p:spPr>
          <a:xfrm>
            <a:off x="627522" y="2011486"/>
            <a:ext cx="10593756" cy="965394"/>
          </a:xfrm>
          <a:prstGeom prst="rect">
            <a:avLst/>
          </a:prstGeom>
          <a:solidFill>
            <a:srgbClr val="9CC2E5"/>
          </a:solidFill>
          <a:ln w="9525" cap="flat" cmpd="sng">
            <a:solidFill>
              <a:schemeClr val="lt1"/>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121900" rIns="121900" bIns="121900" anchor="t" anchorCtr="0">
            <a:noAutofit/>
          </a:bodyPr>
          <a:lstStyle/>
          <a:p>
            <a:pPr marL="342900" marR="0" lvl="0" indent="-342900" algn="l" rtl="0">
              <a:lnSpc>
                <a:spcPct val="115000"/>
              </a:lnSpc>
              <a:spcBef>
                <a:spcPts val="0"/>
              </a:spcBef>
              <a:spcAft>
                <a:spcPts val="0"/>
              </a:spcAft>
              <a:buClr>
                <a:schemeClr val="dk1"/>
              </a:buClr>
              <a:buSzPts val="1600"/>
              <a:buFont typeface="Calibri"/>
              <a:buAutoNum type="arabicPeriod" startAt="4"/>
            </a:pPr>
            <a:r>
              <a:rPr lang="en" sz="1600" b="0" i="0" u="none" strike="noStrike" cap="none">
                <a:solidFill>
                  <a:schemeClr val="dk1"/>
                </a:solidFill>
                <a:latin typeface="Arial"/>
                <a:ea typeface="Arial"/>
                <a:cs typeface="Arial"/>
                <a:sym typeface="Arial"/>
              </a:rPr>
              <a:t>Configure Deployment Environment:</a:t>
            </a:r>
            <a:endParaRPr/>
          </a:p>
          <a:p>
            <a:pPr marL="355600" marR="0" lvl="0" indent="0" algn="l" rtl="0">
              <a:lnSpc>
                <a:spcPct val="115000"/>
              </a:lnSpc>
              <a:spcBef>
                <a:spcPts val="600"/>
              </a:spcBef>
              <a:spcAft>
                <a:spcPts val="600"/>
              </a:spcAft>
              <a:buNone/>
            </a:pPr>
            <a:r>
              <a:rPr lang="en" sz="1600" b="0" i="0" u="none" strike="noStrike" cap="none">
                <a:solidFill>
                  <a:schemeClr val="dk1"/>
                </a:solidFill>
                <a:latin typeface="Arial"/>
                <a:ea typeface="Arial"/>
                <a:cs typeface="Arial"/>
                <a:sym typeface="Arial"/>
              </a:rPr>
              <a:t>Set up the production server with required configurations for the deployment script.</a:t>
            </a:r>
            <a:endParaRPr/>
          </a:p>
        </p:txBody>
      </p:sp>
      <p:sp>
        <p:nvSpPr>
          <p:cNvPr id="1283" name="Google Shape;1283;p54"/>
          <p:cNvSpPr txBox="1"/>
          <p:nvPr/>
        </p:nvSpPr>
        <p:spPr>
          <a:xfrm>
            <a:off x="627522" y="3319018"/>
            <a:ext cx="10593756" cy="1297432"/>
          </a:xfrm>
          <a:prstGeom prst="rect">
            <a:avLst/>
          </a:prstGeom>
          <a:solidFill>
            <a:srgbClr val="9CC2E5"/>
          </a:solidFill>
          <a:ln w="9525" cap="flat" cmpd="sng">
            <a:solidFill>
              <a:schemeClr val="lt1"/>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121900" rIns="121900" bIns="121900" anchor="t" anchorCtr="0">
            <a:noAutofit/>
          </a:bodyPr>
          <a:lstStyle/>
          <a:p>
            <a:pPr marL="342900" marR="0" lvl="0" indent="-342900" algn="l" rtl="0">
              <a:lnSpc>
                <a:spcPct val="115000"/>
              </a:lnSpc>
              <a:spcBef>
                <a:spcPts val="0"/>
              </a:spcBef>
              <a:spcAft>
                <a:spcPts val="0"/>
              </a:spcAft>
              <a:buClr>
                <a:schemeClr val="dk1"/>
              </a:buClr>
              <a:buSzPts val="1600"/>
              <a:buFont typeface="Calibri"/>
              <a:buAutoNum type="arabicPeriod" startAt="5"/>
            </a:pPr>
            <a:r>
              <a:rPr lang="en" sz="1600" b="0" i="0" u="none" strike="noStrike" cap="none">
                <a:solidFill>
                  <a:schemeClr val="dk1"/>
                </a:solidFill>
                <a:latin typeface="Arial"/>
                <a:ea typeface="Arial"/>
                <a:cs typeface="Arial"/>
                <a:sym typeface="Arial"/>
              </a:rPr>
              <a:t>Testing and Integration: </a:t>
            </a:r>
            <a:endParaRPr/>
          </a:p>
          <a:p>
            <a:pPr marL="355600" marR="0" lvl="0" indent="0" algn="l" rtl="0">
              <a:lnSpc>
                <a:spcPct val="115000"/>
              </a:lnSpc>
              <a:spcBef>
                <a:spcPts val="600"/>
              </a:spcBef>
              <a:spcAft>
                <a:spcPts val="600"/>
              </a:spcAft>
              <a:buNone/>
            </a:pPr>
            <a:r>
              <a:rPr lang="en" sz="1600" b="0" i="0" u="none" strike="noStrike" cap="none">
                <a:solidFill>
                  <a:schemeClr val="dk1"/>
                </a:solidFill>
                <a:latin typeface="Arial"/>
                <a:ea typeface="Arial"/>
                <a:cs typeface="Arial"/>
                <a:sym typeface="Arial"/>
              </a:rPr>
              <a:t>Validate the deployment trigger by pushing new commits, and integrate it into your CI or deployment pipeline for automation.</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287"/>
        <p:cNvGrpSpPr/>
        <p:nvPr/>
      </p:nvGrpSpPr>
      <p:grpSpPr>
        <a:xfrm>
          <a:off x="0" y="0"/>
          <a:ext cx="0" cy="0"/>
          <a:chOff x="0" y="0"/>
          <a:chExt cx="0" cy="0"/>
        </a:xfrm>
      </p:grpSpPr>
      <p:sp>
        <p:nvSpPr>
          <p:cNvPr id="1288" name="Google Shape;1288;p55"/>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4.4.6 Documentation Checks </a:t>
            </a:r>
            <a:endParaRPr/>
          </a:p>
        </p:txBody>
      </p:sp>
      <p:sp>
        <p:nvSpPr>
          <p:cNvPr id="1289" name="Google Shape;1289;p55"/>
          <p:cNvSpPr txBox="1">
            <a:spLocks noGrp="1"/>
          </p:cNvSpPr>
          <p:nvPr>
            <p:ph type="body" idx="1"/>
          </p:nvPr>
        </p:nvSpPr>
        <p:spPr>
          <a:xfrm>
            <a:off x="514350" y="1381195"/>
            <a:ext cx="10273800" cy="4840800"/>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1800"/>
              <a:buNone/>
            </a:pPr>
            <a:r>
              <a:rPr lang="en"/>
              <a:t>Documentation checks, often implemented using pre-commit or pre-push hooks, are mechanisms to enforce documentation standards and quality in a Git repository</a:t>
            </a:r>
            <a:endParaRPr/>
          </a:p>
          <a:p>
            <a:pPr marL="0" lvl="0" indent="0" algn="l" rtl="0">
              <a:lnSpc>
                <a:spcPct val="120000"/>
              </a:lnSpc>
              <a:spcBef>
                <a:spcPts val="838"/>
              </a:spcBef>
              <a:spcAft>
                <a:spcPts val="0"/>
              </a:spcAft>
              <a:buClr>
                <a:schemeClr val="dk1"/>
              </a:buClr>
              <a:buSzPts val="1800"/>
              <a:buNone/>
            </a:pPr>
            <a:r>
              <a:rPr lang="en">
                <a:solidFill>
                  <a:schemeClr val="dk1"/>
                </a:solidFill>
              </a:rPr>
              <a:t>Here's an example of implementing documentation checks using a pre-commit hook:</a:t>
            </a:r>
            <a:endParaRPr/>
          </a:p>
          <a:p>
            <a:pPr marL="0" lvl="0" indent="0" algn="l" rtl="0">
              <a:lnSpc>
                <a:spcPct val="120000"/>
              </a:lnSpc>
              <a:spcBef>
                <a:spcPts val="838"/>
              </a:spcBef>
              <a:spcAft>
                <a:spcPts val="0"/>
              </a:spcAft>
              <a:buClr>
                <a:schemeClr val="dk1"/>
              </a:buClr>
              <a:buSzPts val="1800"/>
              <a:buNone/>
            </a:pPr>
            <a:endParaRPr/>
          </a:p>
          <a:p>
            <a:pPr marL="0" lvl="0" indent="0" algn="l" rtl="0">
              <a:lnSpc>
                <a:spcPct val="120000"/>
              </a:lnSpc>
              <a:spcBef>
                <a:spcPts val="838"/>
              </a:spcBef>
              <a:spcAft>
                <a:spcPts val="0"/>
              </a:spcAft>
              <a:buClr>
                <a:schemeClr val="dk1"/>
              </a:buClr>
              <a:buSzPts val="1800"/>
              <a:buNone/>
            </a:pPr>
            <a:endParaRPr/>
          </a:p>
        </p:txBody>
      </p:sp>
      <p:sp>
        <p:nvSpPr>
          <p:cNvPr id="1290" name="Google Shape;1290;p55"/>
          <p:cNvSpPr txBox="1"/>
          <p:nvPr/>
        </p:nvSpPr>
        <p:spPr>
          <a:xfrm>
            <a:off x="627522" y="2526652"/>
            <a:ext cx="10593756" cy="1683512"/>
          </a:xfrm>
          <a:prstGeom prst="rect">
            <a:avLst/>
          </a:prstGeom>
          <a:solidFill>
            <a:srgbClr val="9CC2E5"/>
          </a:solidFill>
          <a:ln w="9525" cap="flat" cmpd="sng">
            <a:solidFill>
              <a:schemeClr val="lt1"/>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121900" rIns="121900" bIns="121900" anchor="t" anchorCtr="0">
            <a:noAutofit/>
          </a:bodyPr>
          <a:lstStyle/>
          <a:p>
            <a:pPr marL="342900" marR="0" lvl="0" indent="-342900" algn="l" rtl="0">
              <a:lnSpc>
                <a:spcPct val="115000"/>
              </a:lnSpc>
              <a:spcBef>
                <a:spcPts val="0"/>
              </a:spcBef>
              <a:spcAft>
                <a:spcPts val="0"/>
              </a:spcAft>
              <a:buClr>
                <a:schemeClr val="dk1"/>
              </a:buClr>
              <a:buSzPts val="1600"/>
              <a:buFont typeface="Calibri"/>
              <a:buAutoNum type="arabicPeriod"/>
            </a:pPr>
            <a:r>
              <a:rPr lang="en" sz="1600" b="0" i="0" u="none" strike="noStrike" cap="none">
                <a:solidFill>
                  <a:schemeClr val="dk1"/>
                </a:solidFill>
                <a:latin typeface="Arial"/>
                <a:ea typeface="Arial"/>
                <a:cs typeface="Arial"/>
                <a:sym typeface="Arial"/>
              </a:rPr>
              <a:t>Create a Pre-commit Hook:</a:t>
            </a:r>
            <a:endParaRPr/>
          </a:p>
          <a:p>
            <a:pPr marL="355600" marR="0" lvl="0" indent="0" algn="l" rtl="0">
              <a:lnSpc>
                <a:spcPct val="115000"/>
              </a:lnSpc>
              <a:spcBef>
                <a:spcPts val="600"/>
              </a:spcBef>
              <a:spcAft>
                <a:spcPts val="0"/>
              </a:spcAft>
              <a:buNone/>
            </a:pPr>
            <a:r>
              <a:rPr lang="en" sz="1600" b="0" i="0" u="none" strike="noStrike" cap="none">
                <a:solidFill>
                  <a:schemeClr val="dk1"/>
                </a:solidFill>
                <a:latin typeface="Arial"/>
                <a:ea typeface="Arial"/>
                <a:cs typeface="Arial"/>
                <a:sym typeface="Arial"/>
              </a:rPr>
              <a:t>Navigate to the </a:t>
            </a:r>
            <a:r>
              <a:rPr lang="en" sz="1600" b="0" i="0" u="none" strike="noStrike" cap="none">
                <a:solidFill>
                  <a:schemeClr val="dk1"/>
                </a:solidFill>
                <a:latin typeface="Courier New"/>
                <a:ea typeface="Courier New"/>
                <a:cs typeface="Courier New"/>
                <a:sym typeface="Courier New"/>
              </a:rPr>
              <a:t>.git/hooks/ directory</a:t>
            </a:r>
            <a:r>
              <a:rPr lang="en" sz="1600" b="0" i="0" u="none" strike="noStrike" cap="none">
                <a:solidFill>
                  <a:schemeClr val="dk1"/>
                </a:solidFill>
                <a:latin typeface="Arial"/>
                <a:ea typeface="Arial"/>
                <a:cs typeface="Arial"/>
                <a:sym typeface="Arial"/>
              </a:rPr>
              <a:t> in your Git repository.</a:t>
            </a:r>
            <a:endParaRPr/>
          </a:p>
          <a:p>
            <a:pPr marL="355600" marR="0" lvl="0" indent="0" algn="l" rtl="0">
              <a:lnSpc>
                <a:spcPct val="115000"/>
              </a:lnSpc>
              <a:spcBef>
                <a:spcPts val="600"/>
              </a:spcBef>
              <a:spcAft>
                <a:spcPts val="0"/>
              </a:spcAft>
              <a:buNone/>
            </a:pPr>
            <a:r>
              <a:rPr lang="en" sz="1600" b="0" i="0" u="none" strike="noStrike" cap="none">
                <a:solidFill>
                  <a:schemeClr val="dk1"/>
                </a:solidFill>
                <a:latin typeface="Arial"/>
                <a:ea typeface="Arial"/>
                <a:cs typeface="Arial"/>
                <a:sym typeface="Arial"/>
              </a:rPr>
              <a:t>Create a file named pre-commit.</a:t>
            </a:r>
            <a:endParaRPr/>
          </a:p>
          <a:p>
            <a:pPr marL="355600" marR="0" lvl="0" indent="0" algn="l" rtl="0">
              <a:lnSpc>
                <a:spcPct val="115000"/>
              </a:lnSpc>
              <a:spcBef>
                <a:spcPts val="600"/>
              </a:spcBef>
              <a:spcAft>
                <a:spcPts val="600"/>
              </a:spcAft>
              <a:buNone/>
            </a:pPr>
            <a:r>
              <a:rPr lang="en" sz="1600" b="0" i="0" u="none" strike="noStrike" cap="none">
                <a:solidFill>
                  <a:schemeClr val="dk1"/>
                </a:solidFill>
                <a:latin typeface="Arial"/>
                <a:ea typeface="Arial"/>
                <a:cs typeface="Arial"/>
                <a:sym typeface="Arial"/>
              </a:rPr>
              <a:t>Make the file executable: </a:t>
            </a:r>
            <a:r>
              <a:rPr lang="en" sz="1600" b="0" i="0" u="none" strike="noStrike" cap="none">
                <a:solidFill>
                  <a:schemeClr val="dk1"/>
                </a:solidFill>
                <a:latin typeface="Courier New"/>
                <a:ea typeface="Courier New"/>
                <a:cs typeface="Courier New"/>
                <a:sym typeface="Courier New"/>
              </a:rPr>
              <a:t>chmod +x .git/hooks/pre-commit</a:t>
            </a:r>
            <a:r>
              <a:rPr lang="en" sz="1600" b="0" i="0" u="none" strike="noStrike" cap="none">
                <a:solidFill>
                  <a:schemeClr val="dk1"/>
                </a:solidFill>
                <a:latin typeface="Arial"/>
                <a:ea typeface="Arial"/>
                <a:cs typeface="Arial"/>
                <a:sym typeface="Arial"/>
              </a:rPr>
              <a:t>.</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294"/>
        <p:cNvGrpSpPr/>
        <p:nvPr/>
      </p:nvGrpSpPr>
      <p:grpSpPr>
        <a:xfrm>
          <a:off x="0" y="0"/>
          <a:ext cx="0" cy="0"/>
          <a:chOff x="0" y="0"/>
          <a:chExt cx="0" cy="0"/>
        </a:xfrm>
      </p:grpSpPr>
      <p:sp>
        <p:nvSpPr>
          <p:cNvPr id="1295" name="Google Shape;1295;p56"/>
          <p:cNvSpPr txBox="1">
            <a:spLocks noGrp="1"/>
          </p:cNvSpPr>
          <p:nvPr>
            <p:ph type="title"/>
          </p:nvPr>
        </p:nvSpPr>
        <p:spPr>
          <a:xfrm>
            <a:off x="208635" y="633245"/>
            <a:ext cx="10515600"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4.4.6 Documentation Checks Contd..</a:t>
            </a:r>
            <a:endParaRPr/>
          </a:p>
        </p:txBody>
      </p:sp>
      <p:sp>
        <p:nvSpPr>
          <p:cNvPr id="1296" name="Google Shape;1296;p56"/>
          <p:cNvSpPr txBox="1">
            <a:spLocks noGrp="1"/>
          </p:cNvSpPr>
          <p:nvPr>
            <p:ph type="body" idx="1"/>
          </p:nvPr>
        </p:nvSpPr>
        <p:spPr>
          <a:xfrm>
            <a:off x="514350" y="1304995"/>
            <a:ext cx="10273812" cy="4840828"/>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1800"/>
              <a:buNone/>
            </a:pPr>
            <a:r>
              <a:rPr lang="en"/>
              <a:t>Here are further steps for an example of implementing documentation checks using a pre-commit hook:</a:t>
            </a:r>
            <a:endParaRPr/>
          </a:p>
          <a:p>
            <a:pPr marL="0" lvl="0" indent="0" algn="l" rtl="0">
              <a:lnSpc>
                <a:spcPct val="120000"/>
              </a:lnSpc>
              <a:spcBef>
                <a:spcPts val="838"/>
              </a:spcBef>
              <a:spcAft>
                <a:spcPts val="0"/>
              </a:spcAft>
              <a:buClr>
                <a:schemeClr val="dk1"/>
              </a:buClr>
              <a:buSzPts val="1800"/>
              <a:buNone/>
            </a:pPr>
            <a:endParaRPr/>
          </a:p>
        </p:txBody>
      </p:sp>
      <p:sp>
        <p:nvSpPr>
          <p:cNvPr id="1297" name="Google Shape;1297;p56"/>
          <p:cNvSpPr txBox="1"/>
          <p:nvPr/>
        </p:nvSpPr>
        <p:spPr>
          <a:xfrm>
            <a:off x="627522" y="2011486"/>
            <a:ext cx="10593756" cy="924754"/>
          </a:xfrm>
          <a:prstGeom prst="rect">
            <a:avLst/>
          </a:prstGeom>
          <a:solidFill>
            <a:srgbClr val="9CC2E5"/>
          </a:solidFill>
          <a:ln w="9525" cap="flat" cmpd="sng">
            <a:solidFill>
              <a:schemeClr val="lt1"/>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121900" rIns="121900" bIns="121900" anchor="t" anchorCtr="0">
            <a:noAutofit/>
          </a:bodyPr>
          <a:lstStyle/>
          <a:p>
            <a:pPr marL="342900" marR="0" lvl="0" indent="-342900" algn="l" rtl="0">
              <a:lnSpc>
                <a:spcPct val="115000"/>
              </a:lnSpc>
              <a:spcBef>
                <a:spcPts val="0"/>
              </a:spcBef>
              <a:spcAft>
                <a:spcPts val="0"/>
              </a:spcAft>
              <a:buClr>
                <a:schemeClr val="dk1"/>
              </a:buClr>
              <a:buSzPts val="1600"/>
              <a:buFont typeface="Calibri"/>
              <a:buAutoNum type="arabicPeriod" startAt="2"/>
            </a:pPr>
            <a:r>
              <a:rPr lang="en" sz="1600" b="0" i="0" u="none" strike="noStrike" cap="none">
                <a:solidFill>
                  <a:schemeClr val="dk1"/>
                </a:solidFill>
                <a:latin typeface="Arial"/>
                <a:ea typeface="Arial"/>
                <a:cs typeface="Arial"/>
                <a:sym typeface="Arial"/>
              </a:rPr>
              <a:t>Define Documentation Checks:</a:t>
            </a:r>
            <a:endParaRPr/>
          </a:p>
          <a:p>
            <a:pPr marL="355600" marR="0" lvl="0" indent="0" algn="l" rtl="0">
              <a:lnSpc>
                <a:spcPct val="115000"/>
              </a:lnSpc>
              <a:spcBef>
                <a:spcPts val="600"/>
              </a:spcBef>
              <a:spcAft>
                <a:spcPts val="600"/>
              </a:spcAft>
              <a:buNone/>
            </a:pPr>
            <a:r>
              <a:rPr lang="en" sz="1600" b="0" i="0" u="none" strike="noStrike" cap="none">
                <a:solidFill>
                  <a:schemeClr val="dk1"/>
                </a:solidFill>
                <a:latin typeface="Arial"/>
                <a:ea typeface="Arial"/>
                <a:cs typeface="Arial"/>
                <a:sym typeface="Arial"/>
              </a:rPr>
              <a:t>Edit the pre-commit file and define the documentation checks you want to perform before allowing a commit</a:t>
            </a:r>
            <a:endParaRPr sz="1600" b="0" i="0" u="none" strike="noStrike" cap="none">
              <a:solidFill>
                <a:schemeClr val="dk1"/>
              </a:solidFill>
              <a:latin typeface="Arial"/>
              <a:ea typeface="Arial"/>
              <a:cs typeface="Arial"/>
              <a:sym typeface="Arial"/>
            </a:endParaRPr>
          </a:p>
        </p:txBody>
      </p:sp>
      <p:sp>
        <p:nvSpPr>
          <p:cNvPr id="1298" name="Google Shape;1298;p56"/>
          <p:cNvSpPr txBox="1"/>
          <p:nvPr/>
        </p:nvSpPr>
        <p:spPr>
          <a:xfrm>
            <a:off x="627522" y="3197098"/>
            <a:ext cx="10593756" cy="1683512"/>
          </a:xfrm>
          <a:prstGeom prst="rect">
            <a:avLst/>
          </a:prstGeom>
          <a:solidFill>
            <a:srgbClr val="9CC2E5"/>
          </a:solidFill>
          <a:ln w="9525" cap="flat" cmpd="sng">
            <a:solidFill>
              <a:schemeClr val="lt1"/>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21900" tIns="121900" rIns="121900" bIns="121900" anchor="t" anchorCtr="0">
            <a:noAutofit/>
          </a:bodyPr>
          <a:lstStyle/>
          <a:p>
            <a:pPr marL="342900" marR="0" lvl="0" indent="-342900" algn="l" rtl="0">
              <a:lnSpc>
                <a:spcPct val="115000"/>
              </a:lnSpc>
              <a:spcBef>
                <a:spcPts val="0"/>
              </a:spcBef>
              <a:spcAft>
                <a:spcPts val="0"/>
              </a:spcAft>
              <a:buClr>
                <a:schemeClr val="dk1"/>
              </a:buClr>
              <a:buSzPts val="1600"/>
              <a:buFont typeface="Calibri"/>
              <a:buAutoNum type="arabicPeriod" startAt="3"/>
            </a:pPr>
            <a:r>
              <a:rPr lang="en" sz="1600" b="0" i="0" u="none" strike="noStrike" cap="none">
                <a:solidFill>
                  <a:schemeClr val="dk1"/>
                </a:solidFill>
                <a:latin typeface="Arial"/>
                <a:ea typeface="Arial"/>
                <a:cs typeface="Arial"/>
                <a:sym typeface="Arial"/>
              </a:rPr>
              <a:t>Testing &amp; Integration: </a:t>
            </a:r>
            <a:endParaRPr/>
          </a:p>
          <a:p>
            <a:pPr marL="355600" marR="0" lvl="0" indent="0" algn="l" rtl="0">
              <a:lnSpc>
                <a:spcPct val="115000"/>
              </a:lnSpc>
              <a:spcBef>
                <a:spcPts val="600"/>
              </a:spcBef>
              <a:spcAft>
                <a:spcPts val="600"/>
              </a:spcAft>
              <a:buNone/>
            </a:pPr>
            <a:r>
              <a:rPr lang="en" sz="1600" b="0" i="0" u="none" strike="noStrike" cap="none">
                <a:solidFill>
                  <a:schemeClr val="dk1"/>
                </a:solidFill>
                <a:latin typeface="Arial"/>
                <a:ea typeface="Arial"/>
                <a:cs typeface="Arial"/>
                <a:sym typeface="Arial"/>
              </a:rPr>
              <a:t>Validate documentation checks by committing changes, ensuring compliance with documentation standards, and seamlessly integrate the pre-commit hook into your workflow.</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302"/>
        <p:cNvGrpSpPr/>
        <p:nvPr/>
      </p:nvGrpSpPr>
      <p:grpSpPr>
        <a:xfrm>
          <a:off x="0" y="0"/>
          <a:ext cx="0" cy="0"/>
          <a:chOff x="0" y="0"/>
          <a:chExt cx="0" cy="0"/>
        </a:xfrm>
      </p:grpSpPr>
      <p:sp>
        <p:nvSpPr>
          <p:cNvPr id="1303" name="Google Shape;1303;p57"/>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What did you grasp?</a:t>
            </a:r>
            <a:endParaRPr/>
          </a:p>
          <a:p>
            <a:pPr marL="0" lvl="0" indent="0" algn="l" rtl="0">
              <a:lnSpc>
                <a:spcPct val="90000"/>
              </a:lnSpc>
              <a:spcBef>
                <a:spcPts val="0"/>
              </a:spcBef>
              <a:spcAft>
                <a:spcPts val="0"/>
              </a:spcAft>
              <a:buClr>
                <a:schemeClr val="dk2"/>
              </a:buClr>
              <a:buSzPts val="2800"/>
              <a:buFont typeface="Arial"/>
              <a:buNone/>
            </a:pPr>
            <a:endParaRPr/>
          </a:p>
          <a:p>
            <a:pPr marL="0" lvl="0" indent="0" algn="l" rtl="0">
              <a:lnSpc>
                <a:spcPct val="90000"/>
              </a:lnSpc>
              <a:spcBef>
                <a:spcPts val="0"/>
              </a:spcBef>
              <a:spcAft>
                <a:spcPts val="0"/>
              </a:spcAft>
              <a:buClr>
                <a:schemeClr val="dk2"/>
              </a:buClr>
              <a:buSzPts val="2800"/>
              <a:buFont typeface="Arial"/>
              <a:buNone/>
            </a:pPr>
            <a:endParaRPr/>
          </a:p>
        </p:txBody>
      </p:sp>
      <p:sp>
        <p:nvSpPr>
          <p:cNvPr id="1304" name="Google Shape;1304;p57"/>
          <p:cNvSpPr txBox="1">
            <a:spLocks noGrp="1"/>
          </p:cNvSpPr>
          <p:nvPr>
            <p:ph type="body" idx="1"/>
          </p:nvPr>
        </p:nvSpPr>
        <p:spPr>
          <a:xfrm>
            <a:off x="4808538" y="1852613"/>
            <a:ext cx="6691312" cy="3749675"/>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dk1"/>
              </a:buClr>
              <a:buSzPts val="1800"/>
              <a:buFont typeface="Calibri"/>
              <a:buAutoNum type="arabicPeriod"/>
            </a:pPr>
            <a:r>
              <a:rPr lang="en"/>
              <a:t>What is the purpose of a pre-commit hook in Git?</a:t>
            </a:r>
            <a:endParaRPr/>
          </a:p>
          <a:p>
            <a:pPr marL="342900" lvl="0" indent="-228600" algn="l" rtl="0">
              <a:lnSpc>
                <a:spcPct val="90000"/>
              </a:lnSpc>
              <a:spcBef>
                <a:spcPts val="1000"/>
              </a:spcBef>
              <a:spcAft>
                <a:spcPts val="0"/>
              </a:spcAft>
              <a:buClr>
                <a:schemeClr val="dk1"/>
              </a:buClr>
              <a:buSzPts val="1800"/>
              <a:buFont typeface="Calibri"/>
              <a:buNone/>
            </a:pPr>
            <a:endParaRPr/>
          </a:p>
          <a:p>
            <a:pPr marL="804863" lvl="1" indent="-447675" algn="l" rtl="0">
              <a:lnSpc>
                <a:spcPct val="90000"/>
              </a:lnSpc>
              <a:spcBef>
                <a:spcPts val="500"/>
              </a:spcBef>
              <a:spcAft>
                <a:spcPts val="0"/>
              </a:spcAft>
              <a:buClr>
                <a:schemeClr val="dk1"/>
              </a:buClr>
              <a:buSzPts val="1800"/>
              <a:buFont typeface="Calibri"/>
              <a:buAutoNum type="alphaUcPeriod"/>
            </a:pPr>
            <a:r>
              <a:rPr lang="en" b="1"/>
              <a:t>To execute tasks after a commit is made.</a:t>
            </a:r>
            <a:endParaRPr/>
          </a:p>
          <a:p>
            <a:pPr marL="804863" lvl="1" indent="-447675" algn="l" rtl="0">
              <a:lnSpc>
                <a:spcPct val="90000"/>
              </a:lnSpc>
              <a:spcBef>
                <a:spcPts val="500"/>
              </a:spcBef>
              <a:spcAft>
                <a:spcPts val="0"/>
              </a:spcAft>
              <a:buClr>
                <a:schemeClr val="dk1"/>
              </a:buClr>
              <a:buSzPts val="1800"/>
              <a:buFont typeface="Calibri"/>
              <a:buAutoNum type="alphaUcPeriod"/>
            </a:pPr>
            <a:r>
              <a:rPr lang="en" b="1"/>
              <a:t>To perform actions before the commit is finalized.</a:t>
            </a:r>
            <a:endParaRPr/>
          </a:p>
          <a:p>
            <a:pPr marL="804863" lvl="1" indent="-447675" algn="l" rtl="0">
              <a:lnSpc>
                <a:spcPct val="90000"/>
              </a:lnSpc>
              <a:spcBef>
                <a:spcPts val="500"/>
              </a:spcBef>
              <a:spcAft>
                <a:spcPts val="0"/>
              </a:spcAft>
              <a:buClr>
                <a:schemeClr val="dk1"/>
              </a:buClr>
              <a:buSzPts val="1800"/>
              <a:buFont typeface="Calibri"/>
              <a:buAutoNum type="alphaUcPeriod"/>
            </a:pPr>
            <a:r>
              <a:rPr lang="en" b="1"/>
              <a:t>To handle actions during a merge process.</a:t>
            </a:r>
            <a:endParaRPr/>
          </a:p>
          <a:p>
            <a:pPr marL="804863" lvl="1" indent="-447675" algn="l" rtl="0">
              <a:lnSpc>
                <a:spcPct val="90000"/>
              </a:lnSpc>
              <a:spcBef>
                <a:spcPts val="500"/>
              </a:spcBef>
              <a:spcAft>
                <a:spcPts val="0"/>
              </a:spcAft>
              <a:buClr>
                <a:schemeClr val="dk1"/>
              </a:buClr>
              <a:buSzPts val="1800"/>
              <a:buFont typeface="Calibri"/>
              <a:buAutoNum type="alphaUcPeriod"/>
            </a:pPr>
            <a:r>
              <a:rPr lang="en" b="1"/>
              <a:t>To synchronize changes between local and remote repositories.</a:t>
            </a:r>
            <a:endParaRPr/>
          </a:p>
          <a:p>
            <a:pPr marL="0" lvl="0" indent="268288" algn="l" rtl="0">
              <a:lnSpc>
                <a:spcPct val="90000"/>
              </a:lnSpc>
              <a:spcBef>
                <a:spcPts val="1000"/>
              </a:spcBef>
              <a:spcAft>
                <a:spcPts val="0"/>
              </a:spcAft>
              <a:buClr>
                <a:schemeClr val="dk1"/>
              </a:buClr>
              <a:buSzPts val="1800"/>
              <a:buFont typeface="Calibri"/>
              <a:buNone/>
            </a:pPr>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308"/>
        <p:cNvGrpSpPr/>
        <p:nvPr/>
      </p:nvGrpSpPr>
      <p:grpSpPr>
        <a:xfrm>
          <a:off x="0" y="0"/>
          <a:ext cx="0" cy="0"/>
          <a:chOff x="0" y="0"/>
          <a:chExt cx="0" cy="0"/>
        </a:xfrm>
      </p:grpSpPr>
      <p:sp>
        <p:nvSpPr>
          <p:cNvPr id="1309" name="Google Shape;1309;p58"/>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What did you grasp?</a:t>
            </a:r>
            <a:endParaRPr/>
          </a:p>
          <a:p>
            <a:pPr marL="0" lvl="0" indent="0" algn="l" rtl="0">
              <a:lnSpc>
                <a:spcPct val="90000"/>
              </a:lnSpc>
              <a:spcBef>
                <a:spcPts val="0"/>
              </a:spcBef>
              <a:spcAft>
                <a:spcPts val="0"/>
              </a:spcAft>
              <a:buClr>
                <a:schemeClr val="dk2"/>
              </a:buClr>
              <a:buSzPts val="2800"/>
              <a:buFont typeface="Arial"/>
              <a:buNone/>
            </a:pPr>
            <a:endParaRPr/>
          </a:p>
          <a:p>
            <a:pPr marL="0" lvl="0" indent="0" algn="l" rtl="0">
              <a:lnSpc>
                <a:spcPct val="90000"/>
              </a:lnSpc>
              <a:spcBef>
                <a:spcPts val="0"/>
              </a:spcBef>
              <a:spcAft>
                <a:spcPts val="0"/>
              </a:spcAft>
              <a:buClr>
                <a:schemeClr val="dk2"/>
              </a:buClr>
              <a:buSzPts val="2800"/>
              <a:buFont typeface="Arial"/>
              <a:buNone/>
            </a:pPr>
            <a:endParaRPr/>
          </a:p>
        </p:txBody>
      </p:sp>
      <p:sp>
        <p:nvSpPr>
          <p:cNvPr id="1310" name="Google Shape;1310;p58"/>
          <p:cNvSpPr txBox="1">
            <a:spLocks noGrp="1"/>
          </p:cNvSpPr>
          <p:nvPr>
            <p:ph type="body" idx="1"/>
          </p:nvPr>
        </p:nvSpPr>
        <p:spPr>
          <a:xfrm>
            <a:off x="4809152" y="1852369"/>
            <a:ext cx="6690513" cy="3749409"/>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dk1"/>
              </a:buClr>
              <a:buSzPts val="1800"/>
              <a:buFont typeface="Calibri"/>
              <a:buAutoNum type="arabicPeriod" startAt="2"/>
            </a:pPr>
            <a:r>
              <a:rPr lang="en"/>
              <a:t>When does a post-commit hook in Git execute?</a:t>
            </a:r>
            <a:endParaRPr/>
          </a:p>
          <a:p>
            <a:pPr marL="342900" lvl="0" indent="-228600" algn="l" rtl="0">
              <a:lnSpc>
                <a:spcPct val="90000"/>
              </a:lnSpc>
              <a:spcBef>
                <a:spcPts val="1000"/>
              </a:spcBef>
              <a:spcAft>
                <a:spcPts val="0"/>
              </a:spcAft>
              <a:buClr>
                <a:schemeClr val="dk1"/>
              </a:buClr>
              <a:buSzPts val="1800"/>
              <a:buFont typeface="Calibri"/>
              <a:buNone/>
            </a:pPr>
            <a:endParaRPr/>
          </a:p>
          <a:p>
            <a:pPr marL="804863" lvl="1" indent="-447675" algn="l" rtl="0">
              <a:lnSpc>
                <a:spcPct val="90000"/>
              </a:lnSpc>
              <a:spcBef>
                <a:spcPts val="500"/>
              </a:spcBef>
              <a:spcAft>
                <a:spcPts val="0"/>
              </a:spcAft>
              <a:buClr>
                <a:schemeClr val="dk1"/>
              </a:buClr>
              <a:buSzPts val="1800"/>
              <a:buFont typeface="Calibri"/>
              <a:buAutoNum type="alphaUcPeriod"/>
            </a:pPr>
            <a:r>
              <a:rPr lang="en" b="1"/>
              <a:t>Before the commit is staged.</a:t>
            </a:r>
            <a:endParaRPr/>
          </a:p>
          <a:p>
            <a:pPr marL="804863" lvl="1" indent="-447675" algn="l" rtl="0">
              <a:lnSpc>
                <a:spcPct val="90000"/>
              </a:lnSpc>
              <a:spcBef>
                <a:spcPts val="500"/>
              </a:spcBef>
              <a:spcAft>
                <a:spcPts val="0"/>
              </a:spcAft>
              <a:buClr>
                <a:schemeClr val="dk1"/>
              </a:buClr>
              <a:buSzPts val="1800"/>
              <a:buFont typeface="Calibri"/>
              <a:buAutoNum type="alphaUcPeriod"/>
            </a:pPr>
            <a:r>
              <a:rPr lang="en" b="1"/>
              <a:t>After the commit is successfully made.</a:t>
            </a:r>
            <a:endParaRPr/>
          </a:p>
          <a:p>
            <a:pPr marL="804863" lvl="1" indent="-447675" algn="l" rtl="0">
              <a:lnSpc>
                <a:spcPct val="90000"/>
              </a:lnSpc>
              <a:spcBef>
                <a:spcPts val="500"/>
              </a:spcBef>
              <a:spcAft>
                <a:spcPts val="0"/>
              </a:spcAft>
              <a:buClr>
                <a:schemeClr val="dk1"/>
              </a:buClr>
              <a:buSzPts val="1800"/>
              <a:buFont typeface="Calibri"/>
              <a:buAutoNum type="alphaUcPeriod"/>
            </a:pPr>
            <a:r>
              <a:rPr lang="en" b="1"/>
              <a:t>During the process of branch merging.</a:t>
            </a:r>
            <a:endParaRPr/>
          </a:p>
          <a:p>
            <a:pPr marL="804863" lvl="1" indent="-447675" algn="l" rtl="0">
              <a:lnSpc>
                <a:spcPct val="90000"/>
              </a:lnSpc>
              <a:spcBef>
                <a:spcPts val="500"/>
              </a:spcBef>
              <a:spcAft>
                <a:spcPts val="0"/>
              </a:spcAft>
              <a:buClr>
                <a:schemeClr val="dk1"/>
              </a:buClr>
              <a:buSzPts val="1800"/>
              <a:buFont typeface="Calibri"/>
              <a:buAutoNum type="alphaUcPeriod"/>
            </a:pPr>
            <a:r>
              <a:rPr lang="en" b="1"/>
              <a:t>When fetching changes from a remote repository.</a:t>
            </a:r>
            <a:endParaRPr/>
          </a:p>
          <a:p>
            <a:pPr marL="0" lvl="0" indent="0" algn="l" rtl="0">
              <a:lnSpc>
                <a:spcPct val="90000"/>
              </a:lnSpc>
              <a:spcBef>
                <a:spcPts val="1000"/>
              </a:spcBef>
              <a:spcAft>
                <a:spcPts val="0"/>
              </a:spcAft>
              <a:buClr>
                <a:schemeClr val="dk1"/>
              </a:buClr>
              <a:buSzPts val="1800"/>
              <a:buNone/>
            </a:pPr>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314"/>
        <p:cNvGrpSpPr/>
        <p:nvPr/>
      </p:nvGrpSpPr>
      <p:grpSpPr>
        <a:xfrm>
          <a:off x="0" y="0"/>
          <a:ext cx="0" cy="0"/>
          <a:chOff x="0" y="0"/>
          <a:chExt cx="0" cy="0"/>
        </a:xfrm>
      </p:grpSpPr>
      <p:sp>
        <p:nvSpPr>
          <p:cNvPr id="1315" name="Google Shape;1315;p59"/>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2800"/>
              <a:buFont typeface="Arial"/>
              <a:buNone/>
            </a:pPr>
            <a:r>
              <a:rPr lang="en"/>
              <a:t>What did you grasp?</a:t>
            </a:r>
            <a:endParaRPr/>
          </a:p>
          <a:p>
            <a:pPr marL="0" lvl="0" indent="0" algn="l" rtl="0">
              <a:lnSpc>
                <a:spcPct val="90000"/>
              </a:lnSpc>
              <a:spcBef>
                <a:spcPts val="0"/>
              </a:spcBef>
              <a:spcAft>
                <a:spcPts val="0"/>
              </a:spcAft>
              <a:buClr>
                <a:schemeClr val="dk2"/>
              </a:buClr>
              <a:buSzPts val="2800"/>
              <a:buFont typeface="Arial"/>
              <a:buNone/>
            </a:pPr>
            <a:endParaRPr/>
          </a:p>
          <a:p>
            <a:pPr marL="0" lvl="0" indent="0" algn="l" rtl="0">
              <a:lnSpc>
                <a:spcPct val="90000"/>
              </a:lnSpc>
              <a:spcBef>
                <a:spcPts val="0"/>
              </a:spcBef>
              <a:spcAft>
                <a:spcPts val="0"/>
              </a:spcAft>
              <a:buClr>
                <a:schemeClr val="dk2"/>
              </a:buClr>
              <a:buSzPts val="2800"/>
              <a:buFont typeface="Arial"/>
              <a:buNone/>
            </a:pPr>
            <a:endParaRPr/>
          </a:p>
        </p:txBody>
      </p:sp>
      <p:sp>
        <p:nvSpPr>
          <p:cNvPr id="1316" name="Google Shape;1316;p59"/>
          <p:cNvSpPr txBox="1">
            <a:spLocks noGrp="1"/>
          </p:cNvSpPr>
          <p:nvPr>
            <p:ph type="body" idx="1"/>
          </p:nvPr>
        </p:nvSpPr>
        <p:spPr>
          <a:xfrm>
            <a:off x="4809152" y="1852369"/>
            <a:ext cx="6690513" cy="3749409"/>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dk1"/>
              </a:buClr>
              <a:buSzPts val="1800"/>
              <a:buFont typeface="Calibri"/>
              <a:buAutoNum type="arabicPeriod" startAt="3"/>
            </a:pPr>
            <a:r>
              <a:rPr lang="en"/>
              <a:t>What does a pre-receive hook in Git primarily control?</a:t>
            </a:r>
            <a:endParaRPr/>
          </a:p>
          <a:p>
            <a:pPr marL="342900" lvl="0" indent="-228600" algn="l" rtl="0">
              <a:lnSpc>
                <a:spcPct val="90000"/>
              </a:lnSpc>
              <a:spcBef>
                <a:spcPts val="1000"/>
              </a:spcBef>
              <a:spcAft>
                <a:spcPts val="0"/>
              </a:spcAft>
              <a:buClr>
                <a:schemeClr val="dk1"/>
              </a:buClr>
              <a:buSzPts val="1800"/>
              <a:buFont typeface="Calibri"/>
              <a:buNone/>
            </a:pPr>
            <a:endParaRPr/>
          </a:p>
          <a:p>
            <a:pPr marL="804863" lvl="1" indent="-447675" algn="l" rtl="0">
              <a:lnSpc>
                <a:spcPct val="90000"/>
              </a:lnSpc>
              <a:spcBef>
                <a:spcPts val="500"/>
              </a:spcBef>
              <a:spcAft>
                <a:spcPts val="0"/>
              </a:spcAft>
              <a:buClr>
                <a:schemeClr val="dk1"/>
              </a:buClr>
              <a:buSzPts val="1800"/>
              <a:buFont typeface="Calibri"/>
              <a:buAutoNum type="alphaUcPeriod"/>
            </a:pPr>
            <a:r>
              <a:rPr lang="en" b="1"/>
              <a:t>Actions before a commit is finalized.</a:t>
            </a:r>
            <a:endParaRPr/>
          </a:p>
          <a:p>
            <a:pPr marL="804863" lvl="1" indent="-447675" algn="l" rtl="0">
              <a:lnSpc>
                <a:spcPct val="90000"/>
              </a:lnSpc>
              <a:spcBef>
                <a:spcPts val="500"/>
              </a:spcBef>
              <a:spcAft>
                <a:spcPts val="0"/>
              </a:spcAft>
              <a:buClr>
                <a:schemeClr val="dk1"/>
              </a:buClr>
              <a:buSzPts val="1800"/>
              <a:buFont typeface="Calibri"/>
              <a:buAutoNum type="alphaUcPeriod"/>
            </a:pPr>
            <a:r>
              <a:rPr lang="en" b="1"/>
              <a:t>Actions after a commit is successfully made.</a:t>
            </a:r>
            <a:endParaRPr/>
          </a:p>
          <a:p>
            <a:pPr marL="804863" lvl="1" indent="-447675" algn="l" rtl="0">
              <a:lnSpc>
                <a:spcPct val="90000"/>
              </a:lnSpc>
              <a:spcBef>
                <a:spcPts val="500"/>
              </a:spcBef>
              <a:spcAft>
                <a:spcPts val="0"/>
              </a:spcAft>
              <a:buClr>
                <a:schemeClr val="dk1"/>
              </a:buClr>
              <a:buSzPts val="1800"/>
              <a:buFont typeface="Calibri"/>
              <a:buAutoNum type="alphaUcPeriod"/>
            </a:pPr>
            <a:r>
              <a:rPr lang="en" b="1"/>
              <a:t>Actions during the push to a remote repository.</a:t>
            </a:r>
            <a:endParaRPr/>
          </a:p>
          <a:p>
            <a:pPr marL="804863" lvl="1" indent="-447675" algn="l" rtl="0">
              <a:lnSpc>
                <a:spcPct val="90000"/>
              </a:lnSpc>
              <a:spcBef>
                <a:spcPts val="500"/>
              </a:spcBef>
              <a:spcAft>
                <a:spcPts val="0"/>
              </a:spcAft>
              <a:buClr>
                <a:schemeClr val="dk1"/>
              </a:buClr>
              <a:buSzPts val="1800"/>
              <a:buFont typeface="Calibri"/>
              <a:buAutoNum type="alphaUcPeriod"/>
            </a:pPr>
            <a:r>
              <a:rPr lang="en" b="1"/>
              <a:t>Actions during the process of rebasing.</a:t>
            </a:r>
            <a:endParaRPr/>
          </a:p>
          <a:p>
            <a:pPr marL="0" lvl="0" indent="0" algn="l" rtl="0">
              <a:lnSpc>
                <a:spcPct val="90000"/>
              </a:lnSpc>
              <a:spcBef>
                <a:spcPts val="1000"/>
              </a:spcBef>
              <a:spcAft>
                <a:spcPts val="0"/>
              </a:spcAft>
              <a:buClr>
                <a:schemeClr val="dk1"/>
              </a:buClr>
              <a:buSzPts val="1800"/>
              <a:buNone/>
            </a:pPr>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320"/>
        <p:cNvGrpSpPr/>
        <p:nvPr/>
      </p:nvGrpSpPr>
      <p:grpSpPr>
        <a:xfrm>
          <a:off x="0" y="0"/>
          <a:ext cx="0" cy="0"/>
          <a:chOff x="0" y="0"/>
          <a:chExt cx="0" cy="0"/>
        </a:xfrm>
      </p:grpSpPr>
      <p:sp>
        <p:nvSpPr>
          <p:cNvPr id="1321" name="Google Shape;1321;p60"/>
          <p:cNvSpPr txBox="1">
            <a:spLocks noGrp="1"/>
          </p:cNvSpPr>
          <p:nvPr>
            <p:ph type="title"/>
          </p:nvPr>
        </p:nvSpPr>
        <p:spPr>
          <a:xfrm>
            <a:off x="208635" y="633245"/>
            <a:ext cx="11291702" cy="49217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2"/>
              </a:buClr>
              <a:buSzPts val="2800"/>
              <a:buFont typeface="Arial"/>
              <a:buNone/>
            </a:pPr>
            <a:r>
              <a:rPr lang="en"/>
              <a:t>In a nutshell, we learnt:</a:t>
            </a:r>
            <a:endParaRPr/>
          </a:p>
        </p:txBody>
      </p:sp>
      <p:sp>
        <p:nvSpPr>
          <p:cNvPr id="1322" name="Google Shape;1322;p60"/>
          <p:cNvSpPr txBox="1">
            <a:spLocks noGrp="1"/>
          </p:cNvSpPr>
          <p:nvPr>
            <p:ph type="body" idx="1"/>
          </p:nvPr>
        </p:nvSpPr>
        <p:spPr>
          <a:xfrm>
            <a:off x="6213475" y="1966913"/>
            <a:ext cx="5286375" cy="374967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endParaRPr/>
          </a:p>
          <a:p>
            <a:pPr marL="285750" lvl="0" indent="-285750" algn="l" rtl="0">
              <a:lnSpc>
                <a:spcPct val="100000"/>
              </a:lnSpc>
              <a:spcBef>
                <a:spcPts val="0"/>
              </a:spcBef>
              <a:spcAft>
                <a:spcPts val="0"/>
              </a:spcAft>
              <a:buClr>
                <a:schemeClr val="dk1"/>
              </a:buClr>
              <a:buSzPts val="1800"/>
              <a:buFont typeface="Arial"/>
              <a:buChar char="•"/>
            </a:pPr>
            <a:r>
              <a:rPr lang="en"/>
              <a:t>Grasped essential Git commands for basic version control.</a:t>
            </a:r>
            <a:endParaRPr/>
          </a:p>
          <a:p>
            <a:pPr marL="285750" lvl="0" indent="-285750" algn="l" rtl="0">
              <a:lnSpc>
                <a:spcPct val="100000"/>
              </a:lnSpc>
              <a:spcBef>
                <a:spcPts val="0"/>
              </a:spcBef>
              <a:spcAft>
                <a:spcPts val="0"/>
              </a:spcAft>
              <a:buClr>
                <a:schemeClr val="dk1"/>
              </a:buClr>
              <a:buSzPts val="1800"/>
              <a:buFont typeface="Arial"/>
              <a:buChar char="•"/>
            </a:pPr>
            <a:r>
              <a:rPr lang="en"/>
              <a:t>Explored cloning, tracking branches, and syncing changes with remote repositories.</a:t>
            </a:r>
            <a:endParaRPr/>
          </a:p>
          <a:p>
            <a:pPr marL="285750" lvl="0" indent="-285750" algn="l" rtl="0">
              <a:lnSpc>
                <a:spcPct val="100000"/>
              </a:lnSpc>
              <a:spcBef>
                <a:spcPts val="0"/>
              </a:spcBef>
              <a:spcAft>
                <a:spcPts val="0"/>
              </a:spcAft>
              <a:buClr>
                <a:schemeClr val="dk1"/>
              </a:buClr>
              <a:buSzPts val="1800"/>
              <a:buFont typeface="Arial"/>
              <a:buChar char="•"/>
            </a:pPr>
            <a:r>
              <a:rPr lang="en"/>
              <a:t>Learned advanced techniques like rebasing and commit squashing.</a:t>
            </a:r>
            <a:endParaRPr/>
          </a:p>
          <a:p>
            <a:pPr marL="285750" lvl="0" indent="-285750" algn="l" rtl="0">
              <a:lnSpc>
                <a:spcPct val="100000"/>
              </a:lnSpc>
              <a:spcBef>
                <a:spcPts val="0"/>
              </a:spcBef>
              <a:spcAft>
                <a:spcPts val="0"/>
              </a:spcAft>
              <a:buClr>
                <a:schemeClr val="dk1"/>
              </a:buClr>
              <a:buSzPts val="1800"/>
              <a:buFont typeface="Arial"/>
              <a:buChar char="•"/>
            </a:pPr>
            <a:r>
              <a:rPr lang="en"/>
              <a:t>Implemented pre and post-commit hooks for customized workflows.</a:t>
            </a:r>
            <a:endParaRPr/>
          </a:p>
          <a:p>
            <a:pPr marL="285750" lvl="0" indent="-171450" algn="l" rtl="0">
              <a:lnSpc>
                <a:spcPct val="100000"/>
              </a:lnSpc>
              <a:spcBef>
                <a:spcPts val="0"/>
              </a:spcBef>
              <a:spcAft>
                <a:spcPts val="0"/>
              </a:spcAft>
              <a:buClr>
                <a:schemeClr val="dk1"/>
              </a:buClr>
              <a:buSzPts val="1800"/>
              <a:buFont typeface="Arial"/>
              <a:buNone/>
            </a:pPr>
            <a:endParaRPr/>
          </a:p>
          <a:p>
            <a:pPr marL="285750" lvl="0" indent="-171450" algn="l" rtl="0">
              <a:lnSpc>
                <a:spcPct val="100000"/>
              </a:lnSpc>
              <a:spcBef>
                <a:spcPts val="0"/>
              </a:spcBef>
              <a:spcAft>
                <a:spcPts val="0"/>
              </a:spcAft>
              <a:buClr>
                <a:schemeClr val="dk1"/>
              </a:buClr>
              <a:buSzPts val="1800"/>
              <a:buFont typeface="Arial"/>
              <a:buNone/>
            </a:pPr>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326"/>
        <p:cNvGrpSpPr/>
        <p:nvPr/>
      </p:nvGrpSpPr>
      <p:grpSpPr>
        <a:xfrm>
          <a:off x="0" y="0"/>
          <a:ext cx="0" cy="0"/>
          <a:chOff x="0" y="0"/>
          <a:chExt cx="0" cy="0"/>
        </a:xfrm>
      </p:grpSpPr>
      <p:sp>
        <p:nvSpPr>
          <p:cNvPr id="1327" name="Google Shape;1327;p61"/>
          <p:cNvSpPr txBox="1">
            <a:spLocks noGrp="1"/>
          </p:cNvSpPr>
          <p:nvPr>
            <p:ph type="body" idx="1"/>
          </p:nvPr>
        </p:nvSpPr>
        <p:spPr>
          <a:xfrm>
            <a:off x="571925" y="2422525"/>
            <a:ext cx="11192181" cy="40005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Clr>
                <a:schemeClr val="dk1"/>
              </a:buClr>
              <a:buSzPts val="1400"/>
              <a:buFont typeface="Arial"/>
              <a:buNone/>
            </a:pPr>
            <a:r>
              <a:rPr lang="en" b="1"/>
              <a:t>Next Module:</a:t>
            </a:r>
            <a:r>
              <a:rPr lang="en"/>
              <a:t> </a:t>
            </a:r>
            <a:endParaRPr/>
          </a:p>
        </p:txBody>
      </p:sp>
    </p:spTree>
  </p:cSld>
  <p:clrMapOvr>
    <a:masterClrMapping/>
  </p:clrMapOvr>
</p:sld>
</file>

<file path=ppt/theme/theme1.xml><?xml version="1.0" encoding="utf-8"?>
<a:theme xmlns:a="http://schemas.openxmlformats.org/drawingml/2006/main" name="1_Office Theme">
  <a:themeElements>
    <a:clrScheme name="Digital_Mint">
      <a:dk1>
        <a:srgbClr val="000000"/>
      </a:dk1>
      <a:lt1>
        <a:srgbClr val="FFFFFF"/>
      </a:lt1>
      <a:dk2>
        <a:srgbClr val="44546A"/>
      </a:dk2>
      <a:lt2>
        <a:srgbClr val="E7E6E6"/>
      </a:lt2>
      <a:accent1>
        <a:srgbClr val="1CC083"/>
      </a:accent1>
      <a:accent2>
        <a:srgbClr val="96E2C0"/>
      </a:accent2>
      <a:accent3>
        <a:srgbClr val="56687C"/>
      </a:accent3>
      <a:accent4>
        <a:srgbClr val="44546A"/>
      </a:accent4>
      <a:accent5>
        <a:srgbClr val="1CC083"/>
      </a:accent5>
      <a:accent6>
        <a:srgbClr val="96E2C0"/>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12874</Words>
  <Application>Microsoft Office PowerPoint</Application>
  <PresentationFormat>Widescreen</PresentationFormat>
  <Paragraphs>1371</Paragraphs>
  <Slides>59</Slides>
  <Notes>59</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59</vt:i4>
      </vt:variant>
    </vt:vector>
  </HeadingPairs>
  <TitlesOfParts>
    <vt:vector size="68" baseType="lpstr">
      <vt:lpstr>Poppins</vt:lpstr>
      <vt:lpstr>Arial</vt:lpstr>
      <vt:lpstr>Roboto</vt:lpstr>
      <vt:lpstr>Calibri</vt:lpstr>
      <vt:lpstr>Courier New</vt:lpstr>
      <vt:lpstr>Noto Sans Symbols</vt:lpstr>
      <vt:lpstr>Open Sans</vt:lpstr>
      <vt:lpstr>1_Office Theme</vt:lpstr>
      <vt:lpstr>2_Custom Design</vt:lpstr>
      <vt:lpstr>PowerPoint Presentation</vt:lpstr>
      <vt:lpstr>Module Learning Objectives </vt:lpstr>
      <vt:lpstr>3.1 Advanced Git Concepts</vt:lpstr>
      <vt:lpstr>4.1.1 Defining Remote Repositories  </vt:lpstr>
      <vt:lpstr>4.1.1 Defining Remote Repositories  </vt:lpstr>
      <vt:lpstr>4.1.2  Cloning a Remote Repository</vt:lpstr>
      <vt:lpstr>4.1.2 Practical Steps</vt:lpstr>
      <vt:lpstr>4.1.2 Benefits of Cloning</vt:lpstr>
      <vt:lpstr>4.1.3 Tracking Branches</vt:lpstr>
      <vt:lpstr>4.1.3 Practical Steps Contd.. </vt:lpstr>
      <vt:lpstr>4.1.3 Practical Steps Contd.. </vt:lpstr>
      <vt:lpstr>4.1.3 Practical Steps Contd.. </vt:lpstr>
      <vt:lpstr>4.1.3 Practical Steps</vt:lpstr>
      <vt:lpstr>4.1.3 Benefits of Tracking Branches</vt:lpstr>
      <vt:lpstr>What did you grasp? </vt:lpstr>
      <vt:lpstr>What did you grasp?  </vt:lpstr>
      <vt:lpstr>What did you grasp?  </vt:lpstr>
      <vt:lpstr>What did you grasp?  </vt:lpstr>
      <vt:lpstr>4.2.0 Defining Fetching, pulling, pushing changes  </vt:lpstr>
      <vt:lpstr>4.2.1 Fetching Changes in Git</vt:lpstr>
      <vt:lpstr>4.2.1 Benefits of Fetching in Git</vt:lpstr>
      <vt:lpstr>4.2.2 Pulling Changes in Git</vt:lpstr>
      <vt:lpstr>4.2.2 Types of Git Pull</vt:lpstr>
      <vt:lpstr>4.2.2 Benefits and Considerations of Git Pull</vt:lpstr>
      <vt:lpstr>4.2.2 Use Cases for Git Pull</vt:lpstr>
      <vt:lpstr>4.2.2 Use Cases for Git Pull Contd.. </vt:lpstr>
      <vt:lpstr>4.2.3 Pushing Changes in Git</vt:lpstr>
      <vt:lpstr>4.2.3 Types of Git Push</vt:lpstr>
      <vt:lpstr>4.2.3 Benefits and Considerations of Git Push</vt:lpstr>
      <vt:lpstr>4.2.3 Use Cases for Git Push Contd.. </vt:lpstr>
      <vt:lpstr>4.2.3 Use Cases for Git Push</vt:lpstr>
      <vt:lpstr>What did you grasp?  </vt:lpstr>
      <vt:lpstr>What did you grasp?  </vt:lpstr>
      <vt:lpstr>What did you grasp?  </vt:lpstr>
      <vt:lpstr>4.3.0 Advanced techniques for working with Branches on Remote Repositories</vt:lpstr>
      <vt:lpstr>4.3.1 Rebasing in Git</vt:lpstr>
      <vt:lpstr>4.3.2 Squash Commits</vt:lpstr>
      <vt:lpstr>4.3.3 Conflict Resolution Strategies</vt:lpstr>
      <vt:lpstr>What did you grasp?  </vt:lpstr>
      <vt:lpstr>What did you grasp?  </vt:lpstr>
      <vt:lpstr>What did you grasp?  </vt:lpstr>
      <vt:lpstr>4.4.0 Git Hooks</vt:lpstr>
      <vt:lpstr>4.4.1 Types of Hooks</vt:lpstr>
      <vt:lpstr>4.4.2 Pre-commit Hooks</vt:lpstr>
      <vt:lpstr>4.4.2 Pre-commit Hooks Example</vt:lpstr>
      <vt:lpstr>4.4.3 Post -commit Hooks</vt:lpstr>
      <vt:lpstr>4.4.3 Post - commit Example</vt:lpstr>
      <vt:lpstr>4.4.4 Pre-receive Hook </vt:lpstr>
      <vt:lpstr>4.4.4 Pre-receive Hook Contd..</vt:lpstr>
      <vt:lpstr>4.4.5 Deployment Triggers </vt:lpstr>
      <vt:lpstr>4.4.5 Deployment Triggers Contd.. </vt:lpstr>
      <vt:lpstr>4.4.5 Deployment Triggers Contd.. </vt:lpstr>
      <vt:lpstr>4.4.6 Documentation Checks </vt:lpstr>
      <vt:lpstr>4.4.6 Documentation Checks Contd..</vt:lpstr>
      <vt:lpstr>What did you grasp?  </vt:lpstr>
      <vt:lpstr>What did you grasp?  </vt:lpstr>
      <vt:lpstr>What did you grasp?  </vt:lpstr>
      <vt:lpstr>In a nutshell, we learnt: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Rashid</dc:creator>
  <cp:lastModifiedBy>Arjun Arora</cp:lastModifiedBy>
  <cp:revision>1</cp:revision>
  <dcterms:modified xsi:type="dcterms:W3CDTF">2025-04-07T11:01:43Z</dcterms:modified>
</cp:coreProperties>
</file>