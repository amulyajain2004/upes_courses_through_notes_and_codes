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1.xml" ContentType="application/vnd.openxmlformats-officedocument.presentationml.comments+xml"/>
  <Override PartName="/ppt/notesSlides/notesSlide16.xml" ContentType="application/vnd.openxmlformats-officedocument.presentationml.notesSlide+xml"/>
  <Override PartName="/ppt/comments/comment2.xml" ContentType="application/vnd.openxmlformats-officedocument.presentationml.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3.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2"/>
  </p:sldMasterIdLst>
  <p:notesMasterIdLst>
    <p:notesMasterId r:id="rId2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embeddedFontLst>
    <p:embeddedFont>
      <p:font typeface="Lato Light" panose="020F0502020204030203" pitchFamily="34" charset="0"/>
      <p:regular r:id="rId29"/>
      <p:bold r:id="rId30"/>
      <p:italic r:id="rId31"/>
      <p:boldItalic r:id="rId32"/>
    </p:embeddedFont>
    <p:embeddedFont>
      <p:font typeface="Open Sans" panose="020B0606030504020204" pitchFamily="34" charset="0"/>
      <p:regular r:id="rId33"/>
      <p:bold r:id="rId34"/>
      <p:italic r:id="rId35"/>
      <p:boldItalic r:id="rId36"/>
    </p:embeddedFont>
    <p:embeddedFont>
      <p:font typeface="Roboto" panose="020000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1368">
          <p15:clr>
            <a:srgbClr val="747775"/>
          </p15:clr>
        </p15:guide>
        <p15:guide id="3" pos="415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g0tAlhXXC4P9siAHdP3hqTN7UqW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ooja Pahwa"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guide orient="horz" pos="2160"/>
        <p:guide pos="1368"/>
        <p:guide pos="415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8"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1-02T12:24:32.417" idx="1">
    <p:pos x="6000" y="0"/>
    <p:text>The line space needs to be fixed.</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DdONOTc"/>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4-01-02T12:25:15.848" idx="2">
    <p:pos x="4113" y="1662"/>
    <p:text>The line space needs to be fixed.</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DdONOTg"/>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4-01-02T12:27:51.748" idx="3">
    <p:pos x="6000" y="0"/>
    <p:text>The line space on the left needs to be fixed.</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DdONOTk"/>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4" name="Google Shape;72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Introduce the module to the participants.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a:solidFill>
                  <a:schemeClr val="dk1"/>
                </a:solidFill>
                <a:latin typeface="Calibri"/>
                <a:ea typeface="Calibri"/>
                <a:cs typeface="Calibri"/>
                <a:sym typeface="Calibri"/>
              </a:rPr>
              <a:t>Source Code Management (SCM) is pivotal in software development, ensuring stability, collaboration, and traceability by systematically tracking and controlling changes. In the DevOps context, SCM becomes integral for fostering efficient collaboration, automation, and continuous integration. Key SCM concepts—repositories, version control, branching, and merging—form the foundation for streamlined development processes, minimizing errors and ensuring agile, dependable software delivery.</a:t>
            </a:r>
            <a:endParaRPr sz="1200">
              <a:solidFill>
                <a:schemeClr val="dk1"/>
              </a:solidFill>
              <a:latin typeface="Calibri"/>
              <a:ea typeface="Calibri"/>
              <a:cs typeface="Calibri"/>
              <a:sym typeface="Calibri"/>
            </a:endParaRPr>
          </a:p>
          <a:p>
            <a:pPr marL="0" lvl="1" indent="0" algn="l" rtl="0">
              <a:lnSpc>
                <a:spcPct val="115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We will learn how!</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2" name="Google Shape;73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t>Notes to the Facilitator:</a:t>
            </a:r>
            <a:endParaRPr b="1"/>
          </a:p>
          <a:p>
            <a:pPr marL="0" lvl="0" indent="0" algn="l" rtl="0">
              <a:lnSpc>
                <a:spcPct val="100000"/>
              </a:lnSpc>
              <a:spcBef>
                <a:spcPts val="0"/>
              </a:spcBef>
              <a:spcAft>
                <a:spcPts val="0"/>
              </a:spcAft>
              <a:buClr>
                <a:schemeClr val="dk1"/>
              </a:buClr>
              <a:buSzPts val="1100"/>
              <a:buFont typeface="Arial"/>
              <a:buNone/>
            </a:pPr>
            <a:r>
              <a:rPr lang="en"/>
              <a:t>Explain the module objectives to the participants.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b="1"/>
              <a:t>Notes to the Participants:</a:t>
            </a:r>
            <a:endParaRPr b="1"/>
          </a:p>
          <a:p>
            <a:pPr marL="0" lvl="0" indent="0" algn="l" rtl="0">
              <a:lnSpc>
                <a:spcPct val="100000"/>
              </a:lnSpc>
              <a:spcBef>
                <a:spcPts val="0"/>
              </a:spcBef>
              <a:spcAft>
                <a:spcPts val="0"/>
              </a:spcAft>
              <a:buClr>
                <a:schemeClr val="dk1"/>
              </a:buClr>
              <a:buSzPts val="1100"/>
              <a:buFont typeface="Arial"/>
              <a:buNone/>
            </a:pPr>
            <a:r>
              <a:rPr lang="en"/>
              <a:t>You will be informed about the module objectives.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r>
              <a:rPr lang="en"/>
              <a:t>At the end of this module, you will be able to learn the following:</a:t>
            </a:r>
            <a:endParaRPr/>
          </a:p>
          <a:p>
            <a:pPr marL="457200" lvl="0" indent="-298450" algn="l" rtl="0">
              <a:lnSpc>
                <a:spcPct val="100000"/>
              </a:lnSpc>
              <a:spcBef>
                <a:spcPts val="0"/>
              </a:spcBef>
              <a:spcAft>
                <a:spcPts val="0"/>
              </a:spcAft>
              <a:buSzPts val="1100"/>
              <a:buChar char="●"/>
            </a:pPr>
            <a:r>
              <a:rPr lang="en"/>
              <a:t>Define the role of Source Code Management (SCM) in tracking and controlling changes.</a:t>
            </a:r>
            <a:endParaRPr/>
          </a:p>
          <a:p>
            <a:pPr marL="457200" lvl="0" indent="-298450" algn="l" rtl="0">
              <a:lnSpc>
                <a:spcPct val="100000"/>
              </a:lnSpc>
              <a:spcBef>
                <a:spcPts val="0"/>
              </a:spcBef>
              <a:spcAft>
                <a:spcPts val="0"/>
              </a:spcAft>
              <a:buSzPts val="1100"/>
              <a:buChar char="●"/>
            </a:pPr>
            <a:r>
              <a:rPr lang="en"/>
              <a:t>Explore how SCM is a cornerstone in the DevOps lifecycle.</a:t>
            </a:r>
            <a:endParaRPr/>
          </a:p>
          <a:p>
            <a:pPr marL="457200" lvl="0" indent="-298450" algn="l" rtl="0">
              <a:lnSpc>
                <a:spcPct val="100000"/>
              </a:lnSpc>
              <a:spcBef>
                <a:spcPts val="0"/>
              </a:spcBef>
              <a:spcAft>
                <a:spcPts val="0"/>
              </a:spcAft>
              <a:buSzPts val="1100"/>
              <a:buChar char="●"/>
            </a:pPr>
            <a:r>
              <a:rPr lang="en"/>
              <a:t>Master essential SCM concepts</a:t>
            </a:r>
            <a:endParaRPr/>
          </a:p>
          <a:p>
            <a:pPr marL="457200" lvl="0" indent="-298450" algn="l" rtl="0">
              <a:lnSpc>
                <a:spcPct val="100000"/>
              </a:lnSpc>
              <a:spcBef>
                <a:spcPts val="0"/>
              </a:spcBef>
              <a:spcAft>
                <a:spcPts val="0"/>
              </a:spcAft>
              <a:buSzPts val="1100"/>
              <a:buChar char="●"/>
            </a:pPr>
            <a:r>
              <a:rPr lang="en"/>
              <a:t>Apply SCM principles to manage source code effectively</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9" name="Google Shape;73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Introduce the topics that will be covered in the module.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Reiterate that the following topics will be covered:</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Definition of Source Code Management</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Importance in DevOps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concepts</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following topics will be covered:</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Definition of Source Code Management</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Importance in DevOps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concepts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6" name="Google Shape;74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latin typeface="Calibri"/>
                <a:ea typeface="Calibri"/>
                <a:cs typeface="Calibri"/>
                <a:sym typeface="Calibri"/>
              </a:rPr>
              <a:t>The example illustrates the versatility of SCM beyond coding projects, emphasizing efficient collaboration and version control.</a:t>
            </a:r>
            <a:endParaRPr sz="1200">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a:solidFill>
                  <a:srgbClr val="374151"/>
                </a:solidFill>
                <a:latin typeface="Calibri"/>
                <a:ea typeface="Calibri"/>
                <a:cs typeface="Calibri"/>
                <a:sym typeface="Calibri"/>
              </a:rPr>
              <a:t>Let's consider a non-technical example of Source Code Management (SCM) in the context of a collaborative writing project.</a:t>
            </a:r>
            <a:endParaRPr sz="1200" b="1">
              <a:solidFill>
                <a:schemeClr val="dk1"/>
              </a:solidFill>
              <a:latin typeface="Calibri"/>
              <a:ea typeface="Calibri"/>
              <a:cs typeface="Calibri"/>
              <a:sym typeface="Calibri"/>
            </a:endParaRPr>
          </a:p>
          <a:p>
            <a:pPr marL="457200" lvl="0" indent="-228600" algn="l" rtl="0">
              <a:lnSpc>
                <a:spcPct val="115000"/>
              </a:lnSpc>
              <a:spcBef>
                <a:spcPts val="1500"/>
              </a:spcBef>
              <a:spcAft>
                <a:spcPts val="0"/>
              </a:spcAft>
              <a:buClr>
                <a:srgbClr val="374151"/>
              </a:buClr>
              <a:buSzPts val="1200"/>
              <a:buFont typeface="Calibri"/>
              <a:buNone/>
            </a:pPr>
            <a:r>
              <a:rPr lang="en" sz="1200" b="1">
                <a:solidFill>
                  <a:srgbClr val="374151"/>
                </a:solidFill>
                <a:latin typeface="Calibri"/>
                <a:ea typeface="Calibri"/>
                <a:cs typeface="Calibri"/>
                <a:sym typeface="Calibri"/>
              </a:rPr>
              <a:t>Project Kickoff:</a:t>
            </a:r>
            <a:endParaRPr sz="1200" b="1">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A team of writers is collaborating on a comprehensive report about sustainable energy solutions.</a:t>
            </a:r>
            <a:endParaRPr sz="1200">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The project starts with an initial document outlining the key sections and topics.</a:t>
            </a:r>
            <a:endParaRPr sz="1200">
              <a:solidFill>
                <a:srgbClr val="374151"/>
              </a:solidFill>
              <a:latin typeface="Calibri"/>
              <a:ea typeface="Calibri"/>
              <a:cs typeface="Calibri"/>
              <a:sym typeface="Calibri"/>
            </a:endParaRPr>
          </a:p>
          <a:p>
            <a:pPr marL="457200" lvl="0" indent="-228600" algn="l" rtl="0">
              <a:lnSpc>
                <a:spcPct val="115000"/>
              </a:lnSpc>
              <a:spcBef>
                <a:spcPts val="0"/>
              </a:spcBef>
              <a:spcAft>
                <a:spcPts val="0"/>
              </a:spcAft>
              <a:buClr>
                <a:srgbClr val="374151"/>
              </a:buClr>
              <a:buSzPts val="1200"/>
              <a:buFont typeface="Calibri"/>
              <a:buNone/>
            </a:pPr>
            <a:r>
              <a:rPr lang="en" sz="1200" b="1">
                <a:solidFill>
                  <a:srgbClr val="374151"/>
                </a:solidFill>
                <a:latin typeface="Calibri"/>
                <a:ea typeface="Calibri"/>
                <a:cs typeface="Calibri"/>
                <a:sym typeface="Calibri"/>
              </a:rPr>
              <a:t>Individual Contributions:</a:t>
            </a:r>
            <a:endParaRPr sz="1200" b="1">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Different team members, Alice and Bob, decide to focus on distinct sections of the report to expedite the writing process.</a:t>
            </a:r>
            <a:endParaRPr sz="1200">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Alice takes on the "Solar Energy" section, while Bob works on "Wind Power."</a:t>
            </a:r>
            <a:endParaRPr sz="1200">
              <a:solidFill>
                <a:srgbClr val="374151"/>
              </a:solidFill>
              <a:latin typeface="Calibri"/>
              <a:ea typeface="Calibri"/>
              <a:cs typeface="Calibri"/>
              <a:sym typeface="Calibri"/>
            </a:endParaRPr>
          </a:p>
          <a:p>
            <a:pPr marL="457200" lvl="0" indent="-228600" algn="l" rtl="0">
              <a:lnSpc>
                <a:spcPct val="115000"/>
              </a:lnSpc>
              <a:spcBef>
                <a:spcPts val="0"/>
              </a:spcBef>
              <a:spcAft>
                <a:spcPts val="0"/>
              </a:spcAft>
              <a:buClr>
                <a:srgbClr val="374151"/>
              </a:buClr>
              <a:buSzPts val="1200"/>
              <a:buFont typeface="Calibri"/>
              <a:buNone/>
            </a:pPr>
            <a:r>
              <a:rPr lang="en" sz="1200" b="1">
                <a:solidFill>
                  <a:srgbClr val="374151"/>
                </a:solidFill>
                <a:latin typeface="Calibri"/>
                <a:ea typeface="Calibri"/>
                <a:cs typeface="Calibri"/>
                <a:sym typeface="Calibri"/>
              </a:rPr>
              <a:t>Document Versioning:</a:t>
            </a:r>
            <a:endParaRPr sz="1200" b="1">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To manage their work effectively, the team uses an SCM-like system. Each writer creates their document version for their assigned section, for example, "Report_V1_Alice" and "Report_V1_Bob."</a:t>
            </a:r>
            <a:endParaRPr sz="1200">
              <a:solidFill>
                <a:srgbClr val="374151"/>
              </a:solidFill>
              <a:latin typeface="Calibri"/>
              <a:ea typeface="Calibri"/>
              <a:cs typeface="Calibri"/>
              <a:sym typeface="Calibri"/>
            </a:endParaRPr>
          </a:p>
          <a:p>
            <a:pPr marL="457200" lvl="0" indent="-228600" algn="l" rtl="0">
              <a:lnSpc>
                <a:spcPct val="115000"/>
              </a:lnSpc>
              <a:spcBef>
                <a:spcPts val="0"/>
              </a:spcBef>
              <a:spcAft>
                <a:spcPts val="0"/>
              </a:spcAft>
              <a:buClr>
                <a:srgbClr val="374151"/>
              </a:buClr>
              <a:buSzPts val="1200"/>
              <a:buFont typeface="Calibri"/>
              <a:buNone/>
            </a:pPr>
            <a:r>
              <a:rPr lang="en" sz="1200" b="1">
                <a:solidFill>
                  <a:srgbClr val="374151"/>
                </a:solidFill>
                <a:latin typeface="Calibri"/>
                <a:ea typeface="Calibri"/>
                <a:cs typeface="Calibri"/>
                <a:sym typeface="Calibri"/>
              </a:rPr>
              <a:t>Collaborative Review:</a:t>
            </a:r>
            <a:endParaRPr sz="1200" b="1">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The team comes together to review individual contributions, providing feedback and suggesting improvements to enhance the overall coherence of the report.</a:t>
            </a:r>
            <a:endParaRPr sz="1200">
              <a:solidFill>
                <a:srgbClr val="374151"/>
              </a:solidFill>
              <a:latin typeface="Calibri"/>
              <a:ea typeface="Calibri"/>
              <a:cs typeface="Calibri"/>
              <a:sym typeface="Calibri"/>
            </a:endParaRPr>
          </a:p>
          <a:p>
            <a:pPr marL="457200" lvl="0" indent="-228600" algn="l" rtl="0">
              <a:lnSpc>
                <a:spcPct val="115000"/>
              </a:lnSpc>
              <a:spcBef>
                <a:spcPts val="0"/>
              </a:spcBef>
              <a:spcAft>
                <a:spcPts val="0"/>
              </a:spcAft>
              <a:buClr>
                <a:srgbClr val="374151"/>
              </a:buClr>
              <a:buSzPts val="1200"/>
              <a:buFont typeface="Calibri"/>
              <a:buNone/>
            </a:pPr>
            <a:r>
              <a:rPr lang="en" sz="1200" b="1">
                <a:solidFill>
                  <a:srgbClr val="374151"/>
                </a:solidFill>
                <a:latin typeface="Calibri"/>
                <a:ea typeface="Calibri"/>
                <a:cs typeface="Calibri"/>
                <a:sym typeface="Calibri"/>
              </a:rPr>
              <a:t>Merging Insights:</a:t>
            </a:r>
            <a:endParaRPr sz="1200" b="1">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Taking the feedback into account, Alice and Bob integrate the suggested changes into their respective sections, creating new versions such as "Report_V2_Alice" and "Report_V2_Bob."</a:t>
            </a:r>
            <a:endParaRPr sz="1200">
              <a:solidFill>
                <a:srgbClr val="374151"/>
              </a:solidFill>
              <a:latin typeface="Calibri"/>
              <a:ea typeface="Calibri"/>
              <a:cs typeface="Calibri"/>
              <a:sym typeface="Calibri"/>
            </a:endParaRPr>
          </a:p>
          <a:p>
            <a:pPr marL="457200" lvl="0" indent="-228600" algn="l" rtl="0">
              <a:lnSpc>
                <a:spcPct val="115000"/>
              </a:lnSpc>
              <a:spcBef>
                <a:spcPts val="0"/>
              </a:spcBef>
              <a:spcAft>
                <a:spcPts val="0"/>
              </a:spcAft>
              <a:buClr>
                <a:srgbClr val="374151"/>
              </a:buClr>
              <a:buSzPts val="1200"/>
              <a:buFont typeface="Calibri"/>
              <a:buNone/>
            </a:pPr>
            <a:r>
              <a:rPr lang="en" sz="1200" b="1">
                <a:solidFill>
                  <a:srgbClr val="374151"/>
                </a:solidFill>
                <a:latin typeface="Calibri"/>
                <a:ea typeface="Calibri"/>
                <a:cs typeface="Calibri"/>
                <a:sym typeface="Calibri"/>
              </a:rPr>
              <a:t>Final Document:</a:t>
            </a:r>
            <a:endParaRPr sz="1200" b="1">
              <a:solidFill>
                <a:srgbClr val="374151"/>
              </a:solidFill>
              <a:latin typeface="Calibri"/>
              <a:ea typeface="Calibri"/>
              <a:cs typeface="Calibri"/>
              <a:sym typeface="Calibri"/>
            </a:endParaRPr>
          </a:p>
          <a:p>
            <a:pPr marL="914400" lvl="1" indent="-304800" algn="l" rtl="0">
              <a:lnSpc>
                <a:spcPct val="115000"/>
              </a:lnSpc>
              <a:spcBef>
                <a:spcPts val="0"/>
              </a:spcBef>
              <a:spcAft>
                <a:spcPts val="0"/>
              </a:spcAft>
              <a:buClr>
                <a:srgbClr val="374151"/>
              </a:buClr>
              <a:buSzPts val="1200"/>
              <a:buFont typeface="Calibri"/>
              <a:buChar char="●"/>
            </a:pPr>
            <a:r>
              <a:rPr lang="en" sz="1200">
                <a:solidFill>
                  <a:srgbClr val="374151"/>
                </a:solidFill>
                <a:latin typeface="Calibri"/>
                <a:ea typeface="Calibri"/>
                <a:cs typeface="Calibri"/>
                <a:sym typeface="Calibri"/>
              </a:rPr>
              <a:t>The team then consolidates the contributions, merges the changes, and arrives at a finalized version of the report, aptly named "Report_FinalVersion."</a:t>
            </a:r>
            <a:endParaRPr sz="1200">
              <a:solidFill>
                <a:srgbClr val="374151"/>
              </a:solidFill>
              <a:latin typeface="Calibri"/>
              <a:ea typeface="Calibri"/>
              <a:cs typeface="Calibri"/>
              <a:sym typeface="Calibri"/>
            </a:endParaRPr>
          </a:p>
          <a:p>
            <a:pPr marL="0" lvl="0" indent="0" algn="l" rtl="0">
              <a:lnSpc>
                <a:spcPct val="100000"/>
              </a:lnSpc>
              <a:spcBef>
                <a:spcPts val="1500"/>
              </a:spcBef>
              <a:spcAft>
                <a:spcPts val="0"/>
              </a:spcAft>
              <a:buSzPts val="1100"/>
              <a:buNone/>
            </a:pPr>
            <a:endParaRPr sz="1200">
              <a:solidFill>
                <a:srgbClr val="37415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9" name="Google Shape;75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Briefly introduce SCM as the systematic process for managing changes to the source code.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Highlight its critical role in ensuring the stability, collaboration, and maintainability of a software project.</a:t>
            </a:r>
            <a:endParaRPr sz="1200">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Source Code Management (SCM) is the systematic process of tracking, controlling, and managing changes made to the source code of a software project.</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b="1">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b="1">
                <a:latin typeface="Calibri"/>
                <a:ea typeface="Calibri"/>
                <a:cs typeface="Calibri"/>
                <a:sym typeface="Calibri"/>
              </a:rPr>
              <a:t>Key Components of SCM:</a:t>
            </a:r>
            <a:endParaRPr sz="1200" b="1">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latin typeface="Calibri"/>
              <a:ea typeface="Calibri"/>
              <a:cs typeface="Calibri"/>
              <a:sym typeface="Calibri"/>
            </a:endParaRPr>
          </a:p>
          <a:p>
            <a:pPr marL="457200" lvl="0" indent="-304800" algn="l" rtl="0">
              <a:lnSpc>
                <a:spcPct val="100000"/>
              </a:lnSpc>
              <a:spcBef>
                <a:spcPts val="0"/>
              </a:spcBef>
              <a:spcAft>
                <a:spcPts val="0"/>
              </a:spcAft>
              <a:buSzPts val="1200"/>
              <a:buAutoNum type="arabicPeriod"/>
            </a:pPr>
            <a:r>
              <a:rPr lang="en" sz="1200" b="1">
                <a:latin typeface="Calibri"/>
                <a:ea typeface="Calibri"/>
                <a:cs typeface="Calibri"/>
                <a:sym typeface="Calibri"/>
              </a:rPr>
              <a:t>Tracking Changes:</a:t>
            </a:r>
            <a:r>
              <a:rPr lang="en" sz="1200">
                <a:latin typeface="Calibri"/>
                <a:ea typeface="Calibri"/>
                <a:cs typeface="Calibri"/>
                <a:sym typeface="Calibri"/>
              </a:rPr>
              <a:t>SCM allows developers to monitor and record modifications to the source code over time. Every change, whether it's adding new features or fixing bugs, is systematically documented.</a:t>
            </a:r>
            <a:endParaRPr sz="1200">
              <a:latin typeface="Calibri"/>
              <a:ea typeface="Calibri"/>
              <a:cs typeface="Calibri"/>
              <a:sym typeface="Calibri"/>
            </a:endParaRPr>
          </a:p>
          <a:p>
            <a:pPr marL="457200" lvl="0" indent="-304800" algn="l" rtl="0">
              <a:lnSpc>
                <a:spcPct val="100000"/>
              </a:lnSpc>
              <a:spcBef>
                <a:spcPts val="0"/>
              </a:spcBef>
              <a:spcAft>
                <a:spcPts val="0"/>
              </a:spcAft>
              <a:buSzPts val="1200"/>
              <a:buAutoNum type="arabicPeriod"/>
            </a:pPr>
            <a:r>
              <a:rPr lang="en" sz="1200" b="1">
                <a:latin typeface="Calibri"/>
                <a:ea typeface="Calibri"/>
                <a:cs typeface="Calibri"/>
                <a:sym typeface="Calibri"/>
              </a:rPr>
              <a:t>Controlling Changes: </a:t>
            </a:r>
            <a:r>
              <a:rPr lang="en" sz="1200">
                <a:latin typeface="Calibri"/>
                <a:ea typeface="Calibri"/>
                <a:cs typeface="Calibri"/>
                <a:sym typeface="Calibri"/>
              </a:rPr>
              <a:t>SCM provides mechanisms to control the flow of changes, ensuring a structured and controlled development process.Developers can work collaboratively without compromising the stability of the codebase.</a:t>
            </a:r>
            <a:endParaRPr sz="1200">
              <a:latin typeface="Calibri"/>
              <a:ea typeface="Calibri"/>
              <a:cs typeface="Calibri"/>
              <a:sym typeface="Calibri"/>
            </a:endParaRPr>
          </a:p>
          <a:p>
            <a:pPr marL="457200" lvl="0" indent="0" algn="l" rtl="0">
              <a:lnSpc>
                <a:spcPct val="100000"/>
              </a:lnSpc>
              <a:spcBef>
                <a:spcPts val="0"/>
              </a:spcBef>
              <a:spcAft>
                <a:spcPts val="0"/>
              </a:spcAft>
              <a:buSzPts val="1100"/>
              <a:buNone/>
            </a:pP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b="1">
                <a:latin typeface="Calibri"/>
                <a:ea typeface="Calibri"/>
                <a:cs typeface="Calibri"/>
                <a:sym typeface="Calibri"/>
              </a:rPr>
              <a:t>Importance of SCM:</a:t>
            </a:r>
            <a:endParaRPr sz="1200" b="1">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latin typeface="Calibri"/>
              <a:ea typeface="Calibri"/>
              <a:cs typeface="Calibri"/>
              <a:sym typeface="Calibri"/>
            </a:endParaRPr>
          </a:p>
          <a:p>
            <a:pPr marL="457200" lvl="0" indent="-304800" algn="l" rtl="0">
              <a:lnSpc>
                <a:spcPct val="100000"/>
              </a:lnSpc>
              <a:spcBef>
                <a:spcPts val="0"/>
              </a:spcBef>
              <a:spcAft>
                <a:spcPts val="0"/>
              </a:spcAft>
              <a:buSzPts val="1200"/>
              <a:buAutoNum type="arabicPeriod"/>
            </a:pPr>
            <a:r>
              <a:rPr lang="en" sz="1200" b="1">
                <a:latin typeface="Calibri"/>
                <a:ea typeface="Calibri"/>
                <a:cs typeface="Calibri"/>
                <a:sym typeface="Calibri"/>
              </a:rPr>
              <a:t>Version Control: </a:t>
            </a:r>
            <a:r>
              <a:rPr lang="en" sz="1200">
                <a:latin typeface="Calibri"/>
                <a:ea typeface="Calibri"/>
                <a:cs typeface="Calibri"/>
                <a:sym typeface="Calibri"/>
              </a:rPr>
              <a:t>SCM ensures version control, enabling teams to access and revert to previous versions of the code. This helps in identifying issues, rolling back changes, and maintaining a reliable code history.</a:t>
            </a:r>
            <a:endParaRPr sz="1200">
              <a:latin typeface="Calibri"/>
              <a:ea typeface="Calibri"/>
              <a:cs typeface="Calibri"/>
              <a:sym typeface="Calibri"/>
            </a:endParaRPr>
          </a:p>
          <a:p>
            <a:pPr marL="457200" lvl="0" indent="-304800" algn="l" rtl="0">
              <a:lnSpc>
                <a:spcPct val="100000"/>
              </a:lnSpc>
              <a:spcBef>
                <a:spcPts val="0"/>
              </a:spcBef>
              <a:spcAft>
                <a:spcPts val="0"/>
              </a:spcAft>
              <a:buSzPts val="1200"/>
              <a:buAutoNum type="arabicPeriod"/>
            </a:pPr>
            <a:r>
              <a:rPr lang="en" sz="1200" b="1">
                <a:latin typeface="Calibri"/>
                <a:ea typeface="Calibri"/>
                <a:cs typeface="Calibri"/>
                <a:sym typeface="Calibri"/>
              </a:rPr>
              <a:t>Collaboration</a:t>
            </a:r>
            <a:r>
              <a:rPr lang="en" sz="1200">
                <a:latin typeface="Calibri"/>
                <a:ea typeface="Calibri"/>
                <a:cs typeface="Calibri"/>
                <a:sym typeface="Calibri"/>
              </a:rPr>
              <a:t>: SCM fosters collaboration by allowing multiple developers to work on the same codebase concurrently.Changes are tracked, preventing conflicts and ensuring a cohesive development effort.</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1" name="Google Shape;7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Emphasize the crucial role of tracking changes in Source Code Management (SCM).</a:t>
            </a:r>
            <a:endParaRPr sz="1200">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b="1">
                <a:latin typeface="Calibri"/>
                <a:ea typeface="Calibri"/>
                <a:cs typeface="Calibri"/>
                <a:sym typeface="Calibri"/>
              </a:rPr>
              <a:t>Significance of Tracking Changes:</a:t>
            </a:r>
            <a:endParaRPr sz="1200" b="1">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b="1">
                <a:latin typeface="Calibri"/>
                <a:ea typeface="Calibri"/>
                <a:cs typeface="Calibri"/>
                <a:sym typeface="Calibri"/>
              </a:rPr>
              <a:t>Version Control:</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SCM ensures version control, allowing developers to access and revert to previous versions of the code.</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This is essential for troubleshooting, identifying issues, and maintaining a reliable code history.</a:t>
            </a: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b="1">
                <a:latin typeface="Calibri"/>
                <a:ea typeface="Calibri"/>
                <a:cs typeface="Calibri"/>
                <a:sym typeface="Calibri"/>
              </a:rPr>
              <a:t>Collaboration:</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Tracking changes facilitates collaboration among developers working on the same codebase.</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It provides transparency, allowing team members to understand modifications made by others, fostering teamwork.</a:t>
            </a: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b="1">
                <a:latin typeface="Calibri"/>
                <a:ea typeface="Calibri"/>
                <a:cs typeface="Calibri"/>
                <a:sym typeface="Calibri"/>
              </a:rPr>
              <a:t>Troubleshooting:</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A detailed history of changes aids in troubleshooting by identifying when issues were introduced and understanding the context of modifications.</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This accelerates the debugging process and ensures a more efficient resolution of problems.</a:t>
            </a: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b="1">
                <a:latin typeface="Calibri"/>
                <a:ea typeface="Calibri"/>
                <a:cs typeface="Calibri"/>
                <a:sym typeface="Calibri"/>
              </a:rPr>
              <a:t>Ensuring Code Integrity:</a:t>
            </a:r>
            <a:endParaRPr sz="1200" b="1">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By tracking changes, SCM contributes to maintaining the integrity of the codebase, preventing conflicts, and providing a structured approach to development.</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The role of SCM in tracking changes extends beyond version control; it is a foundational element for collaboration, troubleshooting, and ensuring the overall health and reliability of the software project.</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latin typeface="Calibri"/>
                <a:ea typeface="Calibri"/>
                <a:cs typeface="Calibri"/>
                <a:sym typeface="Calibri"/>
              </a:rPr>
              <a:t>Let's look at this with an example : </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Imagine a marketing team embarking on a new product launch campaign, collectively working on a comprehensive campaign plan stored in a shared document named "ProductLaunch_CampaignPlan." As team members, Alice and Bob, review and edit the plan individually, they save their contributions as "CampaignPlan_V1_Alice" and "CampaignPlan_V1_Bob." Recognizing the importance of a cohesive strategy, the team collaboratively integrates individual edits into a new version, "CampaignPlan_V2_Collaborative." The plan is presented to the client, who provides feedback necessitating specific changes. Individual team members, Alice and Bob, implement these edits, saving their versions as "CampaignPlan_V3_Alice_ClientEdits" and "CampaignPlan_V3_Bob_ClientEdits." In the end, the team integrates client-driven changes into a final version, "CampaignPlan_FinalVersion," ready for execution.</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significance of tracking changes becomes evident in this scenario, offering visibility into individual contributions, facilitating collaborative integration, maintaining an audit trail for accountability, and providing the capability to revert to earlier versions if necessary. This ensures a streamlined and well-documented process in developing a successful marketing campaign.</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6" name="Google Shape;78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latin typeface="Calibri"/>
                <a:ea typeface="Calibri"/>
                <a:cs typeface="Calibri"/>
                <a:sym typeface="Calibri"/>
              </a:rPr>
              <a:t>Discuss how SCM provides mechanisms to control changes, prevent conflicts, and facilitate a structured and organized development process.</a:t>
            </a:r>
            <a:endParaRPr sz="1200">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latin typeface="Calibri"/>
                <a:ea typeface="Calibri"/>
                <a:cs typeface="Calibri"/>
                <a:sym typeface="Calibri"/>
              </a:rPr>
              <a:t>SCM not only tracks changes but also controls the flow of modifications, ensuring an organized development process.</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b="1">
                <a:latin typeface="Calibri"/>
                <a:ea typeface="Calibri"/>
                <a:cs typeface="Calibri"/>
                <a:sym typeface="Calibri"/>
              </a:rPr>
              <a:t>Mechanisms for Controlling Changes:</a:t>
            </a:r>
            <a:endParaRPr sz="1200" b="1">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457200" lvl="0" indent="-304800" algn="l" rtl="0">
              <a:lnSpc>
                <a:spcPct val="100000"/>
              </a:lnSpc>
              <a:spcBef>
                <a:spcPts val="0"/>
              </a:spcBef>
              <a:spcAft>
                <a:spcPts val="0"/>
              </a:spcAft>
              <a:buSzPts val="1200"/>
              <a:buChar char="●"/>
            </a:pPr>
            <a:r>
              <a:rPr lang="en" sz="1200" b="1">
                <a:latin typeface="Calibri"/>
                <a:ea typeface="Calibri"/>
                <a:cs typeface="Calibri"/>
                <a:sym typeface="Calibri"/>
              </a:rPr>
              <a:t>Branching</a:t>
            </a:r>
            <a:r>
              <a:rPr lang="en" sz="1200">
                <a:latin typeface="Calibri"/>
                <a:ea typeface="Calibri"/>
                <a:cs typeface="Calibri"/>
                <a:sym typeface="Calibri"/>
              </a:rPr>
              <a:t>:</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914400" lvl="1"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Developers create branches for independent development.</a:t>
            </a:r>
            <a:endParaRPr sz="1200">
              <a:latin typeface="Calibri"/>
              <a:ea typeface="Calibri"/>
              <a:cs typeface="Calibri"/>
              <a:sym typeface="Calibri"/>
            </a:endParaRPr>
          </a:p>
          <a:p>
            <a:pPr marL="914400" lvl="1"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Parallel work on features or bug fixes without affecting the main codebase.</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457200" lvl="0" indent="-304800" algn="l" rtl="0">
              <a:lnSpc>
                <a:spcPct val="100000"/>
              </a:lnSpc>
              <a:spcBef>
                <a:spcPts val="0"/>
              </a:spcBef>
              <a:spcAft>
                <a:spcPts val="0"/>
              </a:spcAft>
              <a:buSzPts val="1200"/>
              <a:buChar char="●"/>
            </a:pPr>
            <a:r>
              <a:rPr lang="en" sz="1200" b="1">
                <a:latin typeface="Calibri"/>
                <a:ea typeface="Calibri"/>
                <a:cs typeface="Calibri"/>
                <a:sym typeface="Calibri"/>
              </a:rPr>
              <a:t>Merging</a:t>
            </a:r>
            <a:r>
              <a:rPr lang="en" sz="1200">
                <a:latin typeface="Calibri"/>
                <a:ea typeface="Calibri"/>
                <a:cs typeface="Calibri"/>
                <a:sym typeface="Calibri"/>
              </a:rPr>
              <a:t>:</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914400" lvl="1"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Changes from different branches are integrated seamlessly.</a:t>
            </a:r>
            <a:endParaRPr sz="1200">
              <a:latin typeface="Calibri"/>
              <a:ea typeface="Calibri"/>
              <a:cs typeface="Calibri"/>
              <a:sym typeface="Calibri"/>
            </a:endParaRPr>
          </a:p>
          <a:p>
            <a:pPr marL="914400" lvl="1"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Smooth integration prevents conflicts and maintains code stability.</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b="1">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b="1">
                <a:latin typeface="Calibri"/>
                <a:ea typeface="Calibri"/>
                <a:cs typeface="Calibri"/>
                <a:sym typeface="Calibri"/>
              </a:rPr>
              <a:t>Access Control:</a:t>
            </a:r>
            <a:endParaRPr sz="1200" b="1">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914400" lvl="1"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SCM tools offer access controls to restrict modifications.</a:t>
            </a:r>
            <a:endParaRPr sz="1200">
              <a:latin typeface="Calibri"/>
              <a:ea typeface="Calibri"/>
              <a:cs typeface="Calibri"/>
              <a:sym typeface="Calibri"/>
            </a:endParaRPr>
          </a:p>
          <a:p>
            <a:pPr marL="914400" lvl="1"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Only authorized personnel can make changes, enhancing security and code quality.</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b="1">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b="1">
                <a:latin typeface="Calibri"/>
                <a:ea typeface="Calibri"/>
                <a:cs typeface="Calibri"/>
                <a:sym typeface="Calibri"/>
              </a:rPr>
              <a:t>These help in the follow:</a:t>
            </a:r>
            <a:endParaRPr sz="1200" b="1">
              <a:latin typeface="Calibri"/>
              <a:ea typeface="Calibri"/>
              <a:cs typeface="Calibri"/>
              <a:sym typeface="Calibri"/>
            </a:endParaRPr>
          </a:p>
          <a:p>
            <a:pPr marL="0" lvl="0" indent="0" algn="l" rtl="0">
              <a:lnSpc>
                <a:spcPct val="100000"/>
              </a:lnSpc>
              <a:spcBef>
                <a:spcPts val="0"/>
              </a:spcBef>
              <a:spcAft>
                <a:spcPts val="0"/>
              </a:spcAft>
              <a:buSzPts val="1100"/>
              <a:buNone/>
            </a:pPr>
            <a:endParaRPr sz="1200" b="1">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AutoNum type="arabicPeriod"/>
            </a:pPr>
            <a:r>
              <a:rPr lang="en" sz="1200" b="1">
                <a:latin typeface="Calibri"/>
                <a:ea typeface="Calibri"/>
                <a:cs typeface="Calibri"/>
                <a:sym typeface="Calibri"/>
              </a:rPr>
              <a:t>Preventing Conflicts:</a:t>
            </a:r>
            <a:endParaRPr sz="1200" b="1">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SCM actively prevents conflicts through version control and merging processes.</a:t>
            </a: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Conflicting modifications are managed to ensure code integrity.</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b="1">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AutoNum type="arabicPeriod"/>
            </a:pPr>
            <a:r>
              <a:rPr lang="en" sz="1200" b="1">
                <a:latin typeface="Calibri"/>
                <a:ea typeface="Calibri"/>
                <a:cs typeface="Calibri"/>
                <a:sym typeface="Calibri"/>
              </a:rPr>
              <a:t>Facilitating Structured Development:</a:t>
            </a:r>
            <a:endParaRPr sz="1200" b="1">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SCM's role in controlling changes ensures a structured development process.</a:t>
            </a:r>
            <a:endParaRPr sz="1200">
              <a:latin typeface="Calibri"/>
              <a:ea typeface="Calibri"/>
              <a:cs typeface="Calibri"/>
              <a:sym typeface="Calibri"/>
            </a:endParaRPr>
          </a:p>
          <a:p>
            <a:pPr marL="457200" lvl="0" indent="-304800" algn="l" rtl="0">
              <a:lnSpc>
                <a:spcPct val="100000"/>
              </a:lnSpc>
              <a:spcBef>
                <a:spcPts val="0"/>
              </a:spcBef>
              <a:spcAft>
                <a:spcPts val="0"/>
              </a:spcAft>
              <a:buSzPts val="1200"/>
              <a:buFont typeface="Calibri"/>
              <a:buChar char="●"/>
            </a:pPr>
            <a:r>
              <a:rPr lang="en" sz="1200">
                <a:latin typeface="Calibri"/>
                <a:ea typeface="Calibri"/>
                <a:cs typeface="Calibri"/>
                <a:sym typeface="Calibri"/>
              </a:rPr>
              <a:t>Benefits include a clear development path, reduced errors, and a more predictable software release cycle.</a:t>
            </a: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a:latin typeface="Calibri"/>
                <a:ea typeface="Calibri"/>
                <a:cs typeface="Calibri"/>
                <a:sym typeface="Calibri"/>
              </a:rPr>
              <a:t>SCM not only tracks changes but also provides crucial mechanisms to control the development process, prevent conflicts, and maintain code stability.</a:t>
            </a:r>
            <a:endParaRPr sz="1200">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200">
              <a:latin typeface="Calibri"/>
              <a:ea typeface="Calibri"/>
              <a:cs typeface="Calibri"/>
              <a:sym typeface="Calibri"/>
            </a:endParaRPr>
          </a:p>
          <a:p>
            <a:pPr marL="0" lvl="0" indent="0" algn="l" rtl="0">
              <a:lnSpc>
                <a:spcPct val="100000"/>
              </a:lnSpc>
              <a:spcBef>
                <a:spcPts val="0"/>
              </a:spcBef>
              <a:spcAft>
                <a:spcPts val="0"/>
              </a:spcAft>
              <a:buSzPts val="1100"/>
              <a:buNone/>
            </a:pPr>
            <a:endParaRPr sz="1200">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8" name="Google Shape;79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4" name="Google Shape;80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0" name="Google Shape;81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Discuss the positive outcomes of implementing SCM in a DevOps environment, such as increased collaboration, reduced cycle times, minimized errors, and improved software quality.</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In the dynamic landscape of DevOps, the seamless orchestration of software development and IT operations is crucial for achieving agility, collaboration, and efficiency.</a:t>
            </a:r>
            <a:endParaRPr sz="1200">
              <a:solidFill>
                <a:schemeClr val="dk1"/>
              </a:solidFill>
              <a:latin typeface="Calibri"/>
              <a:ea typeface="Calibri"/>
              <a:cs typeface="Calibri"/>
              <a:sym typeface="Calibri"/>
            </a:endParaRPr>
          </a:p>
          <a:p>
            <a:pPr marL="45720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Source Code Management (SCM) plays a pivotal role in the DevOps lifecycle, acting as the cornerstone for managing changes to source code throughout the development process.</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b="1">
                <a:solidFill>
                  <a:schemeClr val="dk1"/>
                </a:solidFill>
                <a:latin typeface="Calibri"/>
                <a:ea typeface="Calibri"/>
                <a:cs typeface="Calibri"/>
                <a:sym typeface="Calibri"/>
              </a:rPr>
              <a:t>Key Functions of SCM in DevOps:</a:t>
            </a:r>
            <a:endParaRPr sz="1200" b="1">
              <a:solidFill>
                <a:schemeClr val="dk1"/>
              </a:solidFill>
              <a:latin typeface="Calibri"/>
              <a:ea typeface="Calibri"/>
              <a:cs typeface="Calibri"/>
              <a:sym typeface="Calibri"/>
            </a:endParaRPr>
          </a:p>
          <a:p>
            <a:pPr marL="457200" lvl="0" indent="-228600" algn="l" rtl="0">
              <a:lnSpc>
                <a:spcPct val="115000"/>
              </a:lnSpc>
              <a:spcBef>
                <a:spcPts val="1500"/>
              </a:spcBef>
              <a:spcAft>
                <a:spcPts val="0"/>
              </a:spcAft>
              <a:buClr>
                <a:schemeClr val="dk1"/>
              </a:buClr>
              <a:buSzPts val="1200"/>
              <a:buFont typeface="Roboto"/>
              <a:buNone/>
            </a:pPr>
            <a:r>
              <a:rPr lang="en" sz="1200" b="1">
                <a:solidFill>
                  <a:schemeClr val="dk1"/>
                </a:solidFill>
                <a:latin typeface="Calibri"/>
                <a:ea typeface="Calibri"/>
                <a:cs typeface="Calibri"/>
                <a:sym typeface="Calibri"/>
              </a:rPr>
              <a:t>Collaboration</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SCM facilitates collaboration by providing a centralized platform for developers, operations, and other stakeholders to work cohesively on the same codebase.</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Version Control:</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DevOps relies on version control to maintain a consistent and traceable history of changes, ensuring transparency and accountability in the development cycle.</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Automation Support:</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SCM integrates with automation tools, allowing for the automated testing, build, and deployment of code changes, thereby enhancing the efficiency of the development pipeline.</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Continuous Integration (CI):</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SCM is integral to the CI process, enabling the continuous integration of code changes, leading to faster and more reliable software delivery.</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b="1">
                <a:solidFill>
                  <a:schemeClr val="dk1"/>
                </a:solidFill>
                <a:latin typeface="Calibri"/>
                <a:ea typeface="Calibri"/>
                <a:cs typeface="Calibri"/>
                <a:sym typeface="Calibri"/>
              </a:rPr>
              <a:t>Benefits of SCM in DevOps:</a:t>
            </a:r>
            <a:endParaRPr sz="1200" b="1">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effective implementation of SCM in DevOps results in increased collaboration, reduced development cycle times, minimized errors, and improved overall software quality.</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SCM serves as a linchpin in the DevOps framework, ensuring that development and operations teams can work together seamlessly, automate repetitive tasks, and continuously deliver high-quality software</a:t>
            </a:r>
            <a:r>
              <a:rPr lang="en" sz="1200">
                <a:solidFill>
                  <a:srgbClr val="374151"/>
                </a:solidFill>
                <a:latin typeface="Calibri"/>
                <a:ea typeface="Calibri"/>
                <a:cs typeface="Calibri"/>
                <a:sym typeface="Calibri"/>
              </a:rPr>
              <a:t>.</a:t>
            </a:r>
            <a:endParaRPr sz="1200">
              <a:solidFill>
                <a:srgbClr val="37415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8" name="Google Shape;82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Explore how SCM facilitates continuous integration in DevOps, ensuring that code changes are seamlessly and continuously integrated, tested, and deployed, contributing to the agility and efficiency of the development process.</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In the DevOps landscape, the synergy between Source Code Management (SCM) and Continuous Integration (CI) is paramount. Let's delve into how SCM plays a pivotal role in the continuous integration process.</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1.</a:t>
            </a:r>
            <a:r>
              <a:rPr lang="en" sz="1200" b="1">
                <a:solidFill>
                  <a:schemeClr val="dk1"/>
                </a:solidFill>
                <a:latin typeface="Calibri"/>
                <a:ea typeface="Calibri"/>
                <a:cs typeface="Calibri"/>
                <a:sym typeface="Calibri"/>
              </a:rPr>
              <a:t> Seamless Integration</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Automated Integration: SCM ensures automated integration of code changes into the main codebase.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Frequent and Small Changes: Supports the DevOps principle of frequent and small code changes, preventing integration bottlenecks.</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2. </a:t>
            </a:r>
            <a:r>
              <a:rPr lang="en" sz="1200" b="1">
                <a:solidFill>
                  <a:schemeClr val="dk1"/>
                </a:solidFill>
                <a:latin typeface="Calibri"/>
                <a:ea typeface="Calibri"/>
                <a:cs typeface="Calibri"/>
                <a:sym typeface="Calibri"/>
              </a:rPr>
              <a:t>Testing Automation:</a:t>
            </a:r>
            <a:endParaRPr sz="1200" b="1">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Integration with Testing Tools: SCM integrates with testing tools, automating the testing process.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Immediate Feedback: Developers receive immediate feedback on the impact of their changes, allowing for quick adjustments.</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3.</a:t>
            </a:r>
            <a:r>
              <a:rPr lang="en" sz="1200" b="1">
                <a:solidFill>
                  <a:schemeClr val="dk1"/>
                </a:solidFill>
                <a:latin typeface="Calibri"/>
                <a:ea typeface="Calibri"/>
                <a:cs typeface="Calibri"/>
                <a:sym typeface="Calibri"/>
              </a:rPr>
              <a:t> Rapid Deployment:</a:t>
            </a:r>
            <a:endParaRPr sz="1200" b="1">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Streamlined Deployment: SCM facilitates the continuous deployment of successfully integrated and tested code changes.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Reduced Time to Production: Contributes to reducing the time between code development and its availability in the production environment.</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4. </a:t>
            </a:r>
            <a:r>
              <a:rPr lang="en" sz="1200" b="1">
                <a:solidFill>
                  <a:schemeClr val="dk1"/>
                </a:solidFill>
                <a:latin typeface="Calibri"/>
                <a:ea typeface="Calibri"/>
                <a:cs typeface="Calibri"/>
                <a:sym typeface="Calibri"/>
              </a:rPr>
              <a:t>Version Control in CI:</a:t>
            </a:r>
            <a:endParaRPr sz="1200" b="1">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Traceability in CI Pipeline: SCM's version control ensures traceability of code changes through the entire CI pipeline.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Audit Trail: Provides an audit trail for changes, aiding in identifying issues and maintaining accountability.</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5.</a:t>
            </a:r>
            <a:r>
              <a:rPr lang="en" sz="1200" b="1">
                <a:solidFill>
                  <a:schemeClr val="dk1"/>
                </a:solidFill>
                <a:latin typeface="Calibri"/>
                <a:ea typeface="Calibri"/>
                <a:cs typeface="Calibri"/>
                <a:sym typeface="Calibri"/>
              </a:rPr>
              <a:t> Enhancing Agility and Efficiency:</a:t>
            </a:r>
            <a:endParaRPr sz="1200" b="1">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Agile Development Practices: SCM and CI together enable agile development practices, allowing teams to adapt swiftly to evolving requirements.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Efficient Software Delivery: Contributes to the efficiency of software delivery by ensuring a streamlined, automated, and reliable CI/CD pipeline.</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1500"/>
              </a:spcAft>
              <a:buSzPts val="1100"/>
              <a:buNone/>
            </a:pPr>
            <a:r>
              <a:rPr lang="en" sz="1200">
                <a:solidFill>
                  <a:schemeClr val="dk1"/>
                </a:solidFill>
                <a:latin typeface="Calibri"/>
                <a:ea typeface="Calibri"/>
                <a:cs typeface="Calibri"/>
                <a:sym typeface="Calibri"/>
              </a:rPr>
              <a:t>SCM's role in continuous integration is indispensable, fostering agility, efficiency, and a culture of continuous improvement in the DevOps development process.</a:t>
            </a:r>
            <a:endParaRPr sz="1200" b="1">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4" name="Google Shape;84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6" name="Google Shape;85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Emphasize the critical role of key SCM concepts as foundational pillars, encouraging discussion on their practical applications for effective software development throughout the presentation.</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Effective Software Configuration Management (SCM) is built on a foundation of fundamental principles and practices that collectively ensure the smooth and organized progression of software development projects. These key concepts serve as the backbone of SCM, providing structure, control, and collaboration throughout the entire software development lifecycle. In essence, they constitute the core pillars that empower development teams to manage changes, maintain version integrity, and enhance overall project traceability.</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These key concepts include:</a:t>
            </a:r>
            <a:endParaRPr sz="1200">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Repositories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Version Control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Branching</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Merging</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Roboto"/>
              <a:buNone/>
            </a:pPr>
            <a:endParaRPr sz="1200">
              <a:solidFill>
                <a:schemeClr val="dk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chemeClr val="dk1"/>
              </a:solidFill>
              <a:latin typeface="Roboto"/>
              <a:ea typeface="Roboto"/>
              <a:cs typeface="Roboto"/>
              <a:sym typeface="Roboto"/>
            </a:endParaRPr>
          </a:p>
          <a:p>
            <a:pPr marL="45720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6" name="Google Shape;87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Emphasize the pivotal role repositories play in SCM, differentiating between centralized and distributed systems</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Repositories serve as central hubs where project assets are stored, managed, and organized systematically.</a:t>
            </a:r>
            <a:endParaRPr sz="1200">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AutoNum type="arabicPeriod"/>
            </a:pPr>
            <a:r>
              <a:rPr lang="en" sz="1200" b="1">
                <a:solidFill>
                  <a:schemeClr val="dk1"/>
                </a:solidFill>
                <a:latin typeface="Calibri"/>
                <a:ea typeface="Calibri"/>
                <a:cs typeface="Calibri"/>
                <a:sym typeface="Calibri"/>
              </a:rPr>
              <a:t>Types of Repositories: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Centralized Repositories:</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a:pPr>
            <a:r>
              <a:rPr lang="en" sz="1200">
                <a:solidFill>
                  <a:schemeClr val="dk1"/>
                </a:solidFill>
                <a:latin typeface="Calibri"/>
                <a:ea typeface="Calibri"/>
                <a:cs typeface="Calibri"/>
                <a:sym typeface="Calibri"/>
              </a:rPr>
              <a:t>Hosted on a central server.</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a:pPr>
            <a:r>
              <a:rPr lang="en" sz="1200">
                <a:solidFill>
                  <a:schemeClr val="dk1"/>
                </a:solidFill>
                <a:latin typeface="Calibri"/>
                <a:ea typeface="Calibri"/>
                <a:cs typeface="Calibri"/>
                <a:sym typeface="Calibri"/>
              </a:rPr>
              <a:t>Provides a single source of truth.</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a:pPr>
            <a:r>
              <a:rPr lang="en" sz="1200">
                <a:solidFill>
                  <a:schemeClr val="dk1"/>
                </a:solidFill>
                <a:latin typeface="Calibri"/>
                <a:ea typeface="Calibri"/>
                <a:cs typeface="Calibri"/>
                <a:sym typeface="Calibri"/>
              </a:rPr>
              <a:t>Examples include CVS and SVN.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Distributed Repositories:</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a:pPr>
            <a:r>
              <a:rPr lang="en" sz="1200">
                <a:solidFill>
                  <a:schemeClr val="dk1"/>
                </a:solidFill>
                <a:latin typeface="Calibri"/>
                <a:ea typeface="Calibri"/>
                <a:cs typeface="Calibri"/>
                <a:sym typeface="Calibri"/>
              </a:rPr>
              <a:t>Every contributor has a complete copy of the repository.</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a:pPr>
            <a:r>
              <a:rPr lang="en" sz="1200">
                <a:solidFill>
                  <a:schemeClr val="dk1"/>
                </a:solidFill>
                <a:latin typeface="Calibri"/>
                <a:ea typeface="Calibri"/>
                <a:cs typeface="Calibri"/>
                <a:sym typeface="Calibri"/>
              </a:rPr>
              <a:t>Enhances collaboration and allows for offline work.</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a:pPr>
            <a:r>
              <a:rPr lang="en" sz="1200">
                <a:solidFill>
                  <a:schemeClr val="dk1"/>
                </a:solidFill>
                <a:latin typeface="Calibri"/>
                <a:ea typeface="Calibri"/>
                <a:cs typeface="Calibri"/>
                <a:sym typeface="Calibri"/>
              </a:rPr>
              <a:t>Examples include Git and Mercurial.</a:t>
            </a:r>
            <a:endParaRPr sz="1200">
              <a:solidFill>
                <a:schemeClr val="dk1"/>
              </a:solidFill>
              <a:latin typeface="Calibri"/>
              <a:ea typeface="Calibri"/>
              <a:cs typeface="Calibri"/>
              <a:sym typeface="Calibri"/>
            </a:endParaRPr>
          </a:p>
          <a:p>
            <a:pPr marL="1371600" lvl="0" indent="0" algn="l" rtl="0">
              <a:lnSpc>
                <a:spcPct val="115000"/>
              </a:lnSpc>
              <a:spcBef>
                <a:spcPts val="1500"/>
              </a:spcBef>
              <a:spcAft>
                <a:spcPts val="0"/>
              </a:spcAft>
              <a:buSzPts val="1100"/>
              <a:buNone/>
            </a:pPr>
            <a:endParaRPr sz="1200">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AutoNum type="arabicPeriod"/>
            </a:pPr>
            <a:r>
              <a:rPr lang="en" sz="1200" b="1">
                <a:solidFill>
                  <a:schemeClr val="dk1"/>
                </a:solidFill>
                <a:latin typeface="Calibri"/>
                <a:ea typeface="Calibri"/>
                <a:cs typeface="Calibri"/>
                <a:sym typeface="Calibri"/>
              </a:rPr>
              <a:t>Role in Collaboration and Versioning:</a:t>
            </a:r>
            <a:endParaRPr sz="1200" b="1">
              <a:solidFill>
                <a:schemeClr val="dk1"/>
              </a:solidFill>
              <a:latin typeface="Calibri"/>
              <a:ea typeface="Calibri"/>
              <a:cs typeface="Calibri"/>
              <a:sym typeface="Calibri"/>
            </a:endParaRPr>
          </a:p>
          <a:p>
            <a:pPr marL="91440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Through version control capabilities, SCM meticulously tracks changes made to the codebase, offering a comprehensive history of modifications. This not only provides transparency into the development process but also ensures accountability by attributing specific changes to respective contributors. The version control features of SCM contribute to code reliability and stability, allowing teams to efficiently manage and integrate changes while preserving the integrity of the overall project. In essence, SCM is a linchpin for collaborative endeavors, offering a structured and organized environment for concurrent development and robust version control.</a:t>
            </a:r>
            <a:endParaRPr sz="1200">
              <a:solidFill>
                <a:schemeClr val="dk1"/>
              </a:solidFill>
              <a:latin typeface="Calibri"/>
              <a:ea typeface="Calibri"/>
              <a:cs typeface="Calibri"/>
              <a:sym typeface="Calibri"/>
            </a:endParaRPr>
          </a:p>
          <a:p>
            <a:pPr marL="457200" lvl="0" indent="-304800" algn="l" rtl="0">
              <a:lnSpc>
                <a:spcPct val="115000"/>
              </a:lnSpc>
              <a:spcBef>
                <a:spcPts val="1500"/>
              </a:spcBef>
              <a:spcAft>
                <a:spcPts val="0"/>
              </a:spcAft>
              <a:buClr>
                <a:schemeClr val="dk1"/>
              </a:buClr>
              <a:buSzPts val="1200"/>
              <a:buFont typeface="Calibri"/>
              <a:buAutoNum type="arabicPeriod"/>
            </a:pPr>
            <a:r>
              <a:rPr lang="en" sz="1200" b="1">
                <a:solidFill>
                  <a:schemeClr val="dk1"/>
                </a:solidFill>
                <a:latin typeface="Calibri"/>
                <a:ea typeface="Calibri"/>
                <a:cs typeface="Calibri"/>
                <a:sym typeface="Calibri"/>
              </a:rPr>
              <a:t>Key Functions: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startAt="2"/>
            </a:pPr>
            <a:r>
              <a:rPr lang="en" sz="1200">
                <a:solidFill>
                  <a:schemeClr val="dk1"/>
                </a:solidFill>
                <a:latin typeface="Calibri"/>
                <a:ea typeface="Calibri"/>
                <a:cs typeface="Calibri"/>
                <a:sym typeface="Calibri"/>
              </a:rPr>
              <a:t>Storage:</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startAt="2"/>
            </a:pPr>
            <a:r>
              <a:rPr lang="en" sz="1200">
                <a:solidFill>
                  <a:schemeClr val="dk1"/>
                </a:solidFill>
                <a:latin typeface="Calibri"/>
                <a:ea typeface="Calibri"/>
                <a:cs typeface="Calibri"/>
                <a:sym typeface="Calibri"/>
              </a:rPr>
              <a:t>Acts as a secure storage space for project files, source code, and other assets.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startAt="2"/>
            </a:pPr>
            <a:r>
              <a:rPr lang="en" sz="1200">
                <a:solidFill>
                  <a:schemeClr val="dk1"/>
                </a:solidFill>
                <a:latin typeface="Calibri"/>
                <a:ea typeface="Calibri"/>
                <a:cs typeface="Calibri"/>
                <a:sym typeface="Calibri"/>
              </a:rPr>
              <a:t>Versioning:</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startAt="2"/>
            </a:pPr>
            <a:r>
              <a:rPr lang="en" sz="1200">
                <a:solidFill>
                  <a:schemeClr val="dk1"/>
                </a:solidFill>
                <a:latin typeface="Calibri"/>
                <a:ea typeface="Calibri"/>
                <a:cs typeface="Calibri"/>
                <a:sym typeface="Calibri"/>
              </a:rPr>
              <a:t>Tracks changes over time, allowing for the retrieval of specific versions.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startAt="2"/>
            </a:pPr>
            <a:r>
              <a:rPr lang="en" sz="1200">
                <a:solidFill>
                  <a:schemeClr val="dk1"/>
                </a:solidFill>
                <a:latin typeface="Calibri"/>
                <a:ea typeface="Calibri"/>
                <a:cs typeface="Calibri"/>
                <a:sym typeface="Calibri"/>
              </a:rPr>
              <a:t>History:</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startAt="2"/>
            </a:pPr>
            <a:r>
              <a:rPr lang="en" sz="1200">
                <a:solidFill>
                  <a:schemeClr val="dk1"/>
                </a:solidFill>
                <a:latin typeface="Calibri"/>
                <a:ea typeface="Calibri"/>
                <a:cs typeface="Calibri"/>
                <a:sym typeface="Calibri"/>
              </a:rPr>
              <a:t>Maintains a detailed history of changes, aiding in traceability and auditing.</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b="1">
                <a:solidFill>
                  <a:schemeClr val="dk1"/>
                </a:solidFill>
                <a:latin typeface="Calibri"/>
                <a:ea typeface="Calibri"/>
                <a:cs typeface="Calibri"/>
                <a:sym typeface="Calibri"/>
              </a:rPr>
              <a:t>Examples: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startAt="2"/>
            </a:pPr>
            <a:r>
              <a:rPr lang="en" sz="1200">
                <a:solidFill>
                  <a:schemeClr val="dk1"/>
                </a:solidFill>
                <a:latin typeface="Calibri"/>
                <a:ea typeface="Calibri"/>
                <a:cs typeface="Calibri"/>
                <a:sym typeface="Calibri"/>
              </a:rPr>
              <a:t>Git:</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startAt="2"/>
            </a:pPr>
            <a:r>
              <a:rPr lang="en" sz="1200">
                <a:solidFill>
                  <a:schemeClr val="dk1"/>
                </a:solidFill>
                <a:latin typeface="Calibri"/>
                <a:ea typeface="Calibri"/>
                <a:cs typeface="Calibri"/>
                <a:sym typeface="Calibri"/>
              </a:rPr>
              <a:t>Distributed version control system.</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startAt="2"/>
            </a:pPr>
            <a:r>
              <a:rPr lang="en" sz="1200">
                <a:solidFill>
                  <a:schemeClr val="dk1"/>
                </a:solidFill>
                <a:latin typeface="Calibri"/>
                <a:ea typeface="Calibri"/>
                <a:cs typeface="Calibri"/>
                <a:sym typeface="Calibri"/>
              </a:rPr>
              <a:t>Widely adopted for its speed and flexibility.</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AutoNum type="alphaLcPeriod" startAt="2"/>
            </a:pPr>
            <a:r>
              <a:rPr lang="en" sz="1200">
                <a:solidFill>
                  <a:schemeClr val="dk1"/>
                </a:solidFill>
                <a:latin typeface="Calibri"/>
                <a:ea typeface="Calibri"/>
                <a:cs typeface="Calibri"/>
                <a:sym typeface="Calibri"/>
              </a:rPr>
              <a:t>SVN (Subversion):</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startAt="2"/>
            </a:pPr>
            <a:r>
              <a:rPr lang="en" sz="1200">
                <a:solidFill>
                  <a:schemeClr val="dk1"/>
                </a:solidFill>
                <a:latin typeface="Calibri"/>
                <a:ea typeface="Calibri"/>
                <a:cs typeface="Calibri"/>
                <a:sym typeface="Calibri"/>
              </a:rPr>
              <a:t>Centralized version control system.</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AutoNum type="romanLcPeriod" startAt="2"/>
            </a:pPr>
            <a:r>
              <a:rPr lang="en" sz="1200">
                <a:solidFill>
                  <a:schemeClr val="dk1"/>
                </a:solidFill>
                <a:latin typeface="Calibri"/>
                <a:ea typeface="Calibri"/>
                <a:cs typeface="Calibri"/>
                <a:sym typeface="Calibri"/>
              </a:rPr>
              <a:t>Known for its simplicity and ease of use.</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This is comprehensive overview of the role and significance of repositories in Software Configuration Management, emphasizing the types, functions, and key examples.</a:t>
            </a:r>
            <a:endParaRPr sz="1200">
              <a:solidFill>
                <a:srgbClr val="374151"/>
              </a:solidFill>
              <a:latin typeface="Roboto"/>
              <a:ea typeface="Roboto"/>
              <a:cs typeface="Roboto"/>
              <a:sym typeface="Roboto"/>
            </a:endParaRPr>
          </a:p>
          <a:p>
            <a:pPr marL="457200" lvl="0" indent="-228600" algn="l" rtl="0">
              <a:lnSpc>
                <a:spcPct val="115000"/>
              </a:lnSpc>
              <a:spcBef>
                <a:spcPts val="150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45720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9" name="Google Shape;90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Underscore the significance of version control as a cornerstone for collaborative development</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Version control is the systematic tracking and management of changes made to source code, documents, and other project artifacts throughout the development lifecycle.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Purpose and Benefits: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i="1">
                <a:solidFill>
                  <a:schemeClr val="dk1"/>
                </a:solidFill>
                <a:latin typeface="Calibri"/>
                <a:ea typeface="Calibri"/>
                <a:cs typeface="Calibri"/>
                <a:sym typeface="Calibri"/>
              </a:rPr>
              <a:t>1.Concurrent Development:</a:t>
            </a:r>
            <a:endParaRPr sz="1200" i="1">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Enables multiple developers to work on the same project simultaneously without conflicts.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i="1">
                <a:solidFill>
                  <a:schemeClr val="dk1"/>
                </a:solidFill>
                <a:latin typeface="Calibri"/>
                <a:ea typeface="Calibri"/>
                <a:cs typeface="Calibri"/>
                <a:sym typeface="Calibri"/>
              </a:rPr>
              <a:t>2.History and Traceability:</a:t>
            </a:r>
            <a:endParaRPr sz="1200" i="1">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Maintains a detailed history of changes, providing a clear audit trail for each modification.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i="1">
                <a:solidFill>
                  <a:schemeClr val="dk1"/>
                </a:solidFill>
                <a:latin typeface="Calibri"/>
                <a:ea typeface="Calibri"/>
                <a:cs typeface="Calibri"/>
                <a:sym typeface="Calibri"/>
              </a:rPr>
              <a:t>3.Rollback Capability:</a:t>
            </a:r>
            <a:endParaRPr sz="1200" i="1">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Allows for the easy retrieval of previous versions, mitigating the impact of errors or undesired changes.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Key Terms: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i="1">
                <a:solidFill>
                  <a:schemeClr val="dk1"/>
                </a:solidFill>
                <a:latin typeface="Calibri"/>
                <a:ea typeface="Calibri"/>
                <a:cs typeface="Calibri"/>
                <a:sym typeface="Calibri"/>
              </a:rPr>
              <a:t>Commits:</a:t>
            </a:r>
            <a:endParaRPr sz="1200" i="1">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act of saving changes to the version control system.</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i="1">
                <a:solidFill>
                  <a:schemeClr val="dk1"/>
                </a:solidFill>
                <a:latin typeface="Calibri"/>
                <a:ea typeface="Calibri"/>
                <a:cs typeface="Calibri"/>
                <a:sym typeface="Calibri"/>
              </a:rPr>
              <a:t>Revisions:</a:t>
            </a:r>
            <a:endParaRPr sz="1200" i="1">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Different states or iterations of a file or project.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i="1">
                <a:solidFill>
                  <a:schemeClr val="dk1"/>
                </a:solidFill>
                <a:latin typeface="Calibri"/>
                <a:ea typeface="Calibri"/>
                <a:cs typeface="Calibri"/>
                <a:sym typeface="Calibri"/>
              </a:rPr>
              <a:t>Snapshots:</a:t>
            </a:r>
            <a:endParaRPr sz="1200" i="1">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Captures the entire state of the project at a specific point in time.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Ensuring Code Consistency:</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Version control is a fundamental element in software development, playing a pivotal role in maintaining code consistency across diverse development environments. By systematically tracking changes and creating distinct versions of the codebase, version control systems ensure that all team members are working with the same code at any given time. This consistency is particularly crucial in collaborative and distributed development scenarios where developers may be operating in different environments or time zones. Version control facilitates synchronization, enabling developers to access a unified and up-to-date codebase. Additionally, it mitigates the risk of errors and inconsistencies by providing a structured approach to managing modifications, allowing for efficient collaboration while preserving the integrity and coherence of the code across various development environments. This ensures that the final product meets quality standards and functions reliably, regardless of the diversity in individual developers' environments</a:t>
            </a:r>
            <a:endParaRPr sz="1200" b="1">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9" name="Google Shape;91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Explain the participants version control with the example.</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Scenario: Writing Project Version Control</a:t>
            </a:r>
            <a:endParaRPr sz="1200">
              <a:solidFill>
                <a:schemeClr val="dk1"/>
              </a:solidFill>
              <a:latin typeface="Calibri"/>
              <a:ea typeface="Calibri"/>
              <a:cs typeface="Calibri"/>
              <a:sym typeface="Calibri"/>
            </a:endParaRPr>
          </a:p>
          <a:p>
            <a:pPr marL="457200" lvl="0" indent="-228600" algn="l" rtl="0">
              <a:lnSpc>
                <a:spcPct val="115000"/>
              </a:lnSpc>
              <a:spcBef>
                <a:spcPts val="150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Initial Draft:</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team is collaborating on writing a research paper called "Exploring Renewable Energy Sources."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initial draft is saved in a shared folder.</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Version 1: Individual Contributions: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Team members Alice and Bob make their contributions to the paper independently.</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Alice saves her changes as "RenewableEnergy_V1_Alice."</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Bob saves his changes as "RenewableEnergy_V1_Bob."</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Team Review:</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team gathers to review individual contributions and decides to integrate them into a unified draft.</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Version 2: Collaborative Integration:</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team collaboratively integrates Alice and Bob's changes into a new version.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unified draft is saved as "RenewableEnergy_V2_Collaborative."</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Feedback and Revisions: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team receives feedback and identifies areas for improvement.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Individual team members make revisions on their copies: "RenewableEnergy_V2_Alice_Revised" and "RenewableEnergy_V2_Bob_Revised."</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Final Version:</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revised contributions are integrated into a final version, "RenewableEnergy_FinalVersion."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paper is ready for submission.</a:t>
            </a:r>
            <a:endParaRPr sz="1200">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a:solidFill>
                  <a:schemeClr val="dk1"/>
                </a:solidFill>
                <a:latin typeface="Calibri"/>
                <a:ea typeface="Calibri"/>
                <a:cs typeface="Calibri"/>
                <a:sym typeface="Calibri"/>
              </a:rPr>
              <a:t>In this example, the version control process ensures that individual contributions are tracked and integrated collaboratively. Each version represents a snapshot of the document at a specific point in time, allowing the team to track changes, review contributions, and produce a final, cohesive document.</a:t>
            </a:r>
            <a:endParaRPr sz="1200">
              <a:solidFill>
                <a:schemeClr val="dk1"/>
              </a:solidFill>
              <a:latin typeface="Calibri"/>
              <a:ea typeface="Calibri"/>
              <a:cs typeface="Calibri"/>
              <a:sym typeface="Calibri"/>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3" name="Google Shape;94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As we transition to the discussion on branching strategies, underscore the significance of this aspect in SCM. Highlight that branching allows teams to work on multiple features concurrently, fostering innovation, and maintaining code stability. </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Branching involves creating isolated development paths, allowing for parallel work on different aspects of the project without affecting the main codebase.</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Types of Branches:</a:t>
            </a:r>
            <a:endParaRPr sz="1200" b="1">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Feature Branches:</a:t>
            </a:r>
            <a:endParaRPr sz="1200">
              <a:solidFill>
                <a:schemeClr val="dk1"/>
              </a:solidFill>
              <a:latin typeface="Calibri"/>
              <a:ea typeface="Calibri"/>
              <a:cs typeface="Calibri"/>
              <a:sym typeface="Calibri"/>
            </a:endParaRPr>
          </a:p>
          <a:p>
            <a:pPr marL="1828800" lvl="3"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Isolate development for a specific feature or functionality.</a:t>
            </a:r>
            <a:endParaRPr sz="1200">
              <a:solidFill>
                <a:schemeClr val="dk1"/>
              </a:solidFill>
              <a:latin typeface="Calibri"/>
              <a:ea typeface="Calibri"/>
              <a:cs typeface="Calibri"/>
              <a:sym typeface="Calibri"/>
            </a:endParaRPr>
          </a:p>
          <a:p>
            <a:pPr marL="1828800" lvl="3"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Enables developers to work independently on new features.</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Release Branches:</a:t>
            </a:r>
            <a:endParaRPr sz="1200">
              <a:solidFill>
                <a:schemeClr val="dk1"/>
              </a:solidFill>
              <a:latin typeface="Calibri"/>
              <a:ea typeface="Calibri"/>
              <a:cs typeface="Calibri"/>
              <a:sym typeface="Calibri"/>
            </a:endParaRPr>
          </a:p>
          <a:p>
            <a:pPr marL="1828800" lvl="3"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Prepare for a stable release by isolating features for testing and bug fixing.</a:t>
            </a:r>
            <a:endParaRPr sz="1200">
              <a:solidFill>
                <a:schemeClr val="dk1"/>
              </a:solidFill>
              <a:latin typeface="Calibri"/>
              <a:ea typeface="Calibri"/>
              <a:cs typeface="Calibri"/>
              <a:sym typeface="Calibri"/>
            </a:endParaRPr>
          </a:p>
          <a:p>
            <a:pPr marL="1828800" lvl="3"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Ensures the main codebase remains stable for ongoing development.</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Hotfix Branches:</a:t>
            </a:r>
            <a:endParaRPr sz="1200">
              <a:solidFill>
                <a:schemeClr val="dk1"/>
              </a:solidFill>
              <a:latin typeface="Calibri"/>
              <a:ea typeface="Calibri"/>
              <a:cs typeface="Calibri"/>
              <a:sym typeface="Calibri"/>
            </a:endParaRPr>
          </a:p>
          <a:p>
            <a:pPr marL="1828800" lvl="3"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Address critical issues or bugs in the production code.</a:t>
            </a:r>
            <a:endParaRPr sz="1200">
              <a:solidFill>
                <a:schemeClr val="dk1"/>
              </a:solidFill>
              <a:latin typeface="Calibri"/>
              <a:ea typeface="Calibri"/>
              <a:cs typeface="Calibri"/>
              <a:sym typeface="Calibri"/>
            </a:endParaRPr>
          </a:p>
          <a:p>
            <a:pPr marL="1828800" lvl="3"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Enables quick fixes without disrupting ongoing development.</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Purpose: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7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primary purpose of Source Code Management (SCM) is to facilitate parallel development within a software project by enabling teams to concurrently work on distinct features. This capability is vital for boosting efficiency and accelerating the development process. SCM achieves this by allowing developers to create separate branches for different features or tasks, minimizing conflicts that may arise when multiple teams are working on the same codebase simultaneously. By providing a structured framework for parallel development, SCM ensures that each team can work independently on their assigned tasks, contributing to the overall progress of the project. Additionally, SCM plays a crucial role in maintaining a stable main codebase by allowing seamless integration of changes through processes like branching and merging, ensuring that the final product is cohesive and reliable.</a:t>
            </a:r>
            <a:endParaRPr sz="1200">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endParaRPr sz="1200" b="1">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9" name="Google Shape;1049;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As we transition to the discussion on branching strategies, underscore the significance of this aspect in SCM. Highlight that branching allows teams to work on multiple features concurrently, fostering innovation, and maintaining code stability. </a:t>
            </a:r>
            <a:endParaRPr sz="1200" b="1">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Merging is the process of integrating changes from different branches or contributors into a unified version.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Types of Merging:</a:t>
            </a:r>
            <a:endParaRPr sz="1200" b="1">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Fast-Forward Merges: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Directly applies changes when no divergence has occurred.</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Typically in linear development workflows.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Three-Way Merges: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Involves a common ancestor to reconcile divergent changes.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Essential in non-linear development with branches.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Importance in Collaborative Development:</a:t>
            </a:r>
            <a:endParaRPr sz="1200" b="1">
              <a:solidFill>
                <a:schemeClr val="dk1"/>
              </a:solidFill>
              <a:latin typeface="Calibri"/>
              <a:ea typeface="Calibri"/>
              <a:cs typeface="Calibri"/>
              <a:sym typeface="Calibri"/>
            </a:endParaRPr>
          </a:p>
          <a:p>
            <a:pPr marL="457200" lvl="0" indent="0" algn="l" rtl="0">
              <a:lnSpc>
                <a:spcPct val="115000"/>
              </a:lnSpc>
              <a:spcBef>
                <a:spcPts val="0"/>
              </a:spcBef>
              <a:spcAft>
                <a:spcPts val="0"/>
              </a:spcAft>
              <a:buSzPts val="1100"/>
              <a:buNone/>
            </a:pP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Source Code Management (SCM) serves as a catalyst for collaboration in software development by providing a platform for multiple developers to work autonomously on various features or fixes. This collaborative flexibility is instrumental in accelerating the development process and promoting individual contributions within a cohesive framework. SCM further ensures the seamless integration of changes by implementing effective branching and merging strategies, thereby preventing conflicts and preserving code stability. By allowing developers to work independently on distinct tasks and features, SCM enhances efficiency while maintaining the overall integrity of the codebase. This collaborative approach not only fosters a more dynamic and responsive development environment but also contributes to the creation of a robust and stable final product.</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Conflict Resolution: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Addressing conflicts that may arise when changes made in different branches overlap.</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Strategies for resolving conflicts and ensuring a seamless integration process.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Best Practices: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Regularly merging changes from main development branches to feature branches to stay updated.</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Communicating changes and potential conflicts to the team in advance.</a:t>
            </a:r>
            <a:endParaRPr sz="1200">
              <a:solidFill>
                <a:schemeClr val="dk1"/>
              </a:solidFill>
              <a:latin typeface="Calibri"/>
              <a:ea typeface="Calibri"/>
              <a:cs typeface="Calibri"/>
              <a:sym typeface="Calibri"/>
            </a:endParaRPr>
          </a:p>
          <a:p>
            <a:pPr marL="1371600" lvl="0" indent="0" algn="l" rtl="0">
              <a:lnSpc>
                <a:spcPct val="115000"/>
              </a:lnSpc>
              <a:spcBef>
                <a:spcPts val="0"/>
              </a:spcBef>
              <a:spcAft>
                <a:spcPts val="0"/>
              </a:spcAft>
              <a:buSzPts val="1100"/>
              <a:buNone/>
            </a:pPr>
            <a:endParaRPr sz="1200">
              <a:solidFill>
                <a:srgbClr val="374151"/>
              </a:solidFill>
              <a:latin typeface="Roboto"/>
              <a:ea typeface="Roboto"/>
              <a:cs typeface="Roboto"/>
              <a:sym typeface="Roboto"/>
            </a:endParaRPr>
          </a:p>
          <a:p>
            <a:pPr marL="914400" lvl="0" indent="0" algn="l" rtl="0">
              <a:lnSpc>
                <a:spcPct val="115000"/>
              </a:lnSpc>
              <a:spcBef>
                <a:spcPts val="0"/>
              </a:spcBef>
              <a:spcAft>
                <a:spcPts val="0"/>
              </a:spcAft>
              <a:buSzPts val="1100"/>
              <a:buNone/>
            </a:pPr>
            <a:endParaRPr sz="1200">
              <a:solidFill>
                <a:srgbClr val="374151"/>
              </a:solidFill>
              <a:latin typeface="Roboto"/>
              <a:ea typeface="Roboto"/>
              <a:cs typeface="Roboto"/>
              <a:sym typeface="Roboto"/>
            </a:endParaRPr>
          </a:p>
          <a:p>
            <a:pPr marL="914400" lvl="0" indent="0" algn="l" rtl="0">
              <a:lnSpc>
                <a:spcPct val="115000"/>
              </a:lnSpc>
              <a:spcBef>
                <a:spcPts val="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45720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457200" lvl="0" indent="-228600" algn="l" rtl="0">
              <a:lnSpc>
                <a:spcPct val="115000"/>
              </a:lnSpc>
              <a:spcBef>
                <a:spcPts val="1500"/>
              </a:spcBef>
              <a:spcAft>
                <a:spcPts val="0"/>
              </a:spcAft>
              <a:buClr>
                <a:srgbClr val="374151"/>
              </a:buClr>
              <a:buSzPts val="1200"/>
              <a:buFont typeface="Roboto"/>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45720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8" name="Google Shape;107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Explain the participants merging changes with the example.</a:t>
            </a:r>
            <a:endParaRPr sz="1200">
              <a:solidFill>
                <a:schemeClr val="dk1"/>
              </a:solidFill>
              <a:latin typeface="Calibri"/>
              <a:ea typeface="Calibri"/>
              <a:cs typeface="Calibri"/>
              <a:sym typeface="Calibri"/>
            </a:endParaRPr>
          </a:p>
          <a:p>
            <a:pPr marL="0" lvl="0" indent="0" algn="l" rtl="0">
              <a:lnSpc>
                <a:spcPct val="115000"/>
              </a:lnSpc>
              <a:spcBef>
                <a:spcPts val="160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1500"/>
              </a:spcBef>
              <a:spcAft>
                <a:spcPts val="0"/>
              </a:spcAft>
              <a:buSzPts val="1100"/>
              <a:buNone/>
            </a:pPr>
            <a:r>
              <a:rPr lang="en" sz="1200" i="1">
                <a:solidFill>
                  <a:schemeClr val="dk1"/>
                </a:solidFill>
                <a:latin typeface="Calibri"/>
                <a:ea typeface="Calibri"/>
                <a:cs typeface="Calibri"/>
                <a:sym typeface="Calibri"/>
              </a:rPr>
              <a:t>Scenario: Team Collaboration on "Project Proposal"</a:t>
            </a:r>
            <a:endParaRPr sz="1200" i="1">
              <a:solidFill>
                <a:schemeClr val="dk1"/>
              </a:solidFill>
              <a:latin typeface="Calibri"/>
              <a:ea typeface="Calibri"/>
              <a:cs typeface="Calibri"/>
              <a:sym typeface="Calibri"/>
            </a:endParaRPr>
          </a:p>
          <a:p>
            <a:pPr marL="457200" lvl="0" indent="-228600" algn="l" rtl="0">
              <a:lnSpc>
                <a:spcPct val="115000"/>
              </a:lnSpc>
              <a:spcBef>
                <a:spcPts val="150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Branch Creation:</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Team members, Alice and Bob, work on separate sections of the document.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Individual copies created: "ProjectProposal_Alice" and "ProjectProposal_Bob."</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Individual Changes: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Alice and Bob make focused changes in their respective sections.</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Merge Planning:</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Intent to consolidate changes back into the main document.</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Merging Process:</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Team meeting to integrate changes into the main "Project Proposal."</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Discussion and collaboration to resolve conflicting content or differing styles.</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Review and Approval:</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Collective review of the integrated document.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Discussion and resolution of any remaining conflicts.</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200"/>
              <a:buFont typeface="Calibri"/>
              <a:buNone/>
            </a:pPr>
            <a:r>
              <a:rPr lang="en" sz="1200" b="1">
                <a:solidFill>
                  <a:schemeClr val="dk1"/>
                </a:solidFill>
                <a:latin typeface="Calibri"/>
                <a:ea typeface="Calibri"/>
                <a:cs typeface="Calibri"/>
                <a:sym typeface="Calibri"/>
              </a:rPr>
              <a:t>Final Document:</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result is a unified and cohesive "Project Proposal" document.</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Reflects the collaborative efforts of both Alice and Bob.</a:t>
            </a:r>
            <a:endParaRPr sz="1200" b="1">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9" name="Google Shape;110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5" name="Google Shape;111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1" name="Google Shape;112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 </a:t>
            </a:r>
            <a:r>
              <a:rPr lang="en">
                <a:solidFill>
                  <a:schemeClr val="dk1"/>
                </a:solidFill>
              </a:rPr>
              <a:t>B</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7" name="Google Shape;1127;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457200" lvl="0" indent="-22860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Share the module summary with the participants..</a:t>
            </a:r>
            <a:endParaRPr sz="1200">
              <a:solidFill>
                <a:schemeClr val="dk1"/>
              </a:solidFill>
              <a:latin typeface="Calibri"/>
              <a:ea typeface="Calibri"/>
              <a:cs typeface="Calibri"/>
              <a:sym typeface="Calibri"/>
            </a:endParaRPr>
          </a:p>
          <a:p>
            <a:pPr marL="457200" lvl="0" indent="-22860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Ask the participants if they have any questions. They can ask their queries by raising their hands.</a:t>
            </a:r>
            <a:endParaRPr sz="1200">
              <a:solidFill>
                <a:schemeClr val="dk1"/>
              </a:solidFill>
              <a:latin typeface="Calibri"/>
              <a:ea typeface="Calibri"/>
              <a:cs typeface="Calibri"/>
              <a:sym typeface="Calibri"/>
            </a:endParaRPr>
          </a:p>
          <a:p>
            <a:pPr marL="457200" lvl="0" indent="-22860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 sz="1200">
                <a:solidFill>
                  <a:schemeClr val="dk1"/>
                </a:solidFill>
                <a:latin typeface="Calibri"/>
                <a:ea typeface="Calibri"/>
                <a:cs typeface="Calibri"/>
                <a:sym typeface="Calibri"/>
              </a:rPr>
              <a:t>In this module, you have learned:</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purpose of Source Code Management (SCM) in software development.</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significance of version control, branching, and merging in SCM.</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impact of SCM on collaboration, risk mitigation, and code traceability in the DevOps lifecycle.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develop and optimize SCM processes for efficient code management and continuous improvement in software development practices.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b="1">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b="1">
              <a:solidFill>
                <a:schemeClr val="dk1"/>
              </a:solidFill>
            </a:endParaRPr>
          </a:p>
          <a:p>
            <a:pPr marL="457200" lvl="0" indent="-228600" algn="l" rtl="0">
              <a:lnSpc>
                <a:spcPct val="100000"/>
              </a:lnSpc>
              <a:spcBef>
                <a:spcPts val="0"/>
              </a:spcBef>
              <a:spcAft>
                <a:spcPts val="0"/>
              </a:spcAft>
              <a:buClr>
                <a:schemeClr val="dk1"/>
              </a:buClr>
              <a:buSzPts val="1100"/>
              <a:buFont typeface="Arial"/>
              <a:buNone/>
            </a:pPr>
            <a:endParaRPr/>
          </a:p>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3" name="Google Shape;113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Page">
  <p:cSld name="CoverPage">
    <p:spTree>
      <p:nvGrpSpPr>
        <p:cNvPr id="1" name="Shape 11"/>
        <p:cNvGrpSpPr/>
        <p:nvPr/>
      </p:nvGrpSpPr>
      <p:grpSpPr>
        <a:xfrm>
          <a:off x="0" y="0"/>
          <a:ext cx="0" cy="0"/>
          <a:chOff x="0" y="0"/>
          <a:chExt cx="0" cy="0"/>
        </a:xfrm>
      </p:grpSpPr>
      <p:pic>
        <p:nvPicPr>
          <p:cNvPr id="12" name="Google Shape;12;p27"/>
          <p:cNvPicPr preferRelativeResize="0"/>
          <p:nvPr/>
        </p:nvPicPr>
        <p:blipFill rotWithShape="1">
          <a:blip r:embed="rId2">
            <a:alphaModFix/>
          </a:blip>
          <a:srcRect/>
          <a:stretch/>
        </p:blipFill>
        <p:spPr>
          <a:xfrm flipH="1">
            <a:off x="-3134" y="1286"/>
            <a:ext cx="12191112" cy="6851405"/>
          </a:xfrm>
          <a:prstGeom prst="rect">
            <a:avLst/>
          </a:prstGeom>
          <a:noFill/>
          <a:ln>
            <a:noFill/>
          </a:ln>
        </p:spPr>
      </p:pic>
      <p:sp>
        <p:nvSpPr>
          <p:cNvPr id="13" name="Google Shape;13;p27"/>
          <p:cNvSpPr txBox="1">
            <a:spLocks noGrp="1"/>
          </p:cNvSpPr>
          <p:nvPr>
            <p:ph type="body" idx="1"/>
          </p:nvPr>
        </p:nvSpPr>
        <p:spPr>
          <a:xfrm>
            <a:off x="2671482" y="2240441"/>
            <a:ext cx="8699355" cy="704061"/>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7"/>
          <p:cNvSpPr/>
          <p:nvPr/>
        </p:nvSpPr>
        <p:spPr>
          <a:xfrm>
            <a:off x="0" y="1286"/>
            <a:ext cx="12187978" cy="3217119"/>
          </a:xfrm>
          <a:prstGeom prst="rect">
            <a:avLst/>
          </a:prstGeom>
          <a:solidFill>
            <a:srgbClr val="FFFFFF">
              <a:alpha val="2901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5" name="Google Shape;15;p27"/>
          <p:cNvPicPr preferRelativeResize="0"/>
          <p:nvPr/>
        </p:nvPicPr>
        <p:blipFill rotWithShape="1">
          <a:blip r:embed="rId3">
            <a:alphaModFix/>
          </a:blip>
          <a:srcRect l="16785" t="2226" r="50449" b="83699"/>
          <a:stretch/>
        </p:blipFill>
        <p:spPr>
          <a:xfrm>
            <a:off x="320948" y="207543"/>
            <a:ext cx="3992881" cy="963777"/>
          </a:xfrm>
          <a:prstGeom prst="rect">
            <a:avLst/>
          </a:prstGeom>
          <a:noFill/>
          <a:ln>
            <a:noFill/>
          </a:ln>
        </p:spPr>
      </p:pic>
      <p:sp>
        <p:nvSpPr>
          <p:cNvPr id="16" name="Google Shape;16;p27"/>
          <p:cNvSpPr/>
          <p:nvPr/>
        </p:nvSpPr>
        <p:spPr>
          <a:xfrm>
            <a:off x="5835191" y="2955576"/>
            <a:ext cx="5519318" cy="284693"/>
          </a:xfrm>
          <a:prstGeom prst="rect">
            <a:avLst/>
          </a:prstGeom>
          <a:noFill/>
          <a:ln>
            <a:noFill/>
          </a:ln>
        </p:spPr>
        <p:txBody>
          <a:bodyPr spcFirstLastPara="1" wrap="square" lIns="91425" tIns="45700" rIns="91425" bIns="45700" anchor="t" anchorCtr="0">
            <a:spAutoFit/>
          </a:bodyPr>
          <a:lstStyle/>
          <a:p>
            <a:pPr marL="0" marR="0" lvl="0" indent="0" algn="r" rtl="0">
              <a:lnSpc>
                <a:spcPct val="166666"/>
              </a:lnSpc>
              <a:spcBef>
                <a:spcPts val="0"/>
              </a:spcBef>
              <a:spcAft>
                <a:spcPts val="0"/>
              </a:spcAft>
              <a:buNone/>
            </a:pPr>
            <a:r>
              <a:rPr lang="en" sz="900" b="0" i="0" u="none" strike="noStrike" cap="none">
                <a:solidFill>
                  <a:srgbClr val="595959"/>
                </a:solidFill>
                <a:latin typeface="Arial"/>
                <a:ea typeface="Arial"/>
                <a:cs typeface="Arial"/>
                <a:sym typeface="Arial"/>
              </a:rPr>
              <a:t>Copyright © 2023. All rights reserved. release 2.0.0</a:t>
            </a:r>
            <a:endParaRPr/>
          </a:p>
        </p:txBody>
      </p:sp>
      <p:sp>
        <p:nvSpPr>
          <p:cNvPr id="17" name="Google Shape;17;p27"/>
          <p:cNvSpPr txBox="1">
            <a:spLocks noGrp="1"/>
          </p:cNvSpPr>
          <p:nvPr>
            <p:ph type="body" idx="2"/>
          </p:nvPr>
        </p:nvSpPr>
        <p:spPr>
          <a:xfrm>
            <a:off x="4888295" y="719340"/>
            <a:ext cx="6474378" cy="139856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25000"/>
              </a:lnSpc>
              <a:spcBef>
                <a:spcPts val="0"/>
              </a:spcBef>
              <a:spcAft>
                <a:spcPts val="0"/>
              </a:spcAft>
              <a:buClr>
                <a:srgbClr val="000000"/>
              </a:buClr>
              <a:buSzPts val="3600"/>
              <a:buFont typeface="Arial"/>
              <a:buNone/>
              <a:defRPr sz="36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 name="Google Shape;18;p27"/>
          <p:cNvSpPr txBox="1"/>
          <p:nvPr/>
        </p:nvSpPr>
        <p:spPr>
          <a:xfrm>
            <a:off x="10021944" y="380786"/>
            <a:ext cx="161996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0" i="0" u="none" strike="noStrike" cap="none">
                <a:solidFill>
                  <a:srgbClr val="7F7F7F"/>
                </a:solidFill>
                <a:latin typeface="Arial"/>
                <a:ea typeface="Arial"/>
                <a:cs typeface="Arial"/>
                <a:sym typeface="Arial"/>
              </a:rPr>
              <a:t>Semester </a:t>
            </a:r>
            <a:r>
              <a:rPr lang="en" sz="1600" b="1" i="0" u="none" strike="noStrike" cap="none">
                <a:solidFill>
                  <a:srgbClr val="000000"/>
                </a:solidFill>
                <a:latin typeface="Arial"/>
                <a:ea typeface="Arial"/>
                <a:cs typeface="Arial"/>
                <a:sym typeface="Arial"/>
              </a:rPr>
              <a:t>01</a:t>
            </a:r>
            <a:endParaRPr/>
          </a:p>
        </p:txBody>
      </p:sp>
      <p:sp>
        <p:nvSpPr>
          <p:cNvPr id="19" name="Google Shape;19;p27"/>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spAutoFit/>
          </a:bodyPr>
          <a:lstStyle>
            <a:lvl1pPr marL="457200" marR="0" lvl="0" indent="-228600" algn="r" rtl="0">
              <a:lnSpc>
                <a:spcPct val="100000"/>
              </a:lnSpc>
              <a:spcBef>
                <a:spcPts val="0"/>
              </a:spcBef>
              <a:spcAft>
                <a:spcPts val="0"/>
              </a:spcAft>
              <a:buClr>
                <a:srgbClr val="7F7F7F"/>
              </a:buClr>
              <a:buSzPts val="2200"/>
              <a:buFont typeface="Arial"/>
              <a:buNone/>
              <a:defRPr sz="2200" b="1" i="0" u="none" strike="noStrike" cap="none">
                <a:solidFill>
                  <a:srgbClr val="7F7F7F"/>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 name="Google Shape;20;p27"/>
          <p:cNvSpPr txBox="1"/>
          <p:nvPr/>
        </p:nvSpPr>
        <p:spPr>
          <a:xfrm>
            <a:off x="10116901" y="1983451"/>
            <a:ext cx="131318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Module # </a:t>
            </a:r>
            <a:r>
              <a:rPr lang="en" sz="1600" b="1" i="0" u="none" strike="noStrike" cap="none">
                <a:solidFill>
                  <a:srgbClr val="000000"/>
                </a:solidFill>
                <a:latin typeface="Arial"/>
                <a:ea typeface="Arial"/>
                <a:cs typeface="Arial"/>
                <a:sym typeface="Arial"/>
              </a:rPr>
              <a:t>01</a:t>
            </a:r>
            <a:endParaRPr sz="1600" b="1" i="0" u="none" strike="noStrike" cap="none">
              <a:solidFill>
                <a:srgbClr val="000000"/>
              </a:solidFill>
              <a:latin typeface="Arial"/>
              <a:ea typeface="Arial"/>
              <a:cs typeface="Arial"/>
              <a:sym typeface="Arial"/>
            </a:endParaRPr>
          </a:p>
        </p:txBody>
      </p:sp>
      <p:sp>
        <p:nvSpPr>
          <p:cNvPr id="21" name="Google Shape;21;p27"/>
          <p:cNvSpPr/>
          <p:nvPr/>
        </p:nvSpPr>
        <p:spPr>
          <a:xfrm>
            <a:off x="11429926" y="1648617"/>
            <a:ext cx="103852" cy="1306959"/>
          </a:xfrm>
          <a:prstGeom prst="rect">
            <a:avLst/>
          </a:prstGeom>
          <a:solidFill>
            <a:srgbClr val="64748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
        <p:nvSpPr>
          <p:cNvPr id="22" name="Google Shape;22;p27"/>
          <p:cNvSpPr/>
          <p:nvPr/>
        </p:nvSpPr>
        <p:spPr>
          <a:xfrm>
            <a:off x="11429926" y="380786"/>
            <a:ext cx="103852" cy="1306959"/>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RunningMan-Infographic">
  <p:cSld name="1_RunningMan-Infographic">
    <p:spTree>
      <p:nvGrpSpPr>
        <p:cNvPr id="1" name="Shape 23"/>
        <p:cNvGrpSpPr/>
        <p:nvPr/>
      </p:nvGrpSpPr>
      <p:grpSpPr>
        <a:xfrm>
          <a:off x="0" y="0"/>
          <a:ext cx="0" cy="0"/>
          <a:chOff x="0" y="0"/>
          <a:chExt cx="0" cy="0"/>
        </a:xfrm>
      </p:grpSpPr>
      <p:sp>
        <p:nvSpPr>
          <p:cNvPr id="24" name="Google Shape;24;p30"/>
          <p:cNvSpPr/>
          <p:nvPr/>
        </p:nvSpPr>
        <p:spPr>
          <a:xfrm>
            <a:off x="-1" y="1684288"/>
            <a:ext cx="12191999" cy="4085572"/>
          </a:xfrm>
          <a:prstGeom prst="rect">
            <a:avLst/>
          </a:prstGeom>
          <a:solidFill>
            <a:srgbClr val="A1D0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 name="Google Shape;25;p3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30"/>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30"/>
          <p:cNvSpPr/>
          <p:nvPr/>
        </p:nvSpPr>
        <p:spPr>
          <a:xfrm>
            <a:off x="-18854" y="5769859"/>
            <a:ext cx="12210853" cy="218688"/>
          </a:xfrm>
          <a:prstGeom prst="rect">
            <a:avLst/>
          </a:prstGeom>
          <a:solidFill>
            <a:srgbClr val="647486">
              <a:alpha val="6392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8" name="Google Shape;28;p30"/>
          <p:cNvPicPr preferRelativeResize="0"/>
          <p:nvPr/>
        </p:nvPicPr>
        <p:blipFill rotWithShape="1">
          <a:blip r:embed="rId2">
            <a:alphaModFix/>
          </a:blip>
          <a:srcRect/>
          <a:stretch/>
        </p:blipFill>
        <p:spPr>
          <a:xfrm>
            <a:off x="770591" y="1921828"/>
            <a:ext cx="771525" cy="1457325"/>
          </a:xfrm>
          <a:prstGeom prst="rect">
            <a:avLst/>
          </a:prstGeom>
          <a:noFill/>
          <a:ln>
            <a:noFill/>
          </a:ln>
        </p:spPr>
      </p:pic>
      <p:sp>
        <p:nvSpPr>
          <p:cNvPr id="29" name="Google Shape;29;p30"/>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30" name="Google Shape;30;p30"/>
          <p:cNvPicPr preferRelativeResize="0"/>
          <p:nvPr/>
        </p:nvPicPr>
        <p:blipFill rotWithShape="1">
          <a:blip r:embed="rId3">
            <a:alphaModFix/>
          </a:blip>
          <a:srcRect/>
          <a:stretch/>
        </p:blipFill>
        <p:spPr>
          <a:xfrm>
            <a:off x="519508" y="1921829"/>
            <a:ext cx="3232360" cy="358914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unningMan-Infographic">
  <p:cSld name="RunningMan-Infographic">
    <p:spTree>
      <p:nvGrpSpPr>
        <p:cNvPr id="1" name="Shape 31"/>
        <p:cNvGrpSpPr/>
        <p:nvPr/>
      </p:nvGrpSpPr>
      <p:grpSpPr>
        <a:xfrm>
          <a:off x="0" y="0"/>
          <a:ext cx="0" cy="0"/>
          <a:chOff x="0" y="0"/>
          <a:chExt cx="0" cy="0"/>
        </a:xfrm>
      </p:grpSpPr>
      <p:sp>
        <p:nvSpPr>
          <p:cNvPr id="32" name="Google Shape;32;p3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 name="Google Shape;33;p32"/>
          <p:cNvSpPr txBox="1">
            <a:spLocks noGrp="1"/>
          </p:cNvSpPr>
          <p:nvPr>
            <p:ph type="body" idx="1"/>
          </p:nvPr>
        </p:nvSpPr>
        <p:spPr>
          <a:xfrm>
            <a:off x="6213746" y="1967241"/>
            <a:ext cx="5285919"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p32"/>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grpSp>
        <p:nvGrpSpPr>
          <p:cNvPr id="35" name="Google Shape;35;p32"/>
          <p:cNvGrpSpPr/>
          <p:nvPr/>
        </p:nvGrpSpPr>
        <p:grpSpPr>
          <a:xfrm flipH="1">
            <a:off x="0" y="1967241"/>
            <a:ext cx="6132405" cy="3823634"/>
            <a:chOff x="6625864" y="1832110"/>
            <a:chExt cx="6820169" cy="4367731"/>
          </a:xfrm>
        </p:grpSpPr>
        <p:sp>
          <p:nvSpPr>
            <p:cNvPr id="36" name="Google Shape;36;p32"/>
            <p:cNvSpPr/>
            <p:nvPr/>
          </p:nvSpPr>
          <p:spPr>
            <a:xfrm>
              <a:off x="8676704" y="2559253"/>
              <a:ext cx="4769328" cy="727141"/>
            </a:xfrm>
            <a:custGeom>
              <a:avLst/>
              <a:gdLst/>
              <a:ahLst/>
              <a:cxnLst/>
              <a:rect l="l" t="t" r="r" b="b"/>
              <a:pathLst>
                <a:path w="120000" h="120000" extrusionOk="0">
                  <a:moveTo>
                    <a:pt x="3056" y="0"/>
                  </a:moveTo>
                  <a:lnTo>
                    <a:pt x="30729" y="0"/>
                  </a:lnTo>
                  <a:lnTo>
                    <a:pt x="31059" y="1124"/>
                  </a:lnTo>
                  <a:cubicBezTo>
                    <a:pt x="31475" y="2886"/>
                    <a:pt x="31840" y="4840"/>
                    <a:pt x="32174" y="7124"/>
                  </a:cubicBezTo>
                  <a:cubicBezTo>
                    <a:pt x="33513" y="15906"/>
                    <a:pt x="35923" y="41198"/>
                    <a:pt x="36994" y="41901"/>
                  </a:cubicBezTo>
                  <a:cubicBezTo>
                    <a:pt x="38119" y="42252"/>
                    <a:pt x="38868" y="47170"/>
                    <a:pt x="39939" y="49629"/>
                  </a:cubicBezTo>
                  <a:cubicBezTo>
                    <a:pt x="41064" y="52088"/>
                    <a:pt x="41921" y="61221"/>
                    <a:pt x="43420" y="50683"/>
                  </a:cubicBezTo>
                  <a:cubicBezTo>
                    <a:pt x="44973" y="40144"/>
                    <a:pt x="44223" y="18365"/>
                    <a:pt x="44009" y="7475"/>
                  </a:cubicBezTo>
                  <a:cubicBezTo>
                    <a:pt x="43942" y="4753"/>
                    <a:pt x="43818" y="2491"/>
                    <a:pt x="43628" y="565"/>
                  </a:cubicBezTo>
                  <a:lnTo>
                    <a:pt x="43539" y="0"/>
                  </a:lnTo>
                  <a:lnTo>
                    <a:pt x="120000" y="0"/>
                  </a:lnTo>
                  <a:lnTo>
                    <a:pt x="120000" y="119999"/>
                  </a:lnTo>
                  <a:lnTo>
                    <a:pt x="7713" y="119999"/>
                  </a:lnTo>
                  <a:lnTo>
                    <a:pt x="7648" y="118480"/>
                  </a:lnTo>
                  <a:cubicBezTo>
                    <a:pt x="6577" y="86514"/>
                    <a:pt x="848" y="23985"/>
                    <a:pt x="312" y="15203"/>
                  </a:cubicBezTo>
                  <a:cubicBezTo>
                    <a:pt x="-276" y="6421"/>
                    <a:pt x="44" y="3259"/>
                    <a:pt x="633" y="3259"/>
                  </a:cubicBezTo>
                  <a:cubicBezTo>
                    <a:pt x="834" y="3259"/>
                    <a:pt x="1652" y="2370"/>
                    <a:pt x="2738" y="573"/>
                  </a:cubicBezTo>
                  <a:lnTo>
                    <a:pt x="3056" y="0"/>
                  </a:lnTo>
                  <a:close/>
                </a:path>
              </a:pathLst>
            </a:custGeom>
            <a:solidFill>
              <a:srgbClr val="2C96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 name="Google Shape;37;p32"/>
            <p:cNvSpPr/>
            <p:nvPr/>
          </p:nvSpPr>
          <p:spPr>
            <a:xfrm>
              <a:off x="7565934" y="1832111"/>
              <a:ext cx="5880099" cy="727143"/>
            </a:xfrm>
            <a:custGeom>
              <a:avLst/>
              <a:gdLst/>
              <a:ahLst/>
              <a:cxnLst/>
              <a:rect l="l" t="t" r="r" b="b"/>
              <a:pathLst>
                <a:path w="120000" h="120000" extrusionOk="0">
                  <a:moveTo>
                    <a:pt x="34007" y="85837"/>
                  </a:moveTo>
                  <a:cubicBezTo>
                    <a:pt x="34641" y="85606"/>
                    <a:pt x="35365" y="85672"/>
                    <a:pt x="36603" y="89888"/>
                  </a:cubicBezTo>
                  <a:cubicBezTo>
                    <a:pt x="38297" y="95859"/>
                    <a:pt x="40295" y="99372"/>
                    <a:pt x="43249" y="106749"/>
                  </a:cubicBezTo>
                  <a:cubicBezTo>
                    <a:pt x="44726" y="110438"/>
                    <a:pt x="45833" y="113248"/>
                    <a:pt x="46707" y="116278"/>
                  </a:cubicBezTo>
                  <a:lnTo>
                    <a:pt x="47593" y="120000"/>
                  </a:lnTo>
                  <a:lnTo>
                    <a:pt x="25147" y="120000"/>
                  </a:lnTo>
                  <a:lnTo>
                    <a:pt x="25832" y="118473"/>
                  </a:lnTo>
                  <a:cubicBezTo>
                    <a:pt x="27156" y="115268"/>
                    <a:pt x="28698" y="110438"/>
                    <a:pt x="29784" y="103939"/>
                  </a:cubicBezTo>
                  <a:cubicBezTo>
                    <a:pt x="31956" y="90941"/>
                    <a:pt x="32564" y="86024"/>
                    <a:pt x="33389" y="86024"/>
                  </a:cubicBezTo>
                  <a:cubicBezTo>
                    <a:pt x="33595" y="86024"/>
                    <a:pt x="33796" y="85914"/>
                    <a:pt x="34007" y="85837"/>
                  </a:cubicBezTo>
                  <a:close/>
                  <a:moveTo>
                    <a:pt x="0" y="0"/>
                  </a:moveTo>
                  <a:lnTo>
                    <a:pt x="120000" y="0"/>
                  </a:lnTo>
                  <a:lnTo>
                    <a:pt x="120000" y="120000"/>
                  </a:lnTo>
                  <a:lnTo>
                    <a:pt x="57982" y="120000"/>
                  </a:lnTo>
                  <a:lnTo>
                    <a:pt x="57425" y="115663"/>
                  </a:lnTo>
                  <a:cubicBezTo>
                    <a:pt x="56887" y="112897"/>
                    <a:pt x="56105" y="110965"/>
                    <a:pt x="55019" y="108857"/>
                  </a:cubicBezTo>
                  <a:cubicBezTo>
                    <a:pt x="52804" y="104642"/>
                    <a:pt x="52457" y="108857"/>
                    <a:pt x="49416" y="94103"/>
                  </a:cubicBezTo>
                  <a:cubicBezTo>
                    <a:pt x="46376" y="79700"/>
                    <a:pt x="39296" y="52652"/>
                    <a:pt x="38341" y="47734"/>
                  </a:cubicBezTo>
                  <a:cubicBezTo>
                    <a:pt x="37385" y="43167"/>
                    <a:pt x="34605" y="37898"/>
                    <a:pt x="31261" y="44221"/>
                  </a:cubicBezTo>
                  <a:cubicBezTo>
                    <a:pt x="27916" y="50544"/>
                    <a:pt x="24268" y="61785"/>
                    <a:pt x="23616" y="61785"/>
                  </a:cubicBezTo>
                  <a:cubicBezTo>
                    <a:pt x="22965" y="61785"/>
                    <a:pt x="21532" y="64947"/>
                    <a:pt x="21532" y="69162"/>
                  </a:cubicBezTo>
                  <a:cubicBezTo>
                    <a:pt x="21532" y="69162"/>
                    <a:pt x="17622" y="65649"/>
                    <a:pt x="15842" y="75485"/>
                  </a:cubicBezTo>
                  <a:cubicBezTo>
                    <a:pt x="14017" y="85321"/>
                    <a:pt x="13887" y="90941"/>
                    <a:pt x="12758" y="94806"/>
                  </a:cubicBezTo>
                  <a:cubicBezTo>
                    <a:pt x="11585" y="98318"/>
                    <a:pt x="10890" y="98318"/>
                    <a:pt x="10282" y="97265"/>
                  </a:cubicBezTo>
                  <a:cubicBezTo>
                    <a:pt x="10282" y="97265"/>
                    <a:pt x="6938" y="87077"/>
                    <a:pt x="7589" y="71270"/>
                  </a:cubicBezTo>
                  <a:cubicBezTo>
                    <a:pt x="8241" y="55813"/>
                    <a:pt x="8371" y="30872"/>
                    <a:pt x="5157" y="10849"/>
                  </a:cubicBezTo>
                  <a:cubicBezTo>
                    <a:pt x="3951" y="3472"/>
                    <a:pt x="2551" y="245"/>
                    <a:pt x="1186" y="0"/>
                  </a:cubicBezTo>
                  <a:lnTo>
                    <a:pt x="0" y="623"/>
                  </a:lnTo>
                  <a:close/>
                </a:path>
              </a:pathLst>
            </a:custGeom>
            <a:solidFill>
              <a:srgbClr val="1E4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 name="Google Shape;38;p32"/>
            <p:cNvSpPr/>
            <p:nvPr/>
          </p:nvSpPr>
          <p:spPr>
            <a:xfrm>
              <a:off x="9898038" y="2559253"/>
              <a:ext cx="542487" cy="337204"/>
            </a:xfrm>
            <a:custGeom>
              <a:avLst/>
              <a:gdLst/>
              <a:ahLst/>
              <a:cxnLst/>
              <a:rect l="l" t="t" r="r" b="b"/>
              <a:pathLst>
                <a:path w="120000" h="120000" extrusionOk="0">
                  <a:moveTo>
                    <a:pt x="0" y="0"/>
                  </a:moveTo>
                  <a:lnTo>
                    <a:pt x="112616" y="0"/>
                  </a:lnTo>
                  <a:lnTo>
                    <a:pt x="113404" y="1218"/>
                  </a:lnTo>
                  <a:cubicBezTo>
                    <a:pt x="115074" y="5372"/>
                    <a:pt x="116163" y="10249"/>
                    <a:pt x="116751" y="16119"/>
                  </a:cubicBezTo>
                  <a:cubicBezTo>
                    <a:pt x="118634" y="39602"/>
                    <a:pt x="125225" y="86567"/>
                    <a:pt x="111572" y="109292"/>
                  </a:cubicBezTo>
                  <a:cubicBezTo>
                    <a:pt x="98390" y="132017"/>
                    <a:pt x="90857" y="112322"/>
                    <a:pt x="80971" y="107020"/>
                  </a:cubicBezTo>
                  <a:cubicBezTo>
                    <a:pt x="71555" y="101717"/>
                    <a:pt x="64964" y="91112"/>
                    <a:pt x="55077" y="90355"/>
                  </a:cubicBezTo>
                  <a:cubicBezTo>
                    <a:pt x="45661" y="88840"/>
                    <a:pt x="24476" y="34299"/>
                    <a:pt x="12706" y="15362"/>
                  </a:cubicBezTo>
                  <a:cubicBezTo>
                    <a:pt x="9763" y="10438"/>
                    <a:pt x="6556" y="6225"/>
                    <a:pt x="2900" y="2425"/>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 name="Google Shape;39;p32"/>
            <p:cNvSpPr/>
            <p:nvPr/>
          </p:nvSpPr>
          <p:spPr>
            <a:xfrm>
              <a:off x="9308468" y="4013537"/>
              <a:ext cx="4137563" cy="727141"/>
            </a:xfrm>
            <a:custGeom>
              <a:avLst/>
              <a:gdLst/>
              <a:ahLst/>
              <a:cxnLst/>
              <a:rect l="l" t="t" r="r" b="b"/>
              <a:pathLst>
                <a:path w="120000" h="120000" extrusionOk="0">
                  <a:moveTo>
                    <a:pt x="2944" y="0"/>
                  </a:moveTo>
                  <a:lnTo>
                    <a:pt x="120000" y="0"/>
                  </a:lnTo>
                  <a:lnTo>
                    <a:pt x="120000" y="119999"/>
                  </a:lnTo>
                  <a:lnTo>
                    <a:pt x="8271" y="119999"/>
                  </a:lnTo>
                  <a:lnTo>
                    <a:pt x="8003" y="116458"/>
                  </a:lnTo>
                  <a:cubicBezTo>
                    <a:pt x="6446" y="97506"/>
                    <a:pt x="3101" y="64573"/>
                    <a:pt x="0" y="47448"/>
                  </a:cubicBezTo>
                  <a:cubicBezTo>
                    <a:pt x="0" y="47448"/>
                    <a:pt x="3308" y="30773"/>
                    <a:pt x="3018" y="2600"/>
                  </a:cubicBezTo>
                  <a:lnTo>
                    <a:pt x="2944" y="0"/>
                  </a:lnTo>
                  <a:close/>
                </a:path>
              </a:pathLst>
            </a:custGeom>
            <a:gradFill>
              <a:gsLst>
                <a:gs pos="0">
                  <a:schemeClr val="accent4"/>
                </a:gs>
                <a:gs pos="41000">
                  <a:srgbClr val="8296B0"/>
                </a:gs>
                <a:gs pos="83000">
                  <a:srgbClr val="ACB8CA"/>
                </a:gs>
                <a:gs pos="100000">
                  <a:srgbClr val="D5DBE5"/>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 name="Google Shape;40;p32"/>
            <p:cNvSpPr/>
            <p:nvPr/>
          </p:nvSpPr>
          <p:spPr>
            <a:xfrm>
              <a:off x="8983260" y="3286396"/>
              <a:ext cx="4462773" cy="727141"/>
            </a:xfrm>
            <a:custGeom>
              <a:avLst/>
              <a:gdLst/>
              <a:ahLst/>
              <a:cxnLst/>
              <a:rect l="l" t="t" r="r" b="b"/>
              <a:pathLst>
                <a:path w="120000" h="120000" extrusionOk="0">
                  <a:moveTo>
                    <a:pt x="0" y="0"/>
                  </a:moveTo>
                  <a:lnTo>
                    <a:pt x="120000" y="0"/>
                  </a:lnTo>
                  <a:lnTo>
                    <a:pt x="120000" y="120000"/>
                  </a:lnTo>
                  <a:lnTo>
                    <a:pt x="11474" y="120000"/>
                  </a:lnTo>
                  <a:lnTo>
                    <a:pt x="11205" y="109837"/>
                  </a:lnTo>
                  <a:cubicBezTo>
                    <a:pt x="9717" y="73655"/>
                    <a:pt x="7485" y="62414"/>
                    <a:pt x="5539" y="55037"/>
                  </a:cubicBezTo>
                  <a:cubicBezTo>
                    <a:pt x="3837" y="48582"/>
                    <a:pt x="1740" y="34328"/>
                    <a:pt x="437" y="9685"/>
                  </a:cubicBezTo>
                  <a:lnTo>
                    <a:pt x="0" y="0"/>
                  </a:lnTo>
                  <a:close/>
                </a:path>
              </a:pathLst>
            </a:custGeom>
            <a:solidFill>
              <a:srgbClr val="AFEA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 name="Google Shape;41;p32"/>
            <p:cNvSpPr/>
            <p:nvPr/>
          </p:nvSpPr>
          <p:spPr>
            <a:xfrm>
              <a:off x="10167877" y="5467819"/>
              <a:ext cx="3278156" cy="727141"/>
            </a:xfrm>
            <a:custGeom>
              <a:avLst/>
              <a:gdLst/>
              <a:ahLst/>
              <a:cxnLst/>
              <a:rect l="l" t="t" r="r" b="b"/>
              <a:pathLst>
                <a:path w="120000" h="120000" extrusionOk="0">
                  <a:moveTo>
                    <a:pt x="0" y="0"/>
                  </a:moveTo>
                  <a:lnTo>
                    <a:pt x="120000" y="0"/>
                  </a:lnTo>
                  <a:lnTo>
                    <a:pt x="120000" y="119999"/>
                  </a:lnTo>
                  <a:lnTo>
                    <a:pt x="0" y="119999"/>
                  </a:lnTo>
                  <a:lnTo>
                    <a:pt x="0" y="0"/>
                  </a:lnTo>
                  <a:close/>
                </a:path>
              </a:pathLst>
            </a:custGeom>
            <a:solidFill>
              <a:srgbClr val="71DA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 name="Google Shape;42;p32"/>
            <p:cNvSpPr/>
            <p:nvPr/>
          </p:nvSpPr>
          <p:spPr>
            <a:xfrm>
              <a:off x="9593681" y="4740680"/>
              <a:ext cx="3852352" cy="727138"/>
            </a:xfrm>
            <a:custGeom>
              <a:avLst/>
              <a:gdLst/>
              <a:ahLst/>
              <a:cxnLst/>
              <a:rect l="l" t="t" r="r" b="b"/>
              <a:pathLst>
                <a:path w="120000" h="120000" extrusionOk="0">
                  <a:moveTo>
                    <a:pt x="0" y="0"/>
                  </a:moveTo>
                  <a:lnTo>
                    <a:pt x="120000" y="0"/>
                  </a:lnTo>
                  <a:lnTo>
                    <a:pt x="120000" y="120000"/>
                  </a:lnTo>
                  <a:lnTo>
                    <a:pt x="17886" y="120000"/>
                  </a:lnTo>
                  <a:lnTo>
                    <a:pt x="17886" y="110928"/>
                  </a:lnTo>
                  <a:lnTo>
                    <a:pt x="17510" y="108667"/>
                  </a:lnTo>
                  <a:cubicBezTo>
                    <a:pt x="16026" y="99577"/>
                    <a:pt x="14286" y="88160"/>
                    <a:pt x="13258" y="78851"/>
                  </a:cubicBezTo>
                  <a:cubicBezTo>
                    <a:pt x="11203" y="60233"/>
                    <a:pt x="6960" y="33184"/>
                    <a:pt x="1524" y="20187"/>
                  </a:cubicBezTo>
                  <a:cubicBezTo>
                    <a:pt x="1524" y="20187"/>
                    <a:pt x="861" y="18079"/>
                    <a:pt x="662" y="9648"/>
                  </a:cubicBezTo>
                  <a:cubicBezTo>
                    <a:pt x="637" y="8594"/>
                    <a:pt x="539" y="6876"/>
                    <a:pt x="377" y="4632"/>
                  </a:cubicBezTo>
                  <a:lnTo>
                    <a:pt x="0" y="0"/>
                  </a:lnTo>
                  <a:close/>
                </a:path>
              </a:pathLst>
            </a:custGeom>
            <a:solidFill>
              <a:srgbClr val="008BB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 name="Google Shape;43;p32"/>
            <p:cNvSpPr/>
            <p:nvPr/>
          </p:nvSpPr>
          <p:spPr>
            <a:xfrm>
              <a:off x="10167877" y="6194962"/>
              <a:ext cx="3278156" cy="4879"/>
            </a:xfrm>
            <a:custGeom>
              <a:avLst/>
              <a:gdLst/>
              <a:ahLst/>
              <a:cxnLst/>
              <a:rect l="l" t="t" r="r" b="b"/>
              <a:pathLst>
                <a:path w="120000" h="120000" extrusionOk="0">
                  <a:moveTo>
                    <a:pt x="0" y="0"/>
                  </a:moveTo>
                  <a:lnTo>
                    <a:pt x="120000" y="0"/>
                  </a:lnTo>
                  <a:lnTo>
                    <a:pt x="120000" y="122"/>
                  </a:lnTo>
                  <a:lnTo>
                    <a:pt x="120000" y="120000"/>
                  </a:lnTo>
                  <a:lnTo>
                    <a:pt x="3889" y="120000"/>
                  </a:lnTo>
                  <a:lnTo>
                    <a:pt x="3889" y="106718"/>
                  </a:lnTo>
                  <a:lnTo>
                    <a:pt x="0" y="106718"/>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4" name="Google Shape;44;p32"/>
            <p:cNvSpPr/>
            <p:nvPr/>
          </p:nvSpPr>
          <p:spPr>
            <a:xfrm>
              <a:off x="8125821" y="5963555"/>
              <a:ext cx="524061" cy="176511"/>
            </a:xfrm>
            <a:custGeom>
              <a:avLst/>
              <a:gdLst/>
              <a:ahLst/>
              <a:cxnLst/>
              <a:rect l="l" t="t" r="r" b="b"/>
              <a:pathLst>
                <a:path w="120000" h="120000" extrusionOk="0">
                  <a:moveTo>
                    <a:pt x="17967" y="0"/>
                  </a:moveTo>
                  <a:lnTo>
                    <a:pt x="120000" y="0"/>
                  </a:lnTo>
                  <a:lnTo>
                    <a:pt x="114365" y="10088"/>
                  </a:lnTo>
                  <a:cubicBezTo>
                    <a:pt x="63194" y="104150"/>
                    <a:pt x="4712" y="149011"/>
                    <a:pt x="814" y="99809"/>
                  </a:cubicBezTo>
                  <a:cubicBezTo>
                    <a:pt x="-1744" y="62908"/>
                    <a:pt x="1727" y="34960"/>
                    <a:pt x="11231" y="12303"/>
                  </a:cubicBezTo>
                  <a:lnTo>
                    <a:pt x="1796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 name="Google Shape;45;p32"/>
            <p:cNvSpPr/>
            <p:nvPr/>
          </p:nvSpPr>
          <p:spPr>
            <a:xfrm>
              <a:off x="10076514" y="5963553"/>
              <a:ext cx="197611" cy="231412"/>
            </a:xfrm>
            <a:custGeom>
              <a:avLst/>
              <a:gdLst/>
              <a:ahLst/>
              <a:cxnLst/>
              <a:rect l="l" t="t" r="r" b="b"/>
              <a:pathLst>
                <a:path w="120000" h="120000" extrusionOk="0">
                  <a:moveTo>
                    <a:pt x="44039" y="0"/>
                  </a:moveTo>
                  <a:lnTo>
                    <a:pt x="119999" y="0"/>
                  </a:lnTo>
                  <a:lnTo>
                    <a:pt x="119999" y="88431"/>
                  </a:lnTo>
                  <a:lnTo>
                    <a:pt x="99120" y="103121"/>
                  </a:lnTo>
                  <a:cubicBezTo>
                    <a:pt x="57682" y="127594"/>
                    <a:pt x="19878" y="123041"/>
                    <a:pt x="5339" y="104829"/>
                  </a:cubicBezTo>
                  <a:cubicBezTo>
                    <a:pt x="-14046" y="79441"/>
                    <a:pt x="24725" y="66196"/>
                    <a:pt x="36357" y="47431"/>
                  </a:cubicBezTo>
                  <a:cubicBezTo>
                    <a:pt x="38942" y="42464"/>
                    <a:pt x="40881" y="33219"/>
                    <a:pt x="42335" y="21733"/>
                  </a:cubicBezTo>
                  <a:lnTo>
                    <a:pt x="44039"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 name="Google Shape;46;p32"/>
            <p:cNvSpPr/>
            <p:nvPr/>
          </p:nvSpPr>
          <p:spPr>
            <a:xfrm>
              <a:off x="6625864" y="2559251"/>
              <a:ext cx="3814660" cy="727143"/>
            </a:xfrm>
            <a:custGeom>
              <a:avLst/>
              <a:gdLst/>
              <a:ahLst/>
              <a:cxnLst/>
              <a:rect l="l" t="t" r="r" b="b"/>
              <a:pathLst>
                <a:path w="120000" h="120000" extrusionOk="0">
                  <a:moveTo>
                    <a:pt x="6569" y="21185"/>
                  </a:moveTo>
                  <a:cubicBezTo>
                    <a:pt x="7692" y="20791"/>
                    <a:pt x="8322" y="33777"/>
                    <a:pt x="9669" y="40847"/>
                  </a:cubicBezTo>
                  <a:cubicBezTo>
                    <a:pt x="11209" y="48926"/>
                    <a:pt x="10875" y="73165"/>
                    <a:pt x="10808" y="77732"/>
                  </a:cubicBezTo>
                  <a:cubicBezTo>
                    <a:pt x="10749" y="81420"/>
                    <a:pt x="14279" y="109583"/>
                    <a:pt x="15700" y="118449"/>
                  </a:cubicBezTo>
                  <a:lnTo>
                    <a:pt x="15989" y="120000"/>
                  </a:lnTo>
                  <a:lnTo>
                    <a:pt x="8525" y="120000"/>
                  </a:lnTo>
                  <a:lnTo>
                    <a:pt x="8524" y="119990"/>
                  </a:lnTo>
                  <a:cubicBezTo>
                    <a:pt x="7669" y="112091"/>
                    <a:pt x="6975" y="105571"/>
                    <a:pt x="6590" y="101970"/>
                  </a:cubicBezTo>
                  <a:cubicBezTo>
                    <a:pt x="4983" y="87216"/>
                    <a:pt x="4648" y="89675"/>
                    <a:pt x="1970" y="77732"/>
                  </a:cubicBezTo>
                  <a:cubicBezTo>
                    <a:pt x="-640" y="65437"/>
                    <a:pt x="95" y="60519"/>
                    <a:pt x="95" y="57006"/>
                  </a:cubicBezTo>
                  <a:cubicBezTo>
                    <a:pt x="95" y="53493"/>
                    <a:pt x="1367" y="45062"/>
                    <a:pt x="1836" y="42603"/>
                  </a:cubicBezTo>
                  <a:cubicBezTo>
                    <a:pt x="2372" y="40144"/>
                    <a:pt x="3778" y="34524"/>
                    <a:pt x="4112" y="31714"/>
                  </a:cubicBezTo>
                  <a:cubicBezTo>
                    <a:pt x="4447" y="28903"/>
                    <a:pt x="4983" y="26093"/>
                    <a:pt x="5384" y="25039"/>
                  </a:cubicBezTo>
                  <a:cubicBezTo>
                    <a:pt x="5786" y="23985"/>
                    <a:pt x="6054" y="22229"/>
                    <a:pt x="6054" y="22229"/>
                  </a:cubicBezTo>
                  <a:cubicBezTo>
                    <a:pt x="6238" y="21570"/>
                    <a:pt x="6409" y="21241"/>
                    <a:pt x="6569" y="21185"/>
                  </a:cubicBezTo>
                  <a:close/>
                  <a:moveTo>
                    <a:pt x="102934" y="0"/>
                  </a:moveTo>
                  <a:lnTo>
                    <a:pt x="118950" y="0"/>
                  </a:lnTo>
                  <a:lnTo>
                    <a:pt x="119062" y="565"/>
                  </a:lnTo>
                  <a:cubicBezTo>
                    <a:pt x="119299" y="2491"/>
                    <a:pt x="119454" y="4753"/>
                    <a:pt x="119538" y="7475"/>
                  </a:cubicBezTo>
                  <a:cubicBezTo>
                    <a:pt x="119805" y="18365"/>
                    <a:pt x="120743" y="40144"/>
                    <a:pt x="118801" y="50683"/>
                  </a:cubicBezTo>
                  <a:cubicBezTo>
                    <a:pt x="116926" y="61221"/>
                    <a:pt x="115855" y="52088"/>
                    <a:pt x="114449" y="49629"/>
                  </a:cubicBezTo>
                  <a:cubicBezTo>
                    <a:pt x="113110" y="47170"/>
                    <a:pt x="112173" y="42252"/>
                    <a:pt x="110767" y="41901"/>
                  </a:cubicBezTo>
                  <a:cubicBezTo>
                    <a:pt x="109428" y="41198"/>
                    <a:pt x="106415" y="15906"/>
                    <a:pt x="104741" y="7124"/>
                  </a:cubicBezTo>
                  <a:cubicBezTo>
                    <a:pt x="104323" y="4840"/>
                    <a:pt x="103867" y="2886"/>
                    <a:pt x="103347" y="1124"/>
                  </a:cubicBezTo>
                  <a:close/>
                  <a:moveTo>
                    <a:pt x="24322" y="0"/>
                  </a:moveTo>
                  <a:lnTo>
                    <a:pt x="68335" y="0"/>
                  </a:lnTo>
                  <a:lnTo>
                    <a:pt x="67938" y="573"/>
                  </a:lnTo>
                  <a:cubicBezTo>
                    <a:pt x="66581" y="2370"/>
                    <a:pt x="65558" y="3259"/>
                    <a:pt x="65306" y="3259"/>
                  </a:cubicBezTo>
                  <a:cubicBezTo>
                    <a:pt x="64570" y="3259"/>
                    <a:pt x="64168" y="6421"/>
                    <a:pt x="64905" y="15203"/>
                  </a:cubicBezTo>
                  <a:cubicBezTo>
                    <a:pt x="65574" y="23985"/>
                    <a:pt x="72738" y="86514"/>
                    <a:pt x="74077" y="118480"/>
                  </a:cubicBezTo>
                  <a:lnTo>
                    <a:pt x="74157" y="119999"/>
                  </a:lnTo>
                  <a:lnTo>
                    <a:pt x="39407" y="119999"/>
                  </a:lnTo>
                  <a:lnTo>
                    <a:pt x="39209" y="119120"/>
                  </a:lnTo>
                  <a:cubicBezTo>
                    <a:pt x="37298" y="110598"/>
                    <a:pt x="35848" y="104078"/>
                    <a:pt x="35848" y="104078"/>
                  </a:cubicBezTo>
                  <a:cubicBezTo>
                    <a:pt x="35848" y="104078"/>
                    <a:pt x="35848" y="104078"/>
                    <a:pt x="35379" y="106537"/>
                  </a:cubicBezTo>
                  <a:cubicBezTo>
                    <a:pt x="35362" y="107064"/>
                    <a:pt x="34718" y="111477"/>
                    <a:pt x="33721" y="117992"/>
                  </a:cubicBezTo>
                  <a:lnTo>
                    <a:pt x="33409" y="119999"/>
                  </a:lnTo>
                  <a:lnTo>
                    <a:pt x="21293" y="119999"/>
                  </a:lnTo>
                  <a:lnTo>
                    <a:pt x="21604" y="117492"/>
                  </a:lnTo>
                  <a:cubicBezTo>
                    <a:pt x="22909" y="107744"/>
                    <a:pt x="23763" y="106097"/>
                    <a:pt x="25068" y="99511"/>
                  </a:cubicBezTo>
                  <a:cubicBezTo>
                    <a:pt x="26809" y="90378"/>
                    <a:pt x="27613" y="90729"/>
                    <a:pt x="28416" y="69652"/>
                  </a:cubicBezTo>
                  <a:cubicBezTo>
                    <a:pt x="28525" y="67017"/>
                    <a:pt x="28697" y="64388"/>
                    <a:pt x="28916" y="61804"/>
                  </a:cubicBezTo>
                  <a:lnTo>
                    <a:pt x="29572" y="55412"/>
                  </a:lnTo>
                  <a:lnTo>
                    <a:pt x="29693" y="54229"/>
                  </a:lnTo>
                  <a:cubicBezTo>
                    <a:pt x="31454" y="39508"/>
                    <a:pt x="34241" y="27849"/>
                    <a:pt x="34241" y="27849"/>
                  </a:cubicBezTo>
                  <a:cubicBezTo>
                    <a:pt x="34241" y="27849"/>
                    <a:pt x="33236" y="18716"/>
                    <a:pt x="31897" y="13447"/>
                  </a:cubicBezTo>
                  <a:cubicBezTo>
                    <a:pt x="31228" y="10812"/>
                    <a:pt x="30592" y="11076"/>
                    <a:pt x="29914" y="12086"/>
                  </a:cubicBezTo>
                  <a:lnTo>
                    <a:pt x="29572" y="12670"/>
                  </a:lnTo>
                  <a:lnTo>
                    <a:pt x="29572" y="12670"/>
                  </a:lnTo>
                  <a:lnTo>
                    <a:pt x="28856" y="13892"/>
                  </a:lnTo>
                  <a:cubicBezTo>
                    <a:pt x="28487" y="14501"/>
                    <a:pt x="28098" y="15028"/>
                    <a:pt x="27680" y="15203"/>
                  </a:cubicBezTo>
                  <a:cubicBezTo>
                    <a:pt x="25939" y="15906"/>
                    <a:pt x="25537" y="10285"/>
                    <a:pt x="25336" y="7124"/>
                  </a:cubicBezTo>
                  <a:cubicBezTo>
                    <a:pt x="25135" y="3962"/>
                    <a:pt x="24734" y="2206"/>
                    <a:pt x="24332" y="98"/>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 name="Google Shape;47;p32"/>
            <p:cNvSpPr/>
            <p:nvPr/>
          </p:nvSpPr>
          <p:spPr>
            <a:xfrm>
              <a:off x="7297396" y="1832110"/>
              <a:ext cx="3109750" cy="727141"/>
            </a:xfrm>
            <a:custGeom>
              <a:avLst/>
              <a:gdLst/>
              <a:ahLst/>
              <a:cxnLst/>
              <a:rect l="l" t="t" r="r" b="b"/>
              <a:pathLst>
                <a:path w="120000" h="120000" extrusionOk="0">
                  <a:moveTo>
                    <a:pt x="12605" y="0"/>
                  </a:moveTo>
                  <a:cubicBezTo>
                    <a:pt x="15186" y="245"/>
                    <a:pt x="17834" y="3472"/>
                    <a:pt x="20113" y="10849"/>
                  </a:cubicBezTo>
                  <a:cubicBezTo>
                    <a:pt x="26191" y="30872"/>
                    <a:pt x="25945" y="55813"/>
                    <a:pt x="24713" y="71270"/>
                  </a:cubicBezTo>
                  <a:cubicBezTo>
                    <a:pt x="23481" y="87077"/>
                    <a:pt x="29805" y="97265"/>
                    <a:pt x="29805" y="97265"/>
                  </a:cubicBezTo>
                  <a:cubicBezTo>
                    <a:pt x="30954" y="98318"/>
                    <a:pt x="32269" y="98318"/>
                    <a:pt x="34486" y="94806"/>
                  </a:cubicBezTo>
                  <a:cubicBezTo>
                    <a:pt x="36621" y="90941"/>
                    <a:pt x="36868" y="85321"/>
                    <a:pt x="40317" y="75485"/>
                  </a:cubicBezTo>
                  <a:cubicBezTo>
                    <a:pt x="43684" y="65649"/>
                    <a:pt x="51076" y="69162"/>
                    <a:pt x="51076" y="69162"/>
                  </a:cubicBezTo>
                  <a:cubicBezTo>
                    <a:pt x="51076" y="64946"/>
                    <a:pt x="53786" y="61785"/>
                    <a:pt x="55018" y="61785"/>
                  </a:cubicBezTo>
                  <a:cubicBezTo>
                    <a:pt x="56250" y="61785"/>
                    <a:pt x="63149" y="50544"/>
                    <a:pt x="69473" y="44221"/>
                  </a:cubicBezTo>
                  <a:cubicBezTo>
                    <a:pt x="75797" y="37898"/>
                    <a:pt x="81053" y="43167"/>
                    <a:pt x="82860" y="47734"/>
                  </a:cubicBezTo>
                  <a:cubicBezTo>
                    <a:pt x="84666" y="52652"/>
                    <a:pt x="98053" y="79700"/>
                    <a:pt x="103802" y="94103"/>
                  </a:cubicBezTo>
                  <a:cubicBezTo>
                    <a:pt x="109551" y="108857"/>
                    <a:pt x="110208" y="104642"/>
                    <a:pt x="114397" y="108857"/>
                  </a:cubicBezTo>
                  <a:cubicBezTo>
                    <a:pt x="116450" y="110965"/>
                    <a:pt x="117928" y="112897"/>
                    <a:pt x="118945" y="115663"/>
                  </a:cubicBezTo>
                  <a:lnTo>
                    <a:pt x="120000" y="119999"/>
                  </a:lnTo>
                  <a:lnTo>
                    <a:pt x="100354" y="119999"/>
                  </a:lnTo>
                  <a:lnTo>
                    <a:pt x="98680" y="116278"/>
                  </a:lnTo>
                  <a:cubicBezTo>
                    <a:pt x="97027" y="113248"/>
                    <a:pt x="94933" y="110438"/>
                    <a:pt x="92140" y="106749"/>
                  </a:cubicBezTo>
                  <a:cubicBezTo>
                    <a:pt x="86555" y="99372"/>
                    <a:pt x="82777" y="95859"/>
                    <a:pt x="79574" y="89888"/>
                  </a:cubicBezTo>
                  <a:cubicBezTo>
                    <a:pt x="76454" y="84267"/>
                    <a:pt x="75057" y="86024"/>
                    <a:pt x="73497" y="86024"/>
                  </a:cubicBezTo>
                  <a:cubicBezTo>
                    <a:pt x="71937" y="86024"/>
                    <a:pt x="70787" y="90941"/>
                    <a:pt x="66680" y="103939"/>
                  </a:cubicBezTo>
                  <a:cubicBezTo>
                    <a:pt x="64627" y="110438"/>
                    <a:pt x="61712" y="115268"/>
                    <a:pt x="59207" y="118473"/>
                  </a:cubicBezTo>
                  <a:lnTo>
                    <a:pt x="57912" y="119999"/>
                  </a:lnTo>
                  <a:lnTo>
                    <a:pt x="3922" y="119999"/>
                  </a:lnTo>
                  <a:lnTo>
                    <a:pt x="3730" y="118485"/>
                  </a:lnTo>
                  <a:cubicBezTo>
                    <a:pt x="3657" y="116871"/>
                    <a:pt x="3873" y="115356"/>
                    <a:pt x="3441" y="114829"/>
                  </a:cubicBezTo>
                  <a:cubicBezTo>
                    <a:pt x="2867" y="113775"/>
                    <a:pt x="2456" y="107101"/>
                    <a:pt x="2456" y="104993"/>
                  </a:cubicBezTo>
                  <a:cubicBezTo>
                    <a:pt x="2456" y="102885"/>
                    <a:pt x="2456" y="103237"/>
                    <a:pt x="1142" y="101831"/>
                  </a:cubicBezTo>
                  <a:cubicBezTo>
                    <a:pt x="-253" y="100426"/>
                    <a:pt x="1799" y="80754"/>
                    <a:pt x="1717" y="78296"/>
                  </a:cubicBezTo>
                  <a:cubicBezTo>
                    <a:pt x="1635" y="75836"/>
                    <a:pt x="649" y="77593"/>
                    <a:pt x="156" y="71270"/>
                  </a:cubicBezTo>
                  <a:cubicBezTo>
                    <a:pt x="-335" y="64947"/>
                    <a:pt x="321" y="30170"/>
                    <a:pt x="2292" y="18226"/>
                  </a:cubicBezTo>
                  <a:cubicBezTo>
                    <a:pt x="3811" y="9620"/>
                    <a:pt x="6747" y="2857"/>
                    <a:pt x="10063" y="706"/>
                  </a:cubicBezTo>
                  <a:lnTo>
                    <a:pt x="10362" y="623"/>
                  </a:lnTo>
                  <a:lnTo>
                    <a:pt x="10362" y="622"/>
                  </a:lnTo>
                  <a:lnTo>
                    <a:pt x="12605" y="0"/>
                  </a:ln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 name="Google Shape;48;p32"/>
            <p:cNvSpPr/>
            <p:nvPr/>
          </p:nvSpPr>
          <p:spPr>
            <a:xfrm>
              <a:off x="7777039" y="4013537"/>
              <a:ext cx="1816641" cy="727141"/>
            </a:xfrm>
            <a:custGeom>
              <a:avLst/>
              <a:gdLst/>
              <a:ahLst/>
              <a:cxnLst/>
              <a:rect l="l" t="t" r="r" b="b"/>
              <a:pathLst>
                <a:path w="120000" h="120000" extrusionOk="0">
                  <a:moveTo>
                    <a:pt x="35488" y="0"/>
                  </a:moveTo>
                  <a:lnTo>
                    <a:pt x="107866" y="0"/>
                  </a:lnTo>
                  <a:lnTo>
                    <a:pt x="108035" y="2600"/>
                  </a:lnTo>
                  <a:cubicBezTo>
                    <a:pt x="108694" y="30773"/>
                    <a:pt x="101160" y="47448"/>
                    <a:pt x="101160" y="47448"/>
                  </a:cubicBezTo>
                  <a:cubicBezTo>
                    <a:pt x="108224" y="64572"/>
                    <a:pt x="115842" y="97505"/>
                    <a:pt x="119388" y="116458"/>
                  </a:cubicBezTo>
                  <a:lnTo>
                    <a:pt x="120000" y="119999"/>
                  </a:lnTo>
                  <a:lnTo>
                    <a:pt x="84908" y="119999"/>
                  </a:lnTo>
                  <a:lnTo>
                    <a:pt x="81530" y="112567"/>
                  </a:lnTo>
                  <a:cubicBezTo>
                    <a:pt x="74377" y="96803"/>
                    <a:pt x="68121" y="82927"/>
                    <a:pt x="68121" y="82927"/>
                  </a:cubicBezTo>
                  <a:cubicBezTo>
                    <a:pt x="63904" y="88196"/>
                    <a:pt x="29178" y="90655"/>
                    <a:pt x="29178" y="90655"/>
                  </a:cubicBezTo>
                  <a:cubicBezTo>
                    <a:pt x="31111" y="94080"/>
                    <a:pt x="32728" y="98647"/>
                    <a:pt x="34094" y="103823"/>
                  </a:cubicBezTo>
                  <a:lnTo>
                    <a:pt x="37377" y="119999"/>
                  </a:lnTo>
                  <a:lnTo>
                    <a:pt x="7167" y="119999"/>
                  </a:lnTo>
                  <a:lnTo>
                    <a:pt x="2466" y="99086"/>
                  </a:lnTo>
                  <a:cubicBezTo>
                    <a:pt x="-4140" y="65714"/>
                    <a:pt x="4153" y="42881"/>
                    <a:pt x="8371" y="38665"/>
                  </a:cubicBezTo>
                  <a:cubicBezTo>
                    <a:pt x="12448" y="34450"/>
                    <a:pt x="20462" y="13022"/>
                    <a:pt x="28335" y="6347"/>
                  </a:cubicBezTo>
                  <a:cubicBezTo>
                    <a:pt x="30303" y="4679"/>
                    <a:pt x="32693" y="2549"/>
                    <a:pt x="35171" y="293"/>
                  </a:cubicBezTo>
                  <a:lnTo>
                    <a:pt x="35488" y="0"/>
                  </a:ln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 name="Google Shape;49;p32"/>
            <p:cNvSpPr/>
            <p:nvPr/>
          </p:nvSpPr>
          <p:spPr>
            <a:xfrm>
              <a:off x="6896878" y="3286394"/>
              <a:ext cx="2513113" cy="727144"/>
            </a:xfrm>
            <a:custGeom>
              <a:avLst/>
              <a:gdLst/>
              <a:ahLst/>
              <a:cxnLst/>
              <a:rect l="l" t="t" r="r" b="b"/>
              <a:pathLst>
                <a:path w="120000" h="120000" extrusionOk="0">
                  <a:moveTo>
                    <a:pt x="46875" y="0"/>
                  </a:moveTo>
                  <a:lnTo>
                    <a:pt x="99623" y="0"/>
                  </a:lnTo>
                  <a:lnTo>
                    <a:pt x="100400" y="9685"/>
                  </a:lnTo>
                  <a:cubicBezTo>
                    <a:pt x="102714" y="34328"/>
                    <a:pt x="106437" y="48582"/>
                    <a:pt x="109461" y="55037"/>
                  </a:cubicBezTo>
                  <a:cubicBezTo>
                    <a:pt x="112916" y="62414"/>
                    <a:pt x="116879" y="73655"/>
                    <a:pt x="119522" y="109837"/>
                  </a:cubicBezTo>
                  <a:lnTo>
                    <a:pt x="120000" y="119999"/>
                  </a:lnTo>
                  <a:lnTo>
                    <a:pt x="67680" y="119999"/>
                  </a:lnTo>
                  <a:lnTo>
                    <a:pt x="72774" y="113482"/>
                  </a:lnTo>
                  <a:cubicBezTo>
                    <a:pt x="76127" y="109134"/>
                    <a:pt x="78770" y="105622"/>
                    <a:pt x="78770" y="105622"/>
                  </a:cubicBezTo>
                  <a:cubicBezTo>
                    <a:pt x="78770" y="105622"/>
                    <a:pt x="62916" y="44498"/>
                    <a:pt x="59969" y="37473"/>
                  </a:cubicBezTo>
                  <a:cubicBezTo>
                    <a:pt x="58546" y="33960"/>
                    <a:pt x="53922" y="20611"/>
                    <a:pt x="49654" y="8141"/>
                  </a:cubicBezTo>
                  <a:close/>
                  <a:moveTo>
                    <a:pt x="0" y="0"/>
                  </a:moveTo>
                  <a:lnTo>
                    <a:pt x="11329" y="0"/>
                  </a:lnTo>
                  <a:lnTo>
                    <a:pt x="11594" y="939"/>
                  </a:lnTo>
                  <a:cubicBezTo>
                    <a:pt x="12814" y="3750"/>
                    <a:pt x="17590" y="10424"/>
                    <a:pt x="17590" y="10424"/>
                  </a:cubicBezTo>
                  <a:cubicBezTo>
                    <a:pt x="18022" y="7658"/>
                    <a:pt x="18422" y="5237"/>
                    <a:pt x="18797" y="3102"/>
                  </a:cubicBezTo>
                  <a:lnTo>
                    <a:pt x="19380" y="0"/>
                  </a:lnTo>
                  <a:lnTo>
                    <a:pt x="37772" y="0"/>
                  </a:lnTo>
                  <a:lnTo>
                    <a:pt x="35625" y="9118"/>
                  </a:lnTo>
                  <a:cubicBezTo>
                    <a:pt x="34653" y="13204"/>
                    <a:pt x="33600" y="17592"/>
                    <a:pt x="32517" y="22060"/>
                  </a:cubicBezTo>
                  <a:lnTo>
                    <a:pt x="31947" y="24390"/>
                  </a:lnTo>
                  <a:lnTo>
                    <a:pt x="29232" y="35480"/>
                  </a:lnTo>
                  <a:cubicBezTo>
                    <a:pt x="25963" y="48692"/>
                    <a:pt x="22900" y="60613"/>
                    <a:pt x="21452" y="65224"/>
                  </a:cubicBezTo>
                  <a:cubicBezTo>
                    <a:pt x="17692" y="77168"/>
                    <a:pt x="14846" y="75411"/>
                    <a:pt x="12103" y="66629"/>
                  </a:cubicBezTo>
                  <a:cubicBezTo>
                    <a:pt x="10324" y="60921"/>
                    <a:pt x="5806" y="34904"/>
                    <a:pt x="2098" y="12678"/>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 name="Google Shape;50;p32"/>
            <p:cNvSpPr/>
            <p:nvPr/>
          </p:nvSpPr>
          <p:spPr>
            <a:xfrm>
              <a:off x="8125822" y="5467823"/>
              <a:ext cx="2385160" cy="727143"/>
            </a:xfrm>
            <a:custGeom>
              <a:avLst/>
              <a:gdLst/>
              <a:ahLst/>
              <a:cxnLst/>
              <a:rect l="l" t="t" r="r" b="b"/>
              <a:pathLst>
                <a:path w="120000" h="120000" extrusionOk="0">
                  <a:moveTo>
                    <a:pt x="91906" y="0"/>
                  </a:moveTo>
                  <a:lnTo>
                    <a:pt x="105217" y="0"/>
                  </a:lnTo>
                  <a:lnTo>
                    <a:pt x="105217" y="0"/>
                  </a:lnTo>
                  <a:cubicBezTo>
                    <a:pt x="106012" y="2827"/>
                    <a:pt x="106507" y="4517"/>
                    <a:pt x="106507" y="4517"/>
                  </a:cubicBezTo>
                  <a:cubicBezTo>
                    <a:pt x="106507" y="4517"/>
                    <a:pt x="106507" y="4517"/>
                    <a:pt x="107150" y="4517"/>
                  </a:cubicBezTo>
                  <a:cubicBezTo>
                    <a:pt x="107792" y="4517"/>
                    <a:pt x="108435" y="11894"/>
                    <a:pt x="109934" y="12597"/>
                  </a:cubicBezTo>
                  <a:cubicBezTo>
                    <a:pt x="111540" y="12948"/>
                    <a:pt x="113681" y="12597"/>
                    <a:pt x="118286" y="20676"/>
                  </a:cubicBezTo>
                  <a:cubicBezTo>
                    <a:pt x="122783" y="29107"/>
                    <a:pt x="117322" y="49481"/>
                    <a:pt x="114538" y="60371"/>
                  </a:cubicBezTo>
                  <a:cubicBezTo>
                    <a:pt x="111861" y="71261"/>
                    <a:pt x="114431" y="84259"/>
                    <a:pt x="109827" y="103579"/>
                  </a:cubicBezTo>
                  <a:cubicBezTo>
                    <a:pt x="105222" y="122900"/>
                    <a:pt x="100189" y="122900"/>
                    <a:pt x="98583" y="115171"/>
                  </a:cubicBezTo>
                  <a:cubicBezTo>
                    <a:pt x="96977" y="107092"/>
                    <a:pt x="100189" y="102877"/>
                    <a:pt x="101153" y="96905"/>
                  </a:cubicBezTo>
                  <a:cubicBezTo>
                    <a:pt x="102010" y="90582"/>
                    <a:pt x="102010" y="62479"/>
                    <a:pt x="102010" y="54048"/>
                  </a:cubicBezTo>
                  <a:cubicBezTo>
                    <a:pt x="102010" y="45969"/>
                    <a:pt x="99975" y="40699"/>
                    <a:pt x="99975" y="36484"/>
                  </a:cubicBezTo>
                  <a:cubicBezTo>
                    <a:pt x="99975" y="32269"/>
                    <a:pt x="98262" y="17164"/>
                    <a:pt x="95050" y="8381"/>
                  </a:cubicBezTo>
                  <a:cubicBezTo>
                    <a:pt x="94662" y="7284"/>
                    <a:pt x="94193" y="6005"/>
                    <a:pt x="93656" y="4575"/>
                  </a:cubicBezTo>
                  <a:close/>
                  <a:moveTo>
                    <a:pt x="16536" y="0"/>
                  </a:moveTo>
                  <a:lnTo>
                    <a:pt x="28710" y="0"/>
                  </a:lnTo>
                  <a:lnTo>
                    <a:pt x="28822" y="829"/>
                  </a:lnTo>
                  <a:cubicBezTo>
                    <a:pt x="29411" y="5922"/>
                    <a:pt x="29946" y="11016"/>
                    <a:pt x="30803" y="12597"/>
                  </a:cubicBezTo>
                  <a:cubicBezTo>
                    <a:pt x="32623" y="15758"/>
                    <a:pt x="33480" y="26648"/>
                    <a:pt x="37549" y="41753"/>
                  </a:cubicBezTo>
                  <a:cubicBezTo>
                    <a:pt x="41511" y="56858"/>
                    <a:pt x="36371" y="61425"/>
                    <a:pt x="25128" y="84258"/>
                  </a:cubicBezTo>
                  <a:cubicBezTo>
                    <a:pt x="13884" y="107092"/>
                    <a:pt x="1035" y="117982"/>
                    <a:pt x="178" y="106038"/>
                  </a:cubicBezTo>
                  <a:cubicBezTo>
                    <a:pt x="-570" y="94094"/>
                    <a:pt x="1035" y="86015"/>
                    <a:pt x="4997" y="79692"/>
                  </a:cubicBezTo>
                  <a:cubicBezTo>
                    <a:pt x="8959" y="73369"/>
                    <a:pt x="15919" y="30161"/>
                    <a:pt x="15919" y="30161"/>
                  </a:cubicBezTo>
                  <a:cubicBezTo>
                    <a:pt x="15919" y="30161"/>
                    <a:pt x="17204" y="23486"/>
                    <a:pt x="16561" y="16110"/>
                  </a:cubicBezTo>
                  <a:cubicBezTo>
                    <a:pt x="16240" y="12421"/>
                    <a:pt x="16267" y="7767"/>
                    <a:pt x="16374" y="4034"/>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 name="Google Shape;51;p32"/>
            <p:cNvSpPr/>
            <p:nvPr/>
          </p:nvSpPr>
          <p:spPr>
            <a:xfrm>
              <a:off x="7885553" y="4740680"/>
              <a:ext cx="2331607" cy="727143"/>
            </a:xfrm>
            <a:custGeom>
              <a:avLst/>
              <a:gdLst/>
              <a:ahLst/>
              <a:cxnLst/>
              <a:rect l="l" t="t" r="r" b="b"/>
              <a:pathLst>
                <a:path w="120000" h="120000" extrusionOk="0">
                  <a:moveTo>
                    <a:pt x="60570" y="0"/>
                  </a:moveTo>
                  <a:lnTo>
                    <a:pt x="87911" y="0"/>
                  </a:lnTo>
                  <a:lnTo>
                    <a:pt x="88535" y="4632"/>
                  </a:lnTo>
                  <a:cubicBezTo>
                    <a:pt x="88802" y="6876"/>
                    <a:pt x="88965" y="8594"/>
                    <a:pt x="89006" y="9648"/>
                  </a:cubicBezTo>
                  <a:cubicBezTo>
                    <a:pt x="89334" y="18078"/>
                    <a:pt x="90430" y="20186"/>
                    <a:pt x="90430" y="20186"/>
                  </a:cubicBezTo>
                  <a:cubicBezTo>
                    <a:pt x="99412" y="33184"/>
                    <a:pt x="106422" y="60232"/>
                    <a:pt x="109818" y="78850"/>
                  </a:cubicBezTo>
                  <a:cubicBezTo>
                    <a:pt x="111940" y="90487"/>
                    <a:pt x="115902" y="105416"/>
                    <a:pt x="118575" y="114977"/>
                  </a:cubicBezTo>
                  <a:lnTo>
                    <a:pt x="120000" y="119999"/>
                  </a:lnTo>
                  <a:lnTo>
                    <a:pt x="106383" y="119999"/>
                  </a:lnTo>
                  <a:lnTo>
                    <a:pt x="106330" y="119863"/>
                  </a:lnTo>
                  <a:cubicBezTo>
                    <a:pt x="102273" y="109653"/>
                    <a:pt x="96153" y="95097"/>
                    <a:pt x="90649" y="82715"/>
                  </a:cubicBezTo>
                  <a:cubicBezTo>
                    <a:pt x="83310" y="65853"/>
                    <a:pt x="86267" y="72527"/>
                    <a:pt x="81995" y="68663"/>
                  </a:cubicBezTo>
                  <a:cubicBezTo>
                    <a:pt x="77833" y="64448"/>
                    <a:pt x="76080" y="45478"/>
                    <a:pt x="74875" y="41263"/>
                  </a:cubicBezTo>
                  <a:cubicBezTo>
                    <a:pt x="73780" y="37399"/>
                    <a:pt x="72575" y="33535"/>
                    <a:pt x="72575" y="33535"/>
                  </a:cubicBezTo>
                  <a:cubicBezTo>
                    <a:pt x="70480" y="27870"/>
                    <a:pt x="66429" y="16525"/>
                    <a:pt x="62183" y="4556"/>
                  </a:cubicBezTo>
                  <a:close/>
                  <a:moveTo>
                    <a:pt x="0" y="0"/>
                  </a:moveTo>
                  <a:lnTo>
                    <a:pt x="23537" y="0"/>
                  </a:lnTo>
                  <a:lnTo>
                    <a:pt x="23639" y="646"/>
                  </a:lnTo>
                  <a:cubicBezTo>
                    <a:pt x="25090" y="12370"/>
                    <a:pt x="25967" y="24402"/>
                    <a:pt x="26679" y="32481"/>
                  </a:cubicBezTo>
                  <a:cubicBezTo>
                    <a:pt x="28212" y="48640"/>
                    <a:pt x="38837" y="109763"/>
                    <a:pt x="38837" y="109763"/>
                  </a:cubicBezTo>
                  <a:cubicBezTo>
                    <a:pt x="38837" y="109763"/>
                    <a:pt x="38837" y="109763"/>
                    <a:pt x="39495" y="109061"/>
                  </a:cubicBezTo>
                  <a:cubicBezTo>
                    <a:pt x="40042" y="109851"/>
                    <a:pt x="40480" y="111520"/>
                    <a:pt x="40857" y="113627"/>
                  </a:cubicBezTo>
                  <a:lnTo>
                    <a:pt x="41735" y="120000"/>
                  </a:lnTo>
                  <a:lnTo>
                    <a:pt x="29282" y="120000"/>
                  </a:lnTo>
                  <a:lnTo>
                    <a:pt x="29308" y="119363"/>
                  </a:lnTo>
                  <a:cubicBezTo>
                    <a:pt x="29369" y="118194"/>
                    <a:pt x="29417" y="117492"/>
                    <a:pt x="29417" y="117492"/>
                  </a:cubicBezTo>
                  <a:cubicBezTo>
                    <a:pt x="29417" y="117492"/>
                    <a:pt x="19887" y="77797"/>
                    <a:pt x="13753" y="56368"/>
                  </a:cubicBezTo>
                  <a:cubicBezTo>
                    <a:pt x="9071" y="40561"/>
                    <a:pt x="4573" y="23765"/>
                    <a:pt x="398" y="2276"/>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of-Module">
  <p:cSld name="End-of-Module">
    <p:spTree>
      <p:nvGrpSpPr>
        <p:cNvPr id="1" name="Shape 52"/>
        <p:cNvGrpSpPr/>
        <p:nvPr/>
      </p:nvGrpSpPr>
      <p:grpSpPr>
        <a:xfrm>
          <a:off x="0" y="0"/>
          <a:ext cx="0" cy="0"/>
          <a:chOff x="0" y="0"/>
          <a:chExt cx="0" cy="0"/>
        </a:xfrm>
      </p:grpSpPr>
      <p:pic>
        <p:nvPicPr>
          <p:cNvPr id="53" name="Google Shape;53;p33"/>
          <p:cNvPicPr preferRelativeResize="0"/>
          <p:nvPr/>
        </p:nvPicPr>
        <p:blipFill rotWithShape="1">
          <a:blip r:embed="rId2">
            <a:alphaModFix/>
          </a:blip>
          <a:srcRect/>
          <a:stretch/>
        </p:blipFill>
        <p:spPr>
          <a:xfrm flipH="1">
            <a:off x="-3134" y="1286"/>
            <a:ext cx="12191112" cy="6851405"/>
          </a:xfrm>
          <a:prstGeom prst="rect">
            <a:avLst/>
          </a:prstGeom>
          <a:noFill/>
          <a:ln>
            <a:noFill/>
          </a:ln>
        </p:spPr>
      </p:pic>
      <p:sp>
        <p:nvSpPr>
          <p:cNvPr id="54" name="Google Shape;54;p33"/>
          <p:cNvSpPr/>
          <p:nvPr/>
        </p:nvSpPr>
        <p:spPr>
          <a:xfrm>
            <a:off x="-3134" y="0"/>
            <a:ext cx="12195134" cy="293863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 name="Google Shape;55;p33"/>
          <p:cNvSpPr/>
          <p:nvPr/>
        </p:nvSpPr>
        <p:spPr>
          <a:xfrm>
            <a:off x="12075283" y="1449583"/>
            <a:ext cx="116718" cy="1489054"/>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pic>
        <p:nvPicPr>
          <p:cNvPr id="56" name="Google Shape;56;p33"/>
          <p:cNvPicPr preferRelativeResize="0"/>
          <p:nvPr/>
        </p:nvPicPr>
        <p:blipFill rotWithShape="1">
          <a:blip r:embed="rId3">
            <a:alphaModFix/>
          </a:blip>
          <a:srcRect l="16785" t="2226" r="50449" b="83699"/>
          <a:stretch/>
        </p:blipFill>
        <p:spPr>
          <a:xfrm>
            <a:off x="320948" y="207543"/>
            <a:ext cx="3992881" cy="963777"/>
          </a:xfrm>
          <a:prstGeom prst="rect">
            <a:avLst/>
          </a:prstGeom>
          <a:noFill/>
          <a:ln>
            <a:noFill/>
          </a:ln>
        </p:spPr>
      </p:pic>
      <p:sp>
        <p:nvSpPr>
          <p:cNvPr id="57" name="Google Shape;57;p33"/>
          <p:cNvSpPr/>
          <p:nvPr/>
        </p:nvSpPr>
        <p:spPr>
          <a:xfrm>
            <a:off x="0" y="1447588"/>
            <a:ext cx="12192000" cy="1491049"/>
          </a:xfrm>
          <a:prstGeom prst="rect">
            <a:avLst/>
          </a:prstGeom>
          <a:solidFill>
            <a:srgbClr val="F2F2F2">
              <a:alpha val="44313"/>
            </a:srgbClr>
          </a:solid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 name="Google Shape;58;p33"/>
          <p:cNvSpPr/>
          <p:nvPr/>
        </p:nvSpPr>
        <p:spPr>
          <a:xfrm>
            <a:off x="12075283" y="1449583"/>
            <a:ext cx="116718" cy="1489054"/>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
        <p:nvSpPr>
          <p:cNvPr id="59" name="Google Shape;59;p33"/>
          <p:cNvSpPr txBox="1"/>
          <p:nvPr/>
        </p:nvSpPr>
        <p:spPr>
          <a:xfrm>
            <a:off x="571924" y="1713956"/>
            <a:ext cx="11192183" cy="707886"/>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 sz="3200" b="0" i="0" u="none" strike="noStrike" cap="none">
                <a:solidFill>
                  <a:schemeClr val="dk1"/>
                </a:solidFill>
                <a:latin typeface="Arial"/>
                <a:ea typeface="Arial"/>
                <a:cs typeface="Arial"/>
                <a:sym typeface="Arial"/>
              </a:rPr>
              <a:t>End of Module</a:t>
            </a:r>
            <a:endParaRPr/>
          </a:p>
        </p:txBody>
      </p:sp>
      <p:sp>
        <p:nvSpPr>
          <p:cNvPr id="60" name="Google Shape;60;p33"/>
          <p:cNvSpPr txBox="1">
            <a:spLocks noGrp="1"/>
          </p:cNvSpPr>
          <p:nvPr>
            <p:ph type="body" idx="1"/>
          </p:nvPr>
        </p:nvSpPr>
        <p:spPr>
          <a:xfrm>
            <a:off x="571925" y="2422525"/>
            <a:ext cx="11192181" cy="40005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inition">
  <p:cSld name="Definition">
    <p:spTree>
      <p:nvGrpSpPr>
        <p:cNvPr id="1" name="Shape 61"/>
        <p:cNvGrpSpPr/>
        <p:nvPr/>
      </p:nvGrpSpPr>
      <p:grpSpPr>
        <a:xfrm>
          <a:off x="0" y="0"/>
          <a:ext cx="0" cy="0"/>
          <a:chOff x="0" y="0"/>
          <a:chExt cx="0" cy="0"/>
        </a:xfrm>
      </p:grpSpPr>
      <p:sp>
        <p:nvSpPr>
          <p:cNvPr id="62" name="Google Shape;62;p34"/>
          <p:cNvSpPr>
            <a:spLocks noGrp="1"/>
          </p:cNvSpPr>
          <p:nvPr>
            <p:ph type="pic" idx="2"/>
          </p:nvPr>
        </p:nvSpPr>
        <p:spPr>
          <a:xfrm>
            <a:off x="0" y="1450975"/>
            <a:ext cx="12192000" cy="2822575"/>
          </a:xfrm>
          <a:prstGeom prst="rect">
            <a:avLst/>
          </a:prstGeom>
          <a:noFill/>
          <a:ln>
            <a:noFill/>
          </a:ln>
        </p:spPr>
      </p:sp>
      <p:sp>
        <p:nvSpPr>
          <p:cNvPr id="63" name="Google Shape;63;p34"/>
          <p:cNvSpPr txBox="1">
            <a:spLocks noGrp="1"/>
          </p:cNvSpPr>
          <p:nvPr>
            <p:ph type="body" idx="1"/>
          </p:nvPr>
        </p:nvSpPr>
        <p:spPr>
          <a:xfrm>
            <a:off x="2207738" y="4565682"/>
            <a:ext cx="7375007" cy="8749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800"/>
              <a:buFont typeface="Arial"/>
              <a:buNone/>
              <a:defRPr sz="1800" b="0" i="1"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800"/>
              <a:buFont typeface="Arial"/>
              <a:buNone/>
              <a:defRPr sz="1800" b="0" i="1"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4" name="Google Shape;64;p34"/>
          <p:cNvSpPr txBox="1">
            <a:spLocks noGrp="1"/>
          </p:cNvSpPr>
          <p:nvPr>
            <p:ph type="body" idx="3"/>
          </p:nvPr>
        </p:nvSpPr>
        <p:spPr>
          <a:xfrm>
            <a:off x="207963" y="6206597"/>
            <a:ext cx="11622793"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900"/>
              <a:buFont typeface="Arial"/>
              <a:buNone/>
              <a:defRPr sz="900" b="0" i="1"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5" name="Google Shape;65;p34"/>
          <p:cNvSpPr txBox="1">
            <a:spLocks noGrp="1"/>
          </p:cNvSpPr>
          <p:nvPr>
            <p:ph type="body" idx="4"/>
          </p:nvPr>
        </p:nvSpPr>
        <p:spPr>
          <a:xfrm>
            <a:off x="8522430" y="3132903"/>
            <a:ext cx="3308326" cy="457200"/>
          </a:xfrm>
          <a:prstGeom prst="rect">
            <a:avLst/>
          </a:prstGeom>
          <a:solidFill>
            <a:srgbClr val="7F7F7F">
              <a:alpha val="57647"/>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34"/>
          <p:cNvSpPr txBox="1">
            <a:spLocks noGrp="1"/>
          </p:cNvSpPr>
          <p:nvPr>
            <p:ph type="body" idx="5"/>
          </p:nvPr>
        </p:nvSpPr>
        <p:spPr>
          <a:xfrm>
            <a:off x="8522429" y="3590102"/>
            <a:ext cx="3308327" cy="544575"/>
          </a:xfrm>
          <a:prstGeom prst="rect">
            <a:avLst/>
          </a:prstGeom>
          <a:solidFill>
            <a:srgbClr val="7F7F7F">
              <a:alpha val="57647"/>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34"/>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3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rGraph-Infographic">
  <p:cSld name="BarGraph-Infographic">
    <p:spTree>
      <p:nvGrpSpPr>
        <p:cNvPr id="1" name="Shape 69"/>
        <p:cNvGrpSpPr/>
        <p:nvPr/>
      </p:nvGrpSpPr>
      <p:grpSpPr>
        <a:xfrm>
          <a:off x="0" y="0"/>
          <a:ext cx="0" cy="0"/>
          <a:chOff x="0" y="0"/>
          <a:chExt cx="0" cy="0"/>
        </a:xfrm>
      </p:grpSpPr>
      <p:sp>
        <p:nvSpPr>
          <p:cNvPr id="70" name="Google Shape;70;p3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 name="Google Shape;71;p35"/>
          <p:cNvSpPr/>
          <p:nvPr/>
        </p:nvSpPr>
        <p:spPr>
          <a:xfrm>
            <a:off x="2941313" y="1605063"/>
            <a:ext cx="508000" cy="3149600"/>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nvGrpSpPr>
          <p:cNvPr id="72" name="Google Shape;72;p35"/>
          <p:cNvGrpSpPr/>
          <p:nvPr/>
        </p:nvGrpSpPr>
        <p:grpSpPr>
          <a:xfrm>
            <a:off x="638049" y="4989635"/>
            <a:ext cx="4348480" cy="128151"/>
            <a:chOff x="4800600" y="3954464"/>
            <a:chExt cx="3261360" cy="96113"/>
          </a:xfrm>
        </p:grpSpPr>
        <p:cxnSp>
          <p:nvCxnSpPr>
            <p:cNvPr id="73" name="Google Shape;73;p35"/>
            <p:cNvCxnSpPr/>
            <p:nvPr/>
          </p:nvCxnSpPr>
          <p:spPr>
            <a:xfrm>
              <a:off x="4800600" y="4004857"/>
              <a:ext cx="3261360" cy="1587"/>
            </a:xfrm>
            <a:prstGeom prst="straightConnector1">
              <a:avLst/>
            </a:prstGeom>
            <a:noFill/>
            <a:ln w="12700" cap="flat" cmpd="sng">
              <a:solidFill>
                <a:srgbClr val="CCCCCA"/>
              </a:solidFill>
              <a:prstDash val="dot"/>
              <a:miter lim="8000"/>
              <a:headEnd type="oval" w="med" len="med"/>
              <a:tailEnd type="oval" w="med" len="med"/>
            </a:ln>
          </p:spPr>
        </p:cxnSp>
        <p:sp>
          <p:nvSpPr>
            <p:cNvPr id="74" name="Google Shape;74;p35"/>
            <p:cNvSpPr/>
            <p:nvPr/>
          </p:nvSpPr>
          <p:spPr>
            <a:xfrm>
              <a:off x="4943044"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75" name="Google Shape;75;p35"/>
            <p:cNvSpPr/>
            <p:nvPr/>
          </p:nvSpPr>
          <p:spPr>
            <a:xfrm>
              <a:off x="5519116"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76" name="Google Shape;76;p35"/>
            <p:cNvSpPr/>
            <p:nvPr/>
          </p:nvSpPr>
          <p:spPr>
            <a:xfrm>
              <a:off x="6095187" y="3954464"/>
              <a:ext cx="96113" cy="96113"/>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77" name="Google Shape;77;p35"/>
            <p:cNvSpPr/>
            <p:nvPr/>
          </p:nvSpPr>
          <p:spPr>
            <a:xfrm>
              <a:off x="6671260" y="3954464"/>
              <a:ext cx="96113" cy="96113"/>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78" name="Google Shape;78;p35"/>
            <p:cNvSpPr/>
            <p:nvPr/>
          </p:nvSpPr>
          <p:spPr>
            <a:xfrm>
              <a:off x="7247332"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79" name="Google Shape;79;p35"/>
            <p:cNvSpPr/>
            <p:nvPr/>
          </p:nvSpPr>
          <p:spPr>
            <a:xfrm>
              <a:off x="7823403"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grpSp>
      <p:sp>
        <p:nvSpPr>
          <p:cNvPr id="80" name="Google Shape;80;p35"/>
          <p:cNvSpPr/>
          <p:nvPr/>
        </p:nvSpPr>
        <p:spPr>
          <a:xfrm>
            <a:off x="638050" y="3685578"/>
            <a:ext cx="508000" cy="1069084"/>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81" name="Google Shape;81;p35"/>
          <p:cNvSpPr/>
          <p:nvPr/>
        </p:nvSpPr>
        <p:spPr>
          <a:xfrm>
            <a:off x="1406149" y="2824264"/>
            <a:ext cx="508000" cy="1930399"/>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82" name="Google Shape;82;p35"/>
          <p:cNvSpPr/>
          <p:nvPr/>
        </p:nvSpPr>
        <p:spPr>
          <a:xfrm>
            <a:off x="2174244" y="2417864"/>
            <a:ext cx="508000" cy="2336800"/>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83" name="Google Shape;83;p35"/>
          <p:cNvSpPr/>
          <p:nvPr/>
        </p:nvSpPr>
        <p:spPr>
          <a:xfrm>
            <a:off x="3710437" y="3266700"/>
            <a:ext cx="508000" cy="1487964"/>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84" name="Google Shape;84;p35"/>
          <p:cNvSpPr/>
          <p:nvPr/>
        </p:nvSpPr>
        <p:spPr>
          <a:xfrm>
            <a:off x="4478532" y="2824264"/>
            <a:ext cx="508000" cy="1930399"/>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nvGrpSpPr>
          <p:cNvPr id="85" name="Google Shape;85;p35"/>
          <p:cNvGrpSpPr/>
          <p:nvPr/>
        </p:nvGrpSpPr>
        <p:grpSpPr>
          <a:xfrm>
            <a:off x="8797949" y="3162820"/>
            <a:ext cx="616688" cy="616688"/>
            <a:chOff x="8998834" y="3241078"/>
            <a:chExt cx="616688" cy="616688"/>
          </a:xfrm>
        </p:grpSpPr>
        <p:sp>
          <p:nvSpPr>
            <p:cNvPr id="86" name="Google Shape;86;p35"/>
            <p:cNvSpPr/>
            <p:nvPr/>
          </p:nvSpPr>
          <p:spPr>
            <a:xfrm>
              <a:off x="8998834" y="3241078"/>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35"/>
            <p:cNvSpPr/>
            <p:nvPr/>
          </p:nvSpPr>
          <p:spPr>
            <a:xfrm>
              <a:off x="9167514" y="3404228"/>
              <a:ext cx="279327" cy="279327"/>
            </a:xfrm>
            <a:custGeom>
              <a:avLst/>
              <a:gdLst/>
              <a:ahLst/>
              <a:cxnLst/>
              <a:rect l="l" t="t" r="r" b="b"/>
              <a:pathLst>
                <a:path w="120000" h="120000" extrusionOk="0">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8"/>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24188" y="98183"/>
                  </a:moveTo>
                  <a:lnTo>
                    <a:pt x="40938" y="73050"/>
                  </a:lnTo>
                  <a:lnTo>
                    <a:pt x="49305" y="85594"/>
                  </a:lnTo>
                  <a:cubicBezTo>
                    <a:pt x="49716" y="86577"/>
                    <a:pt x="50683" y="87272"/>
                    <a:pt x="51816" y="87272"/>
                  </a:cubicBezTo>
                  <a:cubicBezTo>
                    <a:pt x="52572" y="87272"/>
                    <a:pt x="53255" y="86972"/>
                    <a:pt x="53744" y="86472"/>
                  </a:cubicBezTo>
                  <a:lnTo>
                    <a:pt x="62211" y="78011"/>
                  </a:lnTo>
                  <a:lnTo>
                    <a:pt x="74311" y="98183"/>
                  </a:lnTo>
                  <a:cubicBezTo>
                    <a:pt x="74311" y="98183"/>
                    <a:pt x="24188" y="98183"/>
                    <a:pt x="24188" y="98183"/>
                  </a:cubicBezTo>
                  <a:close/>
                  <a:moveTo>
                    <a:pt x="81622" y="99900"/>
                  </a:moveTo>
                  <a:lnTo>
                    <a:pt x="81611" y="99872"/>
                  </a:lnTo>
                  <a:cubicBezTo>
                    <a:pt x="81583" y="99816"/>
                    <a:pt x="81538" y="99772"/>
                    <a:pt x="81516" y="99716"/>
                  </a:cubicBezTo>
                  <a:lnTo>
                    <a:pt x="65261" y="72627"/>
                  </a:lnTo>
                  <a:lnTo>
                    <a:pt x="65250" y="72627"/>
                  </a:lnTo>
                  <a:cubicBezTo>
                    <a:pt x="64850" y="71622"/>
                    <a:pt x="63877" y="70911"/>
                    <a:pt x="62727" y="70911"/>
                  </a:cubicBezTo>
                  <a:cubicBezTo>
                    <a:pt x="61972" y="70911"/>
                    <a:pt x="61294" y="71216"/>
                    <a:pt x="60800" y="71711"/>
                  </a:cubicBezTo>
                  <a:lnTo>
                    <a:pt x="52205" y="80300"/>
                  </a:lnTo>
                  <a:lnTo>
                    <a:pt x="43422" y="67133"/>
                  </a:lnTo>
                  <a:cubicBezTo>
                    <a:pt x="43011" y="66150"/>
                    <a:pt x="42044" y="65455"/>
                    <a:pt x="40911" y="65455"/>
                  </a:cubicBezTo>
                  <a:cubicBezTo>
                    <a:pt x="39961" y="65455"/>
                    <a:pt x="39172" y="65966"/>
                    <a:pt x="38683" y="66700"/>
                  </a:cubicBezTo>
                  <a:lnTo>
                    <a:pt x="38638" y="66666"/>
                  </a:lnTo>
                  <a:lnTo>
                    <a:pt x="16822" y="99394"/>
                  </a:lnTo>
                  <a:lnTo>
                    <a:pt x="16866" y="99427"/>
                  </a:lnTo>
                  <a:cubicBezTo>
                    <a:pt x="16572" y="99855"/>
                    <a:pt x="16361" y="100350"/>
                    <a:pt x="16361" y="100911"/>
                  </a:cubicBezTo>
                  <a:cubicBezTo>
                    <a:pt x="16361" y="102416"/>
                    <a:pt x="17583" y="103638"/>
                    <a:pt x="19088" y="103638"/>
                  </a:cubicBezTo>
                  <a:lnTo>
                    <a:pt x="79088" y="103638"/>
                  </a:lnTo>
                  <a:cubicBezTo>
                    <a:pt x="80600" y="103638"/>
                    <a:pt x="81816" y="102416"/>
                    <a:pt x="81816" y="100911"/>
                  </a:cubicBezTo>
                  <a:cubicBezTo>
                    <a:pt x="81816" y="100550"/>
                    <a:pt x="81738" y="100216"/>
                    <a:pt x="81616" y="99905"/>
                  </a:cubicBezTo>
                  <a:cubicBezTo>
                    <a:pt x="81616" y="99905"/>
                    <a:pt x="81622" y="99900"/>
                    <a:pt x="81622" y="99900"/>
                  </a:cubicBezTo>
                  <a:close/>
                  <a:moveTo>
                    <a:pt x="27272" y="43638"/>
                  </a:moveTo>
                  <a:cubicBezTo>
                    <a:pt x="30283" y="43638"/>
                    <a:pt x="32727" y="46083"/>
                    <a:pt x="32727" y="49088"/>
                  </a:cubicBezTo>
                  <a:cubicBezTo>
                    <a:pt x="32727" y="52105"/>
                    <a:pt x="30283" y="54544"/>
                    <a:pt x="27272" y="54544"/>
                  </a:cubicBezTo>
                  <a:cubicBezTo>
                    <a:pt x="24261" y="54544"/>
                    <a:pt x="21816" y="52105"/>
                    <a:pt x="21816" y="49088"/>
                  </a:cubicBezTo>
                  <a:cubicBezTo>
                    <a:pt x="21816" y="46083"/>
                    <a:pt x="24261" y="43638"/>
                    <a:pt x="27272" y="43638"/>
                  </a:cubicBezTo>
                  <a:moveTo>
                    <a:pt x="27272" y="60000"/>
                  </a:moveTo>
                  <a:cubicBezTo>
                    <a:pt x="33300" y="60000"/>
                    <a:pt x="38183" y="55116"/>
                    <a:pt x="38183" y="49088"/>
                  </a:cubicBezTo>
                  <a:cubicBezTo>
                    <a:pt x="38183" y="43066"/>
                    <a:pt x="33300" y="38183"/>
                    <a:pt x="27272" y="38183"/>
                  </a:cubicBezTo>
                  <a:cubicBezTo>
                    <a:pt x="21250" y="38183"/>
                    <a:pt x="16361" y="43066"/>
                    <a:pt x="16361" y="49088"/>
                  </a:cubicBezTo>
                  <a:cubicBezTo>
                    <a:pt x="16361" y="55116"/>
                    <a:pt x="21250" y="60000"/>
                    <a:pt x="27272" y="60000"/>
                  </a:cubicBezTo>
                  <a:moveTo>
                    <a:pt x="92727" y="109088"/>
                  </a:moveTo>
                  <a:cubicBezTo>
                    <a:pt x="92727" y="112105"/>
                    <a:pt x="90283" y="114550"/>
                    <a:pt x="87272" y="114550"/>
                  </a:cubicBezTo>
                  <a:lnTo>
                    <a:pt x="10911" y="114550"/>
                  </a:lnTo>
                  <a:cubicBezTo>
                    <a:pt x="7900" y="114550"/>
                    <a:pt x="5455" y="112105"/>
                    <a:pt x="5455" y="109088"/>
                  </a:cubicBezTo>
                  <a:lnTo>
                    <a:pt x="5455" y="32727"/>
                  </a:lnTo>
                  <a:cubicBezTo>
                    <a:pt x="5455" y="29716"/>
                    <a:pt x="7900" y="27272"/>
                    <a:pt x="10911" y="27272"/>
                  </a:cubicBezTo>
                  <a:lnTo>
                    <a:pt x="87272" y="27272"/>
                  </a:lnTo>
                  <a:cubicBezTo>
                    <a:pt x="90283" y="27272"/>
                    <a:pt x="92727" y="29716"/>
                    <a:pt x="92727" y="32727"/>
                  </a:cubicBezTo>
                  <a:cubicBezTo>
                    <a:pt x="92727" y="32727"/>
                    <a:pt x="92727" y="109088"/>
                    <a:pt x="92727" y="109088"/>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88" name="Google Shape;88;p35"/>
          <p:cNvGrpSpPr/>
          <p:nvPr/>
        </p:nvGrpSpPr>
        <p:grpSpPr>
          <a:xfrm>
            <a:off x="8754275" y="1601639"/>
            <a:ext cx="616688" cy="616688"/>
            <a:chOff x="8998834" y="2145924"/>
            <a:chExt cx="616688" cy="616688"/>
          </a:xfrm>
        </p:grpSpPr>
        <p:sp>
          <p:nvSpPr>
            <p:cNvPr id="89" name="Google Shape;89;p35"/>
            <p:cNvSpPr/>
            <p:nvPr/>
          </p:nvSpPr>
          <p:spPr>
            <a:xfrm>
              <a:off x="8998834" y="2145924"/>
              <a:ext cx="616688" cy="616688"/>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p35"/>
            <p:cNvSpPr/>
            <p:nvPr/>
          </p:nvSpPr>
          <p:spPr>
            <a:xfrm>
              <a:off x="9167514" y="2308301"/>
              <a:ext cx="279327" cy="272980"/>
            </a:xfrm>
            <a:custGeom>
              <a:avLst/>
              <a:gdLst/>
              <a:ahLst/>
              <a:cxnLst/>
              <a:rect l="l" t="t" r="r" b="b"/>
              <a:pathLst>
                <a:path w="120000" h="120000" extrusionOk="0">
                  <a:moveTo>
                    <a:pt x="41833" y="23623"/>
                  </a:moveTo>
                  <a:lnTo>
                    <a:pt x="37111" y="20832"/>
                  </a:lnTo>
                  <a:lnTo>
                    <a:pt x="34383" y="25667"/>
                  </a:lnTo>
                  <a:lnTo>
                    <a:pt x="39111" y="28459"/>
                  </a:lnTo>
                  <a:cubicBezTo>
                    <a:pt x="39111" y="28459"/>
                    <a:pt x="41833" y="23623"/>
                    <a:pt x="41833" y="23623"/>
                  </a:cubicBezTo>
                  <a:close/>
                  <a:moveTo>
                    <a:pt x="47288" y="13953"/>
                  </a:moveTo>
                  <a:lnTo>
                    <a:pt x="42566" y="11167"/>
                  </a:lnTo>
                  <a:lnTo>
                    <a:pt x="39838" y="16002"/>
                  </a:lnTo>
                  <a:lnTo>
                    <a:pt x="44561" y="18794"/>
                  </a:lnTo>
                  <a:cubicBezTo>
                    <a:pt x="44561" y="18794"/>
                    <a:pt x="47288" y="13953"/>
                    <a:pt x="47288" y="13953"/>
                  </a:cubicBezTo>
                  <a:close/>
                  <a:moveTo>
                    <a:pt x="114544" y="47439"/>
                  </a:moveTo>
                  <a:lnTo>
                    <a:pt x="5455" y="47439"/>
                  </a:lnTo>
                  <a:lnTo>
                    <a:pt x="5455" y="36277"/>
                  </a:lnTo>
                  <a:lnTo>
                    <a:pt x="114544" y="36277"/>
                  </a:lnTo>
                  <a:cubicBezTo>
                    <a:pt x="114544" y="36277"/>
                    <a:pt x="114544" y="47439"/>
                    <a:pt x="114544" y="47439"/>
                  </a:cubicBezTo>
                  <a:close/>
                  <a:moveTo>
                    <a:pt x="103638" y="114416"/>
                  </a:moveTo>
                  <a:lnTo>
                    <a:pt x="16361" y="114416"/>
                  </a:lnTo>
                  <a:lnTo>
                    <a:pt x="16361" y="53023"/>
                  </a:lnTo>
                  <a:lnTo>
                    <a:pt x="103638" y="53023"/>
                  </a:lnTo>
                  <a:cubicBezTo>
                    <a:pt x="103638" y="53023"/>
                    <a:pt x="103638" y="114416"/>
                    <a:pt x="103638" y="114416"/>
                  </a:cubicBezTo>
                  <a:close/>
                  <a:moveTo>
                    <a:pt x="37838" y="8375"/>
                  </a:moveTo>
                  <a:cubicBezTo>
                    <a:pt x="39350" y="5707"/>
                    <a:pt x="42683" y="4790"/>
                    <a:pt x="45294" y="6332"/>
                  </a:cubicBezTo>
                  <a:lnTo>
                    <a:pt x="54744" y="11916"/>
                  </a:lnTo>
                  <a:lnTo>
                    <a:pt x="44144" y="30699"/>
                  </a:lnTo>
                  <a:lnTo>
                    <a:pt x="31994" y="30699"/>
                  </a:lnTo>
                  <a:lnTo>
                    <a:pt x="31655" y="30502"/>
                  </a:lnTo>
                  <a:lnTo>
                    <a:pt x="31544" y="30699"/>
                  </a:lnTo>
                  <a:lnTo>
                    <a:pt x="25250" y="30699"/>
                  </a:lnTo>
                  <a:cubicBezTo>
                    <a:pt x="25250" y="30699"/>
                    <a:pt x="37838" y="8375"/>
                    <a:pt x="37838" y="8375"/>
                  </a:cubicBezTo>
                  <a:close/>
                  <a:moveTo>
                    <a:pt x="86538" y="30699"/>
                  </a:moveTo>
                  <a:lnTo>
                    <a:pt x="50438" y="30699"/>
                  </a:lnTo>
                  <a:lnTo>
                    <a:pt x="59466" y="14702"/>
                  </a:lnTo>
                  <a:cubicBezTo>
                    <a:pt x="59466" y="14702"/>
                    <a:pt x="86538" y="30699"/>
                    <a:pt x="86538" y="30699"/>
                  </a:cubicBezTo>
                  <a:close/>
                  <a:moveTo>
                    <a:pt x="88500" y="15529"/>
                  </a:moveTo>
                  <a:cubicBezTo>
                    <a:pt x="91411" y="14730"/>
                    <a:pt x="94394" y="16497"/>
                    <a:pt x="95177" y="19475"/>
                  </a:cubicBezTo>
                  <a:lnTo>
                    <a:pt x="98116" y="30699"/>
                  </a:lnTo>
                  <a:lnTo>
                    <a:pt x="97444" y="30699"/>
                  </a:lnTo>
                  <a:lnTo>
                    <a:pt x="90438" y="26556"/>
                  </a:lnTo>
                  <a:lnTo>
                    <a:pt x="91322" y="26308"/>
                  </a:lnTo>
                  <a:lnTo>
                    <a:pt x="89911" y="20916"/>
                  </a:lnTo>
                  <a:lnTo>
                    <a:pt x="84644" y="22363"/>
                  </a:lnTo>
                  <a:lnTo>
                    <a:pt x="84883" y="23275"/>
                  </a:lnTo>
                  <a:lnTo>
                    <a:pt x="78200" y="19329"/>
                  </a:lnTo>
                  <a:lnTo>
                    <a:pt x="77961" y="18417"/>
                  </a:lnTo>
                  <a:cubicBezTo>
                    <a:pt x="77961" y="18417"/>
                    <a:pt x="88500" y="15529"/>
                    <a:pt x="88500" y="15529"/>
                  </a:cubicBezTo>
                  <a:close/>
                  <a:moveTo>
                    <a:pt x="114544" y="30699"/>
                  </a:moveTo>
                  <a:lnTo>
                    <a:pt x="103766" y="30699"/>
                  </a:lnTo>
                  <a:lnTo>
                    <a:pt x="100450" y="18028"/>
                  </a:lnTo>
                  <a:cubicBezTo>
                    <a:pt x="98888" y="12073"/>
                    <a:pt x="92911" y="8544"/>
                    <a:pt x="87088" y="10137"/>
                  </a:cubicBezTo>
                  <a:lnTo>
                    <a:pt x="70394" y="14719"/>
                  </a:lnTo>
                  <a:lnTo>
                    <a:pt x="48022" y="1497"/>
                  </a:lnTo>
                  <a:cubicBezTo>
                    <a:pt x="42800" y="-1581"/>
                    <a:pt x="36133" y="247"/>
                    <a:pt x="33116" y="5583"/>
                  </a:cubicBezTo>
                  <a:lnTo>
                    <a:pt x="18944" y="30699"/>
                  </a:lnTo>
                  <a:lnTo>
                    <a:pt x="5455" y="30699"/>
                  </a:lnTo>
                  <a:cubicBezTo>
                    <a:pt x="2444" y="30699"/>
                    <a:pt x="0" y="33198"/>
                    <a:pt x="0" y="36277"/>
                  </a:cubicBezTo>
                  <a:lnTo>
                    <a:pt x="0" y="47439"/>
                  </a:lnTo>
                  <a:cubicBezTo>
                    <a:pt x="0" y="50529"/>
                    <a:pt x="2444" y="53023"/>
                    <a:pt x="5455" y="53023"/>
                  </a:cubicBezTo>
                  <a:lnTo>
                    <a:pt x="10911" y="53023"/>
                  </a:lnTo>
                  <a:lnTo>
                    <a:pt x="10911" y="114416"/>
                  </a:lnTo>
                  <a:cubicBezTo>
                    <a:pt x="10911" y="117500"/>
                    <a:pt x="13350" y="120000"/>
                    <a:pt x="16361" y="120000"/>
                  </a:cubicBezTo>
                  <a:lnTo>
                    <a:pt x="103638" y="120000"/>
                  </a:lnTo>
                  <a:cubicBezTo>
                    <a:pt x="106650" y="120000"/>
                    <a:pt x="109088" y="117500"/>
                    <a:pt x="109088" y="114416"/>
                  </a:cubicBezTo>
                  <a:lnTo>
                    <a:pt x="109088" y="53023"/>
                  </a:lnTo>
                  <a:lnTo>
                    <a:pt x="114544" y="53023"/>
                  </a:lnTo>
                  <a:cubicBezTo>
                    <a:pt x="117555" y="53023"/>
                    <a:pt x="120000" y="50529"/>
                    <a:pt x="120000" y="47439"/>
                  </a:cubicBezTo>
                  <a:lnTo>
                    <a:pt x="120000" y="36277"/>
                  </a:lnTo>
                  <a:cubicBezTo>
                    <a:pt x="120000" y="33198"/>
                    <a:pt x="117555" y="30699"/>
                    <a:pt x="114544" y="30699"/>
                  </a:cubicBezTo>
                  <a:moveTo>
                    <a:pt x="43638" y="69768"/>
                  </a:moveTo>
                  <a:lnTo>
                    <a:pt x="76361" y="69768"/>
                  </a:lnTo>
                  <a:lnTo>
                    <a:pt x="76361" y="75346"/>
                  </a:lnTo>
                  <a:lnTo>
                    <a:pt x="43638" y="75346"/>
                  </a:lnTo>
                  <a:cubicBezTo>
                    <a:pt x="43638" y="75346"/>
                    <a:pt x="43638" y="69768"/>
                    <a:pt x="43638" y="69768"/>
                  </a:cubicBezTo>
                  <a:close/>
                  <a:moveTo>
                    <a:pt x="43638" y="80930"/>
                  </a:moveTo>
                  <a:lnTo>
                    <a:pt x="76361" y="80930"/>
                  </a:lnTo>
                  <a:cubicBezTo>
                    <a:pt x="79377" y="80930"/>
                    <a:pt x="81816" y="78431"/>
                    <a:pt x="81816" y="75346"/>
                  </a:cubicBezTo>
                  <a:lnTo>
                    <a:pt x="81816" y="69768"/>
                  </a:lnTo>
                  <a:cubicBezTo>
                    <a:pt x="81816" y="66684"/>
                    <a:pt x="79377" y="64184"/>
                    <a:pt x="76361" y="64184"/>
                  </a:cubicBezTo>
                  <a:lnTo>
                    <a:pt x="43638" y="64184"/>
                  </a:lnTo>
                  <a:cubicBezTo>
                    <a:pt x="40622" y="64184"/>
                    <a:pt x="38183" y="66684"/>
                    <a:pt x="38183" y="69768"/>
                  </a:cubicBezTo>
                  <a:lnTo>
                    <a:pt x="38183" y="75346"/>
                  </a:lnTo>
                  <a:cubicBezTo>
                    <a:pt x="38183" y="78431"/>
                    <a:pt x="40622" y="80930"/>
                    <a:pt x="43638" y="8093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91" name="Google Shape;91;p35"/>
          <p:cNvGrpSpPr/>
          <p:nvPr/>
        </p:nvGrpSpPr>
        <p:grpSpPr>
          <a:xfrm>
            <a:off x="5852665" y="3159323"/>
            <a:ext cx="616688" cy="616688"/>
            <a:chOff x="5866603" y="3248975"/>
            <a:chExt cx="616688" cy="616688"/>
          </a:xfrm>
        </p:grpSpPr>
        <p:sp>
          <p:nvSpPr>
            <p:cNvPr id="92" name="Google Shape;92;p35"/>
            <p:cNvSpPr/>
            <p:nvPr/>
          </p:nvSpPr>
          <p:spPr>
            <a:xfrm>
              <a:off x="5866603" y="3248975"/>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35"/>
            <p:cNvSpPr/>
            <p:nvPr/>
          </p:nvSpPr>
          <p:spPr>
            <a:xfrm>
              <a:off x="6035283" y="3417655"/>
              <a:ext cx="279327" cy="279327"/>
            </a:xfrm>
            <a:custGeom>
              <a:avLst/>
              <a:gdLst/>
              <a:ahLst/>
              <a:cxnLst/>
              <a:rect l="l" t="t" r="r" b="b"/>
              <a:pathLst>
                <a:path w="120000" h="120000" extrusionOk="0">
                  <a:moveTo>
                    <a:pt x="114544" y="109088"/>
                  </a:moveTo>
                  <a:cubicBezTo>
                    <a:pt x="114544" y="112100"/>
                    <a:pt x="112100" y="114550"/>
                    <a:pt x="109088" y="114550"/>
                  </a:cubicBezTo>
                  <a:lnTo>
                    <a:pt x="10911" y="114550"/>
                  </a:lnTo>
                  <a:cubicBezTo>
                    <a:pt x="7900" y="114550"/>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3638" y="35455"/>
                  </a:moveTo>
                  <a:cubicBezTo>
                    <a:pt x="40627" y="35455"/>
                    <a:pt x="38183" y="33016"/>
                    <a:pt x="38183" y="30000"/>
                  </a:cubicBezTo>
                  <a:cubicBezTo>
                    <a:pt x="38183" y="26988"/>
                    <a:pt x="40627" y="24544"/>
                    <a:pt x="43638" y="24544"/>
                  </a:cubicBezTo>
                  <a:cubicBezTo>
                    <a:pt x="46644" y="24544"/>
                    <a:pt x="49088" y="26988"/>
                    <a:pt x="49088" y="30000"/>
                  </a:cubicBezTo>
                  <a:cubicBezTo>
                    <a:pt x="49088" y="33016"/>
                    <a:pt x="46644" y="35455"/>
                    <a:pt x="43638" y="35455"/>
                  </a:cubicBezTo>
                  <a:moveTo>
                    <a:pt x="100911" y="27272"/>
                  </a:moveTo>
                  <a:lnTo>
                    <a:pt x="54161" y="27272"/>
                  </a:lnTo>
                  <a:cubicBezTo>
                    <a:pt x="52944" y="22577"/>
                    <a:pt x="48711" y="19088"/>
                    <a:pt x="43638" y="19088"/>
                  </a:cubicBezTo>
                  <a:cubicBezTo>
                    <a:pt x="38561" y="19088"/>
                    <a:pt x="34333" y="22577"/>
                    <a:pt x="33111" y="27272"/>
                  </a:cubicBezTo>
                  <a:lnTo>
                    <a:pt x="19088" y="27272"/>
                  </a:lnTo>
                  <a:cubicBezTo>
                    <a:pt x="17583" y="27272"/>
                    <a:pt x="16361" y="28494"/>
                    <a:pt x="16361" y="30000"/>
                  </a:cubicBezTo>
                  <a:cubicBezTo>
                    <a:pt x="16361" y="31511"/>
                    <a:pt x="17583" y="32727"/>
                    <a:pt x="19088" y="32727"/>
                  </a:cubicBezTo>
                  <a:lnTo>
                    <a:pt x="33111" y="32727"/>
                  </a:lnTo>
                  <a:cubicBezTo>
                    <a:pt x="34333" y="37427"/>
                    <a:pt x="38561" y="40911"/>
                    <a:pt x="43638" y="40911"/>
                  </a:cubicBezTo>
                  <a:cubicBezTo>
                    <a:pt x="48711" y="40911"/>
                    <a:pt x="52944" y="37427"/>
                    <a:pt x="54161" y="32727"/>
                  </a:cubicBezTo>
                  <a:lnTo>
                    <a:pt x="100911" y="32727"/>
                  </a:lnTo>
                  <a:cubicBezTo>
                    <a:pt x="102416" y="32727"/>
                    <a:pt x="103638" y="31511"/>
                    <a:pt x="103638" y="30000"/>
                  </a:cubicBezTo>
                  <a:cubicBezTo>
                    <a:pt x="103638" y="28494"/>
                    <a:pt x="102416" y="27272"/>
                    <a:pt x="100911" y="27272"/>
                  </a:cubicBezTo>
                  <a:moveTo>
                    <a:pt x="81816" y="65455"/>
                  </a:moveTo>
                  <a:cubicBezTo>
                    <a:pt x="78811" y="65455"/>
                    <a:pt x="76361" y="63011"/>
                    <a:pt x="76361" y="60000"/>
                  </a:cubicBezTo>
                  <a:cubicBezTo>
                    <a:pt x="76361" y="56988"/>
                    <a:pt x="78811" y="54544"/>
                    <a:pt x="81816" y="54544"/>
                  </a:cubicBezTo>
                  <a:cubicBezTo>
                    <a:pt x="84827" y="54544"/>
                    <a:pt x="87272" y="56988"/>
                    <a:pt x="87272" y="60000"/>
                  </a:cubicBezTo>
                  <a:cubicBezTo>
                    <a:pt x="87272" y="63011"/>
                    <a:pt x="84827" y="65455"/>
                    <a:pt x="81816" y="65455"/>
                  </a:cubicBezTo>
                  <a:moveTo>
                    <a:pt x="100911" y="57277"/>
                  </a:moveTo>
                  <a:lnTo>
                    <a:pt x="92338" y="57277"/>
                  </a:lnTo>
                  <a:cubicBezTo>
                    <a:pt x="91122" y="52577"/>
                    <a:pt x="86894" y="49088"/>
                    <a:pt x="81816" y="49088"/>
                  </a:cubicBezTo>
                  <a:cubicBezTo>
                    <a:pt x="76744" y="49088"/>
                    <a:pt x="72511" y="52577"/>
                    <a:pt x="71294" y="57277"/>
                  </a:cubicBezTo>
                  <a:lnTo>
                    <a:pt x="19088" y="57277"/>
                  </a:lnTo>
                  <a:cubicBezTo>
                    <a:pt x="17583" y="57277"/>
                    <a:pt x="16361" y="58494"/>
                    <a:pt x="16361" y="60000"/>
                  </a:cubicBezTo>
                  <a:cubicBezTo>
                    <a:pt x="16361" y="61511"/>
                    <a:pt x="17583" y="62727"/>
                    <a:pt x="19088" y="62727"/>
                  </a:cubicBezTo>
                  <a:lnTo>
                    <a:pt x="71294" y="62727"/>
                  </a:lnTo>
                  <a:cubicBezTo>
                    <a:pt x="72511" y="67427"/>
                    <a:pt x="76744" y="70911"/>
                    <a:pt x="81816" y="70911"/>
                  </a:cubicBezTo>
                  <a:cubicBezTo>
                    <a:pt x="86894" y="70911"/>
                    <a:pt x="91122" y="67427"/>
                    <a:pt x="92338" y="62727"/>
                  </a:cubicBezTo>
                  <a:lnTo>
                    <a:pt x="100911" y="62727"/>
                  </a:lnTo>
                  <a:cubicBezTo>
                    <a:pt x="102416" y="62727"/>
                    <a:pt x="103638" y="61511"/>
                    <a:pt x="103638" y="60000"/>
                  </a:cubicBezTo>
                  <a:cubicBezTo>
                    <a:pt x="103638" y="58494"/>
                    <a:pt x="102416" y="57277"/>
                    <a:pt x="100911" y="57277"/>
                  </a:cubicBezTo>
                  <a:moveTo>
                    <a:pt x="54544" y="95455"/>
                  </a:moveTo>
                  <a:cubicBezTo>
                    <a:pt x="51533" y="95455"/>
                    <a:pt x="49088" y="93016"/>
                    <a:pt x="49088" y="90000"/>
                  </a:cubicBezTo>
                  <a:cubicBezTo>
                    <a:pt x="49088" y="86988"/>
                    <a:pt x="51533" y="84544"/>
                    <a:pt x="54544" y="84544"/>
                  </a:cubicBezTo>
                  <a:cubicBezTo>
                    <a:pt x="57555" y="84544"/>
                    <a:pt x="60000" y="86988"/>
                    <a:pt x="60000" y="90000"/>
                  </a:cubicBezTo>
                  <a:cubicBezTo>
                    <a:pt x="60000" y="93016"/>
                    <a:pt x="57555" y="95455"/>
                    <a:pt x="54544" y="95455"/>
                  </a:cubicBezTo>
                  <a:moveTo>
                    <a:pt x="100911" y="87272"/>
                  </a:moveTo>
                  <a:lnTo>
                    <a:pt x="65066" y="87272"/>
                  </a:lnTo>
                  <a:cubicBezTo>
                    <a:pt x="63850" y="82572"/>
                    <a:pt x="59622" y="79094"/>
                    <a:pt x="54544" y="79094"/>
                  </a:cubicBezTo>
                  <a:cubicBezTo>
                    <a:pt x="49466" y="79094"/>
                    <a:pt x="45238" y="82572"/>
                    <a:pt x="44022" y="87272"/>
                  </a:cubicBezTo>
                  <a:lnTo>
                    <a:pt x="19088" y="87272"/>
                  </a:lnTo>
                  <a:cubicBezTo>
                    <a:pt x="17583" y="87272"/>
                    <a:pt x="16361" y="88494"/>
                    <a:pt x="16361" y="90000"/>
                  </a:cubicBezTo>
                  <a:cubicBezTo>
                    <a:pt x="16361" y="91511"/>
                    <a:pt x="17583" y="92727"/>
                    <a:pt x="19088" y="92727"/>
                  </a:cubicBezTo>
                  <a:lnTo>
                    <a:pt x="44022" y="92727"/>
                  </a:lnTo>
                  <a:cubicBezTo>
                    <a:pt x="45238" y="97427"/>
                    <a:pt x="49466" y="100911"/>
                    <a:pt x="54544" y="100911"/>
                  </a:cubicBezTo>
                  <a:cubicBezTo>
                    <a:pt x="59622" y="100911"/>
                    <a:pt x="63850" y="97427"/>
                    <a:pt x="65066" y="92727"/>
                  </a:cubicBezTo>
                  <a:lnTo>
                    <a:pt x="100911" y="92727"/>
                  </a:lnTo>
                  <a:cubicBezTo>
                    <a:pt x="102416" y="92727"/>
                    <a:pt x="103638" y="91511"/>
                    <a:pt x="103638" y="90000"/>
                  </a:cubicBezTo>
                  <a:cubicBezTo>
                    <a:pt x="103638" y="88494"/>
                    <a:pt x="102416" y="87272"/>
                    <a:pt x="100911" y="87272"/>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94" name="Google Shape;94;p35"/>
          <p:cNvGrpSpPr/>
          <p:nvPr/>
        </p:nvGrpSpPr>
        <p:grpSpPr>
          <a:xfrm>
            <a:off x="8806369" y="4754662"/>
            <a:ext cx="616688" cy="616688"/>
            <a:chOff x="8998834" y="4446928"/>
            <a:chExt cx="616688" cy="616688"/>
          </a:xfrm>
        </p:grpSpPr>
        <p:sp>
          <p:nvSpPr>
            <p:cNvPr id="95" name="Google Shape;95;p35"/>
            <p:cNvSpPr/>
            <p:nvPr/>
          </p:nvSpPr>
          <p:spPr>
            <a:xfrm>
              <a:off x="8998834" y="4446928"/>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 name="Google Shape;96;p35"/>
            <p:cNvSpPr/>
            <p:nvPr/>
          </p:nvSpPr>
          <p:spPr>
            <a:xfrm>
              <a:off x="9167514" y="4640392"/>
              <a:ext cx="279327" cy="253935"/>
            </a:xfrm>
            <a:custGeom>
              <a:avLst/>
              <a:gdLst/>
              <a:ahLst/>
              <a:cxnLst/>
              <a:rect l="l" t="t" r="r" b="b"/>
              <a:pathLst>
                <a:path w="120000" h="120000" extrusionOk="0">
                  <a:moveTo>
                    <a:pt x="92727" y="114000"/>
                  </a:moveTo>
                  <a:lnTo>
                    <a:pt x="81816" y="114000"/>
                  </a:lnTo>
                  <a:lnTo>
                    <a:pt x="81816" y="102000"/>
                  </a:lnTo>
                  <a:cubicBezTo>
                    <a:pt x="83327" y="102000"/>
                    <a:pt x="84544" y="100661"/>
                    <a:pt x="84544" y="99000"/>
                  </a:cubicBezTo>
                  <a:cubicBezTo>
                    <a:pt x="84544" y="97344"/>
                    <a:pt x="83327" y="96000"/>
                    <a:pt x="81816" y="96000"/>
                  </a:cubicBezTo>
                  <a:lnTo>
                    <a:pt x="81816" y="42000"/>
                  </a:lnTo>
                  <a:lnTo>
                    <a:pt x="92727" y="42000"/>
                  </a:lnTo>
                  <a:cubicBezTo>
                    <a:pt x="92727" y="42000"/>
                    <a:pt x="92727" y="114000"/>
                    <a:pt x="92727" y="114000"/>
                  </a:cubicBezTo>
                  <a:close/>
                  <a:moveTo>
                    <a:pt x="76361" y="96000"/>
                  </a:moveTo>
                  <a:cubicBezTo>
                    <a:pt x="74855" y="96000"/>
                    <a:pt x="73638" y="97344"/>
                    <a:pt x="73638" y="99000"/>
                  </a:cubicBezTo>
                  <a:cubicBezTo>
                    <a:pt x="73638" y="100661"/>
                    <a:pt x="74855" y="102000"/>
                    <a:pt x="76361" y="102000"/>
                  </a:cubicBezTo>
                  <a:lnTo>
                    <a:pt x="76361" y="114000"/>
                  </a:lnTo>
                  <a:lnTo>
                    <a:pt x="21816" y="114000"/>
                  </a:lnTo>
                  <a:lnTo>
                    <a:pt x="21816" y="102000"/>
                  </a:lnTo>
                  <a:cubicBezTo>
                    <a:pt x="23327" y="102000"/>
                    <a:pt x="24544" y="100661"/>
                    <a:pt x="24544" y="99000"/>
                  </a:cubicBezTo>
                  <a:cubicBezTo>
                    <a:pt x="24544" y="97344"/>
                    <a:pt x="23327" y="96000"/>
                    <a:pt x="21816" y="96000"/>
                  </a:cubicBezTo>
                  <a:lnTo>
                    <a:pt x="21816" y="42000"/>
                  </a:lnTo>
                  <a:lnTo>
                    <a:pt x="76361" y="42000"/>
                  </a:lnTo>
                  <a:cubicBezTo>
                    <a:pt x="76361" y="42000"/>
                    <a:pt x="76361" y="96000"/>
                    <a:pt x="76361" y="96000"/>
                  </a:cubicBezTo>
                  <a:close/>
                  <a:moveTo>
                    <a:pt x="16361" y="96000"/>
                  </a:moveTo>
                  <a:cubicBezTo>
                    <a:pt x="14855" y="96000"/>
                    <a:pt x="13638" y="97344"/>
                    <a:pt x="13638" y="99000"/>
                  </a:cubicBezTo>
                  <a:cubicBezTo>
                    <a:pt x="13638" y="100661"/>
                    <a:pt x="14855" y="102000"/>
                    <a:pt x="16361" y="102000"/>
                  </a:cubicBezTo>
                  <a:lnTo>
                    <a:pt x="16361" y="114000"/>
                  </a:lnTo>
                  <a:lnTo>
                    <a:pt x="5455" y="114000"/>
                  </a:lnTo>
                  <a:lnTo>
                    <a:pt x="5455" y="42000"/>
                  </a:lnTo>
                  <a:lnTo>
                    <a:pt x="16361" y="42000"/>
                  </a:lnTo>
                  <a:cubicBezTo>
                    <a:pt x="16361" y="42000"/>
                    <a:pt x="16361" y="96000"/>
                    <a:pt x="16361" y="96000"/>
                  </a:cubicBezTo>
                  <a:close/>
                  <a:moveTo>
                    <a:pt x="43638" y="30000"/>
                  </a:moveTo>
                  <a:lnTo>
                    <a:pt x="54544" y="30000"/>
                  </a:lnTo>
                  <a:cubicBezTo>
                    <a:pt x="57555" y="30000"/>
                    <a:pt x="60000" y="32688"/>
                    <a:pt x="60000" y="36005"/>
                  </a:cubicBezTo>
                  <a:lnTo>
                    <a:pt x="38183" y="36005"/>
                  </a:lnTo>
                  <a:cubicBezTo>
                    <a:pt x="38183" y="32688"/>
                    <a:pt x="40627" y="30000"/>
                    <a:pt x="43638" y="30000"/>
                  </a:cubicBezTo>
                  <a:moveTo>
                    <a:pt x="92727" y="36005"/>
                  </a:moveTo>
                  <a:lnTo>
                    <a:pt x="65455" y="36005"/>
                  </a:lnTo>
                  <a:cubicBezTo>
                    <a:pt x="65455" y="29372"/>
                    <a:pt x="60572" y="24005"/>
                    <a:pt x="54544" y="24005"/>
                  </a:cubicBezTo>
                  <a:lnTo>
                    <a:pt x="43638" y="24005"/>
                  </a:lnTo>
                  <a:cubicBezTo>
                    <a:pt x="37611" y="24005"/>
                    <a:pt x="32727" y="29372"/>
                    <a:pt x="32727" y="36005"/>
                  </a:cubicBezTo>
                  <a:lnTo>
                    <a:pt x="5455" y="36005"/>
                  </a:lnTo>
                  <a:cubicBezTo>
                    <a:pt x="2444" y="36005"/>
                    <a:pt x="0" y="38688"/>
                    <a:pt x="0" y="42000"/>
                  </a:cubicBezTo>
                  <a:lnTo>
                    <a:pt x="0" y="114000"/>
                  </a:lnTo>
                  <a:cubicBezTo>
                    <a:pt x="0" y="117311"/>
                    <a:pt x="2444" y="120000"/>
                    <a:pt x="5455" y="120000"/>
                  </a:cubicBezTo>
                  <a:lnTo>
                    <a:pt x="92727" y="120000"/>
                  </a:lnTo>
                  <a:cubicBezTo>
                    <a:pt x="95738" y="120000"/>
                    <a:pt x="98183" y="117311"/>
                    <a:pt x="98183" y="114000"/>
                  </a:cubicBezTo>
                  <a:lnTo>
                    <a:pt x="98183" y="42000"/>
                  </a:lnTo>
                  <a:cubicBezTo>
                    <a:pt x="98183" y="38688"/>
                    <a:pt x="95738" y="36005"/>
                    <a:pt x="92727" y="36005"/>
                  </a:cubicBezTo>
                  <a:moveTo>
                    <a:pt x="60000" y="12005"/>
                  </a:moveTo>
                  <a:cubicBezTo>
                    <a:pt x="60000" y="8688"/>
                    <a:pt x="62444" y="6000"/>
                    <a:pt x="65455" y="6000"/>
                  </a:cubicBezTo>
                  <a:lnTo>
                    <a:pt x="76361" y="6000"/>
                  </a:lnTo>
                  <a:cubicBezTo>
                    <a:pt x="79372" y="6000"/>
                    <a:pt x="81816" y="8688"/>
                    <a:pt x="81816" y="12005"/>
                  </a:cubicBezTo>
                  <a:cubicBezTo>
                    <a:pt x="81816" y="12005"/>
                    <a:pt x="60000" y="12005"/>
                    <a:pt x="60000" y="12005"/>
                  </a:cubicBezTo>
                  <a:close/>
                  <a:moveTo>
                    <a:pt x="114544" y="12005"/>
                  </a:moveTo>
                  <a:lnTo>
                    <a:pt x="87272" y="12005"/>
                  </a:lnTo>
                  <a:cubicBezTo>
                    <a:pt x="87272" y="5372"/>
                    <a:pt x="82388" y="0"/>
                    <a:pt x="76361" y="0"/>
                  </a:cubicBezTo>
                  <a:lnTo>
                    <a:pt x="65455" y="0"/>
                  </a:lnTo>
                  <a:cubicBezTo>
                    <a:pt x="59427" y="0"/>
                    <a:pt x="54544" y="5372"/>
                    <a:pt x="54544" y="12005"/>
                  </a:cubicBezTo>
                  <a:lnTo>
                    <a:pt x="27272" y="12005"/>
                  </a:lnTo>
                  <a:cubicBezTo>
                    <a:pt x="24261" y="12005"/>
                    <a:pt x="21816" y="14688"/>
                    <a:pt x="21816" y="18000"/>
                  </a:cubicBezTo>
                  <a:lnTo>
                    <a:pt x="21816" y="27000"/>
                  </a:lnTo>
                  <a:cubicBezTo>
                    <a:pt x="21816" y="28661"/>
                    <a:pt x="23038" y="30000"/>
                    <a:pt x="24544" y="30000"/>
                  </a:cubicBezTo>
                  <a:cubicBezTo>
                    <a:pt x="26055" y="30000"/>
                    <a:pt x="27272" y="28661"/>
                    <a:pt x="27272" y="27000"/>
                  </a:cubicBezTo>
                  <a:lnTo>
                    <a:pt x="27272" y="18000"/>
                  </a:lnTo>
                  <a:lnTo>
                    <a:pt x="114544" y="18000"/>
                  </a:lnTo>
                  <a:lnTo>
                    <a:pt x="114544" y="90005"/>
                  </a:lnTo>
                  <a:lnTo>
                    <a:pt x="106361" y="90005"/>
                  </a:lnTo>
                  <a:cubicBezTo>
                    <a:pt x="104855" y="90005"/>
                    <a:pt x="103638" y="91344"/>
                    <a:pt x="103638" y="93000"/>
                  </a:cubicBezTo>
                  <a:cubicBezTo>
                    <a:pt x="103638" y="94661"/>
                    <a:pt x="104855" y="96000"/>
                    <a:pt x="106361" y="96000"/>
                  </a:cubicBezTo>
                  <a:lnTo>
                    <a:pt x="114544" y="96000"/>
                  </a:lnTo>
                  <a:cubicBezTo>
                    <a:pt x="117555" y="96000"/>
                    <a:pt x="120000" y="93311"/>
                    <a:pt x="120000" y="90005"/>
                  </a:cubicBezTo>
                  <a:lnTo>
                    <a:pt x="120000" y="18000"/>
                  </a:lnTo>
                  <a:cubicBezTo>
                    <a:pt x="120000" y="14688"/>
                    <a:pt x="117555" y="12005"/>
                    <a:pt x="114544" y="12005"/>
                  </a:cubicBezTo>
                  <a:moveTo>
                    <a:pt x="30000" y="66005"/>
                  </a:moveTo>
                  <a:lnTo>
                    <a:pt x="35455" y="66005"/>
                  </a:lnTo>
                  <a:cubicBezTo>
                    <a:pt x="36961" y="66005"/>
                    <a:pt x="38183" y="64661"/>
                    <a:pt x="38183" y="63005"/>
                  </a:cubicBezTo>
                  <a:cubicBezTo>
                    <a:pt x="38183" y="61344"/>
                    <a:pt x="36961" y="60000"/>
                    <a:pt x="35455" y="60000"/>
                  </a:cubicBezTo>
                  <a:lnTo>
                    <a:pt x="30000" y="60000"/>
                  </a:lnTo>
                  <a:cubicBezTo>
                    <a:pt x="28494" y="60000"/>
                    <a:pt x="27272" y="61344"/>
                    <a:pt x="27272" y="63005"/>
                  </a:cubicBezTo>
                  <a:cubicBezTo>
                    <a:pt x="27272" y="64661"/>
                    <a:pt x="28494" y="66005"/>
                    <a:pt x="30000" y="66005"/>
                  </a:cubicBezTo>
                  <a:moveTo>
                    <a:pt x="30000" y="54000"/>
                  </a:moveTo>
                  <a:lnTo>
                    <a:pt x="46361" y="54000"/>
                  </a:lnTo>
                  <a:cubicBezTo>
                    <a:pt x="47872" y="54000"/>
                    <a:pt x="49088" y="52661"/>
                    <a:pt x="49088" y="51005"/>
                  </a:cubicBezTo>
                  <a:cubicBezTo>
                    <a:pt x="49088" y="49344"/>
                    <a:pt x="47872" y="48000"/>
                    <a:pt x="46361" y="48000"/>
                  </a:cubicBezTo>
                  <a:lnTo>
                    <a:pt x="30000" y="48000"/>
                  </a:lnTo>
                  <a:cubicBezTo>
                    <a:pt x="28494" y="48000"/>
                    <a:pt x="27272" y="49344"/>
                    <a:pt x="27272" y="51005"/>
                  </a:cubicBezTo>
                  <a:cubicBezTo>
                    <a:pt x="27272" y="52661"/>
                    <a:pt x="28494" y="54000"/>
                    <a:pt x="30000" y="54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97" name="Google Shape;97;p35"/>
          <p:cNvGrpSpPr/>
          <p:nvPr/>
        </p:nvGrpSpPr>
        <p:grpSpPr>
          <a:xfrm>
            <a:off x="5866603" y="1538356"/>
            <a:ext cx="616688" cy="616688"/>
            <a:chOff x="5866603" y="2153819"/>
            <a:chExt cx="616688" cy="616688"/>
          </a:xfrm>
        </p:grpSpPr>
        <p:sp>
          <p:nvSpPr>
            <p:cNvPr id="98" name="Google Shape;98;p35"/>
            <p:cNvSpPr/>
            <p:nvPr/>
          </p:nvSpPr>
          <p:spPr>
            <a:xfrm>
              <a:off x="5866603" y="2153819"/>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35"/>
            <p:cNvSpPr/>
            <p:nvPr/>
          </p:nvSpPr>
          <p:spPr>
            <a:xfrm>
              <a:off x="6035283" y="2327251"/>
              <a:ext cx="279327" cy="254031"/>
            </a:xfrm>
            <a:custGeom>
              <a:avLst/>
              <a:gdLst/>
              <a:ahLst/>
              <a:cxnLst/>
              <a:rect l="l" t="t" r="r" b="b"/>
              <a:pathLst>
                <a:path w="120000" h="120000" extrusionOk="0">
                  <a:moveTo>
                    <a:pt x="114544" y="42031"/>
                  </a:moveTo>
                  <a:lnTo>
                    <a:pt x="75444" y="42031"/>
                  </a:lnTo>
                  <a:cubicBezTo>
                    <a:pt x="73088" y="38609"/>
                    <a:pt x="70655" y="34591"/>
                    <a:pt x="68438" y="30039"/>
                  </a:cubicBezTo>
                  <a:lnTo>
                    <a:pt x="114544" y="30039"/>
                  </a:lnTo>
                  <a:cubicBezTo>
                    <a:pt x="114544" y="30039"/>
                    <a:pt x="114544" y="42031"/>
                    <a:pt x="114544" y="42031"/>
                  </a:cubicBezTo>
                  <a:close/>
                  <a:moveTo>
                    <a:pt x="109088" y="78019"/>
                  </a:moveTo>
                  <a:lnTo>
                    <a:pt x="62727" y="78019"/>
                  </a:lnTo>
                  <a:lnTo>
                    <a:pt x="62727" y="48030"/>
                  </a:lnTo>
                  <a:lnTo>
                    <a:pt x="72722" y="48030"/>
                  </a:lnTo>
                  <a:cubicBezTo>
                    <a:pt x="77900" y="55119"/>
                    <a:pt x="82305" y="59233"/>
                    <a:pt x="82677" y="59574"/>
                  </a:cubicBezTo>
                  <a:cubicBezTo>
                    <a:pt x="83383" y="60215"/>
                    <a:pt x="84300" y="60408"/>
                    <a:pt x="85127" y="60164"/>
                  </a:cubicBezTo>
                  <a:cubicBezTo>
                    <a:pt x="85655" y="60011"/>
                    <a:pt x="86138" y="59682"/>
                    <a:pt x="86516" y="59188"/>
                  </a:cubicBezTo>
                  <a:cubicBezTo>
                    <a:pt x="87477" y="57917"/>
                    <a:pt x="87322" y="56021"/>
                    <a:pt x="86166" y="54960"/>
                  </a:cubicBezTo>
                  <a:cubicBezTo>
                    <a:pt x="86100" y="54903"/>
                    <a:pt x="83461" y="52429"/>
                    <a:pt x="79905" y="48030"/>
                  </a:cubicBezTo>
                  <a:lnTo>
                    <a:pt x="109088" y="48030"/>
                  </a:lnTo>
                  <a:cubicBezTo>
                    <a:pt x="109088" y="48030"/>
                    <a:pt x="109088" y="78019"/>
                    <a:pt x="109088" y="78019"/>
                  </a:cubicBezTo>
                  <a:close/>
                  <a:moveTo>
                    <a:pt x="109088" y="114001"/>
                  </a:moveTo>
                  <a:lnTo>
                    <a:pt x="62727" y="114001"/>
                  </a:lnTo>
                  <a:lnTo>
                    <a:pt x="62727" y="84012"/>
                  </a:lnTo>
                  <a:lnTo>
                    <a:pt x="109088" y="84012"/>
                  </a:lnTo>
                  <a:cubicBezTo>
                    <a:pt x="109088" y="84012"/>
                    <a:pt x="109088" y="114001"/>
                    <a:pt x="109088" y="114001"/>
                  </a:cubicBezTo>
                  <a:close/>
                  <a:moveTo>
                    <a:pt x="62727" y="30993"/>
                  </a:moveTo>
                  <a:cubicBezTo>
                    <a:pt x="64588" y="35062"/>
                    <a:pt x="66616" y="38751"/>
                    <a:pt x="68666" y="42031"/>
                  </a:cubicBezTo>
                  <a:lnTo>
                    <a:pt x="62727" y="42031"/>
                  </a:lnTo>
                  <a:cubicBezTo>
                    <a:pt x="62727" y="42031"/>
                    <a:pt x="62727" y="30993"/>
                    <a:pt x="62727" y="30993"/>
                  </a:cubicBezTo>
                  <a:close/>
                  <a:moveTo>
                    <a:pt x="71505" y="8405"/>
                  </a:moveTo>
                  <a:cubicBezTo>
                    <a:pt x="78027" y="4262"/>
                    <a:pt x="85755" y="5556"/>
                    <a:pt x="88772" y="11293"/>
                  </a:cubicBezTo>
                  <a:cubicBezTo>
                    <a:pt x="90794" y="15141"/>
                    <a:pt x="90127" y="19994"/>
                    <a:pt x="87527" y="24040"/>
                  </a:cubicBezTo>
                  <a:lnTo>
                    <a:pt x="65805" y="24040"/>
                  </a:lnTo>
                  <a:cubicBezTo>
                    <a:pt x="65222" y="22559"/>
                    <a:pt x="64672" y="21044"/>
                    <a:pt x="64166" y="19477"/>
                  </a:cubicBezTo>
                  <a:cubicBezTo>
                    <a:pt x="64738" y="15272"/>
                    <a:pt x="67333" y="11049"/>
                    <a:pt x="71505" y="8405"/>
                  </a:cubicBezTo>
                  <a:moveTo>
                    <a:pt x="57272" y="42031"/>
                  </a:moveTo>
                  <a:lnTo>
                    <a:pt x="51244" y="42031"/>
                  </a:lnTo>
                  <a:cubicBezTo>
                    <a:pt x="53333" y="38700"/>
                    <a:pt x="55388" y="34948"/>
                    <a:pt x="57272" y="30811"/>
                  </a:cubicBezTo>
                  <a:cubicBezTo>
                    <a:pt x="57272" y="30811"/>
                    <a:pt x="57272" y="42031"/>
                    <a:pt x="57272" y="42031"/>
                  </a:cubicBezTo>
                  <a:close/>
                  <a:moveTo>
                    <a:pt x="57272" y="78019"/>
                  </a:moveTo>
                  <a:lnTo>
                    <a:pt x="10911" y="78019"/>
                  </a:lnTo>
                  <a:lnTo>
                    <a:pt x="10911" y="48030"/>
                  </a:lnTo>
                  <a:lnTo>
                    <a:pt x="40011" y="48030"/>
                  </a:lnTo>
                  <a:cubicBezTo>
                    <a:pt x="36461" y="52429"/>
                    <a:pt x="33816" y="54903"/>
                    <a:pt x="33750" y="54960"/>
                  </a:cubicBezTo>
                  <a:cubicBezTo>
                    <a:pt x="32594" y="56021"/>
                    <a:pt x="32438" y="57917"/>
                    <a:pt x="33400" y="59188"/>
                  </a:cubicBezTo>
                  <a:cubicBezTo>
                    <a:pt x="33777" y="59682"/>
                    <a:pt x="34261" y="60011"/>
                    <a:pt x="34783" y="60164"/>
                  </a:cubicBezTo>
                  <a:cubicBezTo>
                    <a:pt x="35616" y="60408"/>
                    <a:pt x="36527" y="60215"/>
                    <a:pt x="37238" y="59574"/>
                  </a:cubicBezTo>
                  <a:cubicBezTo>
                    <a:pt x="37611" y="59233"/>
                    <a:pt x="42016" y="55119"/>
                    <a:pt x="47194" y="48030"/>
                  </a:cubicBezTo>
                  <a:lnTo>
                    <a:pt x="57272" y="48030"/>
                  </a:lnTo>
                  <a:cubicBezTo>
                    <a:pt x="57272" y="48030"/>
                    <a:pt x="57272" y="78019"/>
                    <a:pt x="57272" y="78019"/>
                  </a:cubicBezTo>
                  <a:close/>
                  <a:moveTo>
                    <a:pt x="57272" y="114001"/>
                  </a:moveTo>
                  <a:lnTo>
                    <a:pt x="10911" y="114001"/>
                  </a:lnTo>
                  <a:lnTo>
                    <a:pt x="10911" y="84012"/>
                  </a:lnTo>
                  <a:lnTo>
                    <a:pt x="57272" y="84012"/>
                  </a:lnTo>
                  <a:cubicBezTo>
                    <a:pt x="57272" y="84012"/>
                    <a:pt x="57272" y="114001"/>
                    <a:pt x="57272" y="114001"/>
                  </a:cubicBezTo>
                  <a:close/>
                  <a:moveTo>
                    <a:pt x="5455" y="42031"/>
                  </a:moveTo>
                  <a:lnTo>
                    <a:pt x="5455" y="30039"/>
                  </a:lnTo>
                  <a:lnTo>
                    <a:pt x="51477" y="30039"/>
                  </a:lnTo>
                  <a:cubicBezTo>
                    <a:pt x="49261" y="34591"/>
                    <a:pt x="46827" y="38609"/>
                    <a:pt x="44472" y="42031"/>
                  </a:cubicBezTo>
                  <a:cubicBezTo>
                    <a:pt x="44472" y="42031"/>
                    <a:pt x="5455" y="42031"/>
                    <a:pt x="5455" y="42031"/>
                  </a:cubicBezTo>
                  <a:close/>
                  <a:moveTo>
                    <a:pt x="31144" y="11293"/>
                  </a:moveTo>
                  <a:cubicBezTo>
                    <a:pt x="34155" y="5561"/>
                    <a:pt x="41888" y="4262"/>
                    <a:pt x="48411" y="8405"/>
                  </a:cubicBezTo>
                  <a:cubicBezTo>
                    <a:pt x="52583" y="11055"/>
                    <a:pt x="55172" y="15278"/>
                    <a:pt x="55750" y="19483"/>
                  </a:cubicBezTo>
                  <a:cubicBezTo>
                    <a:pt x="55244" y="21044"/>
                    <a:pt x="54694" y="22559"/>
                    <a:pt x="54111" y="24040"/>
                  </a:cubicBezTo>
                  <a:lnTo>
                    <a:pt x="32388" y="24040"/>
                  </a:lnTo>
                  <a:cubicBezTo>
                    <a:pt x="29788" y="19994"/>
                    <a:pt x="29122" y="15141"/>
                    <a:pt x="31144" y="11293"/>
                  </a:cubicBezTo>
                  <a:moveTo>
                    <a:pt x="114544" y="24040"/>
                  </a:moveTo>
                  <a:lnTo>
                    <a:pt x="93744" y="24040"/>
                  </a:lnTo>
                  <a:cubicBezTo>
                    <a:pt x="95883" y="18870"/>
                    <a:pt x="96022" y="13110"/>
                    <a:pt x="93494" y="8291"/>
                  </a:cubicBezTo>
                  <a:cubicBezTo>
                    <a:pt x="88972" y="-306"/>
                    <a:pt x="77911" y="-2587"/>
                    <a:pt x="68777" y="3206"/>
                  </a:cubicBezTo>
                  <a:cubicBezTo>
                    <a:pt x="65261" y="5442"/>
                    <a:pt x="62650" y="8575"/>
                    <a:pt x="60916" y="12043"/>
                  </a:cubicBezTo>
                  <a:cubicBezTo>
                    <a:pt x="60827" y="12003"/>
                    <a:pt x="60761" y="11935"/>
                    <a:pt x="60666" y="11906"/>
                  </a:cubicBezTo>
                  <a:cubicBezTo>
                    <a:pt x="60605" y="11889"/>
                    <a:pt x="60550" y="11901"/>
                    <a:pt x="60488" y="11889"/>
                  </a:cubicBezTo>
                  <a:cubicBezTo>
                    <a:pt x="60338" y="11855"/>
                    <a:pt x="60188" y="11855"/>
                    <a:pt x="60033" y="11850"/>
                  </a:cubicBezTo>
                  <a:cubicBezTo>
                    <a:pt x="59900" y="11855"/>
                    <a:pt x="59772" y="11855"/>
                    <a:pt x="59638" y="11878"/>
                  </a:cubicBezTo>
                  <a:cubicBezTo>
                    <a:pt x="59511" y="11895"/>
                    <a:pt x="59383" y="11861"/>
                    <a:pt x="59250" y="11906"/>
                  </a:cubicBezTo>
                  <a:cubicBezTo>
                    <a:pt x="59155" y="11935"/>
                    <a:pt x="59088" y="12003"/>
                    <a:pt x="59000" y="12043"/>
                  </a:cubicBezTo>
                  <a:cubicBezTo>
                    <a:pt x="57261" y="8575"/>
                    <a:pt x="54650" y="5442"/>
                    <a:pt x="51138" y="3212"/>
                  </a:cubicBezTo>
                  <a:cubicBezTo>
                    <a:pt x="42005" y="-2587"/>
                    <a:pt x="30938" y="-306"/>
                    <a:pt x="26416" y="8291"/>
                  </a:cubicBezTo>
                  <a:cubicBezTo>
                    <a:pt x="23894" y="13110"/>
                    <a:pt x="24027" y="18870"/>
                    <a:pt x="26172" y="24040"/>
                  </a:cubicBezTo>
                  <a:lnTo>
                    <a:pt x="5455" y="24040"/>
                  </a:lnTo>
                  <a:cubicBezTo>
                    <a:pt x="2444" y="24040"/>
                    <a:pt x="0" y="26725"/>
                    <a:pt x="0" y="30039"/>
                  </a:cubicBezTo>
                  <a:lnTo>
                    <a:pt x="0" y="42031"/>
                  </a:lnTo>
                  <a:cubicBezTo>
                    <a:pt x="0" y="45346"/>
                    <a:pt x="2444" y="48030"/>
                    <a:pt x="5455" y="48030"/>
                  </a:cubicBezTo>
                  <a:lnTo>
                    <a:pt x="5455" y="114001"/>
                  </a:lnTo>
                  <a:cubicBezTo>
                    <a:pt x="5455" y="117315"/>
                    <a:pt x="7900" y="120000"/>
                    <a:pt x="10911" y="120000"/>
                  </a:cubicBezTo>
                  <a:lnTo>
                    <a:pt x="109088" y="120000"/>
                  </a:lnTo>
                  <a:cubicBezTo>
                    <a:pt x="112100" y="120000"/>
                    <a:pt x="114544" y="117315"/>
                    <a:pt x="114544" y="114001"/>
                  </a:cubicBezTo>
                  <a:lnTo>
                    <a:pt x="114544" y="48030"/>
                  </a:lnTo>
                  <a:cubicBezTo>
                    <a:pt x="117555" y="48030"/>
                    <a:pt x="120000" y="45346"/>
                    <a:pt x="120000" y="42031"/>
                  </a:cubicBezTo>
                  <a:lnTo>
                    <a:pt x="120000" y="30039"/>
                  </a:lnTo>
                  <a:cubicBezTo>
                    <a:pt x="120000" y="26725"/>
                    <a:pt x="117555" y="24040"/>
                    <a:pt x="114544" y="2404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100" name="Google Shape;100;p35"/>
          <p:cNvGrpSpPr/>
          <p:nvPr/>
        </p:nvGrpSpPr>
        <p:grpSpPr>
          <a:xfrm>
            <a:off x="5884007" y="4735486"/>
            <a:ext cx="616688" cy="616688"/>
            <a:chOff x="5866603" y="4454825"/>
            <a:chExt cx="616688" cy="616688"/>
          </a:xfrm>
        </p:grpSpPr>
        <p:sp>
          <p:nvSpPr>
            <p:cNvPr id="101" name="Google Shape;101;p35"/>
            <p:cNvSpPr/>
            <p:nvPr/>
          </p:nvSpPr>
          <p:spPr>
            <a:xfrm>
              <a:off x="5866603" y="4454825"/>
              <a:ext cx="616688" cy="616688"/>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 name="Google Shape;102;p35"/>
            <p:cNvSpPr/>
            <p:nvPr/>
          </p:nvSpPr>
          <p:spPr>
            <a:xfrm>
              <a:off x="6035283" y="4615000"/>
              <a:ext cx="279327" cy="279327"/>
            </a:xfrm>
            <a:custGeom>
              <a:avLst/>
              <a:gdLst/>
              <a:ahLst/>
              <a:cxnLst/>
              <a:rect l="l" t="t" r="r" b="b"/>
              <a:pathLst>
                <a:path w="120000" h="120000" extrusionOk="0">
                  <a:moveTo>
                    <a:pt x="53216" y="94688"/>
                  </a:moveTo>
                  <a:cubicBezTo>
                    <a:pt x="52377" y="95411"/>
                    <a:pt x="51400" y="95966"/>
                    <a:pt x="50277" y="96355"/>
                  </a:cubicBezTo>
                  <a:cubicBezTo>
                    <a:pt x="49161" y="96750"/>
                    <a:pt x="47977" y="96944"/>
                    <a:pt x="46738" y="96944"/>
                  </a:cubicBezTo>
                  <a:cubicBezTo>
                    <a:pt x="43816" y="96944"/>
                    <a:pt x="41600" y="96044"/>
                    <a:pt x="40077" y="94255"/>
                  </a:cubicBezTo>
                  <a:cubicBezTo>
                    <a:pt x="38561" y="92466"/>
                    <a:pt x="37761" y="90144"/>
                    <a:pt x="37677" y="87305"/>
                  </a:cubicBezTo>
                  <a:lnTo>
                    <a:pt x="32577" y="87305"/>
                  </a:lnTo>
                  <a:cubicBezTo>
                    <a:pt x="32538" y="89566"/>
                    <a:pt x="32850" y="91588"/>
                    <a:pt x="33511" y="93361"/>
                  </a:cubicBezTo>
                  <a:cubicBezTo>
                    <a:pt x="34172" y="95127"/>
                    <a:pt x="35116" y="96627"/>
                    <a:pt x="36361" y="97838"/>
                  </a:cubicBezTo>
                  <a:cubicBezTo>
                    <a:pt x="37594" y="99055"/>
                    <a:pt x="39100" y="99972"/>
                    <a:pt x="40861" y="100588"/>
                  </a:cubicBezTo>
                  <a:cubicBezTo>
                    <a:pt x="42616" y="101211"/>
                    <a:pt x="44577" y="101516"/>
                    <a:pt x="46738" y="101516"/>
                  </a:cubicBezTo>
                  <a:cubicBezTo>
                    <a:pt x="48738" y="101516"/>
                    <a:pt x="50627" y="101238"/>
                    <a:pt x="52411" y="100683"/>
                  </a:cubicBezTo>
                  <a:cubicBezTo>
                    <a:pt x="54188" y="100127"/>
                    <a:pt x="55738" y="99294"/>
                    <a:pt x="57061" y="98177"/>
                  </a:cubicBezTo>
                  <a:cubicBezTo>
                    <a:pt x="58383" y="97066"/>
                    <a:pt x="59427" y="95677"/>
                    <a:pt x="60205" y="94011"/>
                  </a:cubicBezTo>
                  <a:cubicBezTo>
                    <a:pt x="60988" y="92338"/>
                    <a:pt x="61377" y="90416"/>
                    <a:pt x="61377" y="88227"/>
                  </a:cubicBezTo>
                  <a:cubicBezTo>
                    <a:pt x="61377" y="85594"/>
                    <a:pt x="60750" y="83305"/>
                    <a:pt x="59488" y="81366"/>
                  </a:cubicBezTo>
                  <a:cubicBezTo>
                    <a:pt x="58227" y="79433"/>
                    <a:pt x="56300" y="78177"/>
                    <a:pt x="53700" y="77600"/>
                  </a:cubicBezTo>
                  <a:lnTo>
                    <a:pt x="53700" y="77477"/>
                  </a:lnTo>
                  <a:cubicBezTo>
                    <a:pt x="55377" y="76694"/>
                    <a:pt x="56777" y="75538"/>
                    <a:pt x="57900" y="74016"/>
                  </a:cubicBezTo>
                  <a:cubicBezTo>
                    <a:pt x="59022" y="72488"/>
                    <a:pt x="59577" y="70744"/>
                    <a:pt x="59577" y="68761"/>
                  </a:cubicBezTo>
                  <a:cubicBezTo>
                    <a:pt x="59577" y="66744"/>
                    <a:pt x="59250" y="64988"/>
                    <a:pt x="58588" y="63511"/>
                  </a:cubicBezTo>
                  <a:cubicBezTo>
                    <a:pt x="57927" y="62027"/>
                    <a:pt x="57016" y="60811"/>
                    <a:pt x="55861" y="59866"/>
                  </a:cubicBezTo>
                  <a:cubicBezTo>
                    <a:pt x="54700" y="58916"/>
                    <a:pt x="53327" y="58205"/>
                    <a:pt x="51750" y="57733"/>
                  </a:cubicBezTo>
                  <a:cubicBezTo>
                    <a:pt x="50166" y="57255"/>
                    <a:pt x="48455" y="57022"/>
                    <a:pt x="46616" y="57022"/>
                  </a:cubicBezTo>
                  <a:cubicBezTo>
                    <a:pt x="44500" y="57022"/>
                    <a:pt x="42627" y="57366"/>
                    <a:pt x="41011" y="58072"/>
                  </a:cubicBezTo>
                  <a:cubicBezTo>
                    <a:pt x="39388" y="58772"/>
                    <a:pt x="38038" y="59738"/>
                    <a:pt x="36961" y="60977"/>
                  </a:cubicBezTo>
                  <a:cubicBezTo>
                    <a:pt x="35883" y="62211"/>
                    <a:pt x="35050" y="63700"/>
                    <a:pt x="34466" y="65427"/>
                  </a:cubicBezTo>
                  <a:cubicBezTo>
                    <a:pt x="33888" y="67155"/>
                    <a:pt x="33555" y="69072"/>
                    <a:pt x="33477" y="71172"/>
                  </a:cubicBezTo>
                  <a:lnTo>
                    <a:pt x="38577" y="71172"/>
                  </a:lnTo>
                  <a:cubicBezTo>
                    <a:pt x="38577" y="69894"/>
                    <a:pt x="38733" y="68683"/>
                    <a:pt x="39061" y="67527"/>
                  </a:cubicBezTo>
                  <a:cubicBezTo>
                    <a:pt x="39377" y="66372"/>
                    <a:pt x="39872" y="65366"/>
                    <a:pt x="40533" y="64500"/>
                  </a:cubicBezTo>
                  <a:cubicBezTo>
                    <a:pt x="41188" y="63633"/>
                    <a:pt x="42027" y="62944"/>
                    <a:pt x="43050" y="62427"/>
                  </a:cubicBezTo>
                  <a:cubicBezTo>
                    <a:pt x="44066" y="61911"/>
                    <a:pt x="45261" y="61655"/>
                    <a:pt x="46616" y="61655"/>
                  </a:cubicBezTo>
                  <a:cubicBezTo>
                    <a:pt x="48777" y="61655"/>
                    <a:pt x="50577" y="62244"/>
                    <a:pt x="52022" y="63416"/>
                  </a:cubicBezTo>
                  <a:cubicBezTo>
                    <a:pt x="53461" y="64594"/>
                    <a:pt x="54177" y="66350"/>
                    <a:pt x="54177" y="68700"/>
                  </a:cubicBezTo>
                  <a:cubicBezTo>
                    <a:pt x="54177" y="69855"/>
                    <a:pt x="53961" y="70883"/>
                    <a:pt x="53522" y="71788"/>
                  </a:cubicBezTo>
                  <a:cubicBezTo>
                    <a:pt x="53077" y="72700"/>
                    <a:pt x="52488" y="73450"/>
                    <a:pt x="51750" y="74050"/>
                  </a:cubicBezTo>
                  <a:cubicBezTo>
                    <a:pt x="51011" y="74644"/>
                    <a:pt x="50150" y="75094"/>
                    <a:pt x="49172" y="75411"/>
                  </a:cubicBezTo>
                  <a:cubicBezTo>
                    <a:pt x="48188" y="75716"/>
                    <a:pt x="47155" y="75872"/>
                    <a:pt x="46077" y="75872"/>
                  </a:cubicBezTo>
                  <a:lnTo>
                    <a:pt x="44400" y="75872"/>
                  </a:lnTo>
                  <a:cubicBezTo>
                    <a:pt x="44238" y="75872"/>
                    <a:pt x="44055" y="75850"/>
                    <a:pt x="43861" y="75805"/>
                  </a:cubicBezTo>
                  <a:lnTo>
                    <a:pt x="43861" y="80261"/>
                  </a:lnTo>
                  <a:cubicBezTo>
                    <a:pt x="44816" y="80133"/>
                    <a:pt x="45838" y="80072"/>
                    <a:pt x="46916" y="80072"/>
                  </a:cubicBezTo>
                  <a:cubicBezTo>
                    <a:pt x="48200" y="80072"/>
                    <a:pt x="49388" y="80244"/>
                    <a:pt x="50488" y="80594"/>
                  </a:cubicBezTo>
                  <a:cubicBezTo>
                    <a:pt x="51588" y="80950"/>
                    <a:pt x="52538" y="81483"/>
                    <a:pt x="53338" y="82205"/>
                  </a:cubicBezTo>
                  <a:cubicBezTo>
                    <a:pt x="54138" y="82927"/>
                    <a:pt x="54777" y="83811"/>
                    <a:pt x="55261" y="84861"/>
                  </a:cubicBezTo>
                  <a:cubicBezTo>
                    <a:pt x="55738" y="85911"/>
                    <a:pt x="55977" y="87122"/>
                    <a:pt x="55977" y="88477"/>
                  </a:cubicBezTo>
                  <a:cubicBezTo>
                    <a:pt x="55977" y="89794"/>
                    <a:pt x="55727" y="90983"/>
                    <a:pt x="55227" y="92027"/>
                  </a:cubicBezTo>
                  <a:cubicBezTo>
                    <a:pt x="54727" y="93077"/>
                    <a:pt x="54061" y="93966"/>
                    <a:pt x="53216" y="94688"/>
                  </a:cubicBezTo>
                  <a:moveTo>
                    <a:pt x="79205" y="100838"/>
                  </a:moveTo>
                  <a:lnTo>
                    <a:pt x="84305" y="100838"/>
                  </a:lnTo>
                  <a:lnTo>
                    <a:pt x="84305" y="57022"/>
                  </a:lnTo>
                  <a:lnTo>
                    <a:pt x="80405" y="57022"/>
                  </a:lnTo>
                  <a:cubicBezTo>
                    <a:pt x="80122" y="58672"/>
                    <a:pt x="79605" y="60027"/>
                    <a:pt x="78844" y="61100"/>
                  </a:cubicBezTo>
                  <a:cubicBezTo>
                    <a:pt x="78083" y="62172"/>
                    <a:pt x="77155" y="63016"/>
                    <a:pt x="76055" y="63633"/>
                  </a:cubicBezTo>
                  <a:cubicBezTo>
                    <a:pt x="74955" y="64250"/>
                    <a:pt x="73727" y="64672"/>
                    <a:pt x="72366" y="64900"/>
                  </a:cubicBezTo>
                  <a:cubicBezTo>
                    <a:pt x="71005" y="65127"/>
                    <a:pt x="69605" y="65238"/>
                    <a:pt x="68166" y="65238"/>
                  </a:cubicBezTo>
                  <a:lnTo>
                    <a:pt x="68166" y="69438"/>
                  </a:lnTo>
                  <a:lnTo>
                    <a:pt x="79205" y="69438"/>
                  </a:lnTo>
                  <a:cubicBezTo>
                    <a:pt x="79205" y="69438"/>
                    <a:pt x="79205" y="100838"/>
                    <a:pt x="79205" y="100838"/>
                  </a:cubicBezTo>
                  <a:close/>
                  <a:moveTo>
                    <a:pt x="114544" y="38183"/>
                  </a:moveTo>
                  <a:lnTo>
                    <a:pt x="5455" y="38183"/>
                  </a:lnTo>
                  <a:lnTo>
                    <a:pt x="5455" y="21822"/>
                  </a:lnTo>
                  <a:cubicBezTo>
                    <a:pt x="5455" y="18805"/>
                    <a:pt x="7894" y="16361"/>
                    <a:pt x="10911" y="16361"/>
                  </a:cubicBezTo>
                  <a:lnTo>
                    <a:pt x="21816" y="16361"/>
                  </a:lnTo>
                  <a:lnTo>
                    <a:pt x="21816" y="24544"/>
                  </a:lnTo>
                  <a:cubicBezTo>
                    <a:pt x="21816" y="26055"/>
                    <a:pt x="23038" y="27272"/>
                    <a:pt x="24544" y="27272"/>
                  </a:cubicBezTo>
                  <a:cubicBezTo>
                    <a:pt x="26055" y="27272"/>
                    <a:pt x="27272" y="26055"/>
                    <a:pt x="27272" y="24544"/>
                  </a:cubicBezTo>
                  <a:lnTo>
                    <a:pt x="27272" y="16361"/>
                  </a:lnTo>
                  <a:lnTo>
                    <a:pt x="92727" y="16361"/>
                  </a:lnTo>
                  <a:lnTo>
                    <a:pt x="92727" y="24544"/>
                  </a:lnTo>
                  <a:cubicBezTo>
                    <a:pt x="92727" y="26055"/>
                    <a:pt x="93944" y="27272"/>
                    <a:pt x="95455" y="27272"/>
                  </a:cubicBezTo>
                  <a:cubicBezTo>
                    <a:pt x="96961" y="27272"/>
                    <a:pt x="98183" y="26055"/>
                    <a:pt x="98183" y="24544"/>
                  </a:cubicBezTo>
                  <a:lnTo>
                    <a:pt x="98183" y="16361"/>
                  </a:lnTo>
                  <a:lnTo>
                    <a:pt x="109088" y="16361"/>
                  </a:lnTo>
                  <a:cubicBezTo>
                    <a:pt x="112105" y="16361"/>
                    <a:pt x="114544" y="18805"/>
                    <a:pt x="114544" y="21822"/>
                  </a:cubicBezTo>
                  <a:cubicBezTo>
                    <a:pt x="114544" y="21822"/>
                    <a:pt x="114544" y="38183"/>
                    <a:pt x="114544" y="38183"/>
                  </a:cubicBezTo>
                  <a:close/>
                  <a:moveTo>
                    <a:pt x="114544" y="109088"/>
                  </a:moveTo>
                  <a:cubicBezTo>
                    <a:pt x="114544" y="112105"/>
                    <a:pt x="112105" y="114544"/>
                    <a:pt x="109088" y="114544"/>
                  </a:cubicBezTo>
                  <a:lnTo>
                    <a:pt x="10911" y="114544"/>
                  </a:lnTo>
                  <a:cubicBezTo>
                    <a:pt x="7894" y="114544"/>
                    <a:pt x="5455" y="112105"/>
                    <a:pt x="5455" y="109088"/>
                  </a:cubicBezTo>
                  <a:lnTo>
                    <a:pt x="5455" y="43638"/>
                  </a:lnTo>
                  <a:lnTo>
                    <a:pt x="114544" y="43638"/>
                  </a:lnTo>
                  <a:cubicBezTo>
                    <a:pt x="114544" y="43638"/>
                    <a:pt x="114544" y="109088"/>
                    <a:pt x="114544" y="109088"/>
                  </a:cubicBezTo>
                  <a:close/>
                  <a:moveTo>
                    <a:pt x="109088" y="10911"/>
                  </a:moveTo>
                  <a:lnTo>
                    <a:pt x="98183" y="10911"/>
                  </a:lnTo>
                  <a:lnTo>
                    <a:pt x="98183" y="2727"/>
                  </a:lnTo>
                  <a:cubicBezTo>
                    <a:pt x="98183" y="1222"/>
                    <a:pt x="96961" y="0"/>
                    <a:pt x="95455" y="0"/>
                  </a:cubicBezTo>
                  <a:cubicBezTo>
                    <a:pt x="93944" y="0"/>
                    <a:pt x="92727" y="1222"/>
                    <a:pt x="92727" y="2727"/>
                  </a:cubicBezTo>
                  <a:lnTo>
                    <a:pt x="92727" y="10911"/>
                  </a:lnTo>
                  <a:lnTo>
                    <a:pt x="27272" y="10911"/>
                  </a:lnTo>
                  <a:lnTo>
                    <a:pt x="27272" y="2727"/>
                  </a:lnTo>
                  <a:cubicBezTo>
                    <a:pt x="27272" y="1222"/>
                    <a:pt x="26055" y="0"/>
                    <a:pt x="24544" y="0"/>
                  </a:cubicBezTo>
                  <a:cubicBezTo>
                    <a:pt x="23038" y="0"/>
                    <a:pt x="21816" y="1222"/>
                    <a:pt x="21816" y="2727"/>
                  </a:cubicBezTo>
                  <a:lnTo>
                    <a:pt x="21816" y="10911"/>
                  </a:lnTo>
                  <a:lnTo>
                    <a:pt x="10911" y="10911"/>
                  </a:lnTo>
                  <a:cubicBezTo>
                    <a:pt x="4883" y="10911"/>
                    <a:pt x="0" y="15794"/>
                    <a:pt x="0" y="21822"/>
                  </a:cubicBezTo>
                  <a:lnTo>
                    <a:pt x="0" y="109088"/>
                  </a:lnTo>
                  <a:cubicBezTo>
                    <a:pt x="0" y="115116"/>
                    <a:pt x="4883" y="120000"/>
                    <a:pt x="10911" y="120000"/>
                  </a:cubicBezTo>
                  <a:lnTo>
                    <a:pt x="109088" y="120000"/>
                  </a:lnTo>
                  <a:cubicBezTo>
                    <a:pt x="115116" y="120000"/>
                    <a:pt x="120000" y="115116"/>
                    <a:pt x="120000" y="109088"/>
                  </a:cubicBezTo>
                  <a:lnTo>
                    <a:pt x="120000" y="21822"/>
                  </a:lnTo>
                  <a:cubicBezTo>
                    <a:pt x="120000" y="15794"/>
                    <a:pt x="115116" y="10911"/>
                    <a:pt x="109088" y="1091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103" name="Google Shape;103;p35"/>
          <p:cNvSpPr txBox="1">
            <a:spLocks noGrp="1"/>
          </p:cNvSpPr>
          <p:nvPr>
            <p:ph type="body" idx="1"/>
          </p:nvPr>
        </p:nvSpPr>
        <p:spPr>
          <a:xfrm>
            <a:off x="329371"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35"/>
          <p:cNvSpPr txBox="1">
            <a:spLocks noGrp="1"/>
          </p:cNvSpPr>
          <p:nvPr>
            <p:ph type="body" idx="2"/>
          </p:nvPr>
        </p:nvSpPr>
        <p:spPr>
          <a:xfrm>
            <a:off x="1164931"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35"/>
          <p:cNvSpPr txBox="1">
            <a:spLocks noGrp="1"/>
          </p:cNvSpPr>
          <p:nvPr>
            <p:ph type="body" idx="3"/>
          </p:nvPr>
        </p:nvSpPr>
        <p:spPr>
          <a:xfrm>
            <a:off x="2004882"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6" name="Google Shape;106;p35"/>
          <p:cNvSpPr txBox="1">
            <a:spLocks noGrp="1"/>
          </p:cNvSpPr>
          <p:nvPr>
            <p:ph type="body" idx="4"/>
          </p:nvPr>
        </p:nvSpPr>
        <p:spPr>
          <a:xfrm>
            <a:off x="2840956"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7" name="Google Shape;107;p35"/>
          <p:cNvSpPr txBox="1">
            <a:spLocks noGrp="1"/>
          </p:cNvSpPr>
          <p:nvPr>
            <p:ph type="body" idx="5"/>
          </p:nvPr>
        </p:nvSpPr>
        <p:spPr>
          <a:xfrm>
            <a:off x="3673128"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35"/>
          <p:cNvSpPr txBox="1">
            <a:spLocks noGrp="1"/>
          </p:cNvSpPr>
          <p:nvPr>
            <p:ph type="body" idx="6"/>
          </p:nvPr>
        </p:nvSpPr>
        <p:spPr>
          <a:xfrm>
            <a:off x="4505300"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35"/>
          <p:cNvSpPr txBox="1">
            <a:spLocks noGrp="1"/>
          </p:cNvSpPr>
          <p:nvPr>
            <p:ph type="body" idx="7"/>
          </p:nvPr>
        </p:nvSpPr>
        <p:spPr>
          <a:xfrm>
            <a:off x="6585035" y="2080353"/>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0" name="Google Shape;110;p35"/>
          <p:cNvSpPr txBox="1">
            <a:spLocks noGrp="1"/>
          </p:cNvSpPr>
          <p:nvPr>
            <p:ph type="body" idx="8"/>
          </p:nvPr>
        </p:nvSpPr>
        <p:spPr>
          <a:xfrm>
            <a:off x="6595091" y="1621018"/>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1" name="Google Shape;111;p35"/>
          <p:cNvSpPr txBox="1">
            <a:spLocks noGrp="1"/>
          </p:cNvSpPr>
          <p:nvPr>
            <p:ph type="body" idx="9"/>
          </p:nvPr>
        </p:nvSpPr>
        <p:spPr>
          <a:xfrm>
            <a:off x="6585035" y="3661586"/>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35"/>
          <p:cNvSpPr txBox="1">
            <a:spLocks noGrp="1"/>
          </p:cNvSpPr>
          <p:nvPr>
            <p:ph type="body" idx="13"/>
          </p:nvPr>
        </p:nvSpPr>
        <p:spPr>
          <a:xfrm>
            <a:off x="6595091" y="3202251"/>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3" name="Google Shape;113;p35"/>
          <p:cNvSpPr txBox="1">
            <a:spLocks noGrp="1"/>
          </p:cNvSpPr>
          <p:nvPr>
            <p:ph type="body" idx="14"/>
          </p:nvPr>
        </p:nvSpPr>
        <p:spPr>
          <a:xfrm>
            <a:off x="6585035" y="5214355"/>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4" name="Google Shape;114;p35"/>
          <p:cNvSpPr txBox="1">
            <a:spLocks noGrp="1"/>
          </p:cNvSpPr>
          <p:nvPr>
            <p:ph type="body" idx="15"/>
          </p:nvPr>
        </p:nvSpPr>
        <p:spPr>
          <a:xfrm>
            <a:off x="6595091" y="4755020"/>
            <a:ext cx="2003786"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5" name="Google Shape;115;p35"/>
          <p:cNvSpPr txBox="1">
            <a:spLocks noGrp="1"/>
          </p:cNvSpPr>
          <p:nvPr>
            <p:ph type="body" idx="16"/>
          </p:nvPr>
        </p:nvSpPr>
        <p:spPr>
          <a:xfrm>
            <a:off x="9506250" y="2080353"/>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6" name="Google Shape;116;p35"/>
          <p:cNvSpPr txBox="1">
            <a:spLocks noGrp="1"/>
          </p:cNvSpPr>
          <p:nvPr>
            <p:ph type="body" idx="17"/>
          </p:nvPr>
        </p:nvSpPr>
        <p:spPr>
          <a:xfrm>
            <a:off x="9516306" y="1621018"/>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7" name="Google Shape;117;p35"/>
          <p:cNvSpPr txBox="1">
            <a:spLocks noGrp="1"/>
          </p:cNvSpPr>
          <p:nvPr>
            <p:ph type="body" idx="18"/>
          </p:nvPr>
        </p:nvSpPr>
        <p:spPr>
          <a:xfrm>
            <a:off x="9506250" y="3661586"/>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8" name="Google Shape;118;p35"/>
          <p:cNvSpPr txBox="1">
            <a:spLocks noGrp="1"/>
          </p:cNvSpPr>
          <p:nvPr>
            <p:ph type="body" idx="19"/>
          </p:nvPr>
        </p:nvSpPr>
        <p:spPr>
          <a:xfrm>
            <a:off x="9516306" y="3202251"/>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35"/>
          <p:cNvSpPr txBox="1">
            <a:spLocks noGrp="1"/>
          </p:cNvSpPr>
          <p:nvPr>
            <p:ph type="body" idx="20"/>
          </p:nvPr>
        </p:nvSpPr>
        <p:spPr>
          <a:xfrm>
            <a:off x="9506250" y="5214355"/>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0" name="Google Shape;120;p35"/>
          <p:cNvSpPr txBox="1">
            <a:spLocks noGrp="1"/>
          </p:cNvSpPr>
          <p:nvPr>
            <p:ph type="body" idx="21"/>
          </p:nvPr>
        </p:nvSpPr>
        <p:spPr>
          <a:xfrm>
            <a:off x="9516306" y="4755020"/>
            <a:ext cx="2003786"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nalysis-Infographic">
  <p:cSld name="Analysis-Infographic">
    <p:spTree>
      <p:nvGrpSpPr>
        <p:cNvPr id="1" name="Shape 121"/>
        <p:cNvGrpSpPr/>
        <p:nvPr/>
      </p:nvGrpSpPr>
      <p:grpSpPr>
        <a:xfrm>
          <a:off x="0" y="0"/>
          <a:ext cx="0" cy="0"/>
          <a:chOff x="0" y="0"/>
          <a:chExt cx="0" cy="0"/>
        </a:xfrm>
      </p:grpSpPr>
      <p:sp>
        <p:nvSpPr>
          <p:cNvPr id="122" name="Google Shape;122;p36"/>
          <p:cNvSpPr txBox="1">
            <a:spLocks noGrp="1"/>
          </p:cNvSpPr>
          <p:nvPr>
            <p:ph type="title"/>
          </p:nvPr>
        </p:nvSpPr>
        <p:spPr>
          <a:xfrm>
            <a:off x="208635" y="633245"/>
            <a:ext cx="9753747"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3" name="Google Shape;123;p36"/>
          <p:cNvSpPr txBox="1">
            <a:spLocks noGrp="1"/>
          </p:cNvSpPr>
          <p:nvPr>
            <p:ph type="body" idx="1"/>
          </p:nvPr>
        </p:nvSpPr>
        <p:spPr>
          <a:xfrm>
            <a:off x="207963" y="273050"/>
            <a:ext cx="9753747"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4" name="Google Shape;124;p36"/>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125" name="Google Shape;125;p36"/>
          <p:cNvSpPr/>
          <p:nvPr/>
        </p:nvSpPr>
        <p:spPr>
          <a:xfrm>
            <a:off x="1230923" y="4198846"/>
            <a:ext cx="9753747" cy="63304"/>
          </a:xfrm>
          <a:prstGeom prst="rect">
            <a:avLst/>
          </a:prstGeom>
          <a:solidFill>
            <a:srgbClr val="14906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36"/>
          <p:cNvSpPr/>
          <p:nvPr/>
        </p:nvSpPr>
        <p:spPr>
          <a:xfrm>
            <a:off x="1509462" y="4105578"/>
            <a:ext cx="764423" cy="93271"/>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7" name="Google Shape;127;p36"/>
          <p:cNvSpPr/>
          <p:nvPr/>
        </p:nvSpPr>
        <p:spPr>
          <a:xfrm>
            <a:off x="2273884" y="3969057"/>
            <a:ext cx="764423" cy="229790"/>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8" name="Google Shape;128;p36"/>
          <p:cNvSpPr/>
          <p:nvPr/>
        </p:nvSpPr>
        <p:spPr>
          <a:xfrm>
            <a:off x="3038308" y="3872691"/>
            <a:ext cx="764423" cy="326156"/>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9" name="Google Shape;129;p36"/>
          <p:cNvSpPr/>
          <p:nvPr/>
        </p:nvSpPr>
        <p:spPr>
          <a:xfrm>
            <a:off x="3802730" y="3704050"/>
            <a:ext cx="764423" cy="49479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36"/>
          <p:cNvSpPr/>
          <p:nvPr/>
        </p:nvSpPr>
        <p:spPr>
          <a:xfrm>
            <a:off x="4567153" y="3559498"/>
            <a:ext cx="764423" cy="63934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p36"/>
          <p:cNvSpPr/>
          <p:nvPr/>
        </p:nvSpPr>
        <p:spPr>
          <a:xfrm>
            <a:off x="5331576" y="3398887"/>
            <a:ext cx="764423" cy="799960"/>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2" name="Google Shape;132;p36"/>
          <p:cNvSpPr/>
          <p:nvPr/>
        </p:nvSpPr>
        <p:spPr>
          <a:xfrm>
            <a:off x="6096000" y="3286460"/>
            <a:ext cx="764423" cy="912387"/>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3" name="Google Shape;133;p36"/>
          <p:cNvSpPr/>
          <p:nvPr/>
        </p:nvSpPr>
        <p:spPr>
          <a:xfrm>
            <a:off x="6860422" y="3029481"/>
            <a:ext cx="764423" cy="1169366"/>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4" name="Google Shape;134;p36"/>
          <p:cNvSpPr/>
          <p:nvPr/>
        </p:nvSpPr>
        <p:spPr>
          <a:xfrm>
            <a:off x="7624846" y="2774866"/>
            <a:ext cx="764423" cy="1423981"/>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5" name="Google Shape;135;p36"/>
          <p:cNvSpPr/>
          <p:nvPr/>
        </p:nvSpPr>
        <p:spPr>
          <a:xfrm>
            <a:off x="8389268" y="2435218"/>
            <a:ext cx="764423" cy="176362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6" name="Google Shape;136;p36"/>
          <p:cNvSpPr/>
          <p:nvPr/>
        </p:nvSpPr>
        <p:spPr>
          <a:xfrm>
            <a:off x="9153692" y="2081874"/>
            <a:ext cx="764423" cy="2116974"/>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7" name="Google Shape;137;p36"/>
          <p:cNvSpPr/>
          <p:nvPr/>
        </p:nvSpPr>
        <p:spPr>
          <a:xfrm>
            <a:off x="9918114" y="1744589"/>
            <a:ext cx="764423" cy="245425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138" name="Google Shape;138;p36"/>
          <p:cNvGrpSpPr/>
          <p:nvPr/>
        </p:nvGrpSpPr>
        <p:grpSpPr>
          <a:xfrm>
            <a:off x="1567506" y="3258830"/>
            <a:ext cx="648327" cy="648329"/>
            <a:chOff x="1379092" y="2228211"/>
            <a:chExt cx="916410" cy="916410"/>
          </a:xfrm>
        </p:grpSpPr>
        <p:sp>
          <p:nvSpPr>
            <p:cNvPr id="139" name="Google Shape;139;p36"/>
            <p:cNvSpPr/>
            <p:nvPr/>
          </p:nvSpPr>
          <p:spPr>
            <a:xfrm rot="8100000">
              <a:off x="1513297" y="2362416"/>
              <a:ext cx="648000" cy="648000"/>
            </a:xfrm>
            <a:prstGeom prst="teardrop">
              <a:avLst>
                <a:gd name="adj"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Open Sans"/>
                <a:ea typeface="Open Sans"/>
                <a:cs typeface="Open Sans"/>
                <a:sym typeface="Open Sans"/>
              </a:endParaRPr>
            </a:p>
          </p:txBody>
        </p:sp>
        <p:sp>
          <p:nvSpPr>
            <p:cNvPr id="140" name="Google Shape;140;p36"/>
            <p:cNvSpPr txBox="1"/>
            <p:nvPr/>
          </p:nvSpPr>
          <p:spPr>
            <a:xfrm>
              <a:off x="1561770" y="2460333"/>
              <a:ext cx="551052" cy="43504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
                <a:buFont typeface="Arial"/>
                <a:buNone/>
              </a:pPr>
              <a:r>
                <a:rPr lang="en" sz="1400" b="1" i="0" u="none" strike="noStrike" cap="none">
                  <a:solidFill>
                    <a:schemeClr val="lt1"/>
                  </a:solidFill>
                  <a:latin typeface="Arial"/>
                  <a:ea typeface="Arial"/>
                  <a:cs typeface="Arial"/>
                  <a:sym typeface="Arial"/>
                </a:rPr>
                <a:t>1K</a:t>
              </a:r>
              <a:endParaRPr/>
            </a:p>
          </p:txBody>
        </p:sp>
      </p:grpSp>
      <p:grpSp>
        <p:nvGrpSpPr>
          <p:cNvPr id="141" name="Google Shape;141;p36"/>
          <p:cNvGrpSpPr/>
          <p:nvPr/>
        </p:nvGrpSpPr>
        <p:grpSpPr>
          <a:xfrm>
            <a:off x="9976161" y="877117"/>
            <a:ext cx="648329" cy="648329"/>
            <a:chOff x="9976161" y="877117"/>
            <a:chExt cx="648329" cy="648329"/>
          </a:xfrm>
        </p:grpSpPr>
        <p:sp>
          <p:nvSpPr>
            <p:cNvPr id="142" name="Google Shape;142;p36"/>
            <p:cNvSpPr/>
            <p:nvPr/>
          </p:nvSpPr>
          <p:spPr>
            <a:xfrm rot="8100000">
              <a:off x="10071107" y="972062"/>
              <a:ext cx="458437" cy="458438"/>
            </a:xfrm>
            <a:prstGeom prst="teardrop">
              <a:avLst>
                <a:gd name="adj" fmla="val 100000"/>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3" name="Google Shape;143;p36"/>
            <p:cNvSpPr txBox="1"/>
            <p:nvPr/>
          </p:nvSpPr>
          <p:spPr>
            <a:xfrm>
              <a:off x="10097385" y="1041336"/>
              <a:ext cx="405880" cy="30777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
                <a:buFont typeface="Arial"/>
                <a:buNone/>
              </a:pPr>
              <a:r>
                <a:rPr lang="en" sz="1400" b="1" i="0" u="none" strike="noStrike" cap="none">
                  <a:solidFill>
                    <a:schemeClr val="lt1"/>
                  </a:solidFill>
                  <a:latin typeface="Open Sans"/>
                  <a:ea typeface="Open Sans"/>
                  <a:cs typeface="Open Sans"/>
                  <a:sym typeface="Open Sans"/>
                </a:rPr>
                <a:t>8K</a:t>
              </a:r>
              <a:endParaRPr/>
            </a:p>
          </p:txBody>
        </p:sp>
      </p:grpSp>
      <p:sp>
        <p:nvSpPr>
          <p:cNvPr id="144" name="Google Shape;144;p36"/>
          <p:cNvSpPr/>
          <p:nvPr/>
        </p:nvSpPr>
        <p:spPr>
          <a:xfrm>
            <a:off x="1259775" y="1796284"/>
            <a:ext cx="179999" cy="179999"/>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 name="Google Shape;145;p36"/>
          <p:cNvSpPr/>
          <p:nvPr/>
        </p:nvSpPr>
        <p:spPr>
          <a:xfrm>
            <a:off x="1230923" y="4819893"/>
            <a:ext cx="164675" cy="16467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6" name="Google Shape;146;p36"/>
          <p:cNvSpPr/>
          <p:nvPr/>
        </p:nvSpPr>
        <p:spPr>
          <a:xfrm>
            <a:off x="7965129" y="4808043"/>
            <a:ext cx="164675" cy="164675"/>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7" name="Google Shape;147;p36"/>
          <p:cNvSpPr/>
          <p:nvPr/>
        </p:nvSpPr>
        <p:spPr>
          <a:xfrm>
            <a:off x="4561947" y="4808564"/>
            <a:ext cx="164675" cy="164675"/>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8" name="Google Shape;148;p36"/>
          <p:cNvSpPr txBox="1">
            <a:spLocks noGrp="1"/>
          </p:cNvSpPr>
          <p:nvPr>
            <p:ph type="body" idx="2"/>
          </p:nvPr>
        </p:nvSpPr>
        <p:spPr>
          <a:xfrm>
            <a:off x="1567503" y="1704654"/>
            <a:ext cx="7145673" cy="10475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36"/>
          <p:cNvSpPr txBox="1">
            <a:spLocks noGrp="1"/>
          </p:cNvSpPr>
          <p:nvPr>
            <p:ph type="body" idx="3"/>
          </p:nvPr>
        </p:nvSpPr>
        <p:spPr>
          <a:xfrm>
            <a:off x="1429718"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0" name="Google Shape;150;p36"/>
          <p:cNvSpPr txBox="1">
            <a:spLocks noGrp="1"/>
          </p:cNvSpPr>
          <p:nvPr>
            <p:ph type="body" idx="4"/>
          </p:nvPr>
        </p:nvSpPr>
        <p:spPr>
          <a:xfrm>
            <a:off x="1439774"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1" name="Google Shape;151;p36"/>
          <p:cNvSpPr txBox="1">
            <a:spLocks noGrp="1"/>
          </p:cNvSpPr>
          <p:nvPr>
            <p:ph type="body" idx="5"/>
          </p:nvPr>
        </p:nvSpPr>
        <p:spPr>
          <a:xfrm>
            <a:off x="4854716"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2" name="Google Shape;152;p36"/>
          <p:cNvSpPr txBox="1">
            <a:spLocks noGrp="1"/>
          </p:cNvSpPr>
          <p:nvPr>
            <p:ph type="body" idx="6"/>
          </p:nvPr>
        </p:nvSpPr>
        <p:spPr>
          <a:xfrm>
            <a:off x="4864772"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3" name="Google Shape;153;p36"/>
          <p:cNvSpPr txBox="1">
            <a:spLocks noGrp="1"/>
          </p:cNvSpPr>
          <p:nvPr>
            <p:ph type="body" idx="7"/>
          </p:nvPr>
        </p:nvSpPr>
        <p:spPr>
          <a:xfrm>
            <a:off x="8236082"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4" name="Google Shape;154;p36"/>
          <p:cNvSpPr txBox="1">
            <a:spLocks noGrp="1"/>
          </p:cNvSpPr>
          <p:nvPr>
            <p:ph type="body" idx="8"/>
          </p:nvPr>
        </p:nvSpPr>
        <p:spPr>
          <a:xfrm>
            <a:off x="8246138"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exa-Infographic">
  <p:cSld name="Hexa-Infographic">
    <p:spTree>
      <p:nvGrpSpPr>
        <p:cNvPr id="1" name="Shape 155"/>
        <p:cNvGrpSpPr/>
        <p:nvPr/>
      </p:nvGrpSpPr>
      <p:grpSpPr>
        <a:xfrm>
          <a:off x="0" y="0"/>
          <a:ext cx="0" cy="0"/>
          <a:chOff x="0" y="0"/>
          <a:chExt cx="0" cy="0"/>
        </a:xfrm>
      </p:grpSpPr>
      <p:sp>
        <p:nvSpPr>
          <p:cNvPr id="156" name="Google Shape;156;p3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7" name="Google Shape;157;p37"/>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158" name="Google Shape;158;p37"/>
          <p:cNvGrpSpPr/>
          <p:nvPr/>
        </p:nvGrpSpPr>
        <p:grpSpPr>
          <a:xfrm>
            <a:off x="616489" y="1781438"/>
            <a:ext cx="4118606" cy="3898703"/>
            <a:chOff x="4036696" y="1781438"/>
            <a:chExt cx="4118606" cy="3898703"/>
          </a:xfrm>
        </p:grpSpPr>
        <p:grpSp>
          <p:nvGrpSpPr>
            <p:cNvPr id="159" name="Google Shape;159;p37"/>
            <p:cNvGrpSpPr/>
            <p:nvPr/>
          </p:nvGrpSpPr>
          <p:grpSpPr>
            <a:xfrm>
              <a:off x="4036696" y="2918588"/>
              <a:ext cx="1791108" cy="1022485"/>
              <a:chOff x="4036696" y="2918588"/>
              <a:chExt cx="1791108" cy="1022485"/>
            </a:xfrm>
          </p:grpSpPr>
          <p:sp>
            <p:nvSpPr>
              <p:cNvPr id="160" name="Google Shape;160;p37"/>
              <p:cNvSpPr/>
              <p:nvPr/>
            </p:nvSpPr>
            <p:spPr>
              <a:xfrm>
                <a:off x="4036696" y="2918588"/>
                <a:ext cx="1791108" cy="1022485"/>
              </a:xfrm>
              <a:custGeom>
                <a:avLst/>
                <a:gdLst/>
                <a:ahLst/>
                <a:cxnLst/>
                <a:rect l="l" t="t" r="r" b="b"/>
                <a:pathLst>
                  <a:path w="120000" h="120000" extrusionOk="0">
                    <a:moveTo>
                      <a:pt x="89605" y="33766"/>
                    </a:moveTo>
                    <a:cubicBezTo>
                      <a:pt x="90575" y="30811"/>
                      <a:pt x="92968" y="28388"/>
                      <a:pt x="94921" y="28388"/>
                    </a:cubicBezTo>
                    <a:lnTo>
                      <a:pt x="107605" y="28388"/>
                    </a:lnTo>
                    <a:cubicBezTo>
                      <a:pt x="109552" y="28388"/>
                      <a:pt x="111945" y="30811"/>
                      <a:pt x="112921" y="33766"/>
                    </a:cubicBezTo>
                    <a:lnTo>
                      <a:pt x="119263" y="53011"/>
                    </a:lnTo>
                    <a:cubicBezTo>
                      <a:pt x="120239" y="55972"/>
                      <a:pt x="120239" y="60811"/>
                      <a:pt x="119263" y="63766"/>
                    </a:cubicBezTo>
                    <a:lnTo>
                      <a:pt x="112921" y="83011"/>
                    </a:lnTo>
                    <a:cubicBezTo>
                      <a:pt x="111945" y="85966"/>
                      <a:pt x="109552" y="88388"/>
                      <a:pt x="107605" y="88388"/>
                    </a:cubicBezTo>
                    <a:lnTo>
                      <a:pt x="94921" y="88388"/>
                    </a:lnTo>
                    <a:cubicBezTo>
                      <a:pt x="92968" y="88388"/>
                      <a:pt x="90575" y="85966"/>
                      <a:pt x="89605" y="83011"/>
                    </a:cubicBezTo>
                    <a:lnTo>
                      <a:pt x="86063" y="72277"/>
                    </a:lnTo>
                    <a:cubicBezTo>
                      <a:pt x="85087" y="69316"/>
                      <a:pt x="82694" y="66900"/>
                      <a:pt x="80747" y="66900"/>
                    </a:cubicBezTo>
                    <a:lnTo>
                      <a:pt x="79325" y="66900"/>
                    </a:lnTo>
                    <a:cubicBezTo>
                      <a:pt x="77378" y="66900"/>
                      <a:pt x="74985" y="69316"/>
                      <a:pt x="74009" y="72277"/>
                    </a:cubicBezTo>
                    <a:lnTo>
                      <a:pt x="60052" y="114622"/>
                    </a:lnTo>
                    <a:cubicBezTo>
                      <a:pt x="59076" y="117577"/>
                      <a:pt x="56683" y="120000"/>
                      <a:pt x="54737" y="120000"/>
                    </a:cubicBezTo>
                    <a:lnTo>
                      <a:pt x="22278" y="120000"/>
                    </a:lnTo>
                    <a:cubicBezTo>
                      <a:pt x="20326" y="120000"/>
                      <a:pt x="17933" y="117577"/>
                      <a:pt x="16957" y="114622"/>
                    </a:cubicBezTo>
                    <a:lnTo>
                      <a:pt x="730" y="65377"/>
                    </a:lnTo>
                    <a:cubicBezTo>
                      <a:pt x="-245" y="62416"/>
                      <a:pt x="-245" y="57577"/>
                      <a:pt x="730" y="54622"/>
                    </a:cubicBezTo>
                    <a:lnTo>
                      <a:pt x="16957" y="5377"/>
                    </a:lnTo>
                    <a:cubicBezTo>
                      <a:pt x="17933" y="2422"/>
                      <a:pt x="20326" y="0"/>
                      <a:pt x="22278" y="0"/>
                    </a:cubicBezTo>
                    <a:lnTo>
                      <a:pt x="54737" y="0"/>
                    </a:lnTo>
                    <a:cubicBezTo>
                      <a:pt x="56683" y="0"/>
                      <a:pt x="59076" y="2422"/>
                      <a:pt x="60052" y="5377"/>
                    </a:cubicBezTo>
                    <a:lnTo>
                      <a:pt x="74009" y="47722"/>
                    </a:lnTo>
                    <a:cubicBezTo>
                      <a:pt x="74985" y="50683"/>
                      <a:pt x="77378" y="53100"/>
                      <a:pt x="79325" y="53100"/>
                    </a:cubicBezTo>
                    <a:lnTo>
                      <a:pt x="79687" y="53100"/>
                    </a:lnTo>
                    <a:cubicBezTo>
                      <a:pt x="81634" y="53100"/>
                      <a:pt x="84027" y="50683"/>
                      <a:pt x="85003" y="47722"/>
                    </a:cubicBezTo>
                    <a:cubicBezTo>
                      <a:pt x="85003" y="47722"/>
                      <a:pt x="89605" y="33766"/>
                      <a:pt x="89605" y="33766"/>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1" name="Google Shape;161;p37"/>
              <p:cNvSpPr/>
              <p:nvPr/>
            </p:nvSpPr>
            <p:spPr>
              <a:xfrm>
                <a:off x="4452564" y="3289335"/>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2" name="Google Shape;162;p37"/>
            <p:cNvGrpSpPr/>
            <p:nvPr/>
          </p:nvGrpSpPr>
          <p:grpSpPr>
            <a:xfrm>
              <a:off x="5040846" y="1781438"/>
              <a:ext cx="1334646" cy="1571209"/>
              <a:chOff x="5040846" y="1781438"/>
              <a:chExt cx="1334646" cy="1571209"/>
            </a:xfrm>
          </p:grpSpPr>
          <p:sp>
            <p:nvSpPr>
              <p:cNvPr id="163" name="Google Shape;163;p37"/>
              <p:cNvSpPr/>
              <p:nvPr/>
            </p:nvSpPr>
            <p:spPr>
              <a:xfrm>
                <a:off x="5040846" y="1781438"/>
                <a:ext cx="1334646" cy="1571209"/>
              </a:xfrm>
              <a:custGeom>
                <a:avLst/>
                <a:gdLst/>
                <a:ahLst/>
                <a:cxnLst/>
                <a:rect l="l" t="t" r="r" b="b"/>
                <a:pathLst>
                  <a:path w="120000" h="120000" extrusionOk="0">
                    <a:moveTo>
                      <a:pt x="103365" y="80955"/>
                    </a:moveTo>
                    <a:cubicBezTo>
                      <a:pt x="105985" y="80955"/>
                      <a:pt x="109197" y="82527"/>
                      <a:pt x="110504" y="84455"/>
                    </a:cubicBezTo>
                    <a:lnTo>
                      <a:pt x="119016" y="96977"/>
                    </a:lnTo>
                    <a:cubicBezTo>
                      <a:pt x="120323" y="98900"/>
                      <a:pt x="120323" y="102050"/>
                      <a:pt x="119016" y="103977"/>
                    </a:cubicBezTo>
                    <a:lnTo>
                      <a:pt x="110504" y="116500"/>
                    </a:lnTo>
                    <a:cubicBezTo>
                      <a:pt x="109197" y="118427"/>
                      <a:pt x="105985" y="120000"/>
                      <a:pt x="103365" y="120000"/>
                    </a:cubicBezTo>
                    <a:lnTo>
                      <a:pt x="86345" y="120000"/>
                    </a:lnTo>
                    <a:cubicBezTo>
                      <a:pt x="83725" y="120000"/>
                      <a:pt x="80513" y="118427"/>
                      <a:pt x="79206" y="116500"/>
                    </a:cubicBezTo>
                    <a:lnTo>
                      <a:pt x="70694" y="103977"/>
                    </a:lnTo>
                    <a:cubicBezTo>
                      <a:pt x="69386" y="102050"/>
                      <a:pt x="69386" y="98900"/>
                      <a:pt x="70694" y="96977"/>
                    </a:cubicBezTo>
                    <a:lnTo>
                      <a:pt x="75447" y="89988"/>
                    </a:lnTo>
                    <a:cubicBezTo>
                      <a:pt x="76754" y="88066"/>
                      <a:pt x="76754" y="84916"/>
                      <a:pt x="75441" y="82994"/>
                    </a:cubicBezTo>
                    <a:lnTo>
                      <a:pt x="74492" y="81588"/>
                    </a:lnTo>
                    <a:cubicBezTo>
                      <a:pt x="73185" y="79666"/>
                      <a:pt x="69973" y="78088"/>
                      <a:pt x="67359" y="78088"/>
                    </a:cubicBezTo>
                    <a:lnTo>
                      <a:pt x="29895" y="78088"/>
                    </a:lnTo>
                    <a:cubicBezTo>
                      <a:pt x="27281" y="78088"/>
                      <a:pt x="24069" y="76516"/>
                      <a:pt x="22762" y="74588"/>
                    </a:cubicBezTo>
                    <a:lnTo>
                      <a:pt x="977" y="42544"/>
                    </a:lnTo>
                    <a:cubicBezTo>
                      <a:pt x="-329" y="40622"/>
                      <a:pt x="-329" y="37472"/>
                      <a:pt x="977" y="35544"/>
                    </a:cubicBezTo>
                    <a:lnTo>
                      <a:pt x="22762" y="3500"/>
                    </a:lnTo>
                    <a:cubicBezTo>
                      <a:pt x="24069" y="1572"/>
                      <a:pt x="27281" y="0"/>
                      <a:pt x="29895" y="0"/>
                    </a:cubicBezTo>
                    <a:lnTo>
                      <a:pt x="73459" y="0"/>
                    </a:lnTo>
                    <a:cubicBezTo>
                      <a:pt x="76073" y="0"/>
                      <a:pt x="79285" y="1572"/>
                      <a:pt x="80597" y="3500"/>
                    </a:cubicBezTo>
                    <a:lnTo>
                      <a:pt x="102376" y="35544"/>
                    </a:lnTo>
                    <a:cubicBezTo>
                      <a:pt x="103683" y="37472"/>
                      <a:pt x="103683" y="40622"/>
                      <a:pt x="102376" y="42544"/>
                    </a:cubicBezTo>
                    <a:lnTo>
                      <a:pt x="83647" y="70100"/>
                    </a:lnTo>
                    <a:cubicBezTo>
                      <a:pt x="82340" y="72027"/>
                      <a:pt x="82340" y="75177"/>
                      <a:pt x="83647" y="77100"/>
                    </a:cubicBezTo>
                    <a:lnTo>
                      <a:pt x="83887" y="77455"/>
                    </a:lnTo>
                    <a:cubicBezTo>
                      <a:pt x="85194" y="79377"/>
                      <a:pt x="88406" y="80955"/>
                      <a:pt x="91020" y="80955"/>
                    </a:cubicBezTo>
                    <a:cubicBezTo>
                      <a:pt x="91020" y="80955"/>
                      <a:pt x="103365" y="80955"/>
                      <a:pt x="103365" y="80955"/>
                    </a:cubicBezTo>
                    <a:close/>
                  </a:path>
                </a:pathLst>
              </a:custGeom>
              <a:solidFill>
                <a:schemeClr val="accent1"/>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4" name="Google Shape;164;p37"/>
              <p:cNvSpPr/>
              <p:nvPr/>
            </p:nvSpPr>
            <p:spPr>
              <a:xfrm>
                <a:off x="5449137" y="2139500"/>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5" name="Google Shape;165;p37"/>
            <p:cNvGrpSpPr/>
            <p:nvPr/>
          </p:nvGrpSpPr>
          <p:grpSpPr>
            <a:xfrm>
              <a:off x="6364196" y="2087338"/>
              <a:ext cx="1310871" cy="1584933"/>
              <a:chOff x="6364196" y="2087338"/>
              <a:chExt cx="1310871" cy="1584933"/>
            </a:xfrm>
          </p:grpSpPr>
          <p:sp>
            <p:nvSpPr>
              <p:cNvPr id="166" name="Google Shape;166;p37"/>
              <p:cNvSpPr/>
              <p:nvPr/>
            </p:nvSpPr>
            <p:spPr>
              <a:xfrm>
                <a:off x="6364196" y="2087338"/>
                <a:ext cx="1310871" cy="1584933"/>
              </a:xfrm>
              <a:custGeom>
                <a:avLst/>
                <a:gdLst/>
                <a:ahLst/>
                <a:cxnLst/>
                <a:rect l="l" t="t" r="r" b="b"/>
                <a:pathLst>
                  <a:path w="120000" h="120000" extrusionOk="0">
                    <a:moveTo>
                      <a:pt x="50193" y="97177"/>
                    </a:moveTo>
                    <a:cubicBezTo>
                      <a:pt x="51522" y="99083"/>
                      <a:pt x="51522" y="102205"/>
                      <a:pt x="50193" y="104116"/>
                    </a:cubicBezTo>
                    <a:lnTo>
                      <a:pt x="41523" y="116533"/>
                    </a:lnTo>
                    <a:cubicBezTo>
                      <a:pt x="40193" y="118438"/>
                      <a:pt x="36925" y="120000"/>
                      <a:pt x="34260" y="120000"/>
                    </a:cubicBezTo>
                    <a:lnTo>
                      <a:pt x="16926" y="120000"/>
                    </a:lnTo>
                    <a:cubicBezTo>
                      <a:pt x="14261" y="120000"/>
                      <a:pt x="10993" y="118438"/>
                      <a:pt x="9664" y="116533"/>
                    </a:cubicBezTo>
                    <a:lnTo>
                      <a:pt x="994" y="104116"/>
                    </a:lnTo>
                    <a:cubicBezTo>
                      <a:pt x="-335" y="102205"/>
                      <a:pt x="-335" y="99083"/>
                      <a:pt x="994" y="97177"/>
                    </a:cubicBezTo>
                    <a:lnTo>
                      <a:pt x="9664" y="84761"/>
                    </a:lnTo>
                    <a:cubicBezTo>
                      <a:pt x="10993" y="82855"/>
                      <a:pt x="14261" y="81294"/>
                      <a:pt x="16926" y="81294"/>
                    </a:cubicBezTo>
                    <a:lnTo>
                      <a:pt x="26596" y="81294"/>
                    </a:lnTo>
                    <a:cubicBezTo>
                      <a:pt x="29261" y="81294"/>
                      <a:pt x="32529" y="79733"/>
                      <a:pt x="33864" y="77822"/>
                    </a:cubicBezTo>
                    <a:lnTo>
                      <a:pt x="34830" y="76433"/>
                    </a:lnTo>
                    <a:cubicBezTo>
                      <a:pt x="36165" y="74527"/>
                      <a:pt x="36165" y="71405"/>
                      <a:pt x="34830" y="69494"/>
                    </a:cubicBezTo>
                    <a:lnTo>
                      <a:pt x="15764" y="42177"/>
                    </a:lnTo>
                    <a:cubicBezTo>
                      <a:pt x="14429" y="40266"/>
                      <a:pt x="14429" y="37144"/>
                      <a:pt x="15764" y="35238"/>
                    </a:cubicBezTo>
                    <a:lnTo>
                      <a:pt x="37936" y="3466"/>
                    </a:lnTo>
                    <a:cubicBezTo>
                      <a:pt x="39271" y="1561"/>
                      <a:pt x="42539" y="0"/>
                      <a:pt x="45204" y="0"/>
                    </a:cubicBezTo>
                    <a:lnTo>
                      <a:pt x="89560" y="0"/>
                    </a:lnTo>
                    <a:cubicBezTo>
                      <a:pt x="92219" y="0"/>
                      <a:pt x="95492" y="1561"/>
                      <a:pt x="96822" y="3472"/>
                    </a:cubicBezTo>
                    <a:lnTo>
                      <a:pt x="119000" y="35238"/>
                    </a:lnTo>
                    <a:cubicBezTo>
                      <a:pt x="120329" y="37144"/>
                      <a:pt x="120329" y="40266"/>
                      <a:pt x="119000" y="42177"/>
                    </a:cubicBezTo>
                    <a:lnTo>
                      <a:pt x="96822" y="73944"/>
                    </a:lnTo>
                    <a:cubicBezTo>
                      <a:pt x="95487" y="75855"/>
                      <a:pt x="92219" y="77416"/>
                      <a:pt x="89554" y="77416"/>
                    </a:cubicBezTo>
                    <a:lnTo>
                      <a:pt x="51416" y="77416"/>
                    </a:lnTo>
                    <a:cubicBezTo>
                      <a:pt x="48751" y="77416"/>
                      <a:pt x="45483" y="78977"/>
                      <a:pt x="44154" y="80883"/>
                    </a:cubicBezTo>
                    <a:lnTo>
                      <a:pt x="43908" y="81233"/>
                    </a:lnTo>
                    <a:cubicBezTo>
                      <a:pt x="42573" y="83144"/>
                      <a:pt x="42573" y="86266"/>
                      <a:pt x="43908" y="88172"/>
                    </a:cubicBezTo>
                    <a:cubicBezTo>
                      <a:pt x="43908" y="88172"/>
                      <a:pt x="50193" y="97177"/>
                      <a:pt x="50193" y="97177"/>
                    </a:cubicBezTo>
                    <a:close/>
                  </a:path>
                </a:pathLst>
              </a:custGeom>
              <a:solidFill>
                <a:schemeClr val="accent2"/>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7" name="Google Shape;167;p37"/>
              <p:cNvSpPr/>
              <p:nvPr/>
            </p:nvSpPr>
            <p:spPr>
              <a:xfrm>
                <a:off x="6980421" y="2448751"/>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8" name="Google Shape;168;p37"/>
            <p:cNvGrpSpPr/>
            <p:nvPr/>
          </p:nvGrpSpPr>
          <p:grpSpPr>
            <a:xfrm>
              <a:off x="6364196" y="3523737"/>
              <a:ext cx="1791106" cy="1022483"/>
              <a:chOff x="6364196" y="3523737"/>
              <a:chExt cx="1791106" cy="1022483"/>
            </a:xfrm>
          </p:grpSpPr>
          <p:sp>
            <p:nvSpPr>
              <p:cNvPr id="169" name="Google Shape;169;p37"/>
              <p:cNvSpPr/>
              <p:nvPr/>
            </p:nvSpPr>
            <p:spPr>
              <a:xfrm>
                <a:off x="6364196" y="3523737"/>
                <a:ext cx="1791106" cy="1022483"/>
              </a:xfrm>
              <a:custGeom>
                <a:avLst/>
                <a:gdLst/>
                <a:ahLst/>
                <a:cxnLst/>
                <a:rect l="l" t="t" r="r" b="b"/>
                <a:pathLst>
                  <a:path w="120000" h="120000" extrusionOk="0">
                    <a:moveTo>
                      <a:pt x="30389" y="86233"/>
                    </a:moveTo>
                    <a:cubicBezTo>
                      <a:pt x="29418" y="89194"/>
                      <a:pt x="27025" y="91611"/>
                      <a:pt x="25073" y="91611"/>
                    </a:cubicBezTo>
                    <a:lnTo>
                      <a:pt x="12388" y="91611"/>
                    </a:lnTo>
                    <a:cubicBezTo>
                      <a:pt x="10436" y="91611"/>
                      <a:pt x="8049" y="89188"/>
                      <a:pt x="7072" y="86233"/>
                    </a:cubicBezTo>
                    <a:lnTo>
                      <a:pt x="730" y="66988"/>
                    </a:lnTo>
                    <a:cubicBezTo>
                      <a:pt x="-245" y="64033"/>
                      <a:pt x="-245" y="59194"/>
                      <a:pt x="730" y="56233"/>
                    </a:cubicBezTo>
                    <a:lnTo>
                      <a:pt x="7072" y="36988"/>
                    </a:lnTo>
                    <a:cubicBezTo>
                      <a:pt x="8049" y="34033"/>
                      <a:pt x="10442" y="31611"/>
                      <a:pt x="12388" y="31611"/>
                    </a:cubicBezTo>
                    <a:lnTo>
                      <a:pt x="25073" y="31611"/>
                    </a:lnTo>
                    <a:cubicBezTo>
                      <a:pt x="27025" y="31611"/>
                      <a:pt x="29412" y="34033"/>
                      <a:pt x="30389" y="36988"/>
                    </a:cubicBezTo>
                    <a:lnTo>
                      <a:pt x="33931" y="47727"/>
                    </a:lnTo>
                    <a:cubicBezTo>
                      <a:pt x="34907" y="50683"/>
                      <a:pt x="37294" y="53105"/>
                      <a:pt x="39246" y="53100"/>
                    </a:cubicBezTo>
                    <a:lnTo>
                      <a:pt x="40669" y="53100"/>
                    </a:lnTo>
                    <a:cubicBezTo>
                      <a:pt x="42616" y="53100"/>
                      <a:pt x="45009" y="50683"/>
                      <a:pt x="45985" y="47722"/>
                    </a:cubicBezTo>
                    <a:lnTo>
                      <a:pt x="59941" y="5377"/>
                    </a:lnTo>
                    <a:cubicBezTo>
                      <a:pt x="60917" y="2422"/>
                      <a:pt x="63310" y="0"/>
                      <a:pt x="65257" y="0"/>
                    </a:cubicBezTo>
                    <a:lnTo>
                      <a:pt x="97715" y="0"/>
                    </a:lnTo>
                    <a:cubicBezTo>
                      <a:pt x="99668" y="0"/>
                      <a:pt x="102061" y="2422"/>
                      <a:pt x="103037" y="5377"/>
                    </a:cubicBezTo>
                    <a:lnTo>
                      <a:pt x="119263" y="54622"/>
                    </a:lnTo>
                    <a:cubicBezTo>
                      <a:pt x="120239" y="57583"/>
                      <a:pt x="120239" y="62422"/>
                      <a:pt x="119263" y="65377"/>
                    </a:cubicBezTo>
                    <a:lnTo>
                      <a:pt x="103037" y="114622"/>
                    </a:lnTo>
                    <a:cubicBezTo>
                      <a:pt x="102061" y="117577"/>
                      <a:pt x="99668" y="120000"/>
                      <a:pt x="97715" y="120000"/>
                    </a:cubicBezTo>
                    <a:lnTo>
                      <a:pt x="65257" y="120000"/>
                    </a:lnTo>
                    <a:cubicBezTo>
                      <a:pt x="63310" y="120000"/>
                      <a:pt x="60917" y="117577"/>
                      <a:pt x="59941" y="114622"/>
                    </a:cubicBezTo>
                    <a:lnTo>
                      <a:pt x="45985" y="72277"/>
                    </a:lnTo>
                    <a:cubicBezTo>
                      <a:pt x="45009" y="69316"/>
                      <a:pt x="42616" y="66900"/>
                      <a:pt x="40663" y="66900"/>
                    </a:cubicBezTo>
                    <a:lnTo>
                      <a:pt x="40306" y="66900"/>
                    </a:lnTo>
                    <a:cubicBezTo>
                      <a:pt x="38360" y="66900"/>
                      <a:pt x="35967" y="69316"/>
                      <a:pt x="34990" y="72277"/>
                    </a:cubicBezTo>
                    <a:cubicBezTo>
                      <a:pt x="34990" y="72277"/>
                      <a:pt x="30389" y="86233"/>
                      <a:pt x="30389" y="86233"/>
                    </a:cubicBezTo>
                    <a:close/>
                  </a:path>
                </a:pathLst>
              </a:custGeom>
              <a:solidFill>
                <a:schemeClr val="accent3"/>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0" name="Google Shape;170;p37"/>
              <p:cNvSpPr/>
              <p:nvPr/>
            </p:nvSpPr>
            <p:spPr>
              <a:xfrm>
                <a:off x="7432600" y="38953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71" name="Google Shape;171;p37"/>
            <p:cNvGrpSpPr/>
            <p:nvPr/>
          </p:nvGrpSpPr>
          <p:grpSpPr>
            <a:xfrm>
              <a:off x="5818896" y="4108937"/>
              <a:ext cx="1334627" cy="1571204"/>
              <a:chOff x="5818896" y="4108937"/>
              <a:chExt cx="1334627" cy="1571204"/>
            </a:xfrm>
          </p:grpSpPr>
          <p:sp>
            <p:nvSpPr>
              <p:cNvPr id="172" name="Google Shape;172;p37"/>
              <p:cNvSpPr/>
              <p:nvPr/>
            </p:nvSpPr>
            <p:spPr>
              <a:xfrm>
                <a:off x="5818896" y="4108937"/>
                <a:ext cx="1334627" cy="1571204"/>
              </a:xfrm>
              <a:custGeom>
                <a:avLst/>
                <a:gdLst/>
                <a:ahLst/>
                <a:cxnLst/>
                <a:rect l="l" t="t" r="r" b="b"/>
                <a:pathLst>
                  <a:path w="120000" h="120000" extrusionOk="0">
                    <a:moveTo>
                      <a:pt x="16623" y="39044"/>
                    </a:moveTo>
                    <a:cubicBezTo>
                      <a:pt x="14009" y="39044"/>
                      <a:pt x="10797" y="37472"/>
                      <a:pt x="9490" y="35544"/>
                    </a:cubicBezTo>
                    <a:lnTo>
                      <a:pt x="977" y="23022"/>
                    </a:lnTo>
                    <a:cubicBezTo>
                      <a:pt x="-329" y="21094"/>
                      <a:pt x="-329" y="17950"/>
                      <a:pt x="977" y="16022"/>
                    </a:cubicBezTo>
                    <a:lnTo>
                      <a:pt x="9490" y="3500"/>
                    </a:lnTo>
                    <a:cubicBezTo>
                      <a:pt x="10797" y="1572"/>
                      <a:pt x="14009" y="0"/>
                      <a:pt x="16628" y="0"/>
                    </a:cubicBezTo>
                    <a:lnTo>
                      <a:pt x="33648" y="0"/>
                    </a:lnTo>
                    <a:cubicBezTo>
                      <a:pt x="36268" y="0"/>
                      <a:pt x="39480" y="1572"/>
                      <a:pt x="40787" y="3500"/>
                    </a:cubicBezTo>
                    <a:lnTo>
                      <a:pt x="49300" y="16022"/>
                    </a:lnTo>
                    <a:cubicBezTo>
                      <a:pt x="50607" y="17944"/>
                      <a:pt x="50607" y="21094"/>
                      <a:pt x="49300" y="23022"/>
                    </a:cubicBezTo>
                    <a:lnTo>
                      <a:pt x="44546" y="30011"/>
                    </a:lnTo>
                    <a:cubicBezTo>
                      <a:pt x="43239" y="31933"/>
                      <a:pt x="43239" y="35083"/>
                      <a:pt x="44552" y="37005"/>
                    </a:cubicBezTo>
                    <a:lnTo>
                      <a:pt x="45502" y="38411"/>
                    </a:lnTo>
                    <a:cubicBezTo>
                      <a:pt x="46809" y="40333"/>
                      <a:pt x="50020" y="41911"/>
                      <a:pt x="52640" y="41911"/>
                    </a:cubicBezTo>
                    <a:lnTo>
                      <a:pt x="90099" y="41911"/>
                    </a:lnTo>
                    <a:cubicBezTo>
                      <a:pt x="92713" y="41911"/>
                      <a:pt x="95925" y="43483"/>
                      <a:pt x="97232" y="45411"/>
                    </a:cubicBezTo>
                    <a:lnTo>
                      <a:pt x="119016" y="77455"/>
                    </a:lnTo>
                    <a:cubicBezTo>
                      <a:pt x="120323" y="79377"/>
                      <a:pt x="120323" y="82527"/>
                      <a:pt x="119016" y="84455"/>
                    </a:cubicBezTo>
                    <a:lnTo>
                      <a:pt x="97232" y="116500"/>
                    </a:lnTo>
                    <a:cubicBezTo>
                      <a:pt x="95925" y="118427"/>
                      <a:pt x="92713" y="120000"/>
                      <a:pt x="90099" y="120000"/>
                    </a:cubicBezTo>
                    <a:lnTo>
                      <a:pt x="46535" y="120000"/>
                    </a:lnTo>
                    <a:cubicBezTo>
                      <a:pt x="43921" y="120000"/>
                      <a:pt x="40709" y="118427"/>
                      <a:pt x="39402" y="116500"/>
                    </a:cubicBezTo>
                    <a:lnTo>
                      <a:pt x="17617" y="84455"/>
                    </a:lnTo>
                    <a:cubicBezTo>
                      <a:pt x="16310" y="82527"/>
                      <a:pt x="16310" y="79377"/>
                      <a:pt x="17617" y="77455"/>
                    </a:cubicBezTo>
                    <a:lnTo>
                      <a:pt x="36346" y="49900"/>
                    </a:lnTo>
                    <a:cubicBezTo>
                      <a:pt x="37659" y="47972"/>
                      <a:pt x="37659" y="44822"/>
                      <a:pt x="36346" y="42900"/>
                    </a:cubicBezTo>
                    <a:lnTo>
                      <a:pt x="36106" y="42544"/>
                    </a:lnTo>
                    <a:cubicBezTo>
                      <a:pt x="34799" y="40622"/>
                      <a:pt x="31587" y="39044"/>
                      <a:pt x="28973" y="39044"/>
                    </a:cubicBezTo>
                    <a:cubicBezTo>
                      <a:pt x="28973" y="39044"/>
                      <a:pt x="16623" y="39044"/>
                      <a:pt x="16623" y="39044"/>
                    </a:cubicBezTo>
                    <a:close/>
                  </a:path>
                </a:pathLst>
              </a:custGeom>
              <a:solidFill>
                <a:schemeClr val="accent4"/>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3" name="Google Shape;173;p37"/>
              <p:cNvSpPr/>
              <p:nvPr/>
            </p:nvSpPr>
            <p:spPr>
              <a:xfrm>
                <a:off x="6437037" y="5073971"/>
                <a:ext cx="279327" cy="228540"/>
              </a:xfrm>
              <a:custGeom>
                <a:avLst/>
                <a:gdLst/>
                <a:ahLst/>
                <a:cxnLst/>
                <a:rect l="l" t="t" r="r" b="b"/>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74" name="Google Shape;174;p37"/>
            <p:cNvGrpSpPr/>
            <p:nvPr/>
          </p:nvGrpSpPr>
          <p:grpSpPr>
            <a:xfrm>
              <a:off x="4522146" y="3789737"/>
              <a:ext cx="1310882" cy="1584928"/>
              <a:chOff x="4522146" y="3789737"/>
              <a:chExt cx="1310882" cy="1584928"/>
            </a:xfrm>
          </p:grpSpPr>
          <p:sp>
            <p:nvSpPr>
              <p:cNvPr id="175" name="Google Shape;175;p37"/>
              <p:cNvSpPr/>
              <p:nvPr/>
            </p:nvSpPr>
            <p:spPr>
              <a:xfrm>
                <a:off x="4522146" y="3789737"/>
                <a:ext cx="1310882" cy="1584928"/>
              </a:xfrm>
              <a:custGeom>
                <a:avLst/>
                <a:gdLst/>
                <a:ahLst/>
                <a:cxnLst/>
                <a:rect l="l" t="t" r="r" b="b"/>
                <a:pathLst>
                  <a:path w="120000" h="120000" extrusionOk="0">
                    <a:moveTo>
                      <a:pt x="69801" y="22822"/>
                    </a:moveTo>
                    <a:cubicBezTo>
                      <a:pt x="68471" y="20916"/>
                      <a:pt x="68471" y="17794"/>
                      <a:pt x="69801" y="15883"/>
                    </a:cubicBezTo>
                    <a:lnTo>
                      <a:pt x="78465" y="3466"/>
                    </a:lnTo>
                    <a:cubicBezTo>
                      <a:pt x="79800" y="1561"/>
                      <a:pt x="83068" y="0"/>
                      <a:pt x="85733" y="0"/>
                    </a:cubicBezTo>
                    <a:lnTo>
                      <a:pt x="103067" y="0"/>
                    </a:lnTo>
                    <a:cubicBezTo>
                      <a:pt x="105732" y="0"/>
                      <a:pt x="109000" y="1561"/>
                      <a:pt x="110330" y="3466"/>
                    </a:cubicBezTo>
                    <a:lnTo>
                      <a:pt x="119000" y="15883"/>
                    </a:lnTo>
                    <a:cubicBezTo>
                      <a:pt x="120329" y="17794"/>
                      <a:pt x="120329" y="20916"/>
                      <a:pt x="119000" y="22822"/>
                    </a:cubicBezTo>
                    <a:lnTo>
                      <a:pt x="110330" y="35238"/>
                    </a:lnTo>
                    <a:cubicBezTo>
                      <a:pt x="109000" y="37144"/>
                      <a:pt x="105732" y="38705"/>
                      <a:pt x="103067" y="38705"/>
                    </a:cubicBezTo>
                    <a:lnTo>
                      <a:pt x="93397" y="38705"/>
                    </a:lnTo>
                    <a:cubicBezTo>
                      <a:pt x="90733" y="38705"/>
                      <a:pt x="87465" y="40266"/>
                      <a:pt x="86130" y="42177"/>
                    </a:cubicBezTo>
                    <a:lnTo>
                      <a:pt x="85163" y="43566"/>
                    </a:lnTo>
                    <a:cubicBezTo>
                      <a:pt x="83828" y="45472"/>
                      <a:pt x="83828" y="48594"/>
                      <a:pt x="85163" y="50505"/>
                    </a:cubicBezTo>
                    <a:lnTo>
                      <a:pt x="104229" y="77822"/>
                    </a:lnTo>
                    <a:cubicBezTo>
                      <a:pt x="105564" y="79733"/>
                      <a:pt x="105564" y="82855"/>
                      <a:pt x="104229" y="84761"/>
                    </a:cubicBezTo>
                    <a:lnTo>
                      <a:pt x="82057" y="116533"/>
                    </a:lnTo>
                    <a:cubicBezTo>
                      <a:pt x="80722" y="118438"/>
                      <a:pt x="77454" y="120000"/>
                      <a:pt x="74789" y="120000"/>
                    </a:cubicBezTo>
                    <a:lnTo>
                      <a:pt x="30439" y="120000"/>
                    </a:lnTo>
                    <a:cubicBezTo>
                      <a:pt x="27775" y="120000"/>
                      <a:pt x="24507" y="118438"/>
                      <a:pt x="23172" y="116527"/>
                    </a:cubicBezTo>
                    <a:lnTo>
                      <a:pt x="994" y="84761"/>
                    </a:lnTo>
                    <a:cubicBezTo>
                      <a:pt x="-335" y="82855"/>
                      <a:pt x="-335" y="79733"/>
                      <a:pt x="994" y="77822"/>
                    </a:cubicBezTo>
                    <a:lnTo>
                      <a:pt x="23172" y="46055"/>
                    </a:lnTo>
                    <a:cubicBezTo>
                      <a:pt x="24507" y="44144"/>
                      <a:pt x="27775" y="42583"/>
                      <a:pt x="30439" y="42583"/>
                    </a:cubicBezTo>
                    <a:lnTo>
                      <a:pt x="68577" y="42583"/>
                    </a:lnTo>
                    <a:cubicBezTo>
                      <a:pt x="71242" y="42583"/>
                      <a:pt x="74510" y="41022"/>
                      <a:pt x="75840" y="39116"/>
                    </a:cubicBezTo>
                    <a:lnTo>
                      <a:pt x="76085" y="38766"/>
                    </a:lnTo>
                    <a:cubicBezTo>
                      <a:pt x="77420" y="36855"/>
                      <a:pt x="77420" y="33733"/>
                      <a:pt x="76085" y="31827"/>
                    </a:cubicBezTo>
                    <a:cubicBezTo>
                      <a:pt x="76085" y="31827"/>
                      <a:pt x="69801" y="22822"/>
                      <a:pt x="69801" y="22822"/>
                    </a:cubicBezTo>
                    <a:close/>
                  </a:path>
                </a:pathLst>
              </a:custGeom>
              <a:solidFill>
                <a:schemeClr val="accent5"/>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6" name="Google Shape;176;p37"/>
              <p:cNvSpPr/>
              <p:nvPr/>
            </p:nvSpPr>
            <p:spPr>
              <a:xfrm>
                <a:off x="4945975" y="4756307"/>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sp>
        <p:nvSpPr>
          <p:cNvPr id="177" name="Google Shape;177;p37"/>
          <p:cNvSpPr/>
          <p:nvPr/>
        </p:nvSpPr>
        <p:spPr>
          <a:xfrm>
            <a:off x="5052391" y="4046114"/>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8" name="Google Shape;178;p37"/>
          <p:cNvSpPr/>
          <p:nvPr/>
        </p:nvSpPr>
        <p:spPr>
          <a:xfrm>
            <a:off x="5017034" y="2724556"/>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9" name="Google Shape;179;p37"/>
          <p:cNvSpPr/>
          <p:nvPr/>
        </p:nvSpPr>
        <p:spPr>
          <a:xfrm>
            <a:off x="8565179" y="2717865"/>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0" name="Google Shape;180;p37"/>
          <p:cNvSpPr/>
          <p:nvPr/>
        </p:nvSpPr>
        <p:spPr>
          <a:xfrm>
            <a:off x="8552661" y="4028963"/>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1" name="Google Shape;181;p37"/>
          <p:cNvSpPr/>
          <p:nvPr/>
        </p:nvSpPr>
        <p:spPr>
          <a:xfrm>
            <a:off x="5046503" y="5330705"/>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2" name="Google Shape;182;p37"/>
          <p:cNvSpPr/>
          <p:nvPr/>
        </p:nvSpPr>
        <p:spPr>
          <a:xfrm>
            <a:off x="8552661" y="5340061"/>
            <a:ext cx="279327" cy="228540"/>
          </a:xfrm>
          <a:custGeom>
            <a:avLst/>
            <a:gdLst/>
            <a:ahLst/>
            <a:cxnLst/>
            <a:rect l="l" t="t" r="r" b="b"/>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3" name="Google Shape;183;p37"/>
          <p:cNvSpPr txBox="1">
            <a:spLocks noGrp="1"/>
          </p:cNvSpPr>
          <p:nvPr>
            <p:ph type="body" idx="2"/>
          </p:nvPr>
        </p:nvSpPr>
        <p:spPr>
          <a:xfrm>
            <a:off x="5400025" y="1659170"/>
            <a:ext cx="6100312" cy="89665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4" name="Google Shape;184;p37"/>
          <p:cNvSpPr txBox="1">
            <a:spLocks noGrp="1"/>
          </p:cNvSpPr>
          <p:nvPr>
            <p:ph type="body" idx="3"/>
          </p:nvPr>
        </p:nvSpPr>
        <p:spPr>
          <a:xfrm>
            <a:off x="5389969" y="3082730"/>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5" name="Google Shape;185;p37"/>
          <p:cNvSpPr txBox="1">
            <a:spLocks noGrp="1"/>
          </p:cNvSpPr>
          <p:nvPr>
            <p:ph type="body" idx="4"/>
          </p:nvPr>
        </p:nvSpPr>
        <p:spPr>
          <a:xfrm>
            <a:off x="5400025" y="2676146"/>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6" name="Google Shape;186;p37"/>
          <p:cNvSpPr txBox="1">
            <a:spLocks noGrp="1"/>
          </p:cNvSpPr>
          <p:nvPr>
            <p:ph type="body" idx="5"/>
          </p:nvPr>
        </p:nvSpPr>
        <p:spPr>
          <a:xfrm>
            <a:off x="5389969" y="4393828"/>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7" name="Google Shape;187;p37"/>
          <p:cNvSpPr txBox="1">
            <a:spLocks noGrp="1"/>
          </p:cNvSpPr>
          <p:nvPr>
            <p:ph type="body" idx="6"/>
          </p:nvPr>
        </p:nvSpPr>
        <p:spPr>
          <a:xfrm>
            <a:off x="5400025" y="3987244"/>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8" name="Google Shape;188;p37"/>
          <p:cNvSpPr txBox="1">
            <a:spLocks noGrp="1"/>
          </p:cNvSpPr>
          <p:nvPr>
            <p:ph type="body" idx="7"/>
          </p:nvPr>
        </p:nvSpPr>
        <p:spPr>
          <a:xfrm>
            <a:off x="5389969" y="5694917"/>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9" name="Google Shape;189;p37"/>
          <p:cNvSpPr txBox="1">
            <a:spLocks noGrp="1"/>
          </p:cNvSpPr>
          <p:nvPr>
            <p:ph type="body" idx="8"/>
          </p:nvPr>
        </p:nvSpPr>
        <p:spPr>
          <a:xfrm>
            <a:off x="5400025" y="5288333"/>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0" name="Google Shape;190;p37"/>
          <p:cNvSpPr txBox="1">
            <a:spLocks noGrp="1"/>
          </p:cNvSpPr>
          <p:nvPr>
            <p:ph type="body" idx="9"/>
          </p:nvPr>
        </p:nvSpPr>
        <p:spPr>
          <a:xfrm>
            <a:off x="8908157" y="3082730"/>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1" name="Google Shape;191;p37"/>
          <p:cNvSpPr txBox="1">
            <a:spLocks noGrp="1"/>
          </p:cNvSpPr>
          <p:nvPr>
            <p:ph type="body" idx="13"/>
          </p:nvPr>
        </p:nvSpPr>
        <p:spPr>
          <a:xfrm>
            <a:off x="8918213" y="2676146"/>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2" name="Google Shape;192;p37"/>
          <p:cNvSpPr txBox="1">
            <a:spLocks noGrp="1"/>
          </p:cNvSpPr>
          <p:nvPr>
            <p:ph type="body" idx="14"/>
          </p:nvPr>
        </p:nvSpPr>
        <p:spPr>
          <a:xfrm>
            <a:off x="8908157" y="4393828"/>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3" name="Google Shape;193;p37"/>
          <p:cNvSpPr txBox="1">
            <a:spLocks noGrp="1"/>
          </p:cNvSpPr>
          <p:nvPr>
            <p:ph type="body" idx="15"/>
          </p:nvPr>
        </p:nvSpPr>
        <p:spPr>
          <a:xfrm>
            <a:off x="8918213" y="3987244"/>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4" name="Google Shape;194;p37"/>
          <p:cNvSpPr txBox="1">
            <a:spLocks noGrp="1"/>
          </p:cNvSpPr>
          <p:nvPr>
            <p:ph type="body" idx="16"/>
          </p:nvPr>
        </p:nvSpPr>
        <p:spPr>
          <a:xfrm>
            <a:off x="8908157" y="5694917"/>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5" name="Google Shape;195;p37"/>
          <p:cNvSpPr txBox="1">
            <a:spLocks noGrp="1"/>
          </p:cNvSpPr>
          <p:nvPr>
            <p:ph type="body" idx="17"/>
          </p:nvPr>
        </p:nvSpPr>
        <p:spPr>
          <a:xfrm>
            <a:off x="8918213" y="5288333"/>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rained-Infographic">
  <p:cSld name="Brained-Infographic">
    <p:spTree>
      <p:nvGrpSpPr>
        <p:cNvPr id="1" name="Shape 196"/>
        <p:cNvGrpSpPr/>
        <p:nvPr/>
      </p:nvGrpSpPr>
      <p:grpSpPr>
        <a:xfrm>
          <a:off x="0" y="0"/>
          <a:ext cx="0" cy="0"/>
          <a:chOff x="0" y="0"/>
          <a:chExt cx="0" cy="0"/>
        </a:xfrm>
      </p:grpSpPr>
      <p:sp>
        <p:nvSpPr>
          <p:cNvPr id="197" name="Google Shape;197;p3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8" name="Google Shape;198;p38"/>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199" name="Google Shape;199;p38"/>
          <p:cNvGrpSpPr/>
          <p:nvPr/>
        </p:nvGrpSpPr>
        <p:grpSpPr>
          <a:xfrm>
            <a:off x="2011515" y="1953702"/>
            <a:ext cx="1620994" cy="2603950"/>
            <a:chOff x="2011515" y="1953702"/>
            <a:chExt cx="1620994" cy="2603950"/>
          </a:xfrm>
        </p:grpSpPr>
        <p:sp>
          <p:nvSpPr>
            <p:cNvPr id="200" name="Google Shape;200;p38"/>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1" name="Google Shape;201;p38"/>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2" name="Google Shape;202;p38"/>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3" name="Google Shape;203;p38"/>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4" name="Google Shape;204;p38"/>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5" name="Google Shape;205;p38"/>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6" name="Google Shape;206;p38"/>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7" name="Google Shape;207;p38"/>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8" name="Google Shape;208;p38"/>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09" name="Google Shape;209;p38"/>
          <p:cNvGrpSpPr/>
          <p:nvPr/>
        </p:nvGrpSpPr>
        <p:grpSpPr>
          <a:xfrm>
            <a:off x="4044026" y="1953702"/>
            <a:ext cx="1619441" cy="2603950"/>
            <a:chOff x="4044026" y="1953702"/>
            <a:chExt cx="1619441" cy="2603950"/>
          </a:xfrm>
        </p:grpSpPr>
        <p:sp>
          <p:nvSpPr>
            <p:cNvPr id="210" name="Google Shape;210;p38"/>
            <p:cNvSpPr/>
            <p:nvPr/>
          </p:nvSpPr>
          <p:spPr>
            <a:xfrm>
              <a:off x="4319344" y="1953702"/>
              <a:ext cx="869950" cy="923581"/>
            </a:xfrm>
            <a:custGeom>
              <a:avLst/>
              <a:gdLst/>
              <a:ahLst/>
              <a:cxnLst/>
              <a:rect l="l" t="t" r="r" b="b"/>
              <a:pathLst>
                <a:path w="120000" h="120000" extrusionOk="0">
                  <a:moveTo>
                    <a:pt x="118689" y="79161"/>
                  </a:moveTo>
                  <a:cubicBezTo>
                    <a:pt x="116498" y="84525"/>
                    <a:pt x="110364" y="86995"/>
                    <a:pt x="105112" y="84933"/>
                  </a:cubicBezTo>
                  <a:cubicBezTo>
                    <a:pt x="102045" y="84112"/>
                    <a:pt x="99854" y="81636"/>
                    <a:pt x="98978" y="79161"/>
                  </a:cubicBezTo>
                  <a:cubicBezTo>
                    <a:pt x="98103" y="77512"/>
                    <a:pt x="96792" y="76272"/>
                    <a:pt x="95036" y="75444"/>
                  </a:cubicBezTo>
                  <a:cubicBezTo>
                    <a:pt x="93285" y="75037"/>
                    <a:pt x="91094" y="75858"/>
                    <a:pt x="90659" y="77512"/>
                  </a:cubicBezTo>
                  <a:cubicBezTo>
                    <a:pt x="73580" y="120000"/>
                    <a:pt x="73580" y="120000"/>
                    <a:pt x="73580" y="120000"/>
                  </a:cubicBezTo>
                  <a:cubicBezTo>
                    <a:pt x="43799" y="86174"/>
                    <a:pt x="43799" y="86174"/>
                    <a:pt x="43799" y="86174"/>
                  </a:cubicBezTo>
                  <a:cubicBezTo>
                    <a:pt x="43799" y="86174"/>
                    <a:pt x="44234" y="86174"/>
                    <a:pt x="44234" y="86174"/>
                  </a:cubicBezTo>
                  <a:cubicBezTo>
                    <a:pt x="48616" y="86588"/>
                    <a:pt x="52993" y="85760"/>
                    <a:pt x="56495" y="82871"/>
                  </a:cubicBezTo>
                  <a:cubicBezTo>
                    <a:pt x="62629" y="77920"/>
                    <a:pt x="63504" y="68845"/>
                    <a:pt x="58251" y="63072"/>
                  </a:cubicBezTo>
                  <a:cubicBezTo>
                    <a:pt x="52993" y="56886"/>
                    <a:pt x="43358" y="56059"/>
                    <a:pt x="37225" y="61010"/>
                  </a:cubicBezTo>
                  <a:cubicBezTo>
                    <a:pt x="33723" y="63486"/>
                    <a:pt x="31531" y="67196"/>
                    <a:pt x="31531" y="71320"/>
                  </a:cubicBezTo>
                  <a:cubicBezTo>
                    <a:pt x="31531" y="71734"/>
                    <a:pt x="31531" y="71734"/>
                    <a:pt x="31531" y="71734"/>
                  </a:cubicBezTo>
                  <a:cubicBezTo>
                    <a:pt x="0" y="35433"/>
                    <a:pt x="0" y="35433"/>
                    <a:pt x="0" y="35433"/>
                  </a:cubicBezTo>
                  <a:cubicBezTo>
                    <a:pt x="7008" y="26357"/>
                    <a:pt x="14893" y="19344"/>
                    <a:pt x="21461" y="14807"/>
                  </a:cubicBezTo>
                  <a:cubicBezTo>
                    <a:pt x="36349" y="4083"/>
                    <a:pt x="81459" y="-5819"/>
                    <a:pt x="120000" y="4083"/>
                  </a:cubicBezTo>
                  <a:cubicBezTo>
                    <a:pt x="96352" y="63072"/>
                    <a:pt x="96352" y="63072"/>
                    <a:pt x="96352" y="63072"/>
                  </a:cubicBezTo>
                  <a:cubicBezTo>
                    <a:pt x="96352" y="63072"/>
                    <a:pt x="96352" y="63072"/>
                    <a:pt x="96352" y="63072"/>
                  </a:cubicBezTo>
                  <a:cubicBezTo>
                    <a:pt x="95476" y="64721"/>
                    <a:pt x="96352" y="66783"/>
                    <a:pt x="98543" y="67196"/>
                  </a:cubicBezTo>
                  <a:cubicBezTo>
                    <a:pt x="100294" y="68023"/>
                    <a:pt x="102045" y="68023"/>
                    <a:pt x="103796" y="67196"/>
                  </a:cubicBezTo>
                  <a:cubicBezTo>
                    <a:pt x="106428" y="65548"/>
                    <a:pt x="109489" y="65548"/>
                    <a:pt x="112556" y="66369"/>
                  </a:cubicBezTo>
                  <a:cubicBezTo>
                    <a:pt x="117814" y="68437"/>
                    <a:pt x="120440" y="74209"/>
                    <a:pt x="118689" y="79161"/>
                  </a:cubicBezTo>
                  <a:close/>
                </a:path>
              </a:pathLst>
            </a:custGeom>
            <a:solidFill>
              <a:schemeClr val="accent2">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1" name="Google Shape;211;p38"/>
            <p:cNvSpPr/>
            <p:nvPr/>
          </p:nvSpPr>
          <p:spPr>
            <a:xfrm>
              <a:off x="4884494" y="1994632"/>
              <a:ext cx="778973" cy="1023235"/>
            </a:xfrm>
            <a:custGeom>
              <a:avLst/>
              <a:gdLst/>
              <a:ahLst/>
              <a:cxnLst/>
              <a:rect l="l" t="t" r="r" b="b"/>
              <a:pathLst>
                <a:path w="120000" h="120000" extrusionOk="0">
                  <a:moveTo>
                    <a:pt x="119831" y="76334"/>
                  </a:moveTo>
                  <a:cubicBezTo>
                    <a:pt x="119831" y="81171"/>
                    <a:pt x="118854" y="86013"/>
                    <a:pt x="117871" y="90107"/>
                  </a:cubicBezTo>
                  <a:cubicBezTo>
                    <a:pt x="70919" y="96067"/>
                    <a:pt x="70919" y="96067"/>
                    <a:pt x="70919" y="96067"/>
                  </a:cubicBezTo>
                  <a:cubicBezTo>
                    <a:pt x="68965" y="96441"/>
                    <a:pt x="67494" y="97926"/>
                    <a:pt x="67982" y="99418"/>
                  </a:cubicBezTo>
                  <a:cubicBezTo>
                    <a:pt x="68476" y="101278"/>
                    <a:pt x="69453" y="102395"/>
                    <a:pt x="71408" y="103512"/>
                  </a:cubicBezTo>
                  <a:cubicBezTo>
                    <a:pt x="73856" y="104629"/>
                    <a:pt x="76299" y="106863"/>
                    <a:pt x="76787" y="109471"/>
                  </a:cubicBezTo>
                  <a:cubicBezTo>
                    <a:pt x="77764" y="114314"/>
                    <a:pt x="73367" y="118782"/>
                    <a:pt x="67005" y="119899"/>
                  </a:cubicBezTo>
                  <a:cubicBezTo>
                    <a:pt x="60648" y="120642"/>
                    <a:pt x="54780" y="117291"/>
                    <a:pt x="53803" y="112448"/>
                  </a:cubicBezTo>
                  <a:cubicBezTo>
                    <a:pt x="52820" y="109845"/>
                    <a:pt x="53803" y="107237"/>
                    <a:pt x="56245" y="105377"/>
                  </a:cubicBezTo>
                  <a:cubicBezTo>
                    <a:pt x="57223" y="103886"/>
                    <a:pt x="58205" y="102395"/>
                    <a:pt x="57711" y="100909"/>
                  </a:cubicBezTo>
                  <a:cubicBezTo>
                    <a:pt x="57223" y="99043"/>
                    <a:pt x="55268" y="98301"/>
                    <a:pt x="53314" y="98301"/>
                  </a:cubicBezTo>
                  <a:cubicBezTo>
                    <a:pt x="53314" y="98301"/>
                    <a:pt x="53314" y="98301"/>
                    <a:pt x="53314" y="98301"/>
                  </a:cubicBezTo>
                  <a:cubicBezTo>
                    <a:pt x="0" y="105003"/>
                    <a:pt x="0" y="105003"/>
                    <a:pt x="0" y="105003"/>
                  </a:cubicBezTo>
                  <a:cubicBezTo>
                    <a:pt x="18099" y="67766"/>
                    <a:pt x="18099" y="67766"/>
                    <a:pt x="18099" y="67766"/>
                  </a:cubicBezTo>
                  <a:cubicBezTo>
                    <a:pt x="18587" y="67766"/>
                    <a:pt x="18587" y="68140"/>
                    <a:pt x="18587" y="68140"/>
                  </a:cubicBezTo>
                  <a:cubicBezTo>
                    <a:pt x="20053" y="71491"/>
                    <a:pt x="23967" y="74100"/>
                    <a:pt x="28370" y="75585"/>
                  </a:cubicBezTo>
                  <a:cubicBezTo>
                    <a:pt x="37169" y="78194"/>
                    <a:pt x="46952" y="74842"/>
                    <a:pt x="50377" y="68140"/>
                  </a:cubicBezTo>
                  <a:cubicBezTo>
                    <a:pt x="53314" y="61438"/>
                    <a:pt x="48911" y="53993"/>
                    <a:pt x="40106" y="51384"/>
                  </a:cubicBezTo>
                  <a:cubicBezTo>
                    <a:pt x="35704" y="50267"/>
                    <a:pt x="30812" y="50641"/>
                    <a:pt x="26410" y="52127"/>
                  </a:cubicBezTo>
                  <a:cubicBezTo>
                    <a:pt x="26410" y="52127"/>
                    <a:pt x="25921" y="52127"/>
                    <a:pt x="25921" y="52501"/>
                  </a:cubicBezTo>
                  <a:cubicBezTo>
                    <a:pt x="51843" y="0"/>
                    <a:pt x="51843" y="0"/>
                    <a:pt x="51843" y="0"/>
                  </a:cubicBezTo>
                  <a:cubicBezTo>
                    <a:pt x="57223" y="1491"/>
                    <a:pt x="63091" y="2976"/>
                    <a:pt x="67982" y="5211"/>
                  </a:cubicBezTo>
                  <a:cubicBezTo>
                    <a:pt x="113963" y="23458"/>
                    <a:pt x="121297" y="48776"/>
                    <a:pt x="119831" y="76334"/>
                  </a:cubicBezTo>
                  <a:close/>
                </a:path>
              </a:pathLst>
            </a:custGeom>
            <a:solidFill>
              <a:schemeClr val="accent2">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2" name="Google Shape;212;p38"/>
            <p:cNvSpPr/>
            <p:nvPr/>
          </p:nvSpPr>
          <p:spPr>
            <a:xfrm>
              <a:off x="4065344" y="2254982"/>
              <a:ext cx="762001" cy="768350"/>
            </a:xfrm>
            <a:custGeom>
              <a:avLst/>
              <a:gdLst/>
              <a:ahLst/>
              <a:cxnLst/>
              <a:rect l="l" t="t" r="r" b="b"/>
              <a:pathLst>
                <a:path w="120000" h="120000" extrusionOk="0">
                  <a:moveTo>
                    <a:pt x="67500" y="109088"/>
                  </a:moveTo>
                  <a:cubicBezTo>
                    <a:pt x="70500" y="105122"/>
                    <a:pt x="72000" y="100166"/>
                    <a:pt x="71000" y="95205"/>
                  </a:cubicBezTo>
                  <a:cubicBezTo>
                    <a:pt x="69500" y="85783"/>
                    <a:pt x="60500" y="79338"/>
                    <a:pt x="51000" y="81322"/>
                  </a:cubicBezTo>
                  <a:cubicBezTo>
                    <a:pt x="42000" y="82811"/>
                    <a:pt x="35500" y="91238"/>
                    <a:pt x="37000" y="100661"/>
                  </a:cubicBezTo>
                  <a:cubicBezTo>
                    <a:pt x="37500" y="105622"/>
                    <a:pt x="40500" y="110083"/>
                    <a:pt x="45000" y="112561"/>
                  </a:cubicBezTo>
                  <a:cubicBezTo>
                    <a:pt x="45000" y="112561"/>
                    <a:pt x="45000" y="112561"/>
                    <a:pt x="45000" y="112561"/>
                  </a:cubicBezTo>
                  <a:cubicBezTo>
                    <a:pt x="0" y="120000"/>
                    <a:pt x="0" y="120000"/>
                    <a:pt x="0" y="120000"/>
                  </a:cubicBezTo>
                  <a:cubicBezTo>
                    <a:pt x="1500" y="117522"/>
                    <a:pt x="3000" y="114544"/>
                    <a:pt x="5000" y="111572"/>
                  </a:cubicBezTo>
                  <a:cubicBezTo>
                    <a:pt x="7000" y="108594"/>
                    <a:pt x="18500" y="91733"/>
                    <a:pt x="24000" y="83305"/>
                  </a:cubicBezTo>
                  <a:cubicBezTo>
                    <a:pt x="25500" y="80333"/>
                    <a:pt x="26000" y="76861"/>
                    <a:pt x="25000" y="73883"/>
                  </a:cubicBezTo>
                  <a:cubicBezTo>
                    <a:pt x="16000" y="44133"/>
                    <a:pt x="24000" y="18844"/>
                    <a:pt x="36500" y="0"/>
                  </a:cubicBezTo>
                  <a:cubicBezTo>
                    <a:pt x="73000" y="44133"/>
                    <a:pt x="73000" y="44133"/>
                    <a:pt x="73000" y="44133"/>
                  </a:cubicBezTo>
                  <a:cubicBezTo>
                    <a:pt x="74500" y="45622"/>
                    <a:pt x="77000" y="46116"/>
                    <a:pt x="78500" y="44627"/>
                  </a:cubicBezTo>
                  <a:cubicBezTo>
                    <a:pt x="80500" y="43138"/>
                    <a:pt x="81500" y="41155"/>
                    <a:pt x="81500" y="39172"/>
                  </a:cubicBezTo>
                  <a:cubicBezTo>
                    <a:pt x="81500" y="35700"/>
                    <a:pt x="83000" y="32727"/>
                    <a:pt x="85500" y="30250"/>
                  </a:cubicBezTo>
                  <a:cubicBezTo>
                    <a:pt x="91000" y="26283"/>
                    <a:pt x="98500" y="26777"/>
                    <a:pt x="102500" y="31733"/>
                  </a:cubicBezTo>
                  <a:cubicBezTo>
                    <a:pt x="107000" y="37188"/>
                    <a:pt x="106000" y="44627"/>
                    <a:pt x="101000" y="48594"/>
                  </a:cubicBezTo>
                  <a:cubicBezTo>
                    <a:pt x="98000" y="51072"/>
                    <a:pt x="94500" y="51572"/>
                    <a:pt x="91500" y="51072"/>
                  </a:cubicBezTo>
                  <a:cubicBezTo>
                    <a:pt x="89000" y="50577"/>
                    <a:pt x="87000" y="51572"/>
                    <a:pt x="85500" y="52561"/>
                  </a:cubicBezTo>
                  <a:cubicBezTo>
                    <a:pt x="83500" y="54050"/>
                    <a:pt x="83500" y="56527"/>
                    <a:pt x="85000" y="58016"/>
                  </a:cubicBezTo>
                  <a:cubicBezTo>
                    <a:pt x="120000" y="100661"/>
                    <a:pt x="120000" y="100661"/>
                    <a:pt x="120000" y="100661"/>
                  </a:cubicBezTo>
                  <a:cubicBezTo>
                    <a:pt x="67000" y="109088"/>
                    <a:pt x="67000" y="109088"/>
                    <a:pt x="67000" y="109088"/>
                  </a:cubicBezTo>
                  <a:cubicBezTo>
                    <a:pt x="67000" y="109088"/>
                    <a:pt x="67000" y="109088"/>
                    <a:pt x="67500" y="109088"/>
                  </a:cubicBezTo>
                  <a:close/>
                </a:path>
              </a:pathLst>
            </a:custGeom>
            <a:solidFill>
              <a:schemeClr val="accent2">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3" name="Google Shape;213;p38"/>
            <p:cNvSpPr/>
            <p:nvPr/>
          </p:nvSpPr>
          <p:spPr>
            <a:xfrm>
              <a:off x="4044026" y="2806550"/>
              <a:ext cx="786493" cy="852667"/>
            </a:xfrm>
            <a:custGeom>
              <a:avLst/>
              <a:gdLst/>
              <a:ahLst/>
              <a:cxnLst/>
              <a:rect l="l" t="t" r="r" b="b"/>
              <a:pathLst>
                <a:path w="120000" h="120000" extrusionOk="0">
                  <a:moveTo>
                    <a:pt x="120000" y="17550"/>
                  </a:moveTo>
                  <a:cubicBezTo>
                    <a:pt x="102075" y="62235"/>
                    <a:pt x="102075" y="62235"/>
                    <a:pt x="102075" y="62235"/>
                  </a:cubicBezTo>
                  <a:cubicBezTo>
                    <a:pt x="101593" y="62235"/>
                    <a:pt x="101593" y="62235"/>
                    <a:pt x="101593" y="62235"/>
                  </a:cubicBezTo>
                  <a:cubicBezTo>
                    <a:pt x="100141" y="57764"/>
                    <a:pt x="96261" y="54641"/>
                    <a:pt x="91904" y="52849"/>
                  </a:cubicBezTo>
                  <a:cubicBezTo>
                    <a:pt x="83186" y="50169"/>
                    <a:pt x="73498" y="54191"/>
                    <a:pt x="70106" y="62235"/>
                  </a:cubicBezTo>
                  <a:cubicBezTo>
                    <a:pt x="67196" y="69830"/>
                    <a:pt x="71558" y="78767"/>
                    <a:pt x="80276" y="81896"/>
                  </a:cubicBezTo>
                  <a:cubicBezTo>
                    <a:pt x="84638" y="83682"/>
                    <a:pt x="89482" y="83238"/>
                    <a:pt x="93839" y="81003"/>
                  </a:cubicBezTo>
                  <a:cubicBezTo>
                    <a:pt x="93839" y="81003"/>
                    <a:pt x="94326" y="81003"/>
                    <a:pt x="94326" y="81003"/>
                  </a:cubicBezTo>
                  <a:cubicBezTo>
                    <a:pt x="80276" y="115852"/>
                    <a:pt x="80276" y="115852"/>
                    <a:pt x="80276" y="115852"/>
                  </a:cubicBezTo>
                  <a:cubicBezTo>
                    <a:pt x="53151" y="122110"/>
                    <a:pt x="38131" y="119431"/>
                    <a:pt x="38131" y="119431"/>
                  </a:cubicBezTo>
                  <a:cubicBezTo>
                    <a:pt x="28442" y="118537"/>
                    <a:pt x="22146" y="108258"/>
                    <a:pt x="23598" y="101556"/>
                  </a:cubicBezTo>
                  <a:cubicBezTo>
                    <a:pt x="24568" y="94405"/>
                    <a:pt x="25056" y="91277"/>
                    <a:pt x="21176" y="88153"/>
                  </a:cubicBezTo>
                  <a:cubicBezTo>
                    <a:pt x="16820" y="85468"/>
                    <a:pt x="16820" y="81896"/>
                    <a:pt x="19242" y="80553"/>
                  </a:cubicBezTo>
                  <a:cubicBezTo>
                    <a:pt x="21176" y="79216"/>
                    <a:pt x="27960" y="76531"/>
                    <a:pt x="27960" y="76531"/>
                  </a:cubicBezTo>
                  <a:cubicBezTo>
                    <a:pt x="27960" y="76531"/>
                    <a:pt x="22634" y="73408"/>
                    <a:pt x="19724" y="72509"/>
                  </a:cubicBezTo>
                  <a:cubicBezTo>
                    <a:pt x="16820" y="71172"/>
                    <a:pt x="15367" y="66701"/>
                    <a:pt x="16820" y="64021"/>
                  </a:cubicBezTo>
                  <a:cubicBezTo>
                    <a:pt x="18754" y="61342"/>
                    <a:pt x="19242" y="54641"/>
                    <a:pt x="19242" y="54641"/>
                  </a:cubicBezTo>
                  <a:cubicBezTo>
                    <a:pt x="19242" y="54641"/>
                    <a:pt x="12458" y="51512"/>
                    <a:pt x="5191" y="47934"/>
                  </a:cubicBezTo>
                  <a:cubicBezTo>
                    <a:pt x="347" y="45703"/>
                    <a:pt x="-1104" y="42125"/>
                    <a:pt x="835" y="35873"/>
                  </a:cubicBezTo>
                  <a:cubicBezTo>
                    <a:pt x="49759" y="28273"/>
                    <a:pt x="49759" y="28273"/>
                    <a:pt x="49759" y="28273"/>
                  </a:cubicBezTo>
                  <a:cubicBezTo>
                    <a:pt x="51699" y="28273"/>
                    <a:pt x="53151" y="26487"/>
                    <a:pt x="52663" y="24257"/>
                  </a:cubicBezTo>
                  <a:cubicBezTo>
                    <a:pt x="52181" y="22465"/>
                    <a:pt x="51211" y="20678"/>
                    <a:pt x="49277" y="19785"/>
                  </a:cubicBezTo>
                  <a:cubicBezTo>
                    <a:pt x="46855" y="17999"/>
                    <a:pt x="44433" y="15763"/>
                    <a:pt x="43945" y="12191"/>
                  </a:cubicBezTo>
                  <a:cubicBezTo>
                    <a:pt x="42975" y="6382"/>
                    <a:pt x="47337" y="1018"/>
                    <a:pt x="53633" y="125"/>
                  </a:cubicBezTo>
                  <a:cubicBezTo>
                    <a:pt x="59929" y="-767"/>
                    <a:pt x="65744" y="3254"/>
                    <a:pt x="67196" y="9062"/>
                  </a:cubicBezTo>
                  <a:cubicBezTo>
                    <a:pt x="67683" y="12191"/>
                    <a:pt x="66714" y="15319"/>
                    <a:pt x="64291" y="17550"/>
                  </a:cubicBezTo>
                  <a:cubicBezTo>
                    <a:pt x="63321" y="18892"/>
                    <a:pt x="62352" y="21128"/>
                    <a:pt x="62839" y="22914"/>
                  </a:cubicBezTo>
                  <a:cubicBezTo>
                    <a:pt x="63321" y="24700"/>
                    <a:pt x="65261" y="26043"/>
                    <a:pt x="67196" y="25594"/>
                  </a:cubicBezTo>
                  <a:lnTo>
                    <a:pt x="120000" y="17550"/>
                  </a:lnTo>
                  <a:close/>
                </a:path>
              </a:pathLst>
            </a:custGeom>
            <a:solidFill>
              <a:schemeClr val="accent2">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4" name="Google Shape;214;p38"/>
            <p:cNvSpPr/>
            <p:nvPr/>
          </p:nvSpPr>
          <p:spPr>
            <a:xfrm>
              <a:off x="4531326" y="2943958"/>
              <a:ext cx="889743" cy="1000126"/>
            </a:xfrm>
            <a:custGeom>
              <a:avLst/>
              <a:gdLst/>
              <a:ahLst/>
              <a:cxnLst/>
              <a:rect l="l" t="t" r="r" b="b"/>
              <a:pathLst>
                <a:path w="120000" h="120000" extrusionOk="0">
                  <a:moveTo>
                    <a:pt x="120000" y="81905"/>
                  </a:moveTo>
                  <a:cubicBezTo>
                    <a:pt x="120000" y="94477"/>
                    <a:pt x="120000" y="109333"/>
                    <a:pt x="120000" y="109333"/>
                  </a:cubicBezTo>
                  <a:cubicBezTo>
                    <a:pt x="120000" y="109333"/>
                    <a:pt x="103297" y="120000"/>
                    <a:pt x="63049" y="120000"/>
                  </a:cubicBezTo>
                  <a:cubicBezTo>
                    <a:pt x="22794" y="120000"/>
                    <a:pt x="5666" y="109333"/>
                    <a:pt x="5666" y="109333"/>
                  </a:cubicBezTo>
                  <a:cubicBezTo>
                    <a:pt x="5666" y="91811"/>
                    <a:pt x="5666" y="91811"/>
                    <a:pt x="5666" y="91811"/>
                  </a:cubicBezTo>
                  <a:cubicBezTo>
                    <a:pt x="22368" y="52572"/>
                    <a:pt x="22368" y="52572"/>
                    <a:pt x="22368" y="52572"/>
                  </a:cubicBezTo>
                  <a:cubicBezTo>
                    <a:pt x="23226" y="51050"/>
                    <a:pt x="22368" y="49522"/>
                    <a:pt x="20225" y="48761"/>
                  </a:cubicBezTo>
                  <a:cubicBezTo>
                    <a:pt x="18514" y="48383"/>
                    <a:pt x="16803" y="48383"/>
                    <a:pt x="15086" y="49144"/>
                  </a:cubicBezTo>
                  <a:cubicBezTo>
                    <a:pt x="12516" y="50283"/>
                    <a:pt x="9520" y="50666"/>
                    <a:pt x="6524" y="49522"/>
                  </a:cubicBezTo>
                  <a:cubicBezTo>
                    <a:pt x="1385" y="48000"/>
                    <a:pt x="-1183" y="42666"/>
                    <a:pt x="527" y="37716"/>
                  </a:cubicBezTo>
                  <a:cubicBezTo>
                    <a:pt x="2670" y="33144"/>
                    <a:pt x="8662" y="30855"/>
                    <a:pt x="13801" y="32383"/>
                  </a:cubicBezTo>
                  <a:cubicBezTo>
                    <a:pt x="16803" y="33522"/>
                    <a:pt x="18940" y="35427"/>
                    <a:pt x="19798" y="37716"/>
                  </a:cubicBezTo>
                  <a:cubicBezTo>
                    <a:pt x="20657" y="39238"/>
                    <a:pt x="21942" y="40761"/>
                    <a:pt x="23653" y="41144"/>
                  </a:cubicBezTo>
                  <a:cubicBezTo>
                    <a:pt x="25364" y="41905"/>
                    <a:pt x="27507" y="41144"/>
                    <a:pt x="27933" y="39616"/>
                  </a:cubicBezTo>
                  <a:cubicBezTo>
                    <a:pt x="44636" y="0"/>
                    <a:pt x="44636" y="0"/>
                    <a:pt x="44636" y="0"/>
                  </a:cubicBezTo>
                  <a:cubicBezTo>
                    <a:pt x="73753" y="31616"/>
                    <a:pt x="73753" y="31616"/>
                    <a:pt x="73753" y="31616"/>
                  </a:cubicBezTo>
                  <a:cubicBezTo>
                    <a:pt x="73753" y="31616"/>
                    <a:pt x="73327" y="31616"/>
                    <a:pt x="73327" y="31616"/>
                  </a:cubicBezTo>
                  <a:cubicBezTo>
                    <a:pt x="69041" y="30855"/>
                    <a:pt x="64760" y="32000"/>
                    <a:pt x="61764" y="34283"/>
                  </a:cubicBezTo>
                  <a:cubicBezTo>
                    <a:pt x="55340" y="38855"/>
                    <a:pt x="54482" y="47238"/>
                    <a:pt x="59621" y="52950"/>
                  </a:cubicBezTo>
                  <a:cubicBezTo>
                    <a:pt x="64760" y="58666"/>
                    <a:pt x="74180" y="59427"/>
                    <a:pt x="80177" y="54855"/>
                  </a:cubicBezTo>
                  <a:cubicBezTo>
                    <a:pt x="83599" y="52188"/>
                    <a:pt x="85743" y="48761"/>
                    <a:pt x="85743" y="44950"/>
                  </a:cubicBezTo>
                  <a:cubicBezTo>
                    <a:pt x="85743" y="44950"/>
                    <a:pt x="85743" y="44572"/>
                    <a:pt x="85743" y="44572"/>
                  </a:cubicBezTo>
                  <a:lnTo>
                    <a:pt x="120000" y="81905"/>
                  </a:lnTo>
                  <a:close/>
                </a:path>
              </a:pathLst>
            </a:custGeom>
            <a:solidFill>
              <a:schemeClr val="accent2"/>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5" name="Google Shape;215;p38"/>
            <p:cNvSpPr/>
            <p:nvPr/>
          </p:nvSpPr>
          <p:spPr>
            <a:xfrm>
              <a:off x="4887669" y="2801083"/>
              <a:ext cx="755650" cy="771525"/>
            </a:xfrm>
            <a:custGeom>
              <a:avLst/>
              <a:gdLst/>
              <a:ahLst/>
              <a:cxnLst/>
              <a:rect l="l" t="t" r="r" b="b"/>
              <a:pathLst>
                <a:path w="120000" h="120000" extrusionOk="0">
                  <a:moveTo>
                    <a:pt x="120000" y="0"/>
                  </a:moveTo>
                  <a:cubicBezTo>
                    <a:pt x="113950" y="22716"/>
                    <a:pt x="102355" y="38022"/>
                    <a:pt x="96300" y="49877"/>
                  </a:cubicBezTo>
                  <a:cubicBezTo>
                    <a:pt x="87733" y="65677"/>
                    <a:pt x="84705" y="96294"/>
                    <a:pt x="84705" y="110122"/>
                  </a:cubicBezTo>
                  <a:cubicBezTo>
                    <a:pt x="84705" y="120000"/>
                    <a:pt x="84705" y="120000"/>
                    <a:pt x="84705" y="120000"/>
                  </a:cubicBezTo>
                  <a:cubicBezTo>
                    <a:pt x="47394" y="75555"/>
                    <a:pt x="47394" y="75555"/>
                    <a:pt x="47394" y="75555"/>
                  </a:cubicBezTo>
                  <a:cubicBezTo>
                    <a:pt x="45883" y="73577"/>
                    <a:pt x="43361" y="73577"/>
                    <a:pt x="41850" y="75061"/>
                  </a:cubicBezTo>
                  <a:cubicBezTo>
                    <a:pt x="39833" y="76050"/>
                    <a:pt x="38822" y="78022"/>
                    <a:pt x="38822" y="80494"/>
                  </a:cubicBezTo>
                  <a:cubicBezTo>
                    <a:pt x="38822" y="83455"/>
                    <a:pt x="37311" y="86911"/>
                    <a:pt x="34788" y="89383"/>
                  </a:cubicBezTo>
                  <a:cubicBezTo>
                    <a:pt x="29244" y="93333"/>
                    <a:pt x="21683" y="92344"/>
                    <a:pt x="17644" y="87405"/>
                  </a:cubicBezTo>
                  <a:cubicBezTo>
                    <a:pt x="13111" y="82466"/>
                    <a:pt x="14116" y="75061"/>
                    <a:pt x="19161" y="70616"/>
                  </a:cubicBezTo>
                  <a:cubicBezTo>
                    <a:pt x="22183" y="68644"/>
                    <a:pt x="25716" y="67655"/>
                    <a:pt x="28738" y="68150"/>
                  </a:cubicBezTo>
                  <a:cubicBezTo>
                    <a:pt x="31261" y="68644"/>
                    <a:pt x="33277" y="68150"/>
                    <a:pt x="34788" y="66666"/>
                  </a:cubicBezTo>
                  <a:cubicBezTo>
                    <a:pt x="36805" y="65183"/>
                    <a:pt x="36805" y="62716"/>
                    <a:pt x="35294" y="61233"/>
                  </a:cubicBezTo>
                  <a:cubicBezTo>
                    <a:pt x="0" y="18766"/>
                    <a:pt x="0" y="18766"/>
                    <a:pt x="0" y="18766"/>
                  </a:cubicBezTo>
                  <a:cubicBezTo>
                    <a:pt x="53444" y="10372"/>
                    <a:pt x="53444" y="10372"/>
                    <a:pt x="53444" y="10372"/>
                  </a:cubicBezTo>
                  <a:cubicBezTo>
                    <a:pt x="53444" y="10372"/>
                    <a:pt x="53444" y="10866"/>
                    <a:pt x="52938" y="10866"/>
                  </a:cubicBezTo>
                  <a:cubicBezTo>
                    <a:pt x="49916" y="14816"/>
                    <a:pt x="48405" y="19755"/>
                    <a:pt x="49411" y="24200"/>
                  </a:cubicBezTo>
                  <a:cubicBezTo>
                    <a:pt x="50922" y="33577"/>
                    <a:pt x="60000" y="40000"/>
                    <a:pt x="69577" y="38516"/>
                  </a:cubicBezTo>
                  <a:cubicBezTo>
                    <a:pt x="79161" y="37038"/>
                    <a:pt x="85211" y="28150"/>
                    <a:pt x="83700" y="18766"/>
                  </a:cubicBezTo>
                  <a:cubicBezTo>
                    <a:pt x="83194" y="13827"/>
                    <a:pt x="80166" y="9877"/>
                    <a:pt x="75627" y="7405"/>
                  </a:cubicBezTo>
                  <a:cubicBezTo>
                    <a:pt x="75627" y="6911"/>
                    <a:pt x="75627" y="6911"/>
                    <a:pt x="75627" y="6911"/>
                  </a:cubicBezTo>
                  <a:lnTo>
                    <a:pt x="120000" y="0"/>
                  </a:lnTo>
                  <a:close/>
                </a:path>
              </a:pathLst>
            </a:custGeom>
            <a:solidFill>
              <a:schemeClr val="accent2">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6" name="Google Shape;216;p38"/>
            <p:cNvSpPr/>
            <p:nvPr/>
          </p:nvSpPr>
          <p:spPr>
            <a:xfrm>
              <a:off x="4700216" y="4086828"/>
              <a:ext cx="595044" cy="181898"/>
            </a:xfrm>
            <a:custGeom>
              <a:avLst/>
              <a:gdLst/>
              <a:ahLst/>
              <a:cxnLst/>
              <a:rect l="l" t="t" r="r" b="b"/>
              <a:pathLst>
                <a:path w="120000" h="120000" extrusionOk="0">
                  <a:moveTo>
                    <a:pt x="115915" y="87"/>
                  </a:moveTo>
                  <a:cubicBezTo>
                    <a:pt x="115277" y="87"/>
                    <a:pt x="114632" y="87"/>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18938"/>
                    <a:pt x="1944" y="23127"/>
                  </a:cubicBezTo>
                  <a:cubicBezTo>
                    <a:pt x="47402" y="109003"/>
                    <a:pt x="47402" y="109003"/>
                    <a:pt x="47402" y="109003"/>
                  </a:cubicBezTo>
                  <a:cubicBezTo>
                    <a:pt x="55089" y="123665"/>
                    <a:pt x="64692" y="123665"/>
                    <a:pt x="73017" y="109003"/>
                  </a:cubicBezTo>
                  <a:cubicBezTo>
                    <a:pt x="117837" y="23127"/>
                    <a:pt x="117837" y="23127"/>
                    <a:pt x="117837" y="23127"/>
                  </a:cubicBezTo>
                  <a:cubicBezTo>
                    <a:pt x="119759" y="18938"/>
                    <a:pt x="120397" y="12654"/>
                    <a:pt x="119759" y="6370"/>
                  </a:cubicBezTo>
                  <a:cubicBezTo>
                    <a:pt x="118476" y="2181"/>
                    <a:pt x="117198" y="87"/>
                    <a:pt x="115915" y="87"/>
                  </a:cubicBezTo>
                  <a:close/>
                </a:path>
              </a:pathLst>
            </a:custGeom>
            <a:solidFill>
              <a:schemeClr val="accent2">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7" name="Google Shape;217;p38"/>
            <p:cNvSpPr/>
            <p:nvPr/>
          </p:nvSpPr>
          <p:spPr>
            <a:xfrm>
              <a:off x="4700216" y="4229703"/>
              <a:ext cx="595044" cy="181898"/>
            </a:xfrm>
            <a:custGeom>
              <a:avLst/>
              <a:gdLst/>
              <a:ahLst/>
              <a:cxnLst/>
              <a:rect l="l" t="t" r="r" b="b"/>
              <a:pathLst>
                <a:path w="120000" h="120000" extrusionOk="0">
                  <a:moveTo>
                    <a:pt x="115915" y="87"/>
                  </a:moveTo>
                  <a:cubicBezTo>
                    <a:pt x="115277" y="87"/>
                    <a:pt x="114632" y="2181"/>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21032"/>
                    <a:pt x="1944" y="25221"/>
                  </a:cubicBezTo>
                  <a:cubicBezTo>
                    <a:pt x="47402" y="109003"/>
                    <a:pt x="47402" y="109003"/>
                    <a:pt x="47402" y="109003"/>
                  </a:cubicBezTo>
                  <a:cubicBezTo>
                    <a:pt x="55089" y="123665"/>
                    <a:pt x="64692" y="123665"/>
                    <a:pt x="73017" y="109003"/>
                  </a:cubicBezTo>
                  <a:cubicBezTo>
                    <a:pt x="117837" y="25221"/>
                    <a:pt x="117837" y="25221"/>
                    <a:pt x="117837" y="25221"/>
                  </a:cubicBezTo>
                  <a:cubicBezTo>
                    <a:pt x="119759" y="21032"/>
                    <a:pt x="120397" y="12654"/>
                    <a:pt x="119759" y="6370"/>
                  </a:cubicBezTo>
                  <a:cubicBezTo>
                    <a:pt x="118476" y="2181"/>
                    <a:pt x="117198" y="87"/>
                    <a:pt x="115915" y="87"/>
                  </a:cubicBezTo>
                  <a:close/>
                </a:path>
              </a:pathLst>
            </a:custGeom>
            <a:solidFill>
              <a:schemeClr val="accent2">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8" name="Google Shape;218;p38"/>
            <p:cNvSpPr/>
            <p:nvPr/>
          </p:nvSpPr>
          <p:spPr>
            <a:xfrm>
              <a:off x="4700216" y="4374692"/>
              <a:ext cx="595044" cy="182960"/>
            </a:xfrm>
            <a:custGeom>
              <a:avLst/>
              <a:gdLst/>
              <a:ahLst/>
              <a:cxnLst/>
              <a:rect l="l" t="t" r="r" b="b"/>
              <a:pathLst>
                <a:path w="120000" h="120000" extrusionOk="0">
                  <a:moveTo>
                    <a:pt x="115915" y="780"/>
                  </a:moveTo>
                  <a:cubicBezTo>
                    <a:pt x="115277" y="780"/>
                    <a:pt x="114632" y="780"/>
                    <a:pt x="113994" y="780"/>
                  </a:cubicBezTo>
                  <a:cubicBezTo>
                    <a:pt x="69174" y="86160"/>
                    <a:pt x="69174" y="86160"/>
                    <a:pt x="69174" y="86160"/>
                  </a:cubicBezTo>
                  <a:cubicBezTo>
                    <a:pt x="63414" y="96572"/>
                    <a:pt x="56366" y="96572"/>
                    <a:pt x="51246" y="86160"/>
                  </a:cubicBezTo>
                  <a:cubicBezTo>
                    <a:pt x="5787" y="780"/>
                    <a:pt x="5787" y="780"/>
                    <a:pt x="5787" y="780"/>
                  </a:cubicBezTo>
                  <a:cubicBezTo>
                    <a:pt x="3865" y="-1301"/>
                    <a:pt x="1305" y="780"/>
                    <a:pt x="666" y="7028"/>
                  </a:cubicBezTo>
                  <a:cubicBezTo>
                    <a:pt x="-616" y="13275"/>
                    <a:pt x="22" y="19522"/>
                    <a:pt x="1944" y="23687"/>
                  </a:cubicBezTo>
                  <a:cubicBezTo>
                    <a:pt x="47402" y="109067"/>
                    <a:pt x="47402" y="109067"/>
                    <a:pt x="47402" y="109067"/>
                  </a:cubicBezTo>
                  <a:cubicBezTo>
                    <a:pt x="55089" y="123644"/>
                    <a:pt x="64692" y="123644"/>
                    <a:pt x="73017" y="109067"/>
                  </a:cubicBezTo>
                  <a:cubicBezTo>
                    <a:pt x="117837" y="23687"/>
                    <a:pt x="117837" y="23687"/>
                    <a:pt x="117837" y="23687"/>
                  </a:cubicBezTo>
                  <a:cubicBezTo>
                    <a:pt x="119759" y="19522"/>
                    <a:pt x="120397" y="13275"/>
                    <a:pt x="119759" y="7028"/>
                  </a:cubicBezTo>
                  <a:cubicBezTo>
                    <a:pt x="118476" y="2863"/>
                    <a:pt x="117198" y="780"/>
                    <a:pt x="115915" y="780"/>
                  </a:cubicBezTo>
                  <a:close/>
                </a:path>
              </a:pathLst>
            </a:custGeom>
            <a:solidFill>
              <a:schemeClr val="accent2">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19" name="Google Shape;219;p38"/>
          <p:cNvGrpSpPr/>
          <p:nvPr/>
        </p:nvGrpSpPr>
        <p:grpSpPr>
          <a:xfrm>
            <a:off x="6077203" y="1953702"/>
            <a:ext cx="1620896" cy="2603950"/>
            <a:chOff x="6077203" y="1953702"/>
            <a:chExt cx="1620896" cy="2603950"/>
          </a:xfrm>
        </p:grpSpPr>
        <p:sp>
          <p:nvSpPr>
            <p:cNvPr id="220" name="Google Shape;220;p38"/>
            <p:cNvSpPr/>
            <p:nvPr/>
          </p:nvSpPr>
          <p:spPr>
            <a:xfrm>
              <a:off x="6351344" y="1953702"/>
              <a:ext cx="873126" cy="923581"/>
            </a:xfrm>
            <a:custGeom>
              <a:avLst/>
              <a:gdLst/>
              <a:ahLst/>
              <a:cxnLst/>
              <a:rect l="l" t="t" r="r" b="b"/>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1" name="Google Shape;221;p38"/>
            <p:cNvSpPr/>
            <p:nvPr/>
          </p:nvSpPr>
          <p:spPr>
            <a:xfrm>
              <a:off x="6916495" y="1994632"/>
              <a:ext cx="781604" cy="1023235"/>
            </a:xfrm>
            <a:custGeom>
              <a:avLst/>
              <a:gdLst/>
              <a:ahLst/>
              <a:cxnLst/>
              <a:rect l="l" t="t" r="r" b="b"/>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2" name="Google Shape;222;p38"/>
            <p:cNvSpPr/>
            <p:nvPr/>
          </p:nvSpPr>
          <p:spPr>
            <a:xfrm>
              <a:off x="6100521" y="2254982"/>
              <a:ext cx="758825" cy="768350"/>
            </a:xfrm>
            <a:custGeom>
              <a:avLst/>
              <a:gdLst/>
              <a:ahLst/>
              <a:cxnLst/>
              <a:rect l="l" t="t" r="r" b="b"/>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3" name="Google Shape;223;p38"/>
            <p:cNvSpPr/>
            <p:nvPr/>
          </p:nvSpPr>
          <p:spPr>
            <a:xfrm>
              <a:off x="6077203" y="2806550"/>
              <a:ext cx="788493" cy="852667"/>
            </a:xfrm>
            <a:custGeom>
              <a:avLst/>
              <a:gdLst/>
              <a:ahLst/>
              <a:cxnLst/>
              <a:rect l="l" t="t" r="r" b="b"/>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4" name="Google Shape;224;p38"/>
            <p:cNvSpPr/>
            <p:nvPr/>
          </p:nvSpPr>
          <p:spPr>
            <a:xfrm>
              <a:off x="6565236" y="2943958"/>
              <a:ext cx="891009" cy="1000126"/>
            </a:xfrm>
            <a:custGeom>
              <a:avLst/>
              <a:gdLst/>
              <a:ahLst/>
              <a:cxnLst/>
              <a:rect l="l" t="t" r="r" b="b"/>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5" name="Google Shape;225;p38"/>
            <p:cNvSpPr/>
            <p:nvPr/>
          </p:nvSpPr>
          <p:spPr>
            <a:xfrm>
              <a:off x="6922846" y="2801083"/>
              <a:ext cx="752476" cy="771525"/>
            </a:xfrm>
            <a:custGeom>
              <a:avLst/>
              <a:gdLst/>
              <a:ahLst/>
              <a:cxnLst/>
              <a:rect l="l" t="t" r="r" b="b"/>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6" name="Google Shape;226;p38"/>
            <p:cNvSpPr/>
            <p:nvPr/>
          </p:nvSpPr>
          <p:spPr>
            <a:xfrm>
              <a:off x="6734329" y="4086828"/>
              <a:ext cx="595044" cy="181898"/>
            </a:xfrm>
            <a:custGeom>
              <a:avLst/>
              <a:gdLst/>
              <a:ahLst/>
              <a:cxnLst/>
              <a:rect l="l" t="t" r="r" b="b"/>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7" name="Google Shape;227;p38"/>
            <p:cNvSpPr/>
            <p:nvPr/>
          </p:nvSpPr>
          <p:spPr>
            <a:xfrm>
              <a:off x="6734329" y="4229703"/>
              <a:ext cx="595044" cy="181898"/>
            </a:xfrm>
            <a:custGeom>
              <a:avLst/>
              <a:gdLst/>
              <a:ahLst/>
              <a:cxnLst/>
              <a:rect l="l" t="t" r="r" b="b"/>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8" name="Google Shape;228;p38"/>
            <p:cNvSpPr/>
            <p:nvPr/>
          </p:nvSpPr>
          <p:spPr>
            <a:xfrm>
              <a:off x="6734329" y="4374692"/>
              <a:ext cx="595044" cy="182960"/>
            </a:xfrm>
            <a:custGeom>
              <a:avLst/>
              <a:gdLst/>
              <a:ahLst/>
              <a:cxnLst/>
              <a:rect l="l" t="t" r="r" b="b"/>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29" name="Google Shape;229;p38"/>
          <p:cNvGrpSpPr/>
          <p:nvPr/>
        </p:nvGrpSpPr>
        <p:grpSpPr>
          <a:xfrm>
            <a:off x="8112261" y="1953702"/>
            <a:ext cx="1616845" cy="2603950"/>
            <a:chOff x="8112261" y="1953702"/>
            <a:chExt cx="1616845" cy="2603950"/>
          </a:xfrm>
        </p:grpSpPr>
        <p:sp>
          <p:nvSpPr>
            <p:cNvPr id="230" name="Google Shape;230;p38"/>
            <p:cNvSpPr/>
            <p:nvPr/>
          </p:nvSpPr>
          <p:spPr>
            <a:xfrm>
              <a:off x="8384932" y="1953702"/>
              <a:ext cx="869950" cy="923581"/>
            </a:xfrm>
            <a:custGeom>
              <a:avLst/>
              <a:gdLst/>
              <a:ahLst/>
              <a:cxnLst/>
              <a:rect l="l" t="t" r="r" b="b"/>
              <a:pathLst>
                <a:path w="120000" h="120000" extrusionOk="0">
                  <a:moveTo>
                    <a:pt x="118690" y="79161"/>
                  </a:moveTo>
                  <a:cubicBezTo>
                    <a:pt x="116496" y="84525"/>
                    <a:pt x="110368" y="86995"/>
                    <a:pt x="105114" y="84933"/>
                  </a:cubicBezTo>
                  <a:cubicBezTo>
                    <a:pt x="102047" y="84112"/>
                    <a:pt x="99853"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534" y="71320"/>
                  </a:cubicBezTo>
                  <a:cubicBezTo>
                    <a:pt x="31534" y="71734"/>
                    <a:pt x="31534" y="71734"/>
                    <a:pt x="31534" y="71734"/>
                  </a:cubicBezTo>
                  <a:cubicBezTo>
                    <a:pt x="0" y="35433"/>
                    <a:pt x="0" y="35433"/>
                    <a:pt x="0" y="35433"/>
                  </a:cubicBezTo>
                  <a:cubicBezTo>
                    <a:pt x="7006" y="26357"/>
                    <a:pt x="14891"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047" y="68023"/>
                    <a:pt x="103798" y="67196"/>
                  </a:cubicBezTo>
                  <a:cubicBezTo>
                    <a:pt x="106423" y="65548"/>
                    <a:pt x="109490" y="65548"/>
                    <a:pt x="112557" y="66369"/>
                  </a:cubicBezTo>
                  <a:cubicBezTo>
                    <a:pt x="117811" y="68437"/>
                    <a:pt x="120878" y="74209"/>
                    <a:pt x="118690"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1" name="Google Shape;231;p38"/>
            <p:cNvSpPr/>
            <p:nvPr/>
          </p:nvSpPr>
          <p:spPr>
            <a:xfrm>
              <a:off x="8950082" y="1994632"/>
              <a:ext cx="779024" cy="1023235"/>
            </a:xfrm>
            <a:custGeom>
              <a:avLst/>
              <a:gdLst/>
              <a:ahLst/>
              <a:cxnLst/>
              <a:rect l="l" t="t" r="r" b="b"/>
              <a:pathLst>
                <a:path w="120000" h="120000" extrusionOk="0">
                  <a:moveTo>
                    <a:pt x="119825" y="76334"/>
                  </a:moveTo>
                  <a:cubicBezTo>
                    <a:pt x="119825" y="81171"/>
                    <a:pt x="119337" y="86013"/>
                    <a:pt x="117866" y="90107"/>
                  </a:cubicBezTo>
                  <a:cubicBezTo>
                    <a:pt x="71404" y="96067"/>
                    <a:pt x="71404" y="96067"/>
                    <a:pt x="71404" y="96067"/>
                  </a:cubicBezTo>
                  <a:cubicBezTo>
                    <a:pt x="68962" y="96441"/>
                    <a:pt x="67490" y="97926"/>
                    <a:pt x="67979" y="99418"/>
                  </a:cubicBezTo>
                  <a:cubicBezTo>
                    <a:pt x="68473" y="101278"/>
                    <a:pt x="69450" y="102395"/>
                    <a:pt x="71404" y="103512"/>
                  </a:cubicBezTo>
                  <a:cubicBezTo>
                    <a:pt x="74341" y="104629"/>
                    <a:pt x="76295" y="106863"/>
                    <a:pt x="76784" y="109471"/>
                  </a:cubicBezTo>
                  <a:cubicBezTo>
                    <a:pt x="77761" y="114314"/>
                    <a:pt x="73364" y="118782"/>
                    <a:pt x="67002" y="119899"/>
                  </a:cubicBezTo>
                  <a:cubicBezTo>
                    <a:pt x="60645" y="120642"/>
                    <a:pt x="54777" y="117291"/>
                    <a:pt x="53800" y="112448"/>
                  </a:cubicBezTo>
                  <a:cubicBezTo>
                    <a:pt x="53312" y="109845"/>
                    <a:pt x="54289" y="107237"/>
                    <a:pt x="56243" y="105377"/>
                  </a:cubicBezTo>
                  <a:cubicBezTo>
                    <a:pt x="57708" y="103886"/>
                    <a:pt x="58203" y="102395"/>
                    <a:pt x="57708" y="100909"/>
                  </a:cubicBezTo>
                  <a:cubicBezTo>
                    <a:pt x="57220" y="99043"/>
                    <a:pt x="55266" y="98301"/>
                    <a:pt x="53312" y="98301"/>
                  </a:cubicBezTo>
                  <a:cubicBezTo>
                    <a:pt x="53312" y="98301"/>
                    <a:pt x="53312" y="98301"/>
                    <a:pt x="53312" y="98301"/>
                  </a:cubicBezTo>
                  <a:cubicBezTo>
                    <a:pt x="0" y="105003"/>
                    <a:pt x="0" y="105003"/>
                    <a:pt x="0" y="105003"/>
                  </a:cubicBezTo>
                  <a:cubicBezTo>
                    <a:pt x="18586" y="67766"/>
                    <a:pt x="18586" y="67766"/>
                    <a:pt x="18586" y="67766"/>
                  </a:cubicBezTo>
                  <a:cubicBezTo>
                    <a:pt x="18586" y="67766"/>
                    <a:pt x="18586" y="68140"/>
                    <a:pt x="18586" y="68140"/>
                  </a:cubicBezTo>
                  <a:cubicBezTo>
                    <a:pt x="20540" y="71491"/>
                    <a:pt x="23966" y="74100"/>
                    <a:pt x="28368" y="75585"/>
                  </a:cubicBezTo>
                  <a:cubicBezTo>
                    <a:pt x="37167" y="78194"/>
                    <a:pt x="46949" y="74842"/>
                    <a:pt x="50375" y="68140"/>
                  </a:cubicBezTo>
                  <a:cubicBezTo>
                    <a:pt x="53800" y="61438"/>
                    <a:pt x="49398" y="53993"/>
                    <a:pt x="40593" y="51384"/>
                  </a:cubicBezTo>
                  <a:cubicBezTo>
                    <a:pt x="35702" y="50267"/>
                    <a:pt x="30811" y="50641"/>
                    <a:pt x="26408" y="52127"/>
                  </a:cubicBezTo>
                  <a:cubicBezTo>
                    <a:pt x="26408" y="52127"/>
                    <a:pt x="26408" y="52127"/>
                    <a:pt x="25920" y="52501"/>
                  </a:cubicBezTo>
                  <a:cubicBezTo>
                    <a:pt x="51840" y="0"/>
                    <a:pt x="51840" y="0"/>
                    <a:pt x="51840" y="0"/>
                  </a:cubicBezTo>
                  <a:cubicBezTo>
                    <a:pt x="57708" y="1491"/>
                    <a:pt x="63088" y="2976"/>
                    <a:pt x="67979" y="5211"/>
                  </a:cubicBezTo>
                  <a:cubicBezTo>
                    <a:pt x="114446" y="23458"/>
                    <a:pt x="121291" y="48776"/>
                    <a:pt x="119825"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2" name="Google Shape;232;p38"/>
            <p:cNvSpPr/>
            <p:nvPr/>
          </p:nvSpPr>
          <p:spPr>
            <a:xfrm>
              <a:off x="8135695" y="2254982"/>
              <a:ext cx="757239"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166" y="110083"/>
                    <a:pt x="44688" y="112561"/>
                  </a:cubicBezTo>
                  <a:cubicBezTo>
                    <a:pt x="44688" y="112561"/>
                    <a:pt x="446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105" y="80333"/>
                    <a:pt x="25605" y="76861"/>
                    <a:pt x="24600" y="73883"/>
                  </a:cubicBezTo>
                  <a:cubicBezTo>
                    <a:pt x="15566" y="44133"/>
                    <a:pt x="24100" y="18844"/>
                    <a:pt x="36650" y="0"/>
                  </a:cubicBezTo>
                  <a:cubicBezTo>
                    <a:pt x="72805" y="44133"/>
                    <a:pt x="72805" y="44133"/>
                    <a:pt x="72805" y="44133"/>
                  </a:cubicBezTo>
                  <a:cubicBezTo>
                    <a:pt x="74311" y="45622"/>
                    <a:pt x="76822" y="46116"/>
                    <a:pt x="78327" y="44627"/>
                  </a:cubicBezTo>
                  <a:cubicBezTo>
                    <a:pt x="80333" y="43138"/>
                    <a:pt x="81338" y="41155"/>
                    <a:pt x="81338" y="39172"/>
                  </a:cubicBezTo>
                  <a:cubicBezTo>
                    <a:pt x="81338" y="35700"/>
                    <a:pt x="82844" y="32727"/>
                    <a:pt x="85855" y="30250"/>
                  </a:cubicBezTo>
                  <a:cubicBezTo>
                    <a:pt x="90877" y="26283"/>
                    <a:pt x="98411" y="26777"/>
                    <a:pt x="1024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67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3" name="Google Shape;233;p38"/>
            <p:cNvSpPr/>
            <p:nvPr/>
          </p:nvSpPr>
          <p:spPr>
            <a:xfrm>
              <a:off x="8112261" y="2806550"/>
              <a:ext cx="787021" cy="852667"/>
            </a:xfrm>
            <a:custGeom>
              <a:avLst/>
              <a:gdLst/>
              <a:ahLst/>
              <a:cxnLst/>
              <a:rect l="l" t="t" r="r" b="b"/>
              <a:pathLst>
                <a:path w="120000" h="120000" extrusionOk="0">
                  <a:moveTo>
                    <a:pt x="120000" y="17550"/>
                  </a:moveTo>
                  <a:cubicBezTo>
                    <a:pt x="101641" y="62235"/>
                    <a:pt x="101641" y="62235"/>
                    <a:pt x="101641" y="62235"/>
                  </a:cubicBezTo>
                  <a:cubicBezTo>
                    <a:pt x="101641" y="62235"/>
                    <a:pt x="101158" y="62235"/>
                    <a:pt x="101158" y="62235"/>
                  </a:cubicBezTo>
                  <a:cubicBezTo>
                    <a:pt x="99709" y="57764"/>
                    <a:pt x="96324" y="54641"/>
                    <a:pt x="91496" y="52849"/>
                  </a:cubicBezTo>
                  <a:cubicBezTo>
                    <a:pt x="82799" y="50169"/>
                    <a:pt x="73137"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4820" y="91277"/>
                    <a:pt x="20958" y="88153"/>
                  </a:cubicBezTo>
                  <a:cubicBezTo>
                    <a:pt x="17089" y="85468"/>
                    <a:pt x="17089" y="81896"/>
                    <a:pt x="19021" y="80553"/>
                  </a:cubicBezTo>
                  <a:cubicBezTo>
                    <a:pt x="20958" y="79216"/>
                    <a:pt x="27717" y="76531"/>
                    <a:pt x="27717" y="76531"/>
                  </a:cubicBezTo>
                  <a:cubicBezTo>
                    <a:pt x="27717" y="76531"/>
                    <a:pt x="22406" y="73408"/>
                    <a:pt x="19986" y="72509"/>
                  </a:cubicBezTo>
                  <a:cubicBezTo>
                    <a:pt x="17089" y="71172"/>
                    <a:pt x="15158"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358"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6855"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4" name="Google Shape;234;p38"/>
            <p:cNvSpPr/>
            <p:nvPr/>
          </p:nvSpPr>
          <p:spPr>
            <a:xfrm>
              <a:off x="8598436"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468" y="109333"/>
                    <a:pt x="5468" y="109333"/>
                  </a:cubicBezTo>
                  <a:cubicBezTo>
                    <a:pt x="5468" y="91811"/>
                    <a:pt x="5468" y="91811"/>
                    <a:pt x="5468" y="91811"/>
                  </a:cubicBezTo>
                  <a:cubicBezTo>
                    <a:pt x="22199" y="52572"/>
                    <a:pt x="22199" y="52572"/>
                    <a:pt x="22199" y="52572"/>
                  </a:cubicBezTo>
                  <a:cubicBezTo>
                    <a:pt x="23059" y="51050"/>
                    <a:pt x="22199" y="49522"/>
                    <a:pt x="20485" y="48761"/>
                  </a:cubicBezTo>
                  <a:cubicBezTo>
                    <a:pt x="18765" y="48383"/>
                    <a:pt x="16624" y="48383"/>
                    <a:pt x="14904" y="49144"/>
                  </a:cubicBezTo>
                  <a:cubicBezTo>
                    <a:pt x="12330" y="50283"/>
                    <a:pt x="9329" y="50666"/>
                    <a:pt x="6755" y="49522"/>
                  </a:cubicBezTo>
                  <a:cubicBezTo>
                    <a:pt x="1180" y="48000"/>
                    <a:pt x="-1393" y="42666"/>
                    <a:pt x="753" y="37716"/>
                  </a:cubicBezTo>
                  <a:cubicBezTo>
                    <a:pt x="2467" y="33144"/>
                    <a:pt x="8469" y="30855"/>
                    <a:pt x="13617" y="32383"/>
                  </a:cubicBezTo>
                  <a:cubicBezTo>
                    <a:pt x="16624" y="33522"/>
                    <a:pt x="18765" y="35427"/>
                    <a:pt x="19625" y="37716"/>
                  </a:cubicBezTo>
                  <a:cubicBezTo>
                    <a:pt x="20485" y="39238"/>
                    <a:pt x="21772" y="40761"/>
                    <a:pt x="23486" y="41144"/>
                  </a:cubicBezTo>
                  <a:cubicBezTo>
                    <a:pt x="25200" y="41905"/>
                    <a:pt x="27347" y="41144"/>
                    <a:pt x="27774" y="39616"/>
                  </a:cubicBezTo>
                  <a:cubicBezTo>
                    <a:pt x="44505" y="0"/>
                    <a:pt x="44505" y="0"/>
                    <a:pt x="44505" y="0"/>
                  </a:cubicBezTo>
                  <a:cubicBezTo>
                    <a:pt x="73673" y="31616"/>
                    <a:pt x="73673" y="31616"/>
                    <a:pt x="73673" y="31616"/>
                  </a:cubicBezTo>
                  <a:cubicBezTo>
                    <a:pt x="73673" y="31616"/>
                    <a:pt x="73673" y="31616"/>
                    <a:pt x="73246" y="31616"/>
                  </a:cubicBezTo>
                  <a:cubicBezTo>
                    <a:pt x="69385" y="30855"/>
                    <a:pt x="64664"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5" name="Google Shape;235;p38"/>
            <p:cNvSpPr/>
            <p:nvPr/>
          </p:nvSpPr>
          <p:spPr>
            <a:xfrm>
              <a:off x="8956432"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5572" y="73577"/>
                    <a:pt x="43544" y="73577"/>
                    <a:pt x="41516" y="75061"/>
                  </a:cubicBezTo>
                  <a:cubicBezTo>
                    <a:pt x="40000" y="76050"/>
                    <a:pt x="38988" y="78022"/>
                    <a:pt x="38988" y="80494"/>
                  </a:cubicBezTo>
                  <a:cubicBezTo>
                    <a:pt x="38483" y="83455"/>
                    <a:pt x="36961" y="86911"/>
                    <a:pt x="34427" y="89383"/>
                  </a:cubicBezTo>
                  <a:cubicBezTo>
                    <a:pt x="29366" y="93333"/>
                    <a:pt x="21772" y="92344"/>
                    <a:pt x="17216" y="87405"/>
                  </a:cubicBezTo>
                  <a:cubicBezTo>
                    <a:pt x="13166" y="82466"/>
                    <a:pt x="13672" y="75061"/>
                    <a:pt x="18733" y="70616"/>
                  </a:cubicBezTo>
                  <a:cubicBezTo>
                    <a:pt x="21772" y="68644"/>
                    <a:pt x="25316" y="67655"/>
                    <a:pt x="28861" y="68150"/>
                  </a:cubicBezTo>
                  <a:cubicBezTo>
                    <a:pt x="30883" y="68644"/>
                    <a:pt x="32911" y="68150"/>
                    <a:pt x="34938" y="66666"/>
                  </a:cubicBezTo>
                  <a:cubicBezTo>
                    <a:pt x="36455" y="65183"/>
                    <a:pt x="36455" y="62716"/>
                    <a:pt x="35444" y="61233"/>
                  </a:cubicBezTo>
                  <a:cubicBezTo>
                    <a:pt x="0" y="18766"/>
                    <a:pt x="0" y="18766"/>
                    <a:pt x="0" y="18766"/>
                  </a:cubicBezTo>
                  <a:cubicBezTo>
                    <a:pt x="53166" y="10372"/>
                    <a:pt x="53166" y="10372"/>
                    <a:pt x="53166" y="10372"/>
                  </a:cubicBezTo>
                  <a:cubicBezTo>
                    <a:pt x="53166" y="10372"/>
                    <a:pt x="53166" y="10866"/>
                    <a:pt x="53166" y="10866"/>
                  </a:cubicBezTo>
                  <a:cubicBezTo>
                    <a:pt x="49622" y="14816"/>
                    <a:pt x="48605" y="19755"/>
                    <a:pt x="49116" y="24200"/>
                  </a:cubicBezTo>
                  <a:cubicBezTo>
                    <a:pt x="50633"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6" name="Google Shape;236;p38"/>
            <p:cNvSpPr/>
            <p:nvPr/>
          </p:nvSpPr>
          <p:spPr>
            <a:xfrm>
              <a:off x="8765803" y="4086828"/>
              <a:ext cx="595100" cy="181898"/>
            </a:xfrm>
            <a:custGeom>
              <a:avLst/>
              <a:gdLst/>
              <a:ahLst/>
              <a:cxnLst/>
              <a:rect l="l" t="t" r="r" b="b"/>
              <a:pathLst>
                <a:path w="120000" h="120000" extrusionOk="0">
                  <a:moveTo>
                    <a:pt x="116543" y="87"/>
                  </a:moveTo>
                  <a:cubicBezTo>
                    <a:pt x="115904" y="87"/>
                    <a:pt x="115266" y="87"/>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18938"/>
                    <a:pt x="1943" y="23127"/>
                  </a:cubicBezTo>
                  <a:cubicBezTo>
                    <a:pt x="47398" y="109003"/>
                    <a:pt x="47398" y="109003"/>
                    <a:pt x="47398" y="109003"/>
                  </a:cubicBezTo>
                  <a:cubicBezTo>
                    <a:pt x="55084" y="123665"/>
                    <a:pt x="65324" y="123665"/>
                    <a:pt x="73010" y="109003"/>
                  </a:cubicBezTo>
                  <a:cubicBezTo>
                    <a:pt x="118465" y="23127"/>
                    <a:pt x="118465" y="23127"/>
                    <a:pt x="118465" y="23127"/>
                  </a:cubicBezTo>
                  <a:cubicBezTo>
                    <a:pt x="119747" y="18938"/>
                    <a:pt x="120386" y="12654"/>
                    <a:pt x="119747" y="6370"/>
                  </a:cubicBezTo>
                  <a:cubicBezTo>
                    <a:pt x="119103" y="2181"/>
                    <a:pt x="117826" y="87"/>
                    <a:pt x="116543"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7" name="Google Shape;237;p38"/>
            <p:cNvSpPr/>
            <p:nvPr/>
          </p:nvSpPr>
          <p:spPr>
            <a:xfrm>
              <a:off x="8765803" y="4229703"/>
              <a:ext cx="595100" cy="181898"/>
            </a:xfrm>
            <a:custGeom>
              <a:avLst/>
              <a:gdLst/>
              <a:ahLst/>
              <a:cxnLst/>
              <a:rect l="l" t="t" r="r" b="b"/>
              <a:pathLst>
                <a:path w="120000" h="120000" extrusionOk="0">
                  <a:moveTo>
                    <a:pt x="116543" y="87"/>
                  </a:moveTo>
                  <a:cubicBezTo>
                    <a:pt x="115904" y="87"/>
                    <a:pt x="115266" y="2181"/>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21032"/>
                    <a:pt x="1943" y="25221"/>
                  </a:cubicBezTo>
                  <a:cubicBezTo>
                    <a:pt x="47398" y="109003"/>
                    <a:pt x="47398" y="109003"/>
                    <a:pt x="47398" y="109003"/>
                  </a:cubicBezTo>
                  <a:cubicBezTo>
                    <a:pt x="55084" y="123665"/>
                    <a:pt x="65324" y="123665"/>
                    <a:pt x="73010" y="109003"/>
                  </a:cubicBezTo>
                  <a:cubicBezTo>
                    <a:pt x="118465" y="25221"/>
                    <a:pt x="118465" y="25221"/>
                    <a:pt x="118465" y="25221"/>
                  </a:cubicBezTo>
                  <a:cubicBezTo>
                    <a:pt x="119747" y="21032"/>
                    <a:pt x="120386" y="12654"/>
                    <a:pt x="119747" y="6370"/>
                  </a:cubicBezTo>
                  <a:cubicBezTo>
                    <a:pt x="119103" y="2181"/>
                    <a:pt x="117826" y="87"/>
                    <a:pt x="116543"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8" name="Google Shape;238;p38"/>
            <p:cNvSpPr/>
            <p:nvPr/>
          </p:nvSpPr>
          <p:spPr>
            <a:xfrm>
              <a:off x="8765803" y="4374692"/>
              <a:ext cx="595100" cy="182960"/>
            </a:xfrm>
            <a:custGeom>
              <a:avLst/>
              <a:gdLst/>
              <a:ahLst/>
              <a:cxnLst/>
              <a:rect l="l" t="t" r="r" b="b"/>
              <a:pathLst>
                <a:path w="120000" h="120000" extrusionOk="0">
                  <a:moveTo>
                    <a:pt x="116543" y="780"/>
                  </a:moveTo>
                  <a:cubicBezTo>
                    <a:pt x="115904" y="780"/>
                    <a:pt x="115266" y="780"/>
                    <a:pt x="114622" y="780"/>
                  </a:cubicBezTo>
                  <a:cubicBezTo>
                    <a:pt x="69167" y="86160"/>
                    <a:pt x="69167" y="86160"/>
                    <a:pt x="69167" y="86160"/>
                  </a:cubicBezTo>
                  <a:cubicBezTo>
                    <a:pt x="63408" y="96572"/>
                    <a:pt x="57005" y="96572"/>
                    <a:pt x="51241" y="86160"/>
                  </a:cubicBezTo>
                  <a:cubicBezTo>
                    <a:pt x="5786" y="780"/>
                    <a:pt x="5786" y="780"/>
                    <a:pt x="5786" y="780"/>
                  </a:cubicBezTo>
                  <a:cubicBezTo>
                    <a:pt x="3865" y="-1301"/>
                    <a:pt x="1943" y="780"/>
                    <a:pt x="666" y="7028"/>
                  </a:cubicBezTo>
                  <a:cubicBezTo>
                    <a:pt x="-616" y="13275"/>
                    <a:pt x="22" y="19522"/>
                    <a:pt x="1943" y="23687"/>
                  </a:cubicBezTo>
                  <a:cubicBezTo>
                    <a:pt x="47398" y="109067"/>
                    <a:pt x="47398" y="109067"/>
                    <a:pt x="47398" y="109067"/>
                  </a:cubicBezTo>
                  <a:cubicBezTo>
                    <a:pt x="55084" y="123644"/>
                    <a:pt x="65324" y="123644"/>
                    <a:pt x="73010" y="109067"/>
                  </a:cubicBezTo>
                  <a:cubicBezTo>
                    <a:pt x="118465" y="23687"/>
                    <a:pt x="118465" y="23687"/>
                    <a:pt x="118465" y="23687"/>
                  </a:cubicBezTo>
                  <a:cubicBezTo>
                    <a:pt x="119747" y="19522"/>
                    <a:pt x="120386" y="13275"/>
                    <a:pt x="119747" y="7028"/>
                  </a:cubicBezTo>
                  <a:cubicBezTo>
                    <a:pt x="119103" y="2863"/>
                    <a:pt x="117826" y="780"/>
                    <a:pt x="116543"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39" name="Google Shape;239;p38"/>
          <p:cNvSpPr/>
          <p:nvPr/>
        </p:nvSpPr>
        <p:spPr>
          <a:xfrm>
            <a:off x="2793757" y="148172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0" name="Google Shape;240;p38"/>
          <p:cNvSpPr/>
          <p:nvPr/>
        </p:nvSpPr>
        <p:spPr>
          <a:xfrm>
            <a:off x="8839591" y="1479433"/>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1" name="Google Shape;241;p38"/>
          <p:cNvSpPr/>
          <p:nvPr/>
        </p:nvSpPr>
        <p:spPr>
          <a:xfrm>
            <a:off x="4827345" y="146327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2" name="Google Shape;242;p38"/>
          <p:cNvSpPr/>
          <p:nvPr/>
        </p:nvSpPr>
        <p:spPr>
          <a:xfrm>
            <a:off x="6734329" y="1506111"/>
            <a:ext cx="279327" cy="253943"/>
          </a:xfrm>
          <a:custGeom>
            <a:avLst/>
            <a:gdLst/>
            <a:ahLst/>
            <a:cxnLst/>
            <a:rect l="l" t="t" r="r" b="b"/>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3" name="Google Shape;243;p38"/>
          <p:cNvSpPr txBox="1">
            <a:spLocks noGrp="1"/>
          </p:cNvSpPr>
          <p:nvPr>
            <p:ph type="body" idx="2"/>
          </p:nvPr>
        </p:nvSpPr>
        <p:spPr>
          <a:xfrm>
            <a:off x="2120685"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4" name="Google Shape;244;p38"/>
          <p:cNvSpPr txBox="1">
            <a:spLocks noGrp="1"/>
          </p:cNvSpPr>
          <p:nvPr>
            <p:ph type="body" idx="3"/>
          </p:nvPr>
        </p:nvSpPr>
        <p:spPr>
          <a:xfrm>
            <a:off x="2130741"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5" name="Google Shape;245;p38"/>
          <p:cNvSpPr txBox="1">
            <a:spLocks noGrp="1"/>
          </p:cNvSpPr>
          <p:nvPr>
            <p:ph type="body" idx="4"/>
          </p:nvPr>
        </p:nvSpPr>
        <p:spPr>
          <a:xfrm>
            <a:off x="4230092"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6" name="Google Shape;246;p38"/>
          <p:cNvSpPr txBox="1">
            <a:spLocks noGrp="1"/>
          </p:cNvSpPr>
          <p:nvPr>
            <p:ph type="body" idx="5"/>
          </p:nvPr>
        </p:nvSpPr>
        <p:spPr>
          <a:xfrm>
            <a:off x="4240148"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7" name="Google Shape;247;p38"/>
          <p:cNvSpPr txBox="1">
            <a:spLocks noGrp="1"/>
          </p:cNvSpPr>
          <p:nvPr>
            <p:ph type="body" idx="6"/>
          </p:nvPr>
        </p:nvSpPr>
        <p:spPr>
          <a:xfrm>
            <a:off x="6329442"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8" name="Google Shape;248;p38"/>
          <p:cNvSpPr txBox="1">
            <a:spLocks noGrp="1"/>
          </p:cNvSpPr>
          <p:nvPr>
            <p:ph type="body" idx="7"/>
          </p:nvPr>
        </p:nvSpPr>
        <p:spPr>
          <a:xfrm>
            <a:off x="6339498"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9" name="Google Shape;249;p38"/>
          <p:cNvSpPr txBox="1">
            <a:spLocks noGrp="1"/>
          </p:cNvSpPr>
          <p:nvPr>
            <p:ph type="body" idx="8"/>
          </p:nvPr>
        </p:nvSpPr>
        <p:spPr>
          <a:xfrm>
            <a:off x="8374876"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50" name="Google Shape;250;p38"/>
          <p:cNvSpPr txBox="1">
            <a:spLocks noGrp="1"/>
          </p:cNvSpPr>
          <p:nvPr>
            <p:ph type="body" idx="9"/>
          </p:nvPr>
        </p:nvSpPr>
        <p:spPr>
          <a:xfrm>
            <a:off x="8384932"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rained-Infographic">
  <p:cSld name="1_Brained-Infographic">
    <p:spTree>
      <p:nvGrpSpPr>
        <p:cNvPr id="1" name="Shape 251"/>
        <p:cNvGrpSpPr/>
        <p:nvPr/>
      </p:nvGrpSpPr>
      <p:grpSpPr>
        <a:xfrm>
          <a:off x="0" y="0"/>
          <a:ext cx="0" cy="0"/>
          <a:chOff x="0" y="0"/>
          <a:chExt cx="0" cy="0"/>
        </a:xfrm>
      </p:grpSpPr>
      <p:sp>
        <p:nvSpPr>
          <p:cNvPr id="252" name="Google Shape;252;p3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3" name="Google Shape;253;p39"/>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54" name="Google Shape;254;p39"/>
          <p:cNvGrpSpPr/>
          <p:nvPr/>
        </p:nvGrpSpPr>
        <p:grpSpPr>
          <a:xfrm>
            <a:off x="1398771" y="1953702"/>
            <a:ext cx="1620994" cy="2603950"/>
            <a:chOff x="2011515" y="1953702"/>
            <a:chExt cx="1620994" cy="2603950"/>
          </a:xfrm>
        </p:grpSpPr>
        <p:sp>
          <p:nvSpPr>
            <p:cNvPr id="255" name="Google Shape;255;p39"/>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6" name="Google Shape;256;p39"/>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7" name="Google Shape;257;p39"/>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8" name="Google Shape;258;p39"/>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39"/>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39"/>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39"/>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2" name="Google Shape;262;p39"/>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3" name="Google Shape;263;p39"/>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64" name="Google Shape;264;p39"/>
          <p:cNvGrpSpPr/>
          <p:nvPr/>
        </p:nvGrpSpPr>
        <p:grpSpPr>
          <a:xfrm>
            <a:off x="5202409" y="1953702"/>
            <a:ext cx="1620896" cy="2603950"/>
            <a:chOff x="6077203" y="1953702"/>
            <a:chExt cx="1620896" cy="2603950"/>
          </a:xfrm>
        </p:grpSpPr>
        <p:sp>
          <p:nvSpPr>
            <p:cNvPr id="265" name="Google Shape;265;p39"/>
            <p:cNvSpPr/>
            <p:nvPr/>
          </p:nvSpPr>
          <p:spPr>
            <a:xfrm>
              <a:off x="6351344" y="1953702"/>
              <a:ext cx="873126" cy="923581"/>
            </a:xfrm>
            <a:custGeom>
              <a:avLst/>
              <a:gdLst/>
              <a:ahLst/>
              <a:cxnLst/>
              <a:rect l="l" t="t" r="r" b="b"/>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6" name="Google Shape;266;p39"/>
            <p:cNvSpPr/>
            <p:nvPr/>
          </p:nvSpPr>
          <p:spPr>
            <a:xfrm>
              <a:off x="6916495" y="1994632"/>
              <a:ext cx="781604" cy="1023235"/>
            </a:xfrm>
            <a:custGeom>
              <a:avLst/>
              <a:gdLst/>
              <a:ahLst/>
              <a:cxnLst/>
              <a:rect l="l" t="t" r="r" b="b"/>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7" name="Google Shape;267;p39"/>
            <p:cNvSpPr/>
            <p:nvPr/>
          </p:nvSpPr>
          <p:spPr>
            <a:xfrm>
              <a:off x="6100521" y="2254982"/>
              <a:ext cx="758825" cy="768350"/>
            </a:xfrm>
            <a:custGeom>
              <a:avLst/>
              <a:gdLst/>
              <a:ahLst/>
              <a:cxnLst/>
              <a:rect l="l" t="t" r="r" b="b"/>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8" name="Google Shape;268;p39"/>
            <p:cNvSpPr/>
            <p:nvPr/>
          </p:nvSpPr>
          <p:spPr>
            <a:xfrm>
              <a:off x="6077203" y="2806550"/>
              <a:ext cx="788493" cy="852667"/>
            </a:xfrm>
            <a:custGeom>
              <a:avLst/>
              <a:gdLst/>
              <a:ahLst/>
              <a:cxnLst/>
              <a:rect l="l" t="t" r="r" b="b"/>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9" name="Google Shape;269;p39"/>
            <p:cNvSpPr/>
            <p:nvPr/>
          </p:nvSpPr>
          <p:spPr>
            <a:xfrm>
              <a:off x="6565236" y="2943958"/>
              <a:ext cx="891009" cy="1000126"/>
            </a:xfrm>
            <a:custGeom>
              <a:avLst/>
              <a:gdLst/>
              <a:ahLst/>
              <a:cxnLst/>
              <a:rect l="l" t="t" r="r" b="b"/>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0" name="Google Shape;270;p39"/>
            <p:cNvSpPr/>
            <p:nvPr/>
          </p:nvSpPr>
          <p:spPr>
            <a:xfrm>
              <a:off x="6922846" y="2801083"/>
              <a:ext cx="752476" cy="771525"/>
            </a:xfrm>
            <a:custGeom>
              <a:avLst/>
              <a:gdLst/>
              <a:ahLst/>
              <a:cxnLst/>
              <a:rect l="l" t="t" r="r" b="b"/>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1" name="Google Shape;271;p39"/>
            <p:cNvSpPr/>
            <p:nvPr/>
          </p:nvSpPr>
          <p:spPr>
            <a:xfrm>
              <a:off x="6734329" y="4086828"/>
              <a:ext cx="595044" cy="181898"/>
            </a:xfrm>
            <a:custGeom>
              <a:avLst/>
              <a:gdLst/>
              <a:ahLst/>
              <a:cxnLst/>
              <a:rect l="l" t="t" r="r" b="b"/>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2" name="Google Shape;272;p39"/>
            <p:cNvSpPr/>
            <p:nvPr/>
          </p:nvSpPr>
          <p:spPr>
            <a:xfrm>
              <a:off x="6734329" y="4229703"/>
              <a:ext cx="595044" cy="181898"/>
            </a:xfrm>
            <a:custGeom>
              <a:avLst/>
              <a:gdLst/>
              <a:ahLst/>
              <a:cxnLst/>
              <a:rect l="l" t="t" r="r" b="b"/>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3" name="Google Shape;273;p39"/>
            <p:cNvSpPr/>
            <p:nvPr/>
          </p:nvSpPr>
          <p:spPr>
            <a:xfrm>
              <a:off x="6734329" y="4374692"/>
              <a:ext cx="595044" cy="182960"/>
            </a:xfrm>
            <a:custGeom>
              <a:avLst/>
              <a:gdLst/>
              <a:ahLst/>
              <a:cxnLst/>
              <a:rect l="l" t="t" r="r" b="b"/>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74" name="Google Shape;274;p39"/>
          <p:cNvSpPr/>
          <p:nvPr/>
        </p:nvSpPr>
        <p:spPr>
          <a:xfrm>
            <a:off x="2181013" y="148172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5" name="Google Shape;275;p39"/>
          <p:cNvSpPr/>
          <p:nvPr/>
        </p:nvSpPr>
        <p:spPr>
          <a:xfrm>
            <a:off x="5952311" y="1471483"/>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6" name="Google Shape;276;p39"/>
          <p:cNvSpPr/>
          <p:nvPr/>
        </p:nvSpPr>
        <p:spPr>
          <a:xfrm>
            <a:off x="9969811" y="1496867"/>
            <a:ext cx="279327" cy="253943"/>
          </a:xfrm>
          <a:custGeom>
            <a:avLst/>
            <a:gdLst/>
            <a:ahLst/>
            <a:cxnLst/>
            <a:rect l="l" t="t" r="r" b="b"/>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7" name="Google Shape;277;p39"/>
          <p:cNvSpPr txBox="1">
            <a:spLocks noGrp="1"/>
          </p:cNvSpPr>
          <p:nvPr>
            <p:ph type="body" idx="2"/>
          </p:nvPr>
        </p:nvSpPr>
        <p:spPr>
          <a:xfrm>
            <a:off x="442709" y="5129363"/>
            <a:ext cx="3658029"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8" name="Google Shape;278;p39"/>
          <p:cNvSpPr txBox="1">
            <a:spLocks noGrp="1"/>
          </p:cNvSpPr>
          <p:nvPr>
            <p:ph type="body" idx="3"/>
          </p:nvPr>
        </p:nvSpPr>
        <p:spPr>
          <a:xfrm>
            <a:off x="443342" y="4670026"/>
            <a:ext cx="3644936"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79" name="Google Shape;279;p39"/>
          <p:cNvGrpSpPr/>
          <p:nvPr/>
        </p:nvGrpSpPr>
        <p:grpSpPr>
          <a:xfrm>
            <a:off x="9228128" y="1953702"/>
            <a:ext cx="1620994" cy="2603950"/>
            <a:chOff x="2011515" y="1953702"/>
            <a:chExt cx="1620994" cy="2603950"/>
          </a:xfrm>
        </p:grpSpPr>
        <p:sp>
          <p:nvSpPr>
            <p:cNvPr id="280" name="Google Shape;280;p39"/>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1" name="Google Shape;281;p39"/>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2" name="Google Shape;282;p39"/>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3" name="Google Shape;283;p39"/>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4" name="Google Shape;284;p39"/>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5" name="Google Shape;285;p39"/>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6" name="Google Shape;286;p39"/>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7" name="Google Shape;287;p39"/>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8" name="Google Shape;288;p39"/>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89" name="Google Shape;289;p39"/>
          <p:cNvSpPr txBox="1">
            <a:spLocks noGrp="1"/>
          </p:cNvSpPr>
          <p:nvPr>
            <p:ph type="body" idx="4"/>
          </p:nvPr>
        </p:nvSpPr>
        <p:spPr>
          <a:xfrm>
            <a:off x="4364610" y="5129363"/>
            <a:ext cx="3726654"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0" name="Google Shape;290;p39"/>
          <p:cNvSpPr txBox="1">
            <a:spLocks noGrp="1"/>
          </p:cNvSpPr>
          <p:nvPr>
            <p:ph type="body" idx="5"/>
          </p:nvPr>
        </p:nvSpPr>
        <p:spPr>
          <a:xfrm>
            <a:off x="4376387" y="4670026"/>
            <a:ext cx="3713315"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1" name="Google Shape;291;p39"/>
          <p:cNvSpPr txBox="1">
            <a:spLocks noGrp="1"/>
          </p:cNvSpPr>
          <p:nvPr>
            <p:ph type="body" idx="6"/>
          </p:nvPr>
        </p:nvSpPr>
        <p:spPr>
          <a:xfrm>
            <a:off x="8267578" y="5129363"/>
            <a:ext cx="3610195"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2" name="Google Shape;292;p39"/>
          <p:cNvSpPr txBox="1">
            <a:spLocks noGrp="1"/>
          </p:cNvSpPr>
          <p:nvPr>
            <p:ph type="body" idx="7"/>
          </p:nvPr>
        </p:nvSpPr>
        <p:spPr>
          <a:xfrm>
            <a:off x="8277634" y="4670026"/>
            <a:ext cx="3597273"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quared-Infographic">
  <p:cSld name="Squared-Infographic">
    <p:spTree>
      <p:nvGrpSpPr>
        <p:cNvPr id="1" name="Shape 293"/>
        <p:cNvGrpSpPr/>
        <p:nvPr/>
      </p:nvGrpSpPr>
      <p:grpSpPr>
        <a:xfrm>
          <a:off x="0" y="0"/>
          <a:ext cx="0" cy="0"/>
          <a:chOff x="0" y="0"/>
          <a:chExt cx="0" cy="0"/>
        </a:xfrm>
      </p:grpSpPr>
      <p:sp>
        <p:nvSpPr>
          <p:cNvPr id="294" name="Google Shape;294;p4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5" name="Google Shape;295;p40"/>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96" name="Google Shape;296;p40"/>
          <p:cNvGrpSpPr/>
          <p:nvPr/>
        </p:nvGrpSpPr>
        <p:grpSpPr>
          <a:xfrm>
            <a:off x="0" y="5025802"/>
            <a:ext cx="12192001" cy="144981"/>
            <a:chOff x="1751419" y="4036682"/>
            <a:chExt cx="9944457" cy="58272"/>
          </a:xfrm>
        </p:grpSpPr>
        <p:sp>
          <p:nvSpPr>
            <p:cNvPr id="297" name="Google Shape;297;p40"/>
            <p:cNvSpPr/>
            <p:nvPr/>
          </p:nvSpPr>
          <p:spPr>
            <a:xfrm>
              <a:off x="3040807" y="4036682"/>
              <a:ext cx="1683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8" name="Google Shape;298;p40"/>
            <p:cNvSpPr/>
            <p:nvPr/>
          </p:nvSpPr>
          <p:spPr>
            <a:xfrm>
              <a:off x="4724303" y="4036682"/>
              <a:ext cx="1715155" cy="5096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9" name="Google Shape;299;p40"/>
            <p:cNvSpPr/>
            <p:nvPr/>
          </p:nvSpPr>
          <p:spPr>
            <a:xfrm>
              <a:off x="6183638" y="4036682"/>
              <a:ext cx="2211550" cy="5096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00" name="Google Shape;300;p40"/>
            <p:cNvSpPr/>
            <p:nvPr/>
          </p:nvSpPr>
          <p:spPr>
            <a:xfrm>
              <a:off x="8326640" y="4036682"/>
              <a:ext cx="1967596" cy="5827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01" name="Google Shape;301;p40"/>
            <p:cNvSpPr/>
            <p:nvPr/>
          </p:nvSpPr>
          <p:spPr>
            <a:xfrm>
              <a:off x="1751419" y="4036682"/>
              <a:ext cx="1289385" cy="5096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02" name="Google Shape;302;p40"/>
            <p:cNvSpPr/>
            <p:nvPr/>
          </p:nvSpPr>
          <p:spPr>
            <a:xfrm>
              <a:off x="10294236" y="4036682"/>
              <a:ext cx="1401640" cy="5799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grpSp>
      <p:grpSp>
        <p:nvGrpSpPr>
          <p:cNvPr id="303" name="Google Shape;303;p40"/>
          <p:cNvGrpSpPr/>
          <p:nvPr/>
        </p:nvGrpSpPr>
        <p:grpSpPr>
          <a:xfrm>
            <a:off x="1217471" y="2920934"/>
            <a:ext cx="1304470" cy="2431269"/>
            <a:chOff x="1217471" y="1893408"/>
            <a:chExt cx="1304470" cy="2431269"/>
          </a:xfrm>
        </p:grpSpPr>
        <p:grpSp>
          <p:nvGrpSpPr>
            <p:cNvPr id="304" name="Google Shape;304;p40"/>
            <p:cNvGrpSpPr/>
            <p:nvPr/>
          </p:nvGrpSpPr>
          <p:grpSpPr>
            <a:xfrm>
              <a:off x="1217471" y="2766893"/>
              <a:ext cx="1304470" cy="1557784"/>
              <a:chOff x="1217471" y="2766893"/>
              <a:chExt cx="1304470" cy="1557784"/>
            </a:xfrm>
          </p:grpSpPr>
          <p:grpSp>
            <p:nvGrpSpPr>
              <p:cNvPr id="305" name="Google Shape;305;p40"/>
              <p:cNvGrpSpPr/>
              <p:nvPr/>
            </p:nvGrpSpPr>
            <p:grpSpPr>
              <a:xfrm>
                <a:off x="1217471" y="2766893"/>
                <a:ext cx="1304470" cy="1557784"/>
                <a:chOff x="1199541" y="3267114"/>
                <a:chExt cx="1304470" cy="1557784"/>
              </a:xfrm>
            </p:grpSpPr>
            <p:sp>
              <p:nvSpPr>
                <p:cNvPr id="306" name="Google Shape;306;p40"/>
                <p:cNvSpPr/>
                <p:nvPr/>
              </p:nvSpPr>
              <p:spPr>
                <a:xfrm rot="10800000" flipH="1">
                  <a:off x="1199541" y="3267114"/>
                  <a:ext cx="1304470" cy="1020141"/>
                </a:xfrm>
                <a:prstGeom prst="triangle">
                  <a:avLst>
                    <a:gd name="adj" fmla="val 50000"/>
                  </a:avLst>
                </a:prstGeom>
                <a:gradFill>
                  <a:gsLst>
                    <a:gs pos="0">
                      <a:schemeClr val="accent1"/>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7" name="Google Shape;307;p40"/>
                <p:cNvSpPr/>
                <p:nvPr/>
              </p:nvSpPr>
              <p:spPr>
                <a:xfrm>
                  <a:off x="1540736"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08" name="Google Shape;308;p40"/>
              <p:cNvSpPr/>
              <p:nvPr/>
            </p:nvSpPr>
            <p:spPr>
              <a:xfrm>
                <a:off x="1718423" y="3882698"/>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09" name="Google Shape;309;p40"/>
            <p:cNvGrpSpPr/>
            <p:nvPr/>
          </p:nvGrpSpPr>
          <p:grpSpPr>
            <a:xfrm>
              <a:off x="1289951" y="1893408"/>
              <a:ext cx="1136271" cy="1246506"/>
              <a:chOff x="627304" y="1987183"/>
              <a:chExt cx="1594615" cy="1749317"/>
            </a:xfrm>
          </p:grpSpPr>
          <p:sp>
            <p:nvSpPr>
              <p:cNvPr id="310" name="Google Shape;310;p40"/>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1" name="Google Shape;311;p40"/>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2" name="Google Shape;312;p40"/>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13" name="Google Shape;313;p40"/>
          <p:cNvGrpSpPr/>
          <p:nvPr/>
        </p:nvGrpSpPr>
        <p:grpSpPr>
          <a:xfrm>
            <a:off x="3286748" y="2920934"/>
            <a:ext cx="1304470" cy="2483739"/>
            <a:chOff x="3326504" y="1893408"/>
            <a:chExt cx="1304470" cy="2483739"/>
          </a:xfrm>
        </p:grpSpPr>
        <p:grpSp>
          <p:nvGrpSpPr>
            <p:cNvPr id="314" name="Google Shape;314;p40"/>
            <p:cNvGrpSpPr/>
            <p:nvPr/>
          </p:nvGrpSpPr>
          <p:grpSpPr>
            <a:xfrm>
              <a:off x="3326504" y="2772528"/>
              <a:ext cx="1304470" cy="1604619"/>
              <a:chOff x="3326504" y="2772528"/>
              <a:chExt cx="1304470" cy="1604619"/>
            </a:xfrm>
          </p:grpSpPr>
          <p:grpSp>
            <p:nvGrpSpPr>
              <p:cNvPr id="315" name="Google Shape;315;p40"/>
              <p:cNvGrpSpPr/>
              <p:nvPr/>
            </p:nvGrpSpPr>
            <p:grpSpPr>
              <a:xfrm>
                <a:off x="3326504" y="2772528"/>
                <a:ext cx="1304470" cy="1604619"/>
                <a:chOff x="3269602" y="3277053"/>
                <a:chExt cx="1304470" cy="1593145"/>
              </a:xfrm>
            </p:grpSpPr>
            <p:sp>
              <p:nvSpPr>
                <p:cNvPr id="316" name="Google Shape;316;p40"/>
                <p:cNvSpPr/>
                <p:nvPr/>
              </p:nvSpPr>
              <p:spPr>
                <a:xfrm rot="10800000" flipH="1">
                  <a:off x="3269602" y="3277053"/>
                  <a:ext cx="1304470" cy="1020141"/>
                </a:xfrm>
                <a:prstGeom prst="triangle">
                  <a:avLst>
                    <a:gd name="adj" fmla="val 50000"/>
                  </a:avLst>
                </a:prstGeom>
                <a:gradFill>
                  <a:gsLst>
                    <a:gs pos="0">
                      <a:schemeClr val="accent2"/>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 name="Google Shape;317;p40"/>
                <p:cNvSpPr/>
                <p:nvPr/>
              </p:nvSpPr>
              <p:spPr>
                <a:xfrm>
                  <a:off x="3621767" y="42843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18" name="Google Shape;318;p40"/>
              <p:cNvSpPr/>
              <p:nvPr/>
            </p:nvSpPr>
            <p:spPr>
              <a:xfrm>
                <a:off x="3839076" y="3922923"/>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19" name="Google Shape;319;p40"/>
            <p:cNvGrpSpPr/>
            <p:nvPr/>
          </p:nvGrpSpPr>
          <p:grpSpPr>
            <a:xfrm>
              <a:off x="3410604" y="1893408"/>
              <a:ext cx="1136271" cy="1246506"/>
              <a:chOff x="627304" y="1987183"/>
              <a:chExt cx="1594615" cy="1749317"/>
            </a:xfrm>
          </p:grpSpPr>
          <p:sp>
            <p:nvSpPr>
              <p:cNvPr id="320" name="Google Shape;320;p40"/>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1" name="Google Shape;321;p40"/>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2" name="Google Shape;322;p40"/>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23" name="Google Shape;323;p40"/>
          <p:cNvGrpSpPr/>
          <p:nvPr/>
        </p:nvGrpSpPr>
        <p:grpSpPr>
          <a:xfrm>
            <a:off x="5362701" y="2917613"/>
            <a:ext cx="1304470" cy="2426375"/>
            <a:chOff x="5452152" y="1890087"/>
            <a:chExt cx="1304470" cy="2426375"/>
          </a:xfrm>
        </p:grpSpPr>
        <p:grpSp>
          <p:nvGrpSpPr>
            <p:cNvPr id="324" name="Google Shape;324;p40"/>
            <p:cNvGrpSpPr/>
            <p:nvPr/>
          </p:nvGrpSpPr>
          <p:grpSpPr>
            <a:xfrm>
              <a:off x="5452152" y="2763572"/>
              <a:ext cx="1304470" cy="1552890"/>
              <a:chOff x="5452152" y="2763572"/>
              <a:chExt cx="1304470" cy="1552890"/>
            </a:xfrm>
          </p:grpSpPr>
          <p:grpSp>
            <p:nvGrpSpPr>
              <p:cNvPr id="325" name="Google Shape;325;p40"/>
              <p:cNvGrpSpPr/>
              <p:nvPr/>
            </p:nvGrpSpPr>
            <p:grpSpPr>
              <a:xfrm>
                <a:off x="5452152" y="2763572"/>
                <a:ext cx="1304470" cy="1552890"/>
                <a:chOff x="5960996" y="3267114"/>
                <a:chExt cx="1304470" cy="1559509"/>
              </a:xfrm>
            </p:grpSpPr>
            <p:sp>
              <p:nvSpPr>
                <p:cNvPr id="326" name="Google Shape;326;p40"/>
                <p:cNvSpPr/>
                <p:nvPr/>
              </p:nvSpPr>
              <p:spPr>
                <a:xfrm rot="10800000" flipH="1">
                  <a:off x="5960996" y="3267114"/>
                  <a:ext cx="1304470" cy="1020141"/>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 name="Google Shape;327;p40"/>
                <p:cNvSpPr/>
                <p:nvPr/>
              </p:nvSpPr>
              <p:spPr>
                <a:xfrm>
                  <a:off x="6312532" y="4240732"/>
                  <a:ext cx="585891" cy="585891"/>
                </a:xfrm>
                <a:prstGeom prst="roundRect">
                  <a:avLst>
                    <a:gd name="adj" fmla="val 16667"/>
                  </a:avLst>
                </a:prstGeom>
                <a:gradFill>
                  <a:gsLst>
                    <a:gs pos="0">
                      <a:srgbClr val="6A798A"/>
                    </a:gs>
                    <a:gs pos="50000">
                      <a:srgbClr val="54677D"/>
                    </a:gs>
                    <a:gs pos="100000">
                      <a:srgbClr val="485A6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28" name="Google Shape;328;p40"/>
              <p:cNvSpPr/>
              <p:nvPr/>
            </p:nvSpPr>
            <p:spPr>
              <a:xfrm>
                <a:off x="5981437" y="387921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29" name="Google Shape;329;p40"/>
            <p:cNvGrpSpPr/>
            <p:nvPr/>
          </p:nvGrpSpPr>
          <p:grpSpPr>
            <a:xfrm>
              <a:off x="5556109" y="1890087"/>
              <a:ext cx="1136271" cy="1246506"/>
              <a:chOff x="627304" y="1987183"/>
              <a:chExt cx="1594615" cy="1749317"/>
            </a:xfrm>
          </p:grpSpPr>
          <p:sp>
            <p:nvSpPr>
              <p:cNvPr id="330" name="Google Shape;330;p40"/>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1" name="Google Shape;331;p40"/>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2" name="Google Shape;332;p40"/>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33" name="Google Shape;333;p40"/>
          <p:cNvGrpSpPr/>
          <p:nvPr/>
        </p:nvGrpSpPr>
        <p:grpSpPr>
          <a:xfrm>
            <a:off x="7695802" y="2917613"/>
            <a:ext cx="1304470" cy="2434590"/>
            <a:chOff x="7521759" y="1890087"/>
            <a:chExt cx="1304470" cy="2434590"/>
          </a:xfrm>
        </p:grpSpPr>
        <p:grpSp>
          <p:nvGrpSpPr>
            <p:cNvPr id="334" name="Google Shape;334;p40"/>
            <p:cNvGrpSpPr/>
            <p:nvPr/>
          </p:nvGrpSpPr>
          <p:grpSpPr>
            <a:xfrm>
              <a:off x="7521759" y="2766893"/>
              <a:ext cx="1304470" cy="1557784"/>
              <a:chOff x="7521759" y="2766893"/>
              <a:chExt cx="1304470" cy="1557784"/>
            </a:xfrm>
          </p:grpSpPr>
          <p:grpSp>
            <p:nvGrpSpPr>
              <p:cNvPr id="335" name="Google Shape;335;p40"/>
              <p:cNvGrpSpPr/>
              <p:nvPr/>
            </p:nvGrpSpPr>
            <p:grpSpPr>
              <a:xfrm>
                <a:off x="7521759" y="2766893"/>
                <a:ext cx="1304470" cy="1557784"/>
                <a:chOff x="7980910" y="3267114"/>
                <a:chExt cx="1304470" cy="1557784"/>
              </a:xfrm>
            </p:grpSpPr>
            <p:sp>
              <p:nvSpPr>
                <p:cNvPr id="336" name="Google Shape;336;p40"/>
                <p:cNvSpPr/>
                <p:nvPr/>
              </p:nvSpPr>
              <p:spPr>
                <a:xfrm rot="10800000" flipH="1">
                  <a:off x="7980910" y="3267114"/>
                  <a:ext cx="1304470" cy="1020141"/>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p40"/>
                <p:cNvSpPr/>
                <p:nvPr/>
              </p:nvSpPr>
              <p:spPr>
                <a:xfrm>
                  <a:off x="8347954" y="4239007"/>
                  <a:ext cx="585891" cy="585891"/>
                </a:xfrm>
                <a:prstGeom prst="roundRect">
                  <a:avLst>
                    <a:gd name="adj" fmla="val 16667"/>
                  </a:avLst>
                </a:prstGeom>
                <a:gradFill>
                  <a:gsLst>
                    <a:gs pos="0">
                      <a:srgbClr val="5E697B"/>
                    </a:gs>
                    <a:gs pos="50000">
                      <a:srgbClr val="42536A"/>
                    </a:gs>
                    <a:gs pos="100000">
                      <a:srgbClr val="38495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38" name="Google Shape;338;p40"/>
              <p:cNvSpPr/>
              <p:nvPr/>
            </p:nvSpPr>
            <p:spPr>
              <a:xfrm>
                <a:off x="8050613" y="3892069"/>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39" name="Google Shape;339;p40"/>
            <p:cNvGrpSpPr/>
            <p:nvPr/>
          </p:nvGrpSpPr>
          <p:grpSpPr>
            <a:xfrm>
              <a:off x="7622141" y="1890087"/>
              <a:ext cx="1136271" cy="1246506"/>
              <a:chOff x="627304" y="1987183"/>
              <a:chExt cx="1594615" cy="1749317"/>
            </a:xfrm>
          </p:grpSpPr>
          <p:sp>
            <p:nvSpPr>
              <p:cNvPr id="340" name="Google Shape;340;p40"/>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1" name="Google Shape;341;p40"/>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2" name="Google Shape;342;p40"/>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43" name="Google Shape;343;p40"/>
          <p:cNvGrpSpPr/>
          <p:nvPr/>
        </p:nvGrpSpPr>
        <p:grpSpPr>
          <a:xfrm>
            <a:off x="10039725" y="2881865"/>
            <a:ext cx="1304470" cy="2435707"/>
            <a:chOff x="9646841" y="1888970"/>
            <a:chExt cx="1304470" cy="2435707"/>
          </a:xfrm>
        </p:grpSpPr>
        <p:grpSp>
          <p:nvGrpSpPr>
            <p:cNvPr id="344" name="Google Shape;344;p40"/>
            <p:cNvGrpSpPr/>
            <p:nvPr/>
          </p:nvGrpSpPr>
          <p:grpSpPr>
            <a:xfrm>
              <a:off x="9646841" y="2766893"/>
              <a:ext cx="1304470" cy="1557784"/>
              <a:chOff x="9646841" y="2766893"/>
              <a:chExt cx="1304470" cy="1557784"/>
            </a:xfrm>
          </p:grpSpPr>
          <p:grpSp>
            <p:nvGrpSpPr>
              <p:cNvPr id="345" name="Google Shape;345;p40"/>
              <p:cNvGrpSpPr/>
              <p:nvPr/>
            </p:nvGrpSpPr>
            <p:grpSpPr>
              <a:xfrm>
                <a:off x="9646841" y="2766893"/>
                <a:ext cx="1304470" cy="1557784"/>
                <a:chOff x="9539460" y="3267114"/>
                <a:chExt cx="1304470" cy="1557784"/>
              </a:xfrm>
            </p:grpSpPr>
            <p:sp>
              <p:nvSpPr>
                <p:cNvPr id="346" name="Google Shape;346;p40"/>
                <p:cNvSpPr/>
                <p:nvPr/>
              </p:nvSpPr>
              <p:spPr>
                <a:xfrm rot="10800000" flipH="1">
                  <a:off x="9539460" y="3267114"/>
                  <a:ext cx="1304470" cy="1020141"/>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 name="Google Shape;347;p40"/>
                <p:cNvSpPr/>
                <p:nvPr/>
              </p:nvSpPr>
              <p:spPr>
                <a:xfrm>
                  <a:off x="9904781"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48" name="Google Shape;348;p40"/>
              <p:cNvSpPr/>
              <p:nvPr/>
            </p:nvSpPr>
            <p:spPr>
              <a:xfrm>
                <a:off x="10159411" y="38792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49" name="Google Shape;349;p40"/>
            <p:cNvGrpSpPr/>
            <p:nvPr/>
          </p:nvGrpSpPr>
          <p:grpSpPr>
            <a:xfrm>
              <a:off x="9755990" y="1888970"/>
              <a:ext cx="1136271" cy="1246506"/>
              <a:chOff x="627304" y="1987183"/>
              <a:chExt cx="1594615" cy="1749317"/>
            </a:xfrm>
          </p:grpSpPr>
          <p:sp>
            <p:nvSpPr>
              <p:cNvPr id="350" name="Google Shape;350;p40"/>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1" name="Google Shape;351;p40"/>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2" name="Google Shape;352;p40"/>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353" name="Google Shape;353;p40"/>
          <p:cNvSpPr txBox="1">
            <a:spLocks noGrp="1"/>
          </p:cNvSpPr>
          <p:nvPr>
            <p:ph type="body" idx="2"/>
          </p:nvPr>
        </p:nvSpPr>
        <p:spPr>
          <a:xfrm>
            <a:off x="868842"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4" name="Google Shape;354;p40"/>
          <p:cNvSpPr txBox="1">
            <a:spLocks noGrp="1"/>
          </p:cNvSpPr>
          <p:nvPr>
            <p:ph type="body" idx="3"/>
          </p:nvPr>
        </p:nvSpPr>
        <p:spPr>
          <a:xfrm>
            <a:off x="3081061" y="5721632"/>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5" name="Google Shape;355;p40"/>
          <p:cNvSpPr txBox="1">
            <a:spLocks noGrp="1"/>
          </p:cNvSpPr>
          <p:nvPr>
            <p:ph type="body" idx="4"/>
          </p:nvPr>
        </p:nvSpPr>
        <p:spPr>
          <a:xfrm>
            <a:off x="5293281"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6" name="Google Shape;356;p40"/>
          <p:cNvSpPr txBox="1">
            <a:spLocks noGrp="1"/>
          </p:cNvSpPr>
          <p:nvPr>
            <p:ph type="body" idx="5"/>
          </p:nvPr>
        </p:nvSpPr>
        <p:spPr>
          <a:xfrm>
            <a:off x="7412699"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7" name="Google Shape;357;p40"/>
          <p:cNvSpPr txBox="1">
            <a:spLocks noGrp="1"/>
          </p:cNvSpPr>
          <p:nvPr>
            <p:ph type="body" idx="6"/>
          </p:nvPr>
        </p:nvSpPr>
        <p:spPr>
          <a:xfrm>
            <a:off x="9532117" y="5707711"/>
            <a:ext cx="1899629"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8" name="Google Shape;358;p40"/>
          <p:cNvSpPr txBox="1">
            <a:spLocks noGrp="1"/>
          </p:cNvSpPr>
          <p:nvPr>
            <p:ph type="body" idx="7"/>
          </p:nvPr>
        </p:nvSpPr>
        <p:spPr>
          <a:xfrm>
            <a:off x="514350" y="1304995"/>
            <a:ext cx="10273812" cy="14532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L="914400" marR="0" lvl="1" indent="-342900" algn="l" rtl="0">
              <a:lnSpc>
                <a:spcPct val="100000"/>
              </a:lnSpc>
              <a:spcBef>
                <a:spcPts val="838"/>
              </a:spcBef>
              <a:spcAft>
                <a:spcPts val="0"/>
              </a:spcAft>
              <a:buClr>
                <a:srgbClr val="000000"/>
              </a:buClr>
              <a:buSzPts val="1800"/>
              <a:buFont typeface="Noto Sans Symbols"/>
              <a:buChar char="⭲"/>
              <a:defRPr sz="1800" b="0" i="0" u="none" strike="noStrike" cap="none">
                <a:solidFill>
                  <a:srgbClr val="000000"/>
                </a:solidFill>
                <a:latin typeface="Arial"/>
                <a:ea typeface="Arial"/>
                <a:cs typeface="Arial"/>
                <a:sym typeface="Arial"/>
              </a:defRPr>
            </a:lvl2pPr>
            <a:lvl3pPr marL="1371600" marR="0" lvl="2" indent="-330200" algn="l" rtl="0">
              <a:lnSpc>
                <a:spcPct val="100000"/>
              </a:lnSpc>
              <a:spcBef>
                <a:spcPts val="838"/>
              </a:spcBef>
              <a:spcAft>
                <a:spcPts val="0"/>
              </a:spcAft>
              <a:buClr>
                <a:srgbClr val="000000"/>
              </a:buClr>
              <a:buSzPts val="1600"/>
              <a:buFont typeface="Noto Sans Symbols"/>
              <a:buChar char="⮡"/>
              <a:defRPr sz="1600" b="0" i="0" u="none" strike="noStrike" cap="none">
                <a:solidFill>
                  <a:srgbClr val="000000"/>
                </a:solidFill>
                <a:latin typeface="Arial"/>
                <a:ea typeface="Arial"/>
                <a:cs typeface="Arial"/>
                <a:sym typeface="Arial"/>
              </a:defRPr>
            </a:lvl3pPr>
            <a:lvl4pPr marL="1828800" marR="0" lvl="3" indent="-323850" algn="l" rtl="0">
              <a:lnSpc>
                <a:spcPct val="100000"/>
              </a:lnSpc>
              <a:spcBef>
                <a:spcPts val="838"/>
              </a:spcBef>
              <a:spcAft>
                <a:spcPts val="0"/>
              </a:spcAft>
              <a:buClr>
                <a:srgbClr val="000000"/>
              </a:buClr>
              <a:buSzPts val="1500"/>
              <a:buFont typeface="Noto Sans Symbols"/>
              <a:buChar char="⭢"/>
              <a:defRPr sz="1500" b="0" i="0" u="none" strike="noStrike" cap="none">
                <a:solidFill>
                  <a:srgbClr val="000000"/>
                </a:solidFill>
                <a:latin typeface="Arial"/>
                <a:ea typeface="Arial"/>
                <a:cs typeface="Arial"/>
                <a:sym typeface="Arial"/>
              </a:defRPr>
            </a:lvl4pPr>
            <a:lvl5pPr marL="2286000" marR="0" lvl="4" indent="-298450" algn="l" rtl="0">
              <a:lnSpc>
                <a:spcPct val="100000"/>
              </a:lnSpc>
              <a:spcBef>
                <a:spcPts val="838"/>
              </a:spcBef>
              <a:spcAft>
                <a:spcPts val="0"/>
              </a:spcAft>
              <a:buClr>
                <a:srgbClr val="000000"/>
              </a:buClr>
              <a:buSzPts val="1100"/>
              <a:buFont typeface="Noto Sans Symbols"/>
              <a:buChar char="→"/>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838"/>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Squared-Infographic">
  <p:cSld name="1_Squared-Infographic">
    <p:spTree>
      <p:nvGrpSpPr>
        <p:cNvPr id="1" name="Shape 359"/>
        <p:cNvGrpSpPr/>
        <p:nvPr/>
      </p:nvGrpSpPr>
      <p:grpSpPr>
        <a:xfrm>
          <a:off x="0" y="0"/>
          <a:ext cx="0" cy="0"/>
          <a:chOff x="0" y="0"/>
          <a:chExt cx="0" cy="0"/>
        </a:xfrm>
      </p:grpSpPr>
      <p:sp>
        <p:nvSpPr>
          <p:cNvPr id="360" name="Google Shape;360;p4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1" name="Google Shape;361;p41"/>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362" name="Google Shape;362;p41"/>
          <p:cNvGrpSpPr/>
          <p:nvPr/>
        </p:nvGrpSpPr>
        <p:grpSpPr>
          <a:xfrm>
            <a:off x="0" y="3998260"/>
            <a:ext cx="12192001" cy="126791"/>
            <a:chOff x="1751419" y="4036682"/>
            <a:chExt cx="9944457" cy="50961"/>
          </a:xfrm>
        </p:grpSpPr>
        <p:sp>
          <p:nvSpPr>
            <p:cNvPr id="363" name="Google Shape;363;p41"/>
            <p:cNvSpPr/>
            <p:nvPr/>
          </p:nvSpPr>
          <p:spPr>
            <a:xfrm>
              <a:off x="3040807" y="4036682"/>
              <a:ext cx="1683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4" name="Google Shape;364;p41"/>
            <p:cNvSpPr/>
            <p:nvPr/>
          </p:nvSpPr>
          <p:spPr>
            <a:xfrm>
              <a:off x="4724303" y="4036682"/>
              <a:ext cx="1715155" cy="5096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5" name="Google Shape;365;p41"/>
            <p:cNvSpPr/>
            <p:nvPr/>
          </p:nvSpPr>
          <p:spPr>
            <a:xfrm>
              <a:off x="6435557" y="4036682"/>
              <a:ext cx="1661571" cy="5096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6" name="Google Shape;366;p41"/>
            <p:cNvSpPr/>
            <p:nvPr/>
          </p:nvSpPr>
          <p:spPr>
            <a:xfrm>
              <a:off x="8087642" y="4036682"/>
              <a:ext cx="1720740" cy="5096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7" name="Google Shape;367;p41"/>
            <p:cNvSpPr/>
            <p:nvPr/>
          </p:nvSpPr>
          <p:spPr>
            <a:xfrm>
              <a:off x="1751419" y="4036682"/>
              <a:ext cx="1289385" cy="5096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8" name="Google Shape;368;p41"/>
            <p:cNvSpPr/>
            <p:nvPr/>
          </p:nvSpPr>
          <p:spPr>
            <a:xfrm>
              <a:off x="9808382" y="4036682"/>
              <a:ext cx="1887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grpSp>
      <p:grpSp>
        <p:nvGrpSpPr>
          <p:cNvPr id="369" name="Google Shape;369;p41"/>
          <p:cNvGrpSpPr/>
          <p:nvPr/>
        </p:nvGrpSpPr>
        <p:grpSpPr>
          <a:xfrm>
            <a:off x="1217471" y="1893408"/>
            <a:ext cx="1304470" cy="2431269"/>
            <a:chOff x="1217471" y="1893408"/>
            <a:chExt cx="1304470" cy="2431269"/>
          </a:xfrm>
        </p:grpSpPr>
        <p:grpSp>
          <p:nvGrpSpPr>
            <p:cNvPr id="370" name="Google Shape;370;p41"/>
            <p:cNvGrpSpPr/>
            <p:nvPr/>
          </p:nvGrpSpPr>
          <p:grpSpPr>
            <a:xfrm>
              <a:off x="1217471" y="2766893"/>
              <a:ext cx="1304470" cy="1557784"/>
              <a:chOff x="1217471" y="2766893"/>
              <a:chExt cx="1304470" cy="1557784"/>
            </a:xfrm>
          </p:grpSpPr>
          <p:grpSp>
            <p:nvGrpSpPr>
              <p:cNvPr id="371" name="Google Shape;371;p41"/>
              <p:cNvGrpSpPr/>
              <p:nvPr/>
            </p:nvGrpSpPr>
            <p:grpSpPr>
              <a:xfrm>
                <a:off x="1217471" y="2766893"/>
                <a:ext cx="1304470" cy="1557784"/>
                <a:chOff x="1199541" y="3267114"/>
                <a:chExt cx="1304470" cy="1557784"/>
              </a:xfrm>
            </p:grpSpPr>
            <p:sp>
              <p:nvSpPr>
                <p:cNvPr id="372" name="Google Shape;372;p41"/>
                <p:cNvSpPr/>
                <p:nvPr/>
              </p:nvSpPr>
              <p:spPr>
                <a:xfrm rot="10800000" flipH="1">
                  <a:off x="1199541" y="3267114"/>
                  <a:ext cx="1304470" cy="1020141"/>
                </a:xfrm>
                <a:prstGeom prst="triangle">
                  <a:avLst>
                    <a:gd name="adj" fmla="val 50000"/>
                  </a:avLst>
                </a:prstGeom>
                <a:gradFill>
                  <a:gsLst>
                    <a:gs pos="0">
                      <a:schemeClr val="accent1"/>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 name="Google Shape;373;p41"/>
                <p:cNvSpPr/>
                <p:nvPr/>
              </p:nvSpPr>
              <p:spPr>
                <a:xfrm>
                  <a:off x="1540736"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74" name="Google Shape;374;p41"/>
              <p:cNvSpPr/>
              <p:nvPr/>
            </p:nvSpPr>
            <p:spPr>
              <a:xfrm>
                <a:off x="1718423" y="3882698"/>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75" name="Google Shape;375;p41"/>
            <p:cNvGrpSpPr/>
            <p:nvPr/>
          </p:nvGrpSpPr>
          <p:grpSpPr>
            <a:xfrm>
              <a:off x="1289951" y="1893408"/>
              <a:ext cx="1136271" cy="1246506"/>
              <a:chOff x="627304" y="1987183"/>
              <a:chExt cx="1594615" cy="1749317"/>
            </a:xfrm>
          </p:grpSpPr>
          <p:sp>
            <p:nvSpPr>
              <p:cNvPr id="376" name="Google Shape;376;p41"/>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7" name="Google Shape;377;p41"/>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8" name="Google Shape;378;p41"/>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79" name="Google Shape;379;p41"/>
          <p:cNvGrpSpPr/>
          <p:nvPr/>
        </p:nvGrpSpPr>
        <p:grpSpPr>
          <a:xfrm>
            <a:off x="3286748" y="1893408"/>
            <a:ext cx="1304470" cy="2483739"/>
            <a:chOff x="3326504" y="1893408"/>
            <a:chExt cx="1304470" cy="2483739"/>
          </a:xfrm>
        </p:grpSpPr>
        <p:grpSp>
          <p:nvGrpSpPr>
            <p:cNvPr id="380" name="Google Shape;380;p41"/>
            <p:cNvGrpSpPr/>
            <p:nvPr/>
          </p:nvGrpSpPr>
          <p:grpSpPr>
            <a:xfrm>
              <a:off x="3326504" y="2772528"/>
              <a:ext cx="1304470" cy="1604619"/>
              <a:chOff x="3326504" y="2772528"/>
              <a:chExt cx="1304470" cy="1604619"/>
            </a:xfrm>
          </p:grpSpPr>
          <p:grpSp>
            <p:nvGrpSpPr>
              <p:cNvPr id="381" name="Google Shape;381;p41"/>
              <p:cNvGrpSpPr/>
              <p:nvPr/>
            </p:nvGrpSpPr>
            <p:grpSpPr>
              <a:xfrm>
                <a:off x="3326504" y="2772528"/>
                <a:ext cx="1304470" cy="1604619"/>
                <a:chOff x="3269602" y="3277053"/>
                <a:chExt cx="1304470" cy="1593145"/>
              </a:xfrm>
            </p:grpSpPr>
            <p:sp>
              <p:nvSpPr>
                <p:cNvPr id="382" name="Google Shape;382;p41"/>
                <p:cNvSpPr/>
                <p:nvPr/>
              </p:nvSpPr>
              <p:spPr>
                <a:xfrm rot="10800000" flipH="1">
                  <a:off x="3269602" y="3277053"/>
                  <a:ext cx="1304470" cy="1020141"/>
                </a:xfrm>
                <a:prstGeom prst="triangle">
                  <a:avLst>
                    <a:gd name="adj" fmla="val 50000"/>
                  </a:avLst>
                </a:prstGeom>
                <a:gradFill>
                  <a:gsLst>
                    <a:gs pos="0">
                      <a:schemeClr val="accent2"/>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3" name="Google Shape;383;p41"/>
                <p:cNvSpPr/>
                <p:nvPr/>
              </p:nvSpPr>
              <p:spPr>
                <a:xfrm>
                  <a:off x="3621767" y="42843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84" name="Google Shape;384;p41"/>
              <p:cNvSpPr/>
              <p:nvPr/>
            </p:nvSpPr>
            <p:spPr>
              <a:xfrm>
                <a:off x="3839076" y="3922923"/>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85" name="Google Shape;385;p41"/>
            <p:cNvGrpSpPr/>
            <p:nvPr/>
          </p:nvGrpSpPr>
          <p:grpSpPr>
            <a:xfrm>
              <a:off x="3410604" y="1893408"/>
              <a:ext cx="1136271" cy="1246506"/>
              <a:chOff x="627304" y="1987183"/>
              <a:chExt cx="1594615" cy="1749317"/>
            </a:xfrm>
          </p:grpSpPr>
          <p:sp>
            <p:nvSpPr>
              <p:cNvPr id="386" name="Google Shape;386;p41"/>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7" name="Google Shape;387;p41"/>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8" name="Google Shape;388;p41"/>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89" name="Google Shape;389;p41"/>
          <p:cNvGrpSpPr/>
          <p:nvPr/>
        </p:nvGrpSpPr>
        <p:grpSpPr>
          <a:xfrm>
            <a:off x="5362701" y="1890087"/>
            <a:ext cx="1304470" cy="2426375"/>
            <a:chOff x="5452152" y="1890087"/>
            <a:chExt cx="1304470" cy="2426375"/>
          </a:xfrm>
        </p:grpSpPr>
        <p:grpSp>
          <p:nvGrpSpPr>
            <p:cNvPr id="390" name="Google Shape;390;p41"/>
            <p:cNvGrpSpPr/>
            <p:nvPr/>
          </p:nvGrpSpPr>
          <p:grpSpPr>
            <a:xfrm>
              <a:off x="5452152" y="2763572"/>
              <a:ext cx="1304470" cy="1552890"/>
              <a:chOff x="5452152" y="2763572"/>
              <a:chExt cx="1304470" cy="1552890"/>
            </a:xfrm>
          </p:grpSpPr>
          <p:grpSp>
            <p:nvGrpSpPr>
              <p:cNvPr id="391" name="Google Shape;391;p41"/>
              <p:cNvGrpSpPr/>
              <p:nvPr/>
            </p:nvGrpSpPr>
            <p:grpSpPr>
              <a:xfrm>
                <a:off x="5452152" y="2763572"/>
                <a:ext cx="1304470" cy="1552890"/>
                <a:chOff x="5960996" y="3267114"/>
                <a:chExt cx="1304470" cy="1559509"/>
              </a:xfrm>
            </p:grpSpPr>
            <p:sp>
              <p:nvSpPr>
                <p:cNvPr id="392" name="Google Shape;392;p41"/>
                <p:cNvSpPr/>
                <p:nvPr/>
              </p:nvSpPr>
              <p:spPr>
                <a:xfrm rot="10800000" flipH="1">
                  <a:off x="5960996" y="3267114"/>
                  <a:ext cx="1304470" cy="1020141"/>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 name="Google Shape;393;p41"/>
                <p:cNvSpPr/>
                <p:nvPr/>
              </p:nvSpPr>
              <p:spPr>
                <a:xfrm>
                  <a:off x="6312532" y="4240732"/>
                  <a:ext cx="585891" cy="585891"/>
                </a:xfrm>
                <a:prstGeom prst="roundRect">
                  <a:avLst>
                    <a:gd name="adj" fmla="val 16667"/>
                  </a:avLst>
                </a:prstGeom>
                <a:gradFill>
                  <a:gsLst>
                    <a:gs pos="0">
                      <a:srgbClr val="6A798A"/>
                    </a:gs>
                    <a:gs pos="50000">
                      <a:srgbClr val="54677D"/>
                    </a:gs>
                    <a:gs pos="100000">
                      <a:srgbClr val="485A6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94" name="Google Shape;394;p41"/>
              <p:cNvSpPr/>
              <p:nvPr/>
            </p:nvSpPr>
            <p:spPr>
              <a:xfrm>
                <a:off x="5981437" y="387921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95" name="Google Shape;395;p41"/>
            <p:cNvGrpSpPr/>
            <p:nvPr/>
          </p:nvGrpSpPr>
          <p:grpSpPr>
            <a:xfrm>
              <a:off x="5556109" y="1890087"/>
              <a:ext cx="1136271" cy="1246506"/>
              <a:chOff x="627304" y="1987183"/>
              <a:chExt cx="1594615" cy="1749317"/>
            </a:xfrm>
          </p:grpSpPr>
          <p:sp>
            <p:nvSpPr>
              <p:cNvPr id="396" name="Google Shape;396;p41"/>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7" name="Google Shape;397;p41"/>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8" name="Google Shape;398;p41"/>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99" name="Google Shape;399;p41"/>
          <p:cNvGrpSpPr/>
          <p:nvPr/>
        </p:nvGrpSpPr>
        <p:grpSpPr>
          <a:xfrm>
            <a:off x="7392552" y="1890087"/>
            <a:ext cx="1304470" cy="2434590"/>
            <a:chOff x="7521759" y="1890087"/>
            <a:chExt cx="1304470" cy="2434590"/>
          </a:xfrm>
        </p:grpSpPr>
        <p:grpSp>
          <p:nvGrpSpPr>
            <p:cNvPr id="400" name="Google Shape;400;p41"/>
            <p:cNvGrpSpPr/>
            <p:nvPr/>
          </p:nvGrpSpPr>
          <p:grpSpPr>
            <a:xfrm>
              <a:off x="7521759" y="2766893"/>
              <a:ext cx="1304470" cy="1557784"/>
              <a:chOff x="7521759" y="2766893"/>
              <a:chExt cx="1304470" cy="1557784"/>
            </a:xfrm>
          </p:grpSpPr>
          <p:grpSp>
            <p:nvGrpSpPr>
              <p:cNvPr id="401" name="Google Shape;401;p41"/>
              <p:cNvGrpSpPr/>
              <p:nvPr/>
            </p:nvGrpSpPr>
            <p:grpSpPr>
              <a:xfrm>
                <a:off x="7521759" y="2766893"/>
                <a:ext cx="1304470" cy="1557784"/>
                <a:chOff x="7980910" y="3267114"/>
                <a:chExt cx="1304470" cy="1557784"/>
              </a:xfrm>
            </p:grpSpPr>
            <p:sp>
              <p:nvSpPr>
                <p:cNvPr id="402" name="Google Shape;402;p41"/>
                <p:cNvSpPr/>
                <p:nvPr/>
              </p:nvSpPr>
              <p:spPr>
                <a:xfrm rot="10800000" flipH="1">
                  <a:off x="7980910" y="3267114"/>
                  <a:ext cx="1304470" cy="1020141"/>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3" name="Google Shape;403;p41"/>
                <p:cNvSpPr/>
                <p:nvPr/>
              </p:nvSpPr>
              <p:spPr>
                <a:xfrm>
                  <a:off x="8347954" y="4239007"/>
                  <a:ext cx="585891" cy="585891"/>
                </a:xfrm>
                <a:prstGeom prst="roundRect">
                  <a:avLst>
                    <a:gd name="adj" fmla="val 16667"/>
                  </a:avLst>
                </a:prstGeom>
                <a:gradFill>
                  <a:gsLst>
                    <a:gs pos="0">
                      <a:srgbClr val="5E697B"/>
                    </a:gs>
                    <a:gs pos="50000">
                      <a:srgbClr val="42536A"/>
                    </a:gs>
                    <a:gs pos="100000">
                      <a:srgbClr val="38495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404" name="Google Shape;404;p41"/>
              <p:cNvSpPr/>
              <p:nvPr/>
            </p:nvSpPr>
            <p:spPr>
              <a:xfrm>
                <a:off x="8050613" y="3892069"/>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405" name="Google Shape;405;p41"/>
            <p:cNvGrpSpPr/>
            <p:nvPr/>
          </p:nvGrpSpPr>
          <p:grpSpPr>
            <a:xfrm>
              <a:off x="7622141" y="1890087"/>
              <a:ext cx="1136271" cy="1246506"/>
              <a:chOff x="627304" y="1987183"/>
              <a:chExt cx="1594615" cy="1749317"/>
            </a:xfrm>
          </p:grpSpPr>
          <p:sp>
            <p:nvSpPr>
              <p:cNvPr id="406" name="Google Shape;406;p41"/>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7" name="Google Shape;407;p41"/>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8" name="Google Shape;408;p41"/>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409" name="Google Shape;409;p41"/>
          <p:cNvGrpSpPr/>
          <p:nvPr/>
        </p:nvGrpSpPr>
        <p:grpSpPr>
          <a:xfrm>
            <a:off x="9507695" y="1888970"/>
            <a:ext cx="1304470" cy="2435707"/>
            <a:chOff x="9646841" y="1888970"/>
            <a:chExt cx="1304470" cy="2435707"/>
          </a:xfrm>
        </p:grpSpPr>
        <p:grpSp>
          <p:nvGrpSpPr>
            <p:cNvPr id="410" name="Google Shape;410;p41"/>
            <p:cNvGrpSpPr/>
            <p:nvPr/>
          </p:nvGrpSpPr>
          <p:grpSpPr>
            <a:xfrm>
              <a:off x="9646841" y="2766893"/>
              <a:ext cx="1304470" cy="1557784"/>
              <a:chOff x="9646841" y="2766893"/>
              <a:chExt cx="1304470" cy="1557784"/>
            </a:xfrm>
          </p:grpSpPr>
          <p:grpSp>
            <p:nvGrpSpPr>
              <p:cNvPr id="411" name="Google Shape;411;p41"/>
              <p:cNvGrpSpPr/>
              <p:nvPr/>
            </p:nvGrpSpPr>
            <p:grpSpPr>
              <a:xfrm>
                <a:off x="9646841" y="2766893"/>
                <a:ext cx="1304470" cy="1557784"/>
                <a:chOff x="9539460" y="3267114"/>
                <a:chExt cx="1304470" cy="1557784"/>
              </a:xfrm>
            </p:grpSpPr>
            <p:sp>
              <p:nvSpPr>
                <p:cNvPr id="412" name="Google Shape;412;p41"/>
                <p:cNvSpPr/>
                <p:nvPr/>
              </p:nvSpPr>
              <p:spPr>
                <a:xfrm rot="10800000" flipH="1">
                  <a:off x="9539460" y="3267114"/>
                  <a:ext cx="1304470" cy="1020141"/>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 name="Google Shape;413;p41"/>
                <p:cNvSpPr/>
                <p:nvPr/>
              </p:nvSpPr>
              <p:spPr>
                <a:xfrm>
                  <a:off x="9904781"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414" name="Google Shape;414;p41"/>
              <p:cNvSpPr/>
              <p:nvPr/>
            </p:nvSpPr>
            <p:spPr>
              <a:xfrm>
                <a:off x="10159411" y="38792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415" name="Google Shape;415;p41"/>
            <p:cNvGrpSpPr/>
            <p:nvPr/>
          </p:nvGrpSpPr>
          <p:grpSpPr>
            <a:xfrm>
              <a:off x="9755990" y="1888970"/>
              <a:ext cx="1136271" cy="1246506"/>
              <a:chOff x="627304" y="1987183"/>
              <a:chExt cx="1594615" cy="1749317"/>
            </a:xfrm>
          </p:grpSpPr>
          <p:sp>
            <p:nvSpPr>
              <p:cNvPr id="416" name="Google Shape;416;p41"/>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7" name="Google Shape;417;p41"/>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8" name="Google Shape;418;p41"/>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419" name="Google Shape;419;p41"/>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0" name="Google Shape;420;p41"/>
          <p:cNvSpPr txBox="1">
            <a:spLocks noGrp="1"/>
          </p:cNvSpPr>
          <p:nvPr>
            <p:ph type="body" idx="3"/>
          </p:nvPr>
        </p:nvSpPr>
        <p:spPr>
          <a:xfrm>
            <a:off x="868842"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1" name="Google Shape;421;p41"/>
          <p:cNvSpPr txBox="1">
            <a:spLocks noGrp="1"/>
          </p:cNvSpPr>
          <p:nvPr>
            <p:ph type="body" idx="4"/>
          </p:nvPr>
        </p:nvSpPr>
        <p:spPr>
          <a:xfrm>
            <a:off x="3213620"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2" name="Google Shape;422;p41"/>
          <p:cNvSpPr txBox="1">
            <a:spLocks noGrp="1"/>
          </p:cNvSpPr>
          <p:nvPr>
            <p:ph type="body" idx="5"/>
          </p:nvPr>
        </p:nvSpPr>
        <p:spPr>
          <a:xfrm>
            <a:off x="3223676"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3" name="Google Shape;423;p41"/>
          <p:cNvSpPr txBox="1">
            <a:spLocks noGrp="1"/>
          </p:cNvSpPr>
          <p:nvPr>
            <p:ph type="body" idx="6"/>
          </p:nvPr>
        </p:nvSpPr>
        <p:spPr>
          <a:xfrm>
            <a:off x="5283225"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4" name="Google Shape;424;p41"/>
          <p:cNvSpPr txBox="1">
            <a:spLocks noGrp="1"/>
          </p:cNvSpPr>
          <p:nvPr>
            <p:ph type="body" idx="7"/>
          </p:nvPr>
        </p:nvSpPr>
        <p:spPr>
          <a:xfrm>
            <a:off x="5293281"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5" name="Google Shape;425;p41"/>
          <p:cNvSpPr txBox="1">
            <a:spLocks noGrp="1"/>
          </p:cNvSpPr>
          <p:nvPr>
            <p:ph type="body" idx="8"/>
          </p:nvPr>
        </p:nvSpPr>
        <p:spPr>
          <a:xfrm>
            <a:off x="7402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6" name="Google Shape;426;p41"/>
          <p:cNvSpPr txBox="1">
            <a:spLocks noGrp="1"/>
          </p:cNvSpPr>
          <p:nvPr>
            <p:ph type="body" idx="9"/>
          </p:nvPr>
        </p:nvSpPr>
        <p:spPr>
          <a:xfrm>
            <a:off x="7412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7" name="Google Shape;427;p41"/>
          <p:cNvSpPr txBox="1">
            <a:spLocks noGrp="1"/>
          </p:cNvSpPr>
          <p:nvPr>
            <p:ph type="body" idx="13"/>
          </p:nvPr>
        </p:nvSpPr>
        <p:spPr>
          <a:xfrm>
            <a:off x="9688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8" name="Google Shape;428;p41"/>
          <p:cNvSpPr txBox="1">
            <a:spLocks noGrp="1"/>
          </p:cNvSpPr>
          <p:nvPr>
            <p:ph type="body" idx="14"/>
          </p:nvPr>
        </p:nvSpPr>
        <p:spPr>
          <a:xfrm>
            <a:off x="9698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cess-Infographic">
  <p:cSld name="Process-Infographic">
    <p:spTree>
      <p:nvGrpSpPr>
        <p:cNvPr id="1" name="Shape 429"/>
        <p:cNvGrpSpPr/>
        <p:nvPr/>
      </p:nvGrpSpPr>
      <p:grpSpPr>
        <a:xfrm>
          <a:off x="0" y="0"/>
          <a:ext cx="0" cy="0"/>
          <a:chOff x="0" y="0"/>
          <a:chExt cx="0" cy="0"/>
        </a:xfrm>
      </p:grpSpPr>
      <p:sp>
        <p:nvSpPr>
          <p:cNvPr id="430" name="Google Shape;430;p4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1" name="Google Shape;431;p42"/>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2" name="Google Shape;432;p42"/>
          <p:cNvSpPr/>
          <p:nvPr/>
        </p:nvSpPr>
        <p:spPr>
          <a:xfrm>
            <a:off x="635766"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 name="Google Shape;433;p42"/>
          <p:cNvSpPr/>
          <p:nvPr/>
        </p:nvSpPr>
        <p:spPr>
          <a:xfrm>
            <a:off x="4880760"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 name="Google Shape;434;p42"/>
          <p:cNvSpPr/>
          <p:nvPr/>
        </p:nvSpPr>
        <p:spPr>
          <a:xfrm rot="10800000" flipH="1">
            <a:off x="2754593"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5" name="Google Shape;435;p42"/>
          <p:cNvSpPr/>
          <p:nvPr/>
        </p:nvSpPr>
        <p:spPr>
          <a:xfrm>
            <a:off x="9133090"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 name="Google Shape;436;p42"/>
          <p:cNvSpPr/>
          <p:nvPr/>
        </p:nvSpPr>
        <p:spPr>
          <a:xfrm rot="10800000" flipH="1">
            <a:off x="7006925"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 name="Google Shape;437;p42"/>
          <p:cNvSpPr/>
          <p:nvPr/>
        </p:nvSpPr>
        <p:spPr>
          <a:xfrm>
            <a:off x="2754593"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 name="Google Shape;438;p42"/>
          <p:cNvSpPr/>
          <p:nvPr/>
        </p:nvSpPr>
        <p:spPr>
          <a:xfrm rot="10800000" flipH="1">
            <a:off x="628427"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9" name="Google Shape;439;p42"/>
          <p:cNvSpPr/>
          <p:nvPr/>
        </p:nvSpPr>
        <p:spPr>
          <a:xfrm>
            <a:off x="7006925"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 name="Google Shape;440;p42"/>
          <p:cNvSpPr/>
          <p:nvPr/>
        </p:nvSpPr>
        <p:spPr>
          <a:xfrm rot="10800000" flipH="1">
            <a:off x="4880760"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 name="Google Shape;441;p42"/>
          <p:cNvSpPr/>
          <p:nvPr/>
        </p:nvSpPr>
        <p:spPr>
          <a:xfrm rot="10800000" flipH="1">
            <a:off x="9133090"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 name="Google Shape;442;p42"/>
          <p:cNvSpPr/>
          <p:nvPr/>
        </p:nvSpPr>
        <p:spPr>
          <a:xfrm>
            <a:off x="662131" y="4762328"/>
            <a:ext cx="179999" cy="179999"/>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3" name="Google Shape;443;p42"/>
          <p:cNvSpPr/>
          <p:nvPr/>
        </p:nvSpPr>
        <p:spPr>
          <a:xfrm>
            <a:off x="2947441" y="4756135"/>
            <a:ext cx="179999" cy="17999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4" name="Google Shape;444;p42"/>
          <p:cNvSpPr/>
          <p:nvPr/>
        </p:nvSpPr>
        <p:spPr>
          <a:xfrm>
            <a:off x="7158061" y="4749373"/>
            <a:ext cx="179999" cy="179999"/>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5" name="Google Shape;445;p42"/>
          <p:cNvSpPr/>
          <p:nvPr/>
        </p:nvSpPr>
        <p:spPr>
          <a:xfrm>
            <a:off x="9436042" y="4749944"/>
            <a:ext cx="179999" cy="179999"/>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6" name="Google Shape;446;p42"/>
          <p:cNvSpPr/>
          <p:nvPr/>
        </p:nvSpPr>
        <p:spPr>
          <a:xfrm>
            <a:off x="5052751" y="4749944"/>
            <a:ext cx="179999" cy="179999"/>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7" name="Google Shape;447;p42"/>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8" name="Google Shape;448;p42"/>
          <p:cNvSpPr txBox="1">
            <a:spLocks noGrp="1"/>
          </p:cNvSpPr>
          <p:nvPr>
            <p:ph type="body" idx="3"/>
          </p:nvPr>
        </p:nvSpPr>
        <p:spPr>
          <a:xfrm>
            <a:off x="989700"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9" name="Google Shape;449;p42"/>
          <p:cNvSpPr txBox="1">
            <a:spLocks noGrp="1"/>
          </p:cNvSpPr>
          <p:nvPr>
            <p:ph type="body" idx="4"/>
          </p:nvPr>
        </p:nvSpPr>
        <p:spPr>
          <a:xfrm>
            <a:off x="3080692"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0" name="Google Shape;450;p42"/>
          <p:cNvSpPr txBox="1">
            <a:spLocks noGrp="1"/>
          </p:cNvSpPr>
          <p:nvPr>
            <p:ph type="body" idx="5"/>
          </p:nvPr>
        </p:nvSpPr>
        <p:spPr>
          <a:xfrm>
            <a:off x="5220008"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1" name="Google Shape;451;p42"/>
          <p:cNvSpPr txBox="1">
            <a:spLocks noGrp="1"/>
          </p:cNvSpPr>
          <p:nvPr>
            <p:ph type="body" idx="6"/>
          </p:nvPr>
        </p:nvSpPr>
        <p:spPr>
          <a:xfrm>
            <a:off x="7366812"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2" name="Google Shape;452;p42"/>
          <p:cNvSpPr txBox="1">
            <a:spLocks noGrp="1"/>
          </p:cNvSpPr>
          <p:nvPr>
            <p:ph type="body" idx="7"/>
          </p:nvPr>
        </p:nvSpPr>
        <p:spPr>
          <a:xfrm>
            <a:off x="9485359"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3" name="Google Shape;453;p42"/>
          <p:cNvSpPr txBox="1">
            <a:spLocks noGrp="1"/>
          </p:cNvSpPr>
          <p:nvPr>
            <p:ph type="body" idx="8"/>
          </p:nvPr>
        </p:nvSpPr>
        <p:spPr>
          <a:xfrm>
            <a:off x="868842"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4" name="Google Shape;454;p42"/>
          <p:cNvSpPr txBox="1">
            <a:spLocks noGrp="1"/>
          </p:cNvSpPr>
          <p:nvPr>
            <p:ph type="body" idx="9"/>
          </p:nvPr>
        </p:nvSpPr>
        <p:spPr>
          <a:xfrm>
            <a:off x="3213620"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5" name="Google Shape;455;p42"/>
          <p:cNvSpPr txBox="1">
            <a:spLocks noGrp="1"/>
          </p:cNvSpPr>
          <p:nvPr>
            <p:ph type="body" idx="13"/>
          </p:nvPr>
        </p:nvSpPr>
        <p:spPr>
          <a:xfrm>
            <a:off x="3223676"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6" name="Google Shape;456;p42"/>
          <p:cNvSpPr txBox="1">
            <a:spLocks noGrp="1"/>
          </p:cNvSpPr>
          <p:nvPr>
            <p:ph type="body" idx="14"/>
          </p:nvPr>
        </p:nvSpPr>
        <p:spPr>
          <a:xfrm>
            <a:off x="5283225"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7" name="Google Shape;457;p42"/>
          <p:cNvSpPr txBox="1">
            <a:spLocks noGrp="1"/>
          </p:cNvSpPr>
          <p:nvPr>
            <p:ph type="body" idx="15"/>
          </p:nvPr>
        </p:nvSpPr>
        <p:spPr>
          <a:xfrm>
            <a:off x="5293281"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8" name="Google Shape;458;p42"/>
          <p:cNvSpPr txBox="1">
            <a:spLocks noGrp="1"/>
          </p:cNvSpPr>
          <p:nvPr>
            <p:ph type="body" idx="16"/>
          </p:nvPr>
        </p:nvSpPr>
        <p:spPr>
          <a:xfrm>
            <a:off x="7402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9" name="Google Shape;459;p42"/>
          <p:cNvSpPr txBox="1">
            <a:spLocks noGrp="1"/>
          </p:cNvSpPr>
          <p:nvPr>
            <p:ph type="body" idx="17"/>
          </p:nvPr>
        </p:nvSpPr>
        <p:spPr>
          <a:xfrm>
            <a:off x="7412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0" name="Google Shape;460;p42"/>
          <p:cNvSpPr txBox="1">
            <a:spLocks noGrp="1"/>
          </p:cNvSpPr>
          <p:nvPr>
            <p:ph type="body" idx="18"/>
          </p:nvPr>
        </p:nvSpPr>
        <p:spPr>
          <a:xfrm>
            <a:off x="9688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1" name="Google Shape;461;p42"/>
          <p:cNvSpPr txBox="1">
            <a:spLocks noGrp="1"/>
          </p:cNvSpPr>
          <p:nvPr>
            <p:ph type="body" idx="19"/>
          </p:nvPr>
        </p:nvSpPr>
        <p:spPr>
          <a:xfrm>
            <a:off x="9698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llinedArrows-Infographic">
  <p:cSld name="AllinedArrows-Infographic">
    <p:spTree>
      <p:nvGrpSpPr>
        <p:cNvPr id="1" name="Shape 462"/>
        <p:cNvGrpSpPr/>
        <p:nvPr/>
      </p:nvGrpSpPr>
      <p:grpSpPr>
        <a:xfrm>
          <a:off x="0" y="0"/>
          <a:ext cx="0" cy="0"/>
          <a:chOff x="0" y="0"/>
          <a:chExt cx="0" cy="0"/>
        </a:xfrm>
      </p:grpSpPr>
      <p:sp>
        <p:nvSpPr>
          <p:cNvPr id="463" name="Google Shape;463;p4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4" name="Google Shape;464;p43"/>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5" name="Google Shape;465;p43"/>
          <p:cNvSpPr/>
          <p:nvPr/>
        </p:nvSpPr>
        <p:spPr>
          <a:xfrm>
            <a:off x="9198865" y="1193285"/>
            <a:ext cx="85724" cy="392112"/>
          </a:xfrm>
          <a:custGeom>
            <a:avLst/>
            <a:gdLst/>
            <a:ahLst/>
            <a:cxnLst/>
            <a:rect l="l" t="t" r="r" b="b"/>
            <a:pathLst>
              <a:path w="120000" h="120000" extrusionOk="0">
                <a:moveTo>
                  <a:pt x="76800" y="98275"/>
                </a:moveTo>
                <a:cubicBezTo>
                  <a:pt x="57600" y="106551"/>
                  <a:pt x="33600" y="113793"/>
                  <a:pt x="0" y="120000"/>
                </a:cubicBezTo>
                <a:cubicBezTo>
                  <a:pt x="0" y="120000"/>
                  <a:pt x="0" y="120000"/>
                  <a:pt x="0" y="120000"/>
                </a:cubicBezTo>
                <a:cubicBezTo>
                  <a:pt x="33600" y="113793"/>
                  <a:pt x="57600" y="106551"/>
                  <a:pt x="76800" y="98275"/>
                </a:cubicBezTo>
                <a:moveTo>
                  <a:pt x="0" y="0"/>
                </a:moveTo>
                <a:cubicBezTo>
                  <a:pt x="0" y="0"/>
                  <a:pt x="0" y="0"/>
                  <a:pt x="0" y="0"/>
                </a:cubicBezTo>
                <a:cubicBezTo>
                  <a:pt x="52800" y="10344"/>
                  <a:pt x="91200" y="23793"/>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40344"/>
                  <a:pt x="110400" y="40344"/>
                  <a:pt x="110400" y="40344"/>
                </a:cubicBezTo>
                <a:cubicBezTo>
                  <a:pt x="110400" y="40344"/>
                  <a:pt x="110400" y="40344"/>
                  <a:pt x="110400" y="40344"/>
                </a:cubicBezTo>
                <a:cubicBezTo>
                  <a:pt x="115200" y="44482"/>
                  <a:pt x="120000" y="49655"/>
                  <a:pt x="120000" y="53793"/>
                </a:cubicBezTo>
                <a:cubicBezTo>
                  <a:pt x="120000" y="53793"/>
                  <a:pt x="120000" y="53793"/>
                  <a:pt x="120000" y="53793"/>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36206"/>
                  <a:pt x="76800" y="14482"/>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6" name="Google Shape;466;p43"/>
          <p:cNvSpPr/>
          <p:nvPr/>
        </p:nvSpPr>
        <p:spPr>
          <a:xfrm>
            <a:off x="9198865" y="1193285"/>
            <a:ext cx="85724" cy="392112"/>
          </a:xfrm>
          <a:custGeom>
            <a:avLst/>
            <a:gdLst/>
            <a:ahLst/>
            <a:cxnLst/>
            <a:rect l="l" t="t" r="r" b="b"/>
            <a:pathLst>
              <a:path w="120000" h="120000" extrusionOk="0">
                <a:moveTo>
                  <a:pt x="96000" y="88965"/>
                </a:moveTo>
                <a:cubicBezTo>
                  <a:pt x="76800" y="100344"/>
                  <a:pt x="43200" y="110689"/>
                  <a:pt x="4800" y="120000"/>
                </a:cubicBezTo>
                <a:cubicBezTo>
                  <a:pt x="0" y="120000"/>
                  <a:pt x="0" y="120000"/>
                  <a:pt x="0" y="120000"/>
                </a:cubicBezTo>
                <a:cubicBezTo>
                  <a:pt x="0" y="120000"/>
                  <a:pt x="0" y="120000"/>
                  <a:pt x="0" y="120000"/>
                </a:cubicBezTo>
                <a:cubicBezTo>
                  <a:pt x="33600" y="113793"/>
                  <a:pt x="57600" y="106551"/>
                  <a:pt x="768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8965"/>
                  <a:pt x="120000" y="58965"/>
                  <a:pt x="120000" y="58965"/>
                </a:cubicBezTo>
                <a:cubicBezTo>
                  <a:pt x="120000" y="58965"/>
                  <a:pt x="120000" y="58965"/>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7931"/>
                  <a:pt x="120000" y="57931"/>
                </a:cubicBezTo>
                <a:cubicBezTo>
                  <a:pt x="120000" y="57931"/>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6896"/>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3793"/>
                </a:moveTo>
                <a:cubicBezTo>
                  <a:pt x="120000" y="53793"/>
                  <a:pt x="120000" y="53793"/>
                  <a:pt x="120000" y="53793"/>
                </a:cubicBezTo>
                <a:cubicBezTo>
                  <a:pt x="120000" y="53793"/>
                  <a:pt x="120000" y="53793"/>
                  <a:pt x="120000" y="53793"/>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8275"/>
                </a:moveTo>
                <a:cubicBezTo>
                  <a:pt x="110400" y="38275"/>
                  <a:pt x="110400" y="38275"/>
                  <a:pt x="110400" y="38275"/>
                </a:cubicBezTo>
                <a:cubicBezTo>
                  <a:pt x="110400" y="38275"/>
                  <a:pt x="110400" y="38275"/>
                  <a:pt x="110400" y="38275"/>
                </a:cubicBezTo>
                <a:moveTo>
                  <a:pt x="110400" y="38275"/>
                </a:moveTo>
                <a:cubicBezTo>
                  <a:pt x="110400" y="38275"/>
                  <a:pt x="110400" y="38275"/>
                  <a:pt x="110400" y="38275"/>
                </a:cubicBezTo>
                <a:cubicBezTo>
                  <a:pt x="110400" y="38275"/>
                  <a:pt x="110400" y="38275"/>
                  <a:pt x="110400" y="38275"/>
                </a:cubicBezTo>
                <a:moveTo>
                  <a:pt x="0" y="0"/>
                </a:moveTo>
                <a:cubicBezTo>
                  <a:pt x="0" y="0"/>
                  <a:pt x="0" y="0"/>
                  <a:pt x="0" y="0"/>
                </a:cubicBezTo>
                <a:cubicBezTo>
                  <a:pt x="4800" y="0"/>
                  <a:pt x="4800" y="0"/>
                  <a:pt x="4800" y="0"/>
                </a:cubicBezTo>
                <a:cubicBezTo>
                  <a:pt x="52800" y="10344"/>
                  <a:pt x="91200" y="23793"/>
                  <a:pt x="110400" y="38275"/>
                </a:cubicBezTo>
                <a:cubicBezTo>
                  <a:pt x="91200" y="23793"/>
                  <a:pt x="52800" y="10344"/>
                  <a:pt x="0" y="0"/>
                </a:cubicBezTo>
              </a:path>
            </a:pathLst>
          </a:custGeom>
          <a:solidFill>
            <a:srgbClr val="CFA44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7" name="Google Shape;467;p43"/>
          <p:cNvSpPr/>
          <p:nvPr/>
        </p:nvSpPr>
        <p:spPr>
          <a:xfrm>
            <a:off x="8370190" y="1123435"/>
            <a:ext cx="269874" cy="265113"/>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E4B5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8" name="Google Shape;468;p43"/>
          <p:cNvSpPr/>
          <p:nvPr/>
        </p:nvSpPr>
        <p:spPr>
          <a:xfrm>
            <a:off x="8370190" y="1123435"/>
            <a:ext cx="269874" cy="265113"/>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9" name="Google Shape;469;p43"/>
          <p:cNvSpPr/>
          <p:nvPr/>
        </p:nvSpPr>
        <p:spPr>
          <a:xfrm>
            <a:off x="8640065" y="1177410"/>
            <a:ext cx="212724" cy="211137"/>
          </a:xfrm>
          <a:custGeom>
            <a:avLst/>
            <a:gdLst/>
            <a:ahLst/>
            <a:cxnLst/>
            <a:rect l="l" t="t" r="r" b="b"/>
            <a:pathLst>
              <a:path w="120000" h="120000" extrusionOk="0">
                <a:moveTo>
                  <a:pt x="120000" y="0"/>
                </a:moveTo>
                <a:cubicBezTo>
                  <a:pt x="120000" y="1904"/>
                  <a:pt x="118095" y="1904"/>
                  <a:pt x="118095" y="3809"/>
                </a:cubicBezTo>
                <a:cubicBezTo>
                  <a:pt x="95238" y="24761"/>
                  <a:pt x="95238" y="24761"/>
                  <a:pt x="95238" y="24761"/>
                </a:cubicBezTo>
                <a:cubicBezTo>
                  <a:pt x="0" y="120000"/>
                  <a:pt x="0" y="120000"/>
                  <a:pt x="0" y="120000"/>
                </a:cubicBezTo>
                <a:cubicBezTo>
                  <a:pt x="0" y="120000"/>
                  <a:pt x="0" y="120000"/>
                  <a:pt x="0" y="120000"/>
                </a:cubicBezTo>
                <a:cubicBezTo>
                  <a:pt x="95238" y="24761"/>
                  <a:pt x="95238" y="24761"/>
                  <a:pt x="95238" y="24761"/>
                </a:cubicBezTo>
                <a:cubicBezTo>
                  <a:pt x="118095" y="1904"/>
                  <a:pt x="118095" y="1904"/>
                  <a:pt x="118095" y="1904"/>
                </a:cubicBezTo>
                <a:cubicBezTo>
                  <a:pt x="118095" y="1904"/>
                  <a:pt x="120000" y="1904"/>
                  <a:pt x="120000" y="0"/>
                </a:cubicBezTo>
              </a:path>
            </a:pathLst>
          </a:custGeom>
          <a:solidFill>
            <a:srgbClr val="BD96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0" name="Google Shape;470;p43"/>
          <p:cNvSpPr/>
          <p:nvPr/>
        </p:nvSpPr>
        <p:spPr>
          <a:xfrm>
            <a:off x="8370190" y="1388548"/>
            <a:ext cx="269874" cy="266699"/>
          </a:xfrm>
          <a:custGeom>
            <a:avLst/>
            <a:gdLst/>
            <a:ahLst/>
            <a:cxnLst/>
            <a:rect l="l" t="t" r="r" b="b"/>
            <a:pathLst>
              <a:path w="120000" h="120000" extrusionOk="0">
                <a:moveTo>
                  <a:pt x="120000" y="0"/>
                </a:moveTo>
                <a:lnTo>
                  <a:pt x="120000" y="0"/>
                </a:lnTo>
                <a:lnTo>
                  <a:pt x="0" y="120000"/>
                </a:lnTo>
                <a:lnTo>
                  <a:pt x="0" y="120000"/>
                </a:lnTo>
                <a:lnTo>
                  <a:pt x="120000" y="0"/>
                </a:lnTo>
                <a:lnTo>
                  <a:pt x="120000" y="0"/>
                </a:lnTo>
                <a:close/>
              </a:path>
            </a:pathLst>
          </a:custGeom>
          <a:solidFill>
            <a:srgbClr val="E4B5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1" name="Google Shape;471;p43"/>
          <p:cNvSpPr/>
          <p:nvPr/>
        </p:nvSpPr>
        <p:spPr>
          <a:xfrm>
            <a:off x="8370190" y="1388548"/>
            <a:ext cx="269874" cy="266699"/>
          </a:xfrm>
          <a:custGeom>
            <a:avLst/>
            <a:gdLst/>
            <a:ahLst/>
            <a:cxnLst/>
            <a:rect l="l" t="t" r="r" b="b"/>
            <a:pathLst>
              <a:path w="120000" h="120000" extrusionOk="0">
                <a:moveTo>
                  <a:pt x="120000" y="0"/>
                </a:moveTo>
                <a:lnTo>
                  <a:pt x="120000" y="0"/>
                </a:lnTo>
                <a:lnTo>
                  <a:pt x="0" y="120000"/>
                </a:lnTo>
                <a:lnTo>
                  <a:pt x="0" y="120000"/>
                </a:lnTo>
                <a:lnTo>
                  <a:pt x="120000" y="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2" name="Google Shape;472;p43"/>
          <p:cNvSpPr/>
          <p:nvPr/>
        </p:nvSpPr>
        <p:spPr>
          <a:xfrm>
            <a:off x="8736902" y="1483798"/>
            <a:ext cx="280987" cy="171449"/>
          </a:xfrm>
          <a:custGeom>
            <a:avLst/>
            <a:gdLst/>
            <a:ahLst/>
            <a:cxnLst/>
            <a:rect l="l" t="t" r="r" b="b"/>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1764"/>
                  <a:pt x="30361" y="51764"/>
                  <a:pt x="30361" y="51764"/>
                </a:cubicBezTo>
                <a:cubicBezTo>
                  <a:pt x="47710" y="80000"/>
                  <a:pt x="47710" y="80000"/>
                  <a:pt x="47710" y="80000"/>
                </a:cubicBezTo>
                <a:cubicBezTo>
                  <a:pt x="52048" y="87058"/>
                  <a:pt x="57831" y="91764"/>
                  <a:pt x="63614" y="96470"/>
                </a:cubicBezTo>
                <a:cubicBezTo>
                  <a:pt x="57831" y="91764"/>
                  <a:pt x="52048" y="87058"/>
                  <a:pt x="47710" y="80000"/>
                </a:cubicBezTo>
                <a:cubicBezTo>
                  <a:pt x="30361" y="51764"/>
                  <a:pt x="30361" y="51764"/>
                  <a:pt x="30361" y="51764"/>
                </a:cubicBezTo>
                <a:cubicBezTo>
                  <a:pt x="0" y="0"/>
                  <a:pt x="0" y="0"/>
                  <a:pt x="0" y="0"/>
                </a:cubicBezTo>
              </a:path>
            </a:pathLst>
          </a:custGeom>
          <a:solidFill>
            <a:srgbClr val="BD96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3" name="Google Shape;473;p43"/>
          <p:cNvSpPr/>
          <p:nvPr/>
        </p:nvSpPr>
        <p:spPr>
          <a:xfrm>
            <a:off x="9198865" y="3193536"/>
            <a:ext cx="85724" cy="393700"/>
          </a:xfrm>
          <a:custGeom>
            <a:avLst/>
            <a:gdLst/>
            <a:ahLst/>
            <a:cxnLst/>
            <a:rect l="l" t="t" r="r" b="b"/>
            <a:pathLst>
              <a:path w="120000" h="120000" extrusionOk="0">
                <a:moveTo>
                  <a:pt x="81600" y="97435"/>
                </a:moveTo>
                <a:cubicBezTo>
                  <a:pt x="57600" y="105641"/>
                  <a:pt x="33600" y="112820"/>
                  <a:pt x="0" y="118974"/>
                </a:cubicBezTo>
                <a:cubicBezTo>
                  <a:pt x="0" y="120000"/>
                  <a:pt x="0" y="120000"/>
                  <a:pt x="0" y="120000"/>
                </a:cubicBezTo>
                <a:cubicBezTo>
                  <a:pt x="33600" y="112820"/>
                  <a:pt x="57600" y="105641"/>
                  <a:pt x="81600" y="97435"/>
                </a:cubicBezTo>
                <a:moveTo>
                  <a:pt x="81600" y="97435"/>
                </a:moveTo>
                <a:cubicBezTo>
                  <a:pt x="81600" y="97435"/>
                  <a:pt x="81600" y="97435"/>
                  <a:pt x="81600" y="97435"/>
                </a:cubicBezTo>
                <a:cubicBezTo>
                  <a:pt x="81600" y="97435"/>
                  <a:pt x="81600" y="97435"/>
                  <a:pt x="81600" y="97435"/>
                </a:cubicBezTo>
                <a:moveTo>
                  <a:pt x="0" y="0"/>
                </a:moveTo>
                <a:cubicBezTo>
                  <a:pt x="0" y="0"/>
                  <a:pt x="0" y="0"/>
                  <a:pt x="0" y="0"/>
                </a:cubicBezTo>
                <a:cubicBezTo>
                  <a:pt x="52800" y="10256"/>
                  <a:pt x="91200" y="23589"/>
                  <a:pt x="110400" y="37948"/>
                </a:cubicBezTo>
                <a:cubicBezTo>
                  <a:pt x="110400" y="37948"/>
                  <a:pt x="110400" y="37948"/>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5200" y="45128"/>
                  <a:pt x="120000" y="49230"/>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35897"/>
                  <a:pt x="76800" y="15384"/>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4" name="Google Shape;474;p43"/>
          <p:cNvSpPr/>
          <p:nvPr/>
        </p:nvSpPr>
        <p:spPr>
          <a:xfrm>
            <a:off x="9198865" y="3193536"/>
            <a:ext cx="85724" cy="390524"/>
          </a:xfrm>
          <a:custGeom>
            <a:avLst/>
            <a:gdLst/>
            <a:ahLst/>
            <a:cxnLst/>
            <a:rect l="l" t="t" r="r" b="b"/>
            <a:pathLst>
              <a:path w="120000" h="120000" extrusionOk="0">
                <a:moveTo>
                  <a:pt x="96000" y="88965"/>
                </a:moveTo>
                <a:cubicBezTo>
                  <a:pt x="76800" y="101379"/>
                  <a:pt x="43200" y="111724"/>
                  <a:pt x="4800" y="120000"/>
                </a:cubicBezTo>
                <a:cubicBezTo>
                  <a:pt x="0" y="120000"/>
                  <a:pt x="0" y="120000"/>
                  <a:pt x="0" y="120000"/>
                </a:cubicBezTo>
                <a:cubicBezTo>
                  <a:pt x="0" y="120000"/>
                  <a:pt x="0" y="120000"/>
                  <a:pt x="0" y="120000"/>
                </a:cubicBezTo>
                <a:cubicBezTo>
                  <a:pt x="33600" y="113793"/>
                  <a:pt x="57600" y="106551"/>
                  <a:pt x="81600" y="98275"/>
                </a:cubicBezTo>
                <a:cubicBezTo>
                  <a:pt x="81600" y="98275"/>
                  <a:pt x="81600" y="98275"/>
                  <a:pt x="81600" y="98275"/>
                </a:cubicBezTo>
                <a:cubicBezTo>
                  <a:pt x="81600" y="98275"/>
                  <a:pt x="81600" y="98275"/>
                  <a:pt x="816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60000"/>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0" y="0"/>
                </a:moveTo>
                <a:cubicBezTo>
                  <a:pt x="0" y="1034"/>
                  <a:pt x="0" y="1034"/>
                  <a:pt x="0" y="1034"/>
                </a:cubicBezTo>
                <a:cubicBezTo>
                  <a:pt x="4800" y="1034"/>
                  <a:pt x="4800" y="1034"/>
                  <a:pt x="4800" y="1034"/>
                </a:cubicBezTo>
                <a:cubicBezTo>
                  <a:pt x="52800" y="11379"/>
                  <a:pt x="91200" y="23793"/>
                  <a:pt x="110400" y="38275"/>
                </a:cubicBezTo>
                <a:cubicBezTo>
                  <a:pt x="91200" y="23793"/>
                  <a:pt x="52800" y="10344"/>
                  <a:pt x="0" y="0"/>
                </a:cubicBezTo>
              </a:path>
            </a:pathLst>
          </a:custGeom>
          <a:solidFill>
            <a:srgbClr val="4D968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5" name="Google Shape;475;p43"/>
          <p:cNvSpPr/>
          <p:nvPr/>
        </p:nvSpPr>
        <p:spPr>
          <a:xfrm>
            <a:off x="8370190" y="3122097"/>
            <a:ext cx="269874" cy="266699"/>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53A58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6" name="Google Shape;476;p43"/>
          <p:cNvSpPr/>
          <p:nvPr/>
        </p:nvSpPr>
        <p:spPr>
          <a:xfrm>
            <a:off x="8370190" y="3122097"/>
            <a:ext cx="269874" cy="266699"/>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7" name="Google Shape;477;p43"/>
          <p:cNvSpPr/>
          <p:nvPr/>
        </p:nvSpPr>
        <p:spPr>
          <a:xfrm>
            <a:off x="8640065" y="3179247"/>
            <a:ext cx="212724" cy="209549"/>
          </a:xfrm>
          <a:custGeom>
            <a:avLst/>
            <a:gdLst/>
            <a:ahLst/>
            <a:cxnLst/>
            <a:rect l="l" t="t" r="r" b="b"/>
            <a:pathLst>
              <a:path w="120000" h="120000" extrusionOk="0">
                <a:moveTo>
                  <a:pt x="120000" y="0"/>
                </a:moveTo>
                <a:cubicBezTo>
                  <a:pt x="120000" y="0"/>
                  <a:pt x="118095" y="0"/>
                  <a:pt x="118095" y="1935"/>
                </a:cubicBezTo>
                <a:cubicBezTo>
                  <a:pt x="95238" y="23225"/>
                  <a:pt x="95238" y="23225"/>
                  <a:pt x="95238" y="23225"/>
                </a:cubicBezTo>
                <a:cubicBezTo>
                  <a:pt x="0" y="120000"/>
                  <a:pt x="0" y="120000"/>
                  <a:pt x="0" y="120000"/>
                </a:cubicBezTo>
                <a:cubicBezTo>
                  <a:pt x="0" y="120000"/>
                  <a:pt x="0" y="120000"/>
                  <a:pt x="0" y="120000"/>
                </a:cubicBezTo>
                <a:cubicBezTo>
                  <a:pt x="95238" y="23225"/>
                  <a:pt x="95238" y="23225"/>
                  <a:pt x="95238" y="23225"/>
                </a:cubicBezTo>
                <a:cubicBezTo>
                  <a:pt x="118095" y="1935"/>
                  <a:pt x="118095" y="1935"/>
                  <a:pt x="118095" y="1935"/>
                </a:cubicBezTo>
                <a:cubicBezTo>
                  <a:pt x="118095" y="0"/>
                  <a:pt x="120000" y="0"/>
                  <a:pt x="120000" y="0"/>
                </a:cubicBezTo>
              </a:path>
            </a:pathLst>
          </a:custGeom>
          <a:solidFill>
            <a:srgbClr val="49897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8" name="Google Shape;478;p43"/>
          <p:cNvSpPr/>
          <p:nvPr/>
        </p:nvSpPr>
        <p:spPr>
          <a:xfrm>
            <a:off x="8370190" y="3388797"/>
            <a:ext cx="269874" cy="269874"/>
          </a:xfrm>
          <a:custGeom>
            <a:avLst/>
            <a:gdLst/>
            <a:ahLst/>
            <a:cxnLst/>
            <a:rect l="l" t="t" r="r" b="b"/>
            <a:pathLst>
              <a:path w="120000" h="120000" extrusionOk="0">
                <a:moveTo>
                  <a:pt x="120000" y="0"/>
                </a:moveTo>
                <a:lnTo>
                  <a:pt x="120000" y="0"/>
                </a:lnTo>
                <a:lnTo>
                  <a:pt x="0" y="120000"/>
                </a:lnTo>
                <a:lnTo>
                  <a:pt x="0" y="120000"/>
                </a:lnTo>
                <a:lnTo>
                  <a:pt x="120000" y="0"/>
                </a:lnTo>
                <a:lnTo>
                  <a:pt x="120000" y="0"/>
                </a:lnTo>
                <a:close/>
              </a:path>
            </a:pathLst>
          </a:custGeom>
          <a:solidFill>
            <a:srgbClr val="53A58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9" name="Google Shape;479;p43"/>
          <p:cNvSpPr/>
          <p:nvPr/>
        </p:nvSpPr>
        <p:spPr>
          <a:xfrm>
            <a:off x="8370190" y="3388797"/>
            <a:ext cx="269874" cy="269874"/>
          </a:xfrm>
          <a:custGeom>
            <a:avLst/>
            <a:gdLst/>
            <a:ahLst/>
            <a:cxnLst/>
            <a:rect l="l" t="t" r="r" b="b"/>
            <a:pathLst>
              <a:path w="120000" h="120000" extrusionOk="0">
                <a:moveTo>
                  <a:pt x="120000" y="0"/>
                </a:moveTo>
                <a:lnTo>
                  <a:pt x="120000" y="0"/>
                </a:lnTo>
                <a:lnTo>
                  <a:pt x="0" y="120000"/>
                </a:lnTo>
                <a:lnTo>
                  <a:pt x="0" y="120000"/>
                </a:lnTo>
                <a:lnTo>
                  <a:pt x="120000" y="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0" name="Google Shape;480;p43"/>
          <p:cNvSpPr/>
          <p:nvPr/>
        </p:nvSpPr>
        <p:spPr>
          <a:xfrm>
            <a:off x="8736902" y="3488811"/>
            <a:ext cx="280987" cy="169863"/>
          </a:xfrm>
          <a:custGeom>
            <a:avLst/>
            <a:gdLst/>
            <a:ahLst/>
            <a:cxnLst/>
            <a:rect l="l" t="t" r="r" b="b"/>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0400"/>
                  <a:pt x="30361" y="50400"/>
                  <a:pt x="30361" y="50400"/>
                </a:cubicBezTo>
                <a:cubicBezTo>
                  <a:pt x="47710" y="76800"/>
                  <a:pt x="47710" y="76800"/>
                  <a:pt x="47710" y="76800"/>
                </a:cubicBezTo>
                <a:cubicBezTo>
                  <a:pt x="52048" y="84000"/>
                  <a:pt x="57831" y="91200"/>
                  <a:pt x="63614" y="96000"/>
                </a:cubicBezTo>
                <a:cubicBezTo>
                  <a:pt x="57831" y="91200"/>
                  <a:pt x="52048" y="84000"/>
                  <a:pt x="47710" y="76800"/>
                </a:cubicBezTo>
                <a:cubicBezTo>
                  <a:pt x="30361" y="50400"/>
                  <a:pt x="30361" y="50400"/>
                  <a:pt x="30361" y="50400"/>
                </a:cubicBezTo>
                <a:cubicBezTo>
                  <a:pt x="0" y="0"/>
                  <a:pt x="0" y="0"/>
                  <a:pt x="0" y="0"/>
                </a:cubicBezTo>
              </a:path>
            </a:pathLst>
          </a:custGeom>
          <a:solidFill>
            <a:srgbClr val="49897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1" name="Google Shape;481;p43"/>
          <p:cNvSpPr/>
          <p:nvPr/>
        </p:nvSpPr>
        <p:spPr>
          <a:xfrm>
            <a:off x="8979790" y="2194998"/>
            <a:ext cx="85724" cy="195263"/>
          </a:xfrm>
          <a:custGeom>
            <a:avLst/>
            <a:gdLst/>
            <a:ahLst/>
            <a:cxnLst/>
            <a:rect l="l" t="t" r="r" b="b"/>
            <a:pathLst>
              <a:path w="120000" h="120000" extrusionOk="0">
                <a:moveTo>
                  <a:pt x="120000" y="0"/>
                </a:moveTo>
                <a:cubicBezTo>
                  <a:pt x="43200" y="28965"/>
                  <a:pt x="0" y="72413"/>
                  <a:pt x="0" y="120000"/>
                </a:cubicBezTo>
                <a:cubicBezTo>
                  <a:pt x="0" y="120000"/>
                  <a:pt x="0" y="120000"/>
                  <a:pt x="0" y="120000"/>
                </a:cubicBezTo>
                <a:cubicBezTo>
                  <a:pt x="0" y="120000"/>
                  <a:pt x="0" y="120000"/>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7586"/>
                  <a:pt x="0" y="107586"/>
                </a:cubicBezTo>
                <a:cubicBezTo>
                  <a:pt x="0" y="107586"/>
                  <a:pt x="0" y="107586"/>
                  <a:pt x="0" y="107586"/>
                </a:cubicBezTo>
                <a:cubicBezTo>
                  <a:pt x="0" y="97241"/>
                  <a:pt x="4800" y="84827"/>
                  <a:pt x="14400" y="74482"/>
                </a:cubicBezTo>
                <a:cubicBezTo>
                  <a:pt x="14400" y="74482"/>
                  <a:pt x="14400" y="74482"/>
                  <a:pt x="14400" y="74482"/>
                </a:cubicBezTo>
                <a:cubicBezTo>
                  <a:pt x="14400" y="74482"/>
                  <a:pt x="14400" y="74482"/>
                  <a:pt x="14400" y="74482"/>
                </a:cubicBezTo>
                <a:cubicBezTo>
                  <a:pt x="14400" y="74482"/>
                  <a:pt x="14400" y="74482"/>
                  <a:pt x="14400" y="74482"/>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33600" y="43448"/>
                  <a:pt x="72000" y="18620"/>
                  <a:pt x="120000" y="0"/>
                </a:cubicBezTo>
                <a:cubicBezTo>
                  <a:pt x="120000" y="0"/>
                  <a:pt x="120000" y="0"/>
                  <a:pt x="12000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2" name="Google Shape;482;p43"/>
          <p:cNvSpPr/>
          <p:nvPr/>
        </p:nvSpPr>
        <p:spPr>
          <a:xfrm>
            <a:off x="8979790" y="2194998"/>
            <a:ext cx="85724" cy="195263"/>
          </a:xfrm>
          <a:custGeom>
            <a:avLst/>
            <a:gdLst/>
            <a:ahLst/>
            <a:cxnLst/>
            <a:rect l="l" t="t" r="r" b="b"/>
            <a:pathLst>
              <a:path w="120000" h="120000" extrusionOk="0">
                <a:moveTo>
                  <a:pt x="0" y="117931"/>
                </a:moveTo>
                <a:cubicBezTo>
                  <a:pt x="0" y="120000"/>
                  <a:pt x="0" y="120000"/>
                  <a:pt x="0" y="120000"/>
                </a:cubicBezTo>
                <a:cubicBezTo>
                  <a:pt x="0" y="120000"/>
                  <a:pt x="0" y="120000"/>
                  <a:pt x="0" y="120000"/>
                </a:cubicBezTo>
                <a:cubicBezTo>
                  <a:pt x="0" y="120000"/>
                  <a:pt x="0" y="120000"/>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5862"/>
                </a:moveTo>
                <a:cubicBezTo>
                  <a:pt x="0" y="115862"/>
                  <a:pt x="0" y="117931"/>
                  <a:pt x="0" y="117931"/>
                </a:cubicBezTo>
                <a:cubicBezTo>
                  <a:pt x="0" y="117931"/>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3793"/>
                </a:moveTo>
                <a:cubicBezTo>
                  <a:pt x="0" y="113793"/>
                  <a:pt x="0" y="113793"/>
                  <a:pt x="0" y="115862"/>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7586"/>
                </a:moveTo>
                <a:cubicBezTo>
                  <a:pt x="0" y="107586"/>
                  <a:pt x="0" y="107586"/>
                  <a:pt x="0" y="107586"/>
                </a:cubicBezTo>
                <a:cubicBezTo>
                  <a:pt x="0" y="107586"/>
                  <a:pt x="0" y="107586"/>
                  <a:pt x="0" y="107586"/>
                </a:cubicBezTo>
                <a:moveTo>
                  <a:pt x="14400" y="74482"/>
                </a:moveTo>
                <a:cubicBezTo>
                  <a:pt x="14400" y="74482"/>
                  <a:pt x="14400" y="74482"/>
                  <a:pt x="14400" y="74482"/>
                </a:cubicBezTo>
                <a:cubicBezTo>
                  <a:pt x="14400" y="74482"/>
                  <a:pt x="14400" y="74482"/>
                  <a:pt x="14400" y="74482"/>
                </a:cubicBezTo>
                <a:moveTo>
                  <a:pt x="14400" y="74482"/>
                </a:moveTo>
                <a:cubicBezTo>
                  <a:pt x="14400" y="74482"/>
                  <a:pt x="14400" y="74482"/>
                  <a:pt x="14400" y="74482"/>
                </a:cubicBezTo>
                <a:cubicBezTo>
                  <a:pt x="14400" y="74482"/>
                  <a:pt x="14400" y="74482"/>
                  <a:pt x="14400" y="74482"/>
                </a:cubicBezTo>
                <a:moveTo>
                  <a:pt x="14400" y="72413"/>
                </a:moveTo>
                <a:cubicBezTo>
                  <a:pt x="14400" y="72413"/>
                  <a:pt x="14400" y="72413"/>
                  <a:pt x="14400" y="72413"/>
                </a:cubicBezTo>
                <a:cubicBezTo>
                  <a:pt x="14400" y="72413"/>
                  <a:pt x="14400" y="72413"/>
                  <a:pt x="14400" y="72413"/>
                </a:cubicBezTo>
                <a:moveTo>
                  <a:pt x="14400" y="72413"/>
                </a:moveTo>
                <a:cubicBezTo>
                  <a:pt x="14400" y="72413"/>
                  <a:pt x="14400" y="72413"/>
                  <a:pt x="14400" y="72413"/>
                </a:cubicBezTo>
                <a:cubicBezTo>
                  <a:pt x="14400" y="72413"/>
                  <a:pt x="14400" y="72413"/>
                  <a:pt x="14400" y="72413"/>
                </a:cubicBezTo>
                <a:moveTo>
                  <a:pt x="120000" y="0"/>
                </a:moveTo>
                <a:cubicBezTo>
                  <a:pt x="72000" y="18620"/>
                  <a:pt x="33600" y="43448"/>
                  <a:pt x="14400" y="72413"/>
                </a:cubicBezTo>
                <a:cubicBezTo>
                  <a:pt x="33600" y="45517"/>
                  <a:pt x="67200" y="20689"/>
                  <a:pt x="115200" y="0"/>
                </a:cubicBezTo>
                <a:cubicBezTo>
                  <a:pt x="120000" y="0"/>
                  <a:pt x="120000" y="0"/>
                  <a:pt x="120000" y="0"/>
                </a:cubicBezTo>
                <a:cubicBezTo>
                  <a:pt x="120000" y="0"/>
                  <a:pt x="120000" y="0"/>
                  <a:pt x="120000" y="0"/>
                </a:cubicBezTo>
              </a:path>
            </a:pathLst>
          </a:custGeom>
          <a:solidFill>
            <a:srgbClr val="C1493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3" name="Google Shape;483;p43"/>
          <p:cNvSpPr/>
          <p:nvPr/>
        </p:nvSpPr>
        <p:spPr>
          <a:xfrm>
            <a:off x="9006777" y="2507736"/>
            <a:ext cx="58738" cy="77788"/>
          </a:xfrm>
          <a:custGeom>
            <a:avLst/>
            <a:gdLst/>
            <a:ahLst/>
            <a:cxnLst/>
            <a:rect l="l" t="t" r="r" b="b"/>
            <a:pathLst>
              <a:path w="120000" h="120000" extrusionOk="0">
                <a:moveTo>
                  <a:pt x="0" y="0"/>
                </a:moveTo>
                <a:cubicBezTo>
                  <a:pt x="28235" y="46956"/>
                  <a:pt x="70588" y="83478"/>
                  <a:pt x="120000" y="120000"/>
                </a:cubicBezTo>
                <a:cubicBezTo>
                  <a:pt x="120000" y="120000"/>
                  <a:pt x="120000" y="120000"/>
                  <a:pt x="120000" y="120000"/>
                </a:cubicBezTo>
                <a:cubicBezTo>
                  <a:pt x="70588" y="83478"/>
                  <a:pt x="28235" y="46956"/>
                  <a:pt x="0" y="0"/>
                </a:cubicBezTo>
                <a:moveTo>
                  <a:pt x="0" y="0"/>
                </a:moveTo>
                <a:cubicBezTo>
                  <a:pt x="0" y="0"/>
                  <a:pt x="0" y="0"/>
                  <a:pt x="0" y="0"/>
                </a:cubicBezTo>
                <a:cubicBezTo>
                  <a:pt x="0" y="0"/>
                  <a:pt x="0" y="0"/>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4" name="Google Shape;484;p43"/>
          <p:cNvSpPr/>
          <p:nvPr/>
        </p:nvSpPr>
        <p:spPr>
          <a:xfrm>
            <a:off x="8997252" y="2485511"/>
            <a:ext cx="68263" cy="100013"/>
          </a:xfrm>
          <a:custGeom>
            <a:avLst/>
            <a:gdLst/>
            <a:ahLst/>
            <a:cxnLst/>
            <a:rect l="l" t="t" r="r" b="b"/>
            <a:pathLst>
              <a:path w="120000" h="120000" extrusionOk="0">
                <a:moveTo>
                  <a:pt x="0" y="0"/>
                </a:moveTo>
                <a:cubicBezTo>
                  <a:pt x="6000" y="12000"/>
                  <a:pt x="12000" y="20000"/>
                  <a:pt x="18000" y="28000"/>
                </a:cubicBezTo>
                <a:cubicBezTo>
                  <a:pt x="18000" y="28000"/>
                  <a:pt x="18000" y="28000"/>
                  <a:pt x="18000" y="28000"/>
                </a:cubicBezTo>
                <a:cubicBezTo>
                  <a:pt x="18000" y="28000"/>
                  <a:pt x="18000" y="28000"/>
                  <a:pt x="18000" y="28000"/>
                </a:cubicBezTo>
                <a:cubicBezTo>
                  <a:pt x="42000" y="64000"/>
                  <a:pt x="78000" y="92000"/>
                  <a:pt x="120000" y="120000"/>
                </a:cubicBezTo>
                <a:cubicBezTo>
                  <a:pt x="120000" y="120000"/>
                  <a:pt x="120000" y="120000"/>
                  <a:pt x="120000" y="120000"/>
                </a:cubicBezTo>
                <a:cubicBezTo>
                  <a:pt x="114000" y="116000"/>
                  <a:pt x="114000" y="116000"/>
                  <a:pt x="114000" y="116000"/>
                </a:cubicBezTo>
                <a:cubicBezTo>
                  <a:pt x="66000" y="84000"/>
                  <a:pt x="24000" y="44000"/>
                  <a:pt x="0" y="0"/>
                </a:cubicBezTo>
              </a:path>
            </a:pathLst>
          </a:custGeom>
          <a:solidFill>
            <a:srgbClr val="C1493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5" name="Google Shape;485;p43"/>
          <p:cNvSpPr/>
          <p:nvPr/>
        </p:nvSpPr>
        <p:spPr>
          <a:xfrm>
            <a:off x="9624315" y="2120385"/>
            <a:ext cx="269874" cy="269874"/>
          </a:xfrm>
          <a:custGeom>
            <a:avLst/>
            <a:gdLst/>
            <a:ahLst/>
            <a:cxnLst/>
            <a:rect l="l" t="t" r="r" b="b"/>
            <a:pathLst>
              <a:path w="120000" h="120000" extrusionOk="0">
                <a:moveTo>
                  <a:pt x="120000" y="0"/>
                </a:moveTo>
                <a:lnTo>
                  <a:pt x="120000" y="0"/>
                </a:lnTo>
                <a:lnTo>
                  <a:pt x="0" y="120000"/>
                </a:lnTo>
                <a:lnTo>
                  <a:pt x="0" y="120000"/>
                </a:lnTo>
                <a:lnTo>
                  <a:pt x="120000" y="0"/>
                </a:lnTo>
                <a:close/>
              </a:path>
            </a:pathLst>
          </a:custGeom>
          <a:solidFill>
            <a:srgbClr val="D54F3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6" name="Google Shape;486;p43"/>
          <p:cNvSpPr/>
          <p:nvPr/>
        </p:nvSpPr>
        <p:spPr>
          <a:xfrm>
            <a:off x="9624315" y="2120385"/>
            <a:ext cx="269874" cy="269874"/>
          </a:xfrm>
          <a:custGeom>
            <a:avLst/>
            <a:gdLst/>
            <a:ahLst/>
            <a:cxnLst/>
            <a:rect l="l" t="t" r="r" b="b"/>
            <a:pathLst>
              <a:path w="120000" h="120000" extrusionOk="0">
                <a:moveTo>
                  <a:pt x="120000" y="0"/>
                </a:moveTo>
                <a:lnTo>
                  <a:pt x="120000" y="0"/>
                </a:lnTo>
                <a:lnTo>
                  <a:pt x="0" y="120000"/>
                </a:lnTo>
                <a:lnTo>
                  <a:pt x="0" y="12000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7" name="Google Shape;487;p43"/>
          <p:cNvSpPr/>
          <p:nvPr/>
        </p:nvSpPr>
        <p:spPr>
          <a:xfrm>
            <a:off x="9411590" y="2177535"/>
            <a:ext cx="212724" cy="212724"/>
          </a:xfrm>
          <a:custGeom>
            <a:avLst/>
            <a:gdLst/>
            <a:ahLst/>
            <a:cxnLst/>
            <a:rect l="l" t="t" r="r" b="b"/>
            <a:pathLst>
              <a:path w="120000" h="120000" extrusionOk="0">
                <a:moveTo>
                  <a:pt x="0" y="0"/>
                </a:moveTo>
                <a:cubicBezTo>
                  <a:pt x="0" y="0"/>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2857"/>
                  <a:pt x="24761" y="22857"/>
                  <a:pt x="24761" y="22857"/>
                </a:cubicBezTo>
                <a:cubicBezTo>
                  <a:pt x="1904" y="1904"/>
                  <a:pt x="1904" y="1904"/>
                  <a:pt x="1904" y="1904"/>
                </a:cubicBezTo>
                <a:cubicBezTo>
                  <a:pt x="1904" y="1904"/>
                  <a:pt x="0" y="0"/>
                  <a:pt x="0" y="0"/>
                </a:cubicBezTo>
              </a:path>
            </a:pathLst>
          </a:custGeom>
          <a:solidFill>
            <a:srgbClr val="B1443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8" name="Google Shape;488;p43"/>
          <p:cNvSpPr/>
          <p:nvPr/>
        </p:nvSpPr>
        <p:spPr>
          <a:xfrm>
            <a:off x="9624315" y="2390261"/>
            <a:ext cx="269874" cy="266699"/>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D54F3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9" name="Google Shape;489;p43"/>
          <p:cNvSpPr/>
          <p:nvPr/>
        </p:nvSpPr>
        <p:spPr>
          <a:xfrm>
            <a:off x="9624315" y="2390261"/>
            <a:ext cx="269874" cy="266699"/>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0" name="Google Shape;490;p43"/>
          <p:cNvSpPr/>
          <p:nvPr/>
        </p:nvSpPr>
        <p:spPr>
          <a:xfrm>
            <a:off x="9246490" y="2485511"/>
            <a:ext cx="284162" cy="171449"/>
          </a:xfrm>
          <a:custGeom>
            <a:avLst/>
            <a:gdLst/>
            <a:ahLst/>
            <a:cxnLst/>
            <a:rect l="l" t="t" r="r" b="b"/>
            <a:pathLst>
              <a:path w="120000" h="120000" extrusionOk="0">
                <a:moveTo>
                  <a:pt x="0" y="120000"/>
                </a:moveTo>
                <a:cubicBezTo>
                  <a:pt x="0" y="120000"/>
                  <a:pt x="0" y="120000"/>
                  <a:pt x="0" y="120000"/>
                </a:cubicBezTo>
                <a:cubicBezTo>
                  <a:pt x="0" y="120000"/>
                  <a:pt x="0" y="120000"/>
                  <a:pt x="0" y="120000"/>
                </a:cubicBezTo>
                <a:moveTo>
                  <a:pt x="120000" y="0"/>
                </a:moveTo>
                <a:cubicBezTo>
                  <a:pt x="88571" y="51764"/>
                  <a:pt x="88571" y="51764"/>
                  <a:pt x="88571" y="51764"/>
                </a:cubicBezTo>
                <a:cubicBezTo>
                  <a:pt x="71428" y="77647"/>
                  <a:pt x="71428" y="77647"/>
                  <a:pt x="71428" y="77647"/>
                </a:cubicBezTo>
                <a:cubicBezTo>
                  <a:pt x="67142" y="84705"/>
                  <a:pt x="62857" y="89411"/>
                  <a:pt x="57142" y="94117"/>
                </a:cubicBezTo>
                <a:cubicBezTo>
                  <a:pt x="62857" y="89411"/>
                  <a:pt x="67142" y="84705"/>
                  <a:pt x="71428" y="77647"/>
                </a:cubicBezTo>
                <a:cubicBezTo>
                  <a:pt x="88571" y="51764"/>
                  <a:pt x="88571" y="51764"/>
                  <a:pt x="88571" y="51764"/>
                </a:cubicBezTo>
                <a:cubicBezTo>
                  <a:pt x="120000" y="0"/>
                  <a:pt x="120000" y="0"/>
                  <a:pt x="120000" y="0"/>
                </a:cubicBezTo>
              </a:path>
            </a:pathLst>
          </a:custGeom>
          <a:solidFill>
            <a:srgbClr val="B1443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1" name="Google Shape;491;p43"/>
          <p:cNvSpPr/>
          <p:nvPr/>
        </p:nvSpPr>
        <p:spPr>
          <a:xfrm>
            <a:off x="8979790" y="4193661"/>
            <a:ext cx="85724" cy="392112"/>
          </a:xfrm>
          <a:custGeom>
            <a:avLst/>
            <a:gdLst/>
            <a:ahLst/>
            <a:cxnLst/>
            <a:rect l="l" t="t" r="r" b="b"/>
            <a:pathLst>
              <a:path w="120000" h="120000" extrusionOk="0">
                <a:moveTo>
                  <a:pt x="38400" y="96206"/>
                </a:moveTo>
                <a:cubicBezTo>
                  <a:pt x="57600" y="105517"/>
                  <a:pt x="86400" y="113793"/>
                  <a:pt x="120000" y="120000"/>
                </a:cubicBezTo>
                <a:cubicBezTo>
                  <a:pt x="120000" y="120000"/>
                  <a:pt x="120000" y="120000"/>
                  <a:pt x="120000" y="120000"/>
                </a:cubicBezTo>
                <a:cubicBezTo>
                  <a:pt x="86400" y="112758"/>
                  <a:pt x="57600" y="105517"/>
                  <a:pt x="38400" y="96206"/>
                </a:cubicBezTo>
                <a:moveTo>
                  <a:pt x="38400" y="96206"/>
                </a:moveTo>
                <a:cubicBezTo>
                  <a:pt x="38400" y="96206"/>
                  <a:pt x="38400" y="96206"/>
                  <a:pt x="38400" y="96206"/>
                </a:cubicBezTo>
                <a:cubicBezTo>
                  <a:pt x="38400" y="96206"/>
                  <a:pt x="38400" y="96206"/>
                  <a:pt x="38400" y="96206"/>
                </a:cubicBezTo>
                <a:moveTo>
                  <a:pt x="120000" y="0"/>
                </a:moveTo>
                <a:cubicBezTo>
                  <a:pt x="43200" y="14482"/>
                  <a:pt x="0" y="36206"/>
                  <a:pt x="0" y="60000"/>
                </a:cubicBezTo>
                <a:cubicBezTo>
                  <a:pt x="0" y="60000"/>
                  <a:pt x="0" y="60000"/>
                  <a:pt x="0" y="60000"/>
                </a:cubicBezTo>
                <a:cubicBezTo>
                  <a:pt x="0" y="60000"/>
                  <a:pt x="0" y="60000"/>
                  <a:pt x="0" y="60000"/>
                </a:cubicBezTo>
                <a:cubicBezTo>
                  <a:pt x="0" y="60000"/>
                  <a:pt x="0" y="60000"/>
                  <a:pt x="0" y="60000"/>
                </a:cubicBezTo>
                <a:cubicBezTo>
                  <a:pt x="0" y="60000"/>
                  <a:pt x="0" y="60000"/>
                  <a:pt x="0" y="60000"/>
                </a:cubicBezTo>
                <a:cubicBezTo>
                  <a:pt x="0" y="60000"/>
                  <a:pt x="0" y="60000"/>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4827"/>
                  <a:pt x="0" y="54827"/>
                  <a:pt x="0" y="54827"/>
                </a:cubicBezTo>
                <a:cubicBezTo>
                  <a:pt x="0" y="54827"/>
                  <a:pt x="0" y="54827"/>
                  <a:pt x="0" y="54827"/>
                </a:cubicBezTo>
                <a:cubicBezTo>
                  <a:pt x="0" y="54827"/>
                  <a:pt x="0" y="54827"/>
                  <a:pt x="0" y="54827"/>
                </a:cubicBezTo>
                <a:cubicBezTo>
                  <a:pt x="0" y="54827"/>
                  <a:pt x="0" y="54827"/>
                  <a:pt x="0" y="54827"/>
                </a:cubicBezTo>
                <a:cubicBezTo>
                  <a:pt x="0" y="48620"/>
                  <a:pt x="4800" y="41379"/>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9200" y="35172"/>
                  <a:pt x="19200" y="35172"/>
                  <a:pt x="19200" y="35172"/>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38400" y="20689"/>
                  <a:pt x="72000" y="9310"/>
                  <a:pt x="120000" y="0"/>
                </a:cubicBezTo>
                <a:cubicBezTo>
                  <a:pt x="120000" y="0"/>
                  <a:pt x="120000" y="0"/>
                  <a:pt x="12000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2" name="Google Shape;492;p43"/>
          <p:cNvSpPr/>
          <p:nvPr/>
        </p:nvSpPr>
        <p:spPr>
          <a:xfrm>
            <a:off x="8979790" y="4193661"/>
            <a:ext cx="85724" cy="392112"/>
          </a:xfrm>
          <a:custGeom>
            <a:avLst/>
            <a:gdLst/>
            <a:ahLst/>
            <a:cxnLst/>
            <a:rect l="l" t="t" r="r" b="b"/>
            <a:pathLst>
              <a:path w="120000" h="120000" extrusionOk="0">
                <a:moveTo>
                  <a:pt x="24000" y="88965"/>
                </a:moveTo>
                <a:cubicBezTo>
                  <a:pt x="28800" y="92068"/>
                  <a:pt x="33600" y="94137"/>
                  <a:pt x="38400" y="96206"/>
                </a:cubicBezTo>
                <a:cubicBezTo>
                  <a:pt x="38400" y="96206"/>
                  <a:pt x="38400" y="96206"/>
                  <a:pt x="38400" y="96206"/>
                </a:cubicBezTo>
                <a:cubicBezTo>
                  <a:pt x="38400" y="96206"/>
                  <a:pt x="38400" y="96206"/>
                  <a:pt x="38400" y="96206"/>
                </a:cubicBezTo>
                <a:cubicBezTo>
                  <a:pt x="57600" y="105517"/>
                  <a:pt x="86400" y="112758"/>
                  <a:pt x="120000" y="120000"/>
                </a:cubicBezTo>
                <a:cubicBezTo>
                  <a:pt x="120000" y="120000"/>
                  <a:pt x="120000" y="120000"/>
                  <a:pt x="120000" y="120000"/>
                </a:cubicBezTo>
                <a:cubicBezTo>
                  <a:pt x="115200" y="120000"/>
                  <a:pt x="115200" y="120000"/>
                  <a:pt x="115200" y="120000"/>
                </a:cubicBezTo>
                <a:cubicBezTo>
                  <a:pt x="76800" y="111724"/>
                  <a:pt x="43200" y="101379"/>
                  <a:pt x="24000" y="88965"/>
                </a:cubicBezTo>
                <a:moveTo>
                  <a:pt x="0" y="60000"/>
                </a:moveTo>
                <a:cubicBezTo>
                  <a:pt x="0" y="60000"/>
                  <a:pt x="0" y="60000"/>
                  <a:pt x="0" y="60000"/>
                </a:cubicBezTo>
                <a:cubicBezTo>
                  <a:pt x="0" y="60000"/>
                  <a:pt x="0" y="60000"/>
                  <a:pt x="0" y="60000"/>
                </a:cubicBezTo>
                <a:cubicBezTo>
                  <a:pt x="0" y="60000"/>
                  <a:pt x="0" y="60000"/>
                  <a:pt x="0" y="60000"/>
                </a:cubicBezTo>
                <a:moveTo>
                  <a:pt x="0" y="60000"/>
                </a:moveTo>
                <a:cubicBezTo>
                  <a:pt x="0" y="60000"/>
                  <a:pt x="0" y="60000"/>
                  <a:pt x="0" y="60000"/>
                </a:cubicBezTo>
                <a:cubicBezTo>
                  <a:pt x="0" y="60000"/>
                  <a:pt x="0" y="60000"/>
                  <a:pt x="0" y="60000"/>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4827"/>
                </a:moveTo>
                <a:cubicBezTo>
                  <a:pt x="0" y="54827"/>
                  <a:pt x="0" y="54827"/>
                  <a:pt x="0" y="54827"/>
                </a:cubicBezTo>
                <a:cubicBezTo>
                  <a:pt x="0" y="54827"/>
                  <a:pt x="0" y="54827"/>
                  <a:pt x="0" y="54827"/>
                </a:cubicBezTo>
                <a:moveTo>
                  <a:pt x="0" y="54827"/>
                </a:moveTo>
                <a:cubicBezTo>
                  <a:pt x="0" y="54827"/>
                  <a:pt x="0" y="54827"/>
                  <a:pt x="0" y="54827"/>
                </a:cubicBezTo>
                <a:cubicBezTo>
                  <a:pt x="0" y="54827"/>
                  <a:pt x="0" y="54827"/>
                  <a:pt x="0" y="54827"/>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9200" y="35172"/>
                </a:moveTo>
                <a:cubicBezTo>
                  <a:pt x="19200" y="35172"/>
                  <a:pt x="19200" y="35172"/>
                  <a:pt x="14400" y="35172"/>
                </a:cubicBezTo>
                <a:cubicBezTo>
                  <a:pt x="19200" y="35172"/>
                  <a:pt x="19200" y="35172"/>
                  <a:pt x="19200" y="35172"/>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20000" y="0"/>
                </a:moveTo>
                <a:cubicBezTo>
                  <a:pt x="72000" y="9310"/>
                  <a:pt x="38400" y="20689"/>
                  <a:pt x="19200" y="34137"/>
                </a:cubicBezTo>
                <a:cubicBezTo>
                  <a:pt x="38400" y="20689"/>
                  <a:pt x="72000" y="9310"/>
                  <a:pt x="115200" y="0"/>
                </a:cubicBezTo>
                <a:cubicBezTo>
                  <a:pt x="120000" y="0"/>
                  <a:pt x="120000" y="0"/>
                  <a:pt x="120000" y="0"/>
                </a:cubicBezTo>
                <a:cubicBezTo>
                  <a:pt x="120000" y="0"/>
                  <a:pt x="120000" y="0"/>
                  <a:pt x="120000" y="0"/>
                </a:cubicBezTo>
              </a:path>
            </a:pathLst>
          </a:custGeom>
          <a:solidFill>
            <a:srgbClr val="8EAA4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3" name="Google Shape;493;p43"/>
          <p:cNvSpPr/>
          <p:nvPr/>
        </p:nvSpPr>
        <p:spPr>
          <a:xfrm>
            <a:off x="9624315" y="4123811"/>
            <a:ext cx="269874" cy="266699"/>
          </a:xfrm>
          <a:custGeom>
            <a:avLst/>
            <a:gdLst/>
            <a:ahLst/>
            <a:cxnLst/>
            <a:rect l="l" t="t" r="r" b="b"/>
            <a:pathLst>
              <a:path w="120000" h="120000" extrusionOk="0">
                <a:moveTo>
                  <a:pt x="120000" y="0"/>
                </a:moveTo>
                <a:lnTo>
                  <a:pt x="120000" y="0"/>
                </a:lnTo>
                <a:lnTo>
                  <a:pt x="0" y="120000"/>
                </a:lnTo>
                <a:lnTo>
                  <a:pt x="0" y="120000"/>
                </a:lnTo>
                <a:lnTo>
                  <a:pt x="120000" y="0"/>
                </a:lnTo>
                <a:close/>
              </a:path>
            </a:pathLst>
          </a:custGeom>
          <a:solidFill>
            <a:srgbClr val="9BBB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4" name="Google Shape;494;p43"/>
          <p:cNvSpPr/>
          <p:nvPr/>
        </p:nvSpPr>
        <p:spPr>
          <a:xfrm>
            <a:off x="9624315" y="4123811"/>
            <a:ext cx="269874" cy="266699"/>
          </a:xfrm>
          <a:custGeom>
            <a:avLst/>
            <a:gdLst/>
            <a:ahLst/>
            <a:cxnLst/>
            <a:rect l="l" t="t" r="r" b="b"/>
            <a:pathLst>
              <a:path w="120000" h="120000" extrusionOk="0">
                <a:moveTo>
                  <a:pt x="120000" y="0"/>
                </a:moveTo>
                <a:lnTo>
                  <a:pt x="120000" y="0"/>
                </a:lnTo>
                <a:lnTo>
                  <a:pt x="0" y="120000"/>
                </a:lnTo>
                <a:lnTo>
                  <a:pt x="0" y="12000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5" name="Google Shape;495;p43"/>
          <p:cNvSpPr/>
          <p:nvPr/>
        </p:nvSpPr>
        <p:spPr>
          <a:xfrm>
            <a:off x="9411590" y="4177786"/>
            <a:ext cx="212724" cy="212724"/>
          </a:xfrm>
          <a:custGeom>
            <a:avLst/>
            <a:gdLst/>
            <a:ahLst/>
            <a:cxnLst/>
            <a:rect l="l" t="t" r="r" b="b"/>
            <a:pathLst>
              <a:path w="120000" h="120000" extrusionOk="0">
                <a:moveTo>
                  <a:pt x="0" y="0"/>
                </a:moveTo>
                <a:cubicBezTo>
                  <a:pt x="0" y="1904"/>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4761"/>
                  <a:pt x="24761" y="24761"/>
                  <a:pt x="24761" y="24761"/>
                </a:cubicBezTo>
                <a:cubicBezTo>
                  <a:pt x="1904" y="3809"/>
                  <a:pt x="1904" y="3809"/>
                  <a:pt x="1904" y="3809"/>
                </a:cubicBezTo>
                <a:cubicBezTo>
                  <a:pt x="1904" y="1904"/>
                  <a:pt x="0" y="1904"/>
                  <a:pt x="0" y="0"/>
                </a:cubicBezTo>
              </a:path>
            </a:pathLst>
          </a:custGeom>
          <a:solidFill>
            <a:srgbClr val="839B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6" name="Google Shape;496;p43"/>
          <p:cNvSpPr/>
          <p:nvPr/>
        </p:nvSpPr>
        <p:spPr>
          <a:xfrm>
            <a:off x="9624315" y="4390511"/>
            <a:ext cx="269874" cy="268288"/>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9BBB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7" name="Google Shape;497;p43"/>
          <p:cNvSpPr/>
          <p:nvPr/>
        </p:nvSpPr>
        <p:spPr>
          <a:xfrm>
            <a:off x="9624315" y="4390511"/>
            <a:ext cx="269874" cy="268288"/>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8" name="Google Shape;498;p43"/>
          <p:cNvSpPr/>
          <p:nvPr/>
        </p:nvSpPr>
        <p:spPr>
          <a:xfrm>
            <a:off x="9246490" y="4484172"/>
            <a:ext cx="284162" cy="174625"/>
          </a:xfrm>
          <a:custGeom>
            <a:avLst/>
            <a:gdLst/>
            <a:ahLst/>
            <a:cxnLst/>
            <a:rect l="l" t="t" r="r" b="b"/>
            <a:pathLst>
              <a:path w="120000" h="120000" extrusionOk="0">
                <a:moveTo>
                  <a:pt x="0" y="120000"/>
                </a:moveTo>
                <a:cubicBezTo>
                  <a:pt x="0" y="120000"/>
                  <a:pt x="0" y="120000"/>
                  <a:pt x="0" y="120000"/>
                </a:cubicBezTo>
                <a:cubicBezTo>
                  <a:pt x="0" y="120000"/>
                  <a:pt x="0" y="120000"/>
                  <a:pt x="0" y="120000"/>
                </a:cubicBezTo>
                <a:moveTo>
                  <a:pt x="120000" y="0"/>
                </a:moveTo>
                <a:cubicBezTo>
                  <a:pt x="88571" y="50769"/>
                  <a:pt x="88571" y="50769"/>
                  <a:pt x="88571" y="50769"/>
                </a:cubicBezTo>
                <a:cubicBezTo>
                  <a:pt x="71428" y="78461"/>
                  <a:pt x="71428" y="78461"/>
                  <a:pt x="71428" y="78461"/>
                </a:cubicBezTo>
                <a:cubicBezTo>
                  <a:pt x="67142" y="83076"/>
                  <a:pt x="62857" y="90000"/>
                  <a:pt x="57142" y="94615"/>
                </a:cubicBezTo>
                <a:cubicBezTo>
                  <a:pt x="62857" y="90000"/>
                  <a:pt x="67142" y="83076"/>
                  <a:pt x="71428" y="78461"/>
                </a:cubicBezTo>
                <a:cubicBezTo>
                  <a:pt x="88571" y="50769"/>
                  <a:pt x="88571" y="50769"/>
                  <a:pt x="88571" y="50769"/>
                </a:cubicBezTo>
                <a:cubicBezTo>
                  <a:pt x="120000" y="0"/>
                  <a:pt x="120000" y="0"/>
                  <a:pt x="120000" y="0"/>
                </a:cubicBezTo>
              </a:path>
            </a:pathLst>
          </a:custGeom>
          <a:solidFill>
            <a:srgbClr val="839B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9" name="Google Shape;499;p43"/>
          <p:cNvSpPr/>
          <p:nvPr/>
        </p:nvSpPr>
        <p:spPr>
          <a:xfrm>
            <a:off x="507146" y="1306070"/>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00" name="Google Shape;500;p43"/>
          <p:cNvSpPr/>
          <p:nvPr/>
        </p:nvSpPr>
        <p:spPr>
          <a:xfrm>
            <a:off x="507146" y="2534266"/>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01" name="Google Shape;501;p43"/>
          <p:cNvSpPr/>
          <p:nvPr/>
        </p:nvSpPr>
        <p:spPr>
          <a:xfrm>
            <a:off x="506448" y="5115595"/>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02" name="Google Shape;502;p43"/>
          <p:cNvSpPr/>
          <p:nvPr/>
        </p:nvSpPr>
        <p:spPr>
          <a:xfrm>
            <a:off x="506448" y="3848180"/>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nvGrpSpPr>
          <p:cNvPr id="503" name="Google Shape;503;p43"/>
          <p:cNvGrpSpPr/>
          <p:nvPr/>
        </p:nvGrpSpPr>
        <p:grpSpPr>
          <a:xfrm>
            <a:off x="8852789" y="1619529"/>
            <a:ext cx="2105024" cy="1658938"/>
            <a:chOff x="5946775" y="4468571"/>
            <a:chExt cx="2105024" cy="1658938"/>
          </a:xfrm>
        </p:grpSpPr>
        <p:sp>
          <p:nvSpPr>
            <p:cNvPr id="504" name="Google Shape;504;p43"/>
            <p:cNvSpPr/>
            <p:nvPr/>
          </p:nvSpPr>
          <p:spPr>
            <a:xfrm>
              <a:off x="5946775" y="5032135"/>
              <a:ext cx="2105024" cy="534988"/>
            </a:xfrm>
            <a:custGeom>
              <a:avLst/>
              <a:gdLst/>
              <a:ahLst/>
              <a:cxnLst/>
              <a:rect l="l" t="t" r="r" b="b"/>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5" name="Google Shape;505;p43"/>
            <p:cNvSpPr/>
            <p:nvPr/>
          </p:nvSpPr>
          <p:spPr>
            <a:xfrm>
              <a:off x="5946775" y="4468571"/>
              <a:ext cx="1096962" cy="1658938"/>
            </a:xfrm>
            <a:custGeom>
              <a:avLst/>
              <a:gdLst/>
              <a:ahLst/>
              <a:cxnLst/>
              <a:rect l="l" t="t" r="r" b="b"/>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6" name="Google Shape;506;p43"/>
            <p:cNvSpPr/>
            <p:nvPr/>
          </p:nvSpPr>
          <p:spPr>
            <a:xfrm>
              <a:off x="5946775" y="5032135"/>
              <a:ext cx="644524" cy="534988"/>
            </a:xfrm>
            <a:custGeom>
              <a:avLst/>
              <a:gdLst/>
              <a:ahLst/>
              <a:cxnLst/>
              <a:rect l="l" t="t" r="r" b="b"/>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7" name="Google Shape;507;p43"/>
            <p:cNvSpPr/>
            <p:nvPr/>
          </p:nvSpPr>
          <p:spPr>
            <a:xfrm>
              <a:off x="6213475" y="5032135"/>
              <a:ext cx="647700" cy="266699"/>
            </a:xfrm>
            <a:custGeom>
              <a:avLst/>
              <a:gdLst/>
              <a:ahLst/>
              <a:cxnLst/>
              <a:rect l="l" t="t" r="r" b="b"/>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8" name="Google Shape;508;p43"/>
            <p:cNvSpPr/>
            <p:nvPr/>
          </p:nvSpPr>
          <p:spPr>
            <a:xfrm>
              <a:off x="6213475" y="5298835"/>
              <a:ext cx="647700" cy="268288"/>
            </a:xfrm>
            <a:custGeom>
              <a:avLst/>
              <a:gdLst/>
              <a:ahLst/>
              <a:cxnLst/>
              <a:rect l="l" t="t" r="r" b="b"/>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09" name="Google Shape;509;p43"/>
          <p:cNvGrpSpPr/>
          <p:nvPr/>
        </p:nvGrpSpPr>
        <p:grpSpPr>
          <a:xfrm>
            <a:off x="7179565" y="559872"/>
            <a:ext cx="2105024" cy="1658938"/>
            <a:chOff x="4146550" y="1468196"/>
            <a:chExt cx="2105024" cy="1658938"/>
          </a:xfrm>
        </p:grpSpPr>
        <p:sp>
          <p:nvSpPr>
            <p:cNvPr id="510" name="Google Shape;510;p43"/>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1" name="Google Shape;511;p43"/>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2" name="Google Shape;512;p43"/>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3" name="Google Shape;513;p43"/>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4" name="Google Shape;514;p43"/>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515" name="Google Shape;515;p43"/>
          <p:cNvSpPr txBox="1">
            <a:spLocks noGrp="1"/>
          </p:cNvSpPr>
          <p:nvPr>
            <p:ph type="body" idx="2"/>
          </p:nvPr>
        </p:nvSpPr>
        <p:spPr>
          <a:xfrm>
            <a:off x="905608" y="124905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6" name="Google Shape;516;p43"/>
          <p:cNvSpPr txBox="1">
            <a:spLocks noGrp="1"/>
          </p:cNvSpPr>
          <p:nvPr>
            <p:ph type="body" idx="3"/>
          </p:nvPr>
        </p:nvSpPr>
        <p:spPr>
          <a:xfrm>
            <a:off x="905609" y="166059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7" name="Google Shape;517;p43"/>
          <p:cNvSpPr txBox="1">
            <a:spLocks noGrp="1"/>
          </p:cNvSpPr>
          <p:nvPr>
            <p:ph type="body" idx="4"/>
          </p:nvPr>
        </p:nvSpPr>
        <p:spPr>
          <a:xfrm>
            <a:off x="905608" y="251855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8" name="Google Shape;518;p43"/>
          <p:cNvSpPr txBox="1">
            <a:spLocks noGrp="1"/>
          </p:cNvSpPr>
          <p:nvPr>
            <p:ph type="body" idx="5"/>
          </p:nvPr>
        </p:nvSpPr>
        <p:spPr>
          <a:xfrm>
            <a:off x="905609" y="293009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9" name="Google Shape;519;p43"/>
          <p:cNvSpPr txBox="1">
            <a:spLocks noGrp="1"/>
          </p:cNvSpPr>
          <p:nvPr>
            <p:ph type="body" idx="6"/>
          </p:nvPr>
        </p:nvSpPr>
        <p:spPr>
          <a:xfrm>
            <a:off x="905608" y="3774421"/>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0" name="Google Shape;520;p43"/>
          <p:cNvSpPr txBox="1">
            <a:spLocks noGrp="1"/>
          </p:cNvSpPr>
          <p:nvPr>
            <p:ph type="body" idx="7"/>
          </p:nvPr>
        </p:nvSpPr>
        <p:spPr>
          <a:xfrm>
            <a:off x="905609" y="4185967"/>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1" name="Google Shape;521;p43"/>
          <p:cNvSpPr txBox="1">
            <a:spLocks noGrp="1"/>
          </p:cNvSpPr>
          <p:nvPr>
            <p:ph type="body" idx="8"/>
          </p:nvPr>
        </p:nvSpPr>
        <p:spPr>
          <a:xfrm>
            <a:off x="905608" y="504162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2" name="Google Shape;522;p43"/>
          <p:cNvSpPr txBox="1">
            <a:spLocks noGrp="1"/>
          </p:cNvSpPr>
          <p:nvPr>
            <p:ph type="body" idx="9"/>
          </p:nvPr>
        </p:nvSpPr>
        <p:spPr>
          <a:xfrm>
            <a:off x="905609" y="545316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523" name="Google Shape;523;p43"/>
          <p:cNvGrpSpPr/>
          <p:nvPr/>
        </p:nvGrpSpPr>
        <p:grpSpPr>
          <a:xfrm>
            <a:off x="7179565" y="2719086"/>
            <a:ext cx="2105024" cy="1658938"/>
            <a:chOff x="4146550" y="1468196"/>
            <a:chExt cx="2105024" cy="1658938"/>
          </a:xfrm>
        </p:grpSpPr>
        <p:sp>
          <p:nvSpPr>
            <p:cNvPr id="524" name="Google Shape;524;p43"/>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5" name="Google Shape;525;p43"/>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6" name="Google Shape;526;p43"/>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7" name="Google Shape;527;p43"/>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8" name="Google Shape;528;p43"/>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29" name="Google Shape;529;p43"/>
          <p:cNvGrpSpPr/>
          <p:nvPr/>
        </p:nvGrpSpPr>
        <p:grpSpPr>
          <a:xfrm>
            <a:off x="8852789" y="3752912"/>
            <a:ext cx="2105024" cy="1658938"/>
            <a:chOff x="5946775" y="4468571"/>
            <a:chExt cx="2105024" cy="1658938"/>
          </a:xfrm>
        </p:grpSpPr>
        <p:sp>
          <p:nvSpPr>
            <p:cNvPr id="530" name="Google Shape;530;p43"/>
            <p:cNvSpPr/>
            <p:nvPr/>
          </p:nvSpPr>
          <p:spPr>
            <a:xfrm>
              <a:off x="5946775" y="5032135"/>
              <a:ext cx="2105024" cy="534988"/>
            </a:xfrm>
            <a:custGeom>
              <a:avLst/>
              <a:gdLst/>
              <a:ahLst/>
              <a:cxnLst/>
              <a:rect l="l" t="t" r="r" b="b"/>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1" name="Google Shape;531;p43"/>
            <p:cNvSpPr/>
            <p:nvPr/>
          </p:nvSpPr>
          <p:spPr>
            <a:xfrm>
              <a:off x="5946775" y="4468571"/>
              <a:ext cx="1096962" cy="1658938"/>
            </a:xfrm>
            <a:custGeom>
              <a:avLst/>
              <a:gdLst/>
              <a:ahLst/>
              <a:cxnLst/>
              <a:rect l="l" t="t" r="r" b="b"/>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2" name="Google Shape;532;p43"/>
            <p:cNvSpPr/>
            <p:nvPr/>
          </p:nvSpPr>
          <p:spPr>
            <a:xfrm>
              <a:off x="5946775" y="5032135"/>
              <a:ext cx="644524" cy="534988"/>
            </a:xfrm>
            <a:custGeom>
              <a:avLst/>
              <a:gdLst/>
              <a:ahLst/>
              <a:cxnLst/>
              <a:rect l="l" t="t" r="r" b="b"/>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3" name="Google Shape;533;p43"/>
            <p:cNvSpPr/>
            <p:nvPr/>
          </p:nvSpPr>
          <p:spPr>
            <a:xfrm>
              <a:off x="6213475" y="5032135"/>
              <a:ext cx="647700" cy="266699"/>
            </a:xfrm>
            <a:custGeom>
              <a:avLst/>
              <a:gdLst/>
              <a:ahLst/>
              <a:cxnLst/>
              <a:rect l="l" t="t" r="r" b="b"/>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4" name="Google Shape;534;p43"/>
            <p:cNvSpPr/>
            <p:nvPr/>
          </p:nvSpPr>
          <p:spPr>
            <a:xfrm>
              <a:off x="6213475" y="5298835"/>
              <a:ext cx="647700" cy="268288"/>
            </a:xfrm>
            <a:custGeom>
              <a:avLst/>
              <a:gdLst/>
              <a:ahLst/>
              <a:cxnLst/>
              <a:rect l="l" t="t" r="r" b="b"/>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35" name="Google Shape;535;p43"/>
          <p:cNvGrpSpPr/>
          <p:nvPr/>
        </p:nvGrpSpPr>
        <p:grpSpPr>
          <a:xfrm>
            <a:off x="7179565" y="4794313"/>
            <a:ext cx="2105024" cy="1658938"/>
            <a:chOff x="4146550" y="1468196"/>
            <a:chExt cx="2105024" cy="1658938"/>
          </a:xfrm>
        </p:grpSpPr>
        <p:sp>
          <p:nvSpPr>
            <p:cNvPr id="536" name="Google Shape;536;p43"/>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7" name="Google Shape;537;p43"/>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8" name="Google Shape;538;p43"/>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9" name="Google Shape;539;p43"/>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40" name="Google Shape;540;p43"/>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ero-Infographic">
  <p:cSld name="Aero-Infographic">
    <p:spTree>
      <p:nvGrpSpPr>
        <p:cNvPr id="1" name="Shape 541"/>
        <p:cNvGrpSpPr/>
        <p:nvPr/>
      </p:nvGrpSpPr>
      <p:grpSpPr>
        <a:xfrm>
          <a:off x="0" y="0"/>
          <a:ext cx="0" cy="0"/>
          <a:chOff x="0" y="0"/>
          <a:chExt cx="0" cy="0"/>
        </a:xfrm>
      </p:grpSpPr>
      <p:sp>
        <p:nvSpPr>
          <p:cNvPr id="542" name="Google Shape;542;p44"/>
          <p:cNvSpPr txBox="1">
            <a:spLocks noGrp="1"/>
          </p:cNvSpPr>
          <p:nvPr>
            <p:ph type="title"/>
          </p:nvPr>
        </p:nvSpPr>
        <p:spPr>
          <a:xfrm>
            <a:off x="208635" y="633245"/>
            <a:ext cx="9569083"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3" name="Google Shape;543;p44"/>
          <p:cNvSpPr txBox="1">
            <a:spLocks noGrp="1"/>
          </p:cNvSpPr>
          <p:nvPr>
            <p:ph type="body" idx="1"/>
          </p:nvPr>
        </p:nvSpPr>
        <p:spPr>
          <a:xfrm>
            <a:off x="207963" y="273050"/>
            <a:ext cx="9569083"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4" name="Google Shape;544;p44"/>
          <p:cNvSpPr/>
          <p:nvPr/>
        </p:nvSpPr>
        <p:spPr>
          <a:xfrm>
            <a:off x="-84570" y="2350435"/>
            <a:ext cx="9794526" cy="3583613"/>
          </a:xfrm>
          <a:custGeom>
            <a:avLst/>
            <a:gdLst/>
            <a:ahLst/>
            <a:cxnLst/>
            <a:rect l="l" t="t" r="r" b="b"/>
            <a:pathLst>
              <a:path w="120000" h="120000" extrusionOk="0">
                <a:moveTo>
                  <a:pt x="0" y="99534"/>
                </a:moveTo>
                <a:cubicBezTo>
                  <a:pt x="17821" y="120000"/>
                  <a:pt x="19688" y="62325"/>
                  <a:pt x="28005" y="62790"/>
                </a:cubicBezTo>
                <a:cubicBezTo>
                  <a:pt x="36322" y="63255"/>
                  <a:pt x="41414" y="85581"/>
                  <a:pt x="52277" y="83720"/>
                </a:cubicBezTo>
                <a:cubicBezTo>
                  <a:pt x="63140" y="81860"/>
                  <a:pt x="63988" y="40930"/>
                  <a:pt x="75190" y="37209"/>
                </a:cubicBezTo>
                <a:cubicBezTo>
                  <a:pt x="86393" y="33488"/>
                  <a:pt x="87538" y="57093"/>
                  <a:pt x="98231" y="55697"/>
                </a:cubicBezTo>
                <a:cubicBezTo>
                  <a:pt x="108925" y="54302"/>
                  <a:pt x="109137" y="9767"/>
                  <a:pt x="120000" y="0"/>
                </a:cubicBezTo>
              </a:path>
            </a:pathLst>
          </a:custGeom>
          <a:noFill/>
          <a:ln w="15875" cap="flat" cmpd="sng">
            <a:solidFill>
              <a:schemeClr val="dk1"/>
            </a:solidFill>
            <a:prstDash val="dash"/>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45" name="Google Shape;545;p44"/>
          <p:cNvGrpSpPr/>
          <p:nvPr/>
        </p:nvGrpSpPr>
        <p:grpSpPr>
          <a:xfrm>
            <a:off x="1760306" y="3744764"/>
            <a:ext cx="995965" cy="993236"/>
            <a:chOff x="1760306" y="3744764"/>
            <a:chExt cx="995965" cy="993236"/>
          </a:xfrm>
        </p:grpSpPr>
        <p:sp>
          <p:nvSpPr>
            <p:cNvPr id="546" name="Google Shape;546;p44"/>
            <p:cNvSpPr/>
            <p:nvPr/>
          </p:nvSpPr>
          <p:spPr>
            <a:xfrm>
              <a:off x="1760306" y="3744764"/>
              <a:ext cx="995965" cy="993236"/>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47" name="Google Shape;547;p44"/>
            <p:cNvSpPr/>
            <p:nvPr/>
          </p:nvSpPr>
          <p:spPr>
            <a:xfrm>
              <a:off x="2118625" y="410171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48" name="Google Shape;548;p44"/>
          <p:cNvGrpSpPr/>
          <p:nvPr/>
        </p:nvGrpSpPr>
        <p:grpSpPr>
          <a:xfrm>
            <a:off x="3658378" y="4366073"/>
            <a:ext cx="995965" cy="993236"/>
            <a:chOff x="3658378" y="4366073"/>
            <a:chExt cx="995965" cy="993236"/>
          </a:xfrm>
        </p:grpSpPr>
        <p:sp>
          <p:nvSpPr>
            <p:cNvPr id="549" name="Google Shape;549;p44"/>
            <p:cNvSpPr/>
            <p:nvPr/>
          </p:nvSpPr>
          <p:spPr>
            <a:xfrm>
              <a:off x="3658378" y="4366073"/>
              <a:ext cx="995965" cy="993236"/>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550" name="Google Shape;550;p44"/>
            <p:cNvSpPr/>
            <p:nvPr/>
          </p:nvSpPr>
          <p:spPr>
            <a:xfrm>
              <a:off x="4030553" y="4724983"/>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51" name="Google Shape;551;p44"/>
          <p:cNvGrpSpPr/>
          <p:nvPr/>
        </p:nvGrpSpPr>
        <p:grpSpPr>
          <a:xfrm>
            <a:off x="5556451" y="3010474"/>
            <a:ext cx="995965" cy="993236"/>
            <a:chOff x="5556451" y="3010474"/>
            <a:chExt cx="995965" cy="993236"/>
          </a:xfrm>
        </p:grpSpPr>
        <p:sp>
          <p:nvSpPr>
            <p:cNvPr id="552" name="Google Shape;552;p44"/>
            <p:cNvSpPr/>
            <p:nvPr/>
          </p:nvSpPr>
          <p:spPr>
            <a:xfrm>
              <a:off x="5556451" y="3010474"/>
              <a:ext cx="995965" cy="993236"/>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53" name="Google Shape;553;p44"/>
            <p:cNvSpPr/>
            <p:nvPr/>
          </p:nvSpPr>
          <p:spPr>
            <a:xfrm>
              <a:off x="5922678" y="3342621"/>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54" name="Google Shape;554;p44"/>
          <p:cNvGrpSpPr/>
          <p:nvPr/>
        </p:nvGrpSpPr>
        <p:grpSpPr>
          <a:xfrm>
            <a:off x="7454525" y="3536691"/>
            <a:ext cx="995965" cy="993236"/>
            <a:chOff x="7454525" y="3536691"/>
            <a:chExt cx="995965" cy="993236"/>
          </a:xfrm>
        </p:grpSpPr>
        <p:sp>
          <p:nvSpPr>
            <p:cNvPr id="555" name="Google Shape;555;p44"/>
            <p:cNvSpPr/>
            <p:nvPr/>
          </p:nvSpPr>
          <p:spPr>
            <a:xfrm>
              <a:off x="7454525" y="3536691"/>
              <a:ext cx="995965" cy="993236"/>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56" name="Google Shape;556;p44"/>
            <p:cNvSpPr/>
            <p:nvPr/>
          </p:nvSpPr>
          <p:spPr>
            <a:xfrm>
              <a:off x="7812842" y="389364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sp>
        <p:nvSpPr>
          <p:cNvPr id="557" name="Google Shape;557;p44"/>
          <p:cNvSpPr/>
          <p:nvPr/>
        </p:nvSpPr>
        <p:spPr>
          <a:xfrm>
            <a:off x="9656652" y="830141"/>
            <a:ext cx="1589340" cy="1589340"/>
          </a:xfrm>
          <a:custGeom>
            <a:avLst/>
            <a:gdLst/>
            <a:ahLst/>
            <a:cxnLst/>
            <a:rect l="l" t="t" r="r" b="b"/>
            <a:pathLst>
              <a:path w="120000" h="120000" extrusionOk="0">
                <a:moveTo>
                  <a:pt x="68227" y="110255"/>
                </a:moveTo>
                <a:lnTo>
                  <a:pt x="52294" y="71566"/>
                </a:lnTo>
                <a:lnTo>
                  <a:pt x="109194" y="14666"/>
                </a:lnTo>
                <a:cubicBezTo>
                  <a:pt x="109194" y="14666"/>
                  <a:pt x="68227" y="110255"/>
                  <a:pt x="68227" y="110255"/>
                </a:cubicBezTo>
                <a:close/>
                <a:moveTo>
                  <a:pt x="9750" y="51777"/>
                </a:moveTo>
                <a:lnTo>
                  <a:pt x="105333" y="10805"/>
                </a:lnTo>
                <a:lnTo>
                  <a:pt x="48438" y="67705"/>
                </a:lnTo>
                <a:cubicBezTo>
                  <a:pt x="48438" y="67705"/>
                  <a:pt x="9750" y="51777"/>
                  <a:pt x="9750" y="51777"/>
                </a:cubicBezTo>
                <a:close/>
                <a:moveTo>
                  <a:pt x="120000" y="2727"/>
                </a:moveTo>
                <a:cubicBezTo>
                  <a:pt x="120000" y="1222"/>
                  <a:pt x="118777" y="0"/>
                  <a:pt x="117272" y="0"/>
                </a:cubicBezTo>
                <a:cubicBezTo>
                  <a:pt x="116855" y="0"/>
                  <a:pt x="116466" y="111"/>
                  <a:pt x="116111" y="288"/>
                </a:cubicBezTo>
                <a:lnTo>
                  <a:pt x="116100" y="266"/>
                </a:lnTo>
                <a:lnTo>
                  <a:pt x="1677" y="49305"/>
                </a:lnTo>
                <a:cubicBezTo>
                  <a:pt x="1672" y="49305"/>
                  <a:pt x="1661" y="49311"/>
                  <a:pt x="1650" y="49316"/>
                </a:cubicBezTo>
                <a:lnTo>
                  <a:pt x="1555" y="49361"/>
                </a:lnTo>
                <a:lnTo>
                  <a:pt x="1561" y="49372"/>
                </a:lnTo>
                <a:cubicBezTo>
                  <a:pt x="644" y="49816"/>
                  <a:pt x="0" y="50733"/>
                  <a:pt x="0" y="51816"/>
                </a:cubicBezTo>
                <a:cubicBezTo>
                  <a:pt x="0" y="53055"/>
                  <a:pt x="838" y="54061"/>
                  <a:pt x="1972" y="54394"/>
                </a:cubicBezTo>
                <a:lnTo>
                  <a:pt x="1961" y="54438"/>
                </a:lnTo>
                <a:lnTo>
                  <a:pt x="47011" y="72988"/>
                </a:lnTo>
                <a:lnTo>
                  <a:pt x="65561" y="118044"/>
                </a:lnTo>
                <a:lnTo>
                  <a:pt x="65605" y="118027"/>
                </a:lnTo>
                <a:cubicBezTo>
                  <a:pt x="65938" y="119161"/>
                  <a:pt x="66944" y="120000"/>
                  <a:pt x="68183" y="120000"/>
                </a:cubicBezTo>
                <a:cubicBezTo>
                  <a:pt x="69266" y="120000"/>
                  <a:pt x="70188" y="119355"/>
                  <a:pt x="70627" y="118438"/>
                </a:cubicBezTo>
                <a:lnTo>
                  <a:pt x="70644" y="118444"/>
                </a:lnTo>
                <a:lnTo>
                  <a:pt x="70683" y="118350"/>
                </a:lnTo>
                <a:cubicBezTo>
                  <a:pt x="70688" y="118338"/>
                  <a:pt x="70694" y="118333"/>
                  <a:pt x="70694" y="118322"/>
                </a:cubicBezTo>
                <a:lnTo>
                  <a:pt x="119738" y="3900"/>
                </a:lnTo>
                <a:lnTo>
                  <a:pt x="119705" y="3883"/>
                </a:lnTo>
                <a:cubicBezTo>
                  <a:pt x="119877" y="3533"/>
                  <a:pt x="120000" y="3150"/>
                  <a:pt x="120000" y="2727"/>
                </a:cubicBezTo>
                <a:moveTo>
                  <a:pt x="43638" y="90000"/>
                </a:moveTo>
                <a:cubicBezTo>
                  <a:pt x="42883" y="90000"/>
                  <a:pt x="42200" y="90305"/>
                  <a:pt x="41705" y="90800"/>
                </a:cubicBezTo>
                <a:lnTo>
                  <a:pt x="33527" y="98983"/>
                </a:lnTo>
                <a:cubicBezTo>
                  <a:pt x="33033" y="99472"/>
                  <a:pt x="32727" y="100161"/>
                  <a:pt x="32727" y="100911"/>
                </a:cubicBezTo>
                <a:cubicBezTo>
                  <a:pt x="32727" y="102416"/>
                  <a:pt x="33950" y="103638"/>
                  <a:pt x="35455" y="103638"/>
                </a:cubicBezTo>
                <a:cubicBezTo>
                  <a:pt x="36205" y="103638"/>
                  <a:pt x="36888" y="103333"/>
                  <a:pt x="37383" y="102838"/>
                </a:cubicBezTo>
                <a:lnTo>
                  <a:pt x="45566" y="94655"/>
                </a:lnTo>
                <a:cubicBezTo>
                  <a:pt x="46061" y="94166"/>
                  <a:pt x="46361" y="93483"/>
                  <a:pt x="46361" y="92727"/>
                </a:cubicBezTo>
                <a:cubicBezTo>
                  <a:pt x="46361" y="91222"/>
                  <a:pt x="45144" y="90000"/>
                  <a:pt x="43638" y="90000"/>
                </a:cubicBezTo>
                <a:moveTo>
                  <a:pt x="43638" y="79094"/>
                </a:moveTo>
                <a:cubicBezTo>
                  <a:pt x="43638" y="77588"/>
                  <a:pt x="42416" y="76361"/>
                  <a:pt x="40911" y="76361"/>
                </a:cubicBezTo>
                <a:cubicBezTo>
                  <a:pt x="40155" y="76361"/>
                  <a:pt x="39472" y="76672"/>
                  <a:pt x="38983" y="77161"/>
                </a:cubicBezTo>
                <a:lnTo>
                  <a:pt x="11705" y="104433"/>
                </a:lnTo>
                <a:cubicBezTo>
                  <a:pt x="11216" y="104933"/>
                  <a:pt x="10911" y="105616"/>
                  <a:pt x="10911" y="106361"/>
                </a:cubicBezTo>
                <a:cubicBezTo>
                  <a:pt x="10911" y="107872"/>
                  <a:pt x="12133" y="109088"/>
                  <a:pt x="13638" y="109088"/>
                </a:cubicBezTo>
                <a:cubicBezTo>
                  <a:pt x="14388" y="109088"/>
                  <a:pt x="15072" y="108788"/>
                  <a:pt x="15566" y="108294"/>
                </a:cubicBezTo>
                <a:lnTo>
                  <a:pt x="42838" y="81016"/>
                </a:lnTo>
                <a:cubicBezTo>
                  <a:pt x="43333" y="80527"/>
                  <a:pt x="43638" y="79844"/>
                  <a:pt x="43638" y="79094"/>
                </a:cubicBezTo>
                <a:moveTo>
                  <a:pt x="26472" y="81016"/>
                </a:moveTo>
                <a:lnTo>
                  <a:pt x="29200" y="78294"/>
                </a:lnTo>
                <a:cubicBezTo>
                  <a:pt x="29694" y="77800"/>
                  <a:pt x="30000" y="77116"/>
                  <a:pt x="30000" y="76361"/>
                </a:cubicBezTo>
                <a:cubicBezTo>
                  <a:pt x="30000" y="74861"/>
                  <a:pt x="28777" y="73638"/>
                  <a:pt x="27272" y="73638"/>
                </a:cubicBezTo>
                <a:cubicBezTo>
                  <a:pt x="26522" y="73638"/>
                  <a:pt x="25838" y="73944"/>
                  <a:pt x="25344" y="74433"/>
                </a:cubicBezTo>
                <a:lnTo>
                  <a:pt x="22616" y="77161"/>
                </a:lnTo>
                <a:cubicBezTo>
                  <a:pt x="22122" y="77661"/>
                  <a:pt x="21816" y="78338"/>
                  <a:pt x="21816" y="79094"/>
                </a:cubicBezTo>
                <a:cubicBezTo>
                  <a:pt x="21816" y="80594"/>
                  <a:pt x="23038" y="81816"/>
                  <a:pt x="24544" y="81816"/>
                </a:cubicBezTo>
                <a:cubicBezTo>
                  <a:pt x="25300" y="81816"/>
                  <a:pt x="25977" y="81516"/>
                  <a:pt x="26472" y="81016"/>
                </a:cubicBezTo>
              </a:path>
            </a:pathLst>
          </a:custGeom>
          <a:solidFill>
            <a:schemeClr val="accen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sp>
        <p:nvSpPr>
          <p:cNvPr id="558" name="Google Shape;558;p44"/>
          <p:cNvSpPr/>
          <p:nvPr/>
        </p:nvSpPr>
        <p:spPr>
          <a:xfrm>
            <a:off x="3061373" y="3925276"/>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59" name="Google Shape;559;p44"/>
          <p:cNvSpPr/>
          <p:nvPr/>
        </p:nvSpPr>
        <p:spPr>
          <a:xfrm>
            <a:off x="2820294" y="4872157"/>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60" name="Google Shape;560;p44"/>
          <p:cNvSpPr/>
          <p:nvPr/>
        </p:nvSpPr>
        <p:spPr>
          <a:xfrm>
            <a:off x="5352763" y="4390342"/>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61" name="Google Shape;561;p44"/>
          <p:cNvSpPr/>
          <p:nvPr/>
        </p:nvSpPr>
        <p:spPr>
          <a:xfrm>
            <a:off x="7165005" y="2888865"/>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62" name="Google Shape;562;p44"/>
          <p:cNvSpPr txBox="1">
            <a:spLocks noGrp="1"/>
          </p:cNvSpPr>
          <p:nvPr>
            <p:ph type="body" idx="2"/>
          </p:nvPr>
        </p:nvSpPr>
        <p:spPr>
          <a:xfrm>
            <a:off x="1180757" y="2775427"/>
            <a:ext cx="2247780" cy="8736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3" name="Google Shape;563;p44"/>
          <p:cNvSpPr txBox="1">
            <a:spLocks noGrp="1"/>
          </p:cNvSpPr>
          <p:nvPr>
            <p:ph type="body" idx="3"/>
          </p:nvPr>
        </p:nvSpPr>
        <p:spPr>
          <a:xfrm>
            <a:off x="3025297" y="5390259"/>
            <a:ext cx="2327466" cy="789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4" name="Google Shape;564;p44"/>
          <p:cNvSpPr txBox="1">
            <a:spLocks noGrp="1"/>
          </p:cNvSpPr>
          <p:nvPr>
            <p:ph type="body" idx="4"/>
          </p:nvPr>
        </p:nvSpPr>
        <p:spPr>
          <a:xfrm>
            <a:off x="4721151" y="2149850"/>
            <a:ext cx="2327466" cy="86275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5" name="Google Shape;565;p44"/>
          <p:cNvSpPr txBox="1">
            <a:spLocks noGrp="1"/>
          </p:cNvSpPr>
          <p:nvPr>
            <p:ph type="body" idx="5"/>
          </p:nvPr>
        </p:nvSpPr>
        <p:spPr>
          <a:xfrm>
            <a:off x="6986775" y="4708150"/>
            <a:ext cx="2327466" cy="789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6" name="Google Shape;566;p44"/>
          <p:cNvSpPr txBox="1">
            <a:spLocks noGrp="1"/>
          </p:cNvSpPr>
          <p:nvPr>
            <p:ph type="body" idx="6"/>
          </p:nvPr>
        </p:nvSpPr>
        <p:spPr>
          <a:xfrm>
            <a:off x="10694145" y="1955612"/>
            <a:ext cx="1318631" cy="18602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7" name="Google Shape;567;p44"/>
          <p:cNvSpPr txBox="1">
            <a:spLocks noGrp="1"/>
          </p:cNvSpPr>
          <p:nvPr>
            <p:ph type="body" idx="7"/>
          </p:nvPr>
        </p:nvSpPr>
        <p:spPr>
          <a:xfrm>
            <a:off x="1180758" y="2222957"/>
            <a:ext cx="2247780"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8" name="Google Shape;568;p44"/>
          <p:cNvSpPr txBox="1">
            <a:spLocks noGrp="1"/>
          </p:cNvSpPr>
          <p:nvPr>
            <p:ph type="body" idx="8"/>
          </p:nvPr>
        </p:nvSpPr>
        <p:spPr>
          <a:xfrm>
            <a:off x="4721151" y="1607631"/>
            <a:ext cx="2327466"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9" name="Google Shape;569;p44"/>
          <p:cNvSpPr txBox="1">
            <a:spLocks noGrp="1"/>
          </p:cNvSpPr>
          <p:nvPr>
            <p:ph type="body" idx="9"/>
          </p:nvPr>
        </p:nvSpPr>
        <p:spPr>
          <a:xfrm>
            <a:off x="3025297" y="6180788"/>
            <a:ext cx="2327466" cy="364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70" name="Google Shape;570;p44"/>
          <p:cNvSpPr txBox="1">
            <a:spLocks noGrp="1"/>
          </p:cNvSpPr>
          <p:nvPr>
            <p:ph type="body" idx="13"/>
          </p:nvPr>
        </p:nvSpPr>
        <p:spPr>
          <a:xfrm>
            <a:off x="6986775" y="5537050"/>
            <a:ext cx="2327466"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571"/>
        <p:cNvGrpSpPr/>
        <p:nvPr/>
      </p:nvGrpSpPr>
      <p:grpSpPr>
        <a:xfrm>
          <a:off x="0" y="0"/>
          <a:ext cx="0" cy="0"/>
          <a:chOff x="0" y="0"/>
          <a:chExt cx="0" cy="0"/>
        </a:xfrm>
      </p:grpSpPr>
      <p:sp>
        <p:nvSpPr>
          <p:cNvPr id="572" name="Google Shape;572;p4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3" name="Google Shape;573;p45"/>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574" name="Google Shape;574;p45"/>
          <p:cNvGrpSpPr/>
          <p:nvPr/>
        </p:nvGrpSpPr>
        <p:grpSpPr>
          <a:xfrm>
            <a:off x="8705339" y="1607951"/>
            <a:ext cx="2504672" cy="2336330"/>
            <a:chOff x="8705339" y="1607951"/>
            <a:chExt cx="2504672" cy="2336330"/>
          </a:xfrm>
        </p:grpSpPr>
        <p:grpSp>
          <p:nvGrpSpPr>
            <p:cNvPr id="575" name="Google Shape;575;p45"/>
            <p:cNvGrpSpPr/>
            <p:nvPr/>
          </p:nvGrpSpPr>
          <p:grpSpPr>
            <a:xfrm>
              <a:off x="8705339" y="1607951"/>
              <a:ext cx="2358104" cy="2097263"/>
              <a:chOff x="8705339" y="1607951"/>
              <a:chExt cx="2358104" cy="2097263"/>
            </a:xfrm>
          </p:grpSpPr>
          <p:sp>
            <p:nvSpPr>
              <p:cNvPr id="576" name="Google Shape;576;p45"/>
              <p:cNvSpPr/>
              <p:nvPr/>
            </p:nvSpPr>
            <p:spPr>
              <a:xfrm rot="-5400000">
                <a:off x="8706847"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7" name="Google Shape;577;p45"/>
              <p:cNvSpPr/>
              <p:nvPr/>
            </p:nvSpPr>
            <p:spPr>
              <a:xfrm>
                <a:off x="9882742" y="1607951"/>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8" name="Google Shape;578;p45"/>
              <p:cNvSpPr/>
              <p:nvPr/>
            </p:nvSpPr>
            <p:spPr>
              <a:xfrm>
                <a:off x="8705339" y="2785319"/>
                <a:ext cx="455853" cy="91935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9" name="Google Shape;579;p45"/>
              <p:cNvSpPr/>
              <p:nvPr/>
            </p:nvSpPr>
            <p:spPr>
              <a:xfrm>
                <a:off x="10607442" y="2785321"/>
                <a:ext cx="455853" cy="91989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580" name="Google Shape;580;p45"/>
            <p:cNvSpPr/>
            <p:nvPr/>
          </p:nvSpPr>
          <p:spPr>
            <a:xfrm rot="2700000">
              <a:off x="10575857"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1" name="Google Shape;581;p45"/>
          <p:cNvGrpSpPr/>
          <p:nvPr/>
        </p:nvGrpSpPr>
        <p:grpSpPr>
          <a:xfrm>
            <a:off x="6794670" y="3441706"/>
            <a:ext cx="2503757" cy="2336328"/>
            <a:chOff x="3371475" y="3591818"/>
            <a:chExt cx="2074748" cy="1936007"/>
          </a:xfrm>
        </p:grpSpPr>
        <p:sp>
          <p:nvSpPr>
            <p:cNvPr id="582" name="Google Shape;582;p45"/>
            <p:cNvSpPr/>
            <p:nvPr/>
          </p:nvSpPr>
          <p:spPr>
            <a:xfrm rot="-5400000" flipH="1">
              <a:off x="3372725" y="4548183"/>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3" name="Google Shape;583;p45"/>
            <p:cNvSpPr/>
            <p:nvPr/>
          </p:nvSpPr>
          <p:spPr>
            <a:xfrm rot="10800000" flipH="1">
              <a:off x="4346378" y="4546935"/>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4" name="Google Shape;584;p45"/>
            <p:cNvSpPr/>
            <p:nvPr/>
          </p:nvSpPr>
          <p:spPr>
            <a:xfrm rot="10800000" flipH="1">
              <a:off x="3371475" y="3790370"/>
              <a:ext cx="377745" cy="76182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5" name="Google Shape;585;p45"/>
            <p:cNvSpPr/>
            <p:nvPr/>
          </p:nvSpPr>
          <p:spPr>
            <a:xfrm rot="10800000" flipH="1">
              <a:off x="4946903" y="3789921"/>
              <a:ext cx="377745" cy="76227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6" name="Google Shape;586;p45"/>
            <p:cNvSpPr/>
            <p:nvPr/>
          </p:nvSpPr>
          <p:spPr>
            <a:xfrm rot="8100000" flipH="1">
              <a:off x="4920731" y="3681978"/>
              <a:ext cx="435332" cy="435332"/>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7" name="Google Shape;587;p45"/>
          <p:cNvGrpSpPr/>
          <p:nvPr/>
        </p:nvGrpSpPr>
        <p:grpSpPr>
          <a:xfrm>
            <a:off x="4892567" y="1607951"/>
            <a:ext cx="2504672" cy="2336330"/>
            <a:chOff x="4892567" y="1607951"/>
            <a:chExt cx="2504672" cy="2336330"/>
          </a:xfrm>
        </p:grpSpPr>
        <p:sp>
          <p:nvSpPr>
            <p:cNvPr id="588" name="Google Shape;588;p45"/>
            <p:cNvSpPr/>
            <p:nvPr/>
          </p:nvSpPr>
          <p:spPr>
            <a:xfrm rot="-5400000">
              <a:off x="4894075"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9" name="Google Shape;589;p45"/>
            <p:cNvSpPr/>
            <p:nvPr/>
          </p:nvSpPr>
          <p:spPr>
            <a:xfrm>
              <a:off x="6069971" y="1607951"/>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0" name="Google Shape;590;p45"/>
            <p:cNvSpPr/>
            <p:nvPr/>
          </p:nvSpPr>
          <p:spPr>
            <a:xfrm>
              <a:off x="4892567" y="2785319"/>
              <a:ext cx="455853" cy="91935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1" name="Google Shape;591;p45"/>
            <p:cNvSpPr/>
            <p:nvPr/>
          </p:nvSpPr>
          <p:spPr>
            <a:xfrm>
              <a:off x="6794671" y="2785321"/>
              <a:ext cx="455853" cy="91989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2" name="Google Shape;592;p45"/>
            <p:cNvSpPr/>
            <p:nvPr/>
          </p:nvSpPr>
          <p:spPr>
            <a:xfrm rot="2700000">
              <a:off x="6763085"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93" name="Google Shape;593;p45"/>
          <p:cNvGrpSpPr/>
          <p:nvPr/>
        </p:nvGrpSpPr>
        <p:grpSpPr>
          <a:xfrm>
            <a:off x="2992894" y="3441706"/>
            <a:ext cx="2503757" cy="2336328"/>
            <a:chOff x="3371475" y="3591818"/>
            <a:chExt cx="2074748" cy="1936007"/>
          </a:xfrm>
        </p:grpSpPr>
        <p:sp>
          <p:nvSpPr>
            <p:cNvPr id="594" name="Google Shape;594;p45"/>
            <p:cNvSpPr/>
            <p:nvPr/>
          </p:nvSpPr>
          <p:spPr>
            <a:xfrm rot="-5400000" flipH="1">
              <a:off x="3372725" y="4548183"/>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45"/>
            <p:cNvSpPr/>
            <p:nvPr/>
          </p:nvSpPr>
          <p:spPr>
            <a:xfrm rot="10800000" flipH="1">
              <a:off x="4346378" y="4546935"/>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45"/>
            <p:cNvSpPr/>
            <p:nvPr/>
          </p:nvSpPr>
          <p:spPr>
            <a:xfrm rot="10800000" flipH="1">
              <a:off x="3371475" y="3790370"/>
              <a:ext cx="377745" cy="76182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45"/>
            <p:cNvSpPr/>
            <p:nvPr/>
          </p:nvSpPr>
          <p:spPr>
            <a:xfrm rot="10800000" flipH="1">
              <a:off x="4946903" y="3789921"/>
              <a:ext cx="377745" cy="76227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45"/>
            <p:cNvSpPr/>
            <p:nvPr/>
          </p:nvSpPr>
          <p:spPr>
            <a:xfrm rot="8100000" flipH="1">
              <a:off x="4920731" y="3681978"/>
              <a:ext cx="435332" cy="435332"/>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99" name="Google Shape;599;p45"/>
          <p:cNvGrpSpPr/>
          <p:nvPr/>
        </p:nvGrpSpPr>
        <p:grpSpPr>
          <a:xfrm>
            <a:off x="1090792" y="1607950"/>
            <a:ext cx="2504673" cy="2336331"/>
            <a:chOff x="1090792" y="1607950"/>
            <a:chExt cx="2504673" cy="2336331"/>
          </a:xfrm>
        </p:grpSpPr>
        <p:sp>
          <p:nvSpPr>
            <p:cNvPr id="600" name="Google Shape;600;p45"/>
            <p:cNvSpPr/>
            <p:nvPr/>
          </p:nvSpPr>
          <p:spPr>
            <a:xfrm rot="-5400000">
              <a:off x="1092300"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45"/>
            <p:cNvSpPr/>
            <p:nvPr/>
          </p:nvSpPr>
          <p:spPr>
            <a:xfrm>
              <a:off x="2268196" y="1607950"/>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2" name="Google Shape;602;p45"/>
            <p:cNvSpPr/>
            <p:nvPr/>
          </p:nvSpPr>
          <p:spPr>
            <a:xfrm>
              <a:off x="1090792" y="2785318"/>
              <a:ext cx="455853" cy="91935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3" name="Google Shape;603;p45"/>
            <p:cNvSpPr/>
            <p:nvPr/>
          </p:nvSpPr>
          <p:spPr>
            <a:xfrm>
              <a:off x="2992894" y="2785318"/>
              <a:ext cx="455853" cy="9198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4" name="Google Shape;604;p45"/>
            <p:cNvSpPr/>
            <p:nvPr/>
          </p:nvSpPr>
          <p:spPr>
            <a:xfrm rot="2700000">
              <a:off x="2961311"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5" name="Google Shape;605;p45"/>
          <p:cNvSpPr/>
          <p:nvPr/>
        </p:nvSpPr>
        <p:spPr>
          <a:xfrm>
            <a:off x="1981263" y="2448663"/>
            <a:ext cx="611596" cy="61159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6" name="Google Shape;606;p45"/>
          <p:cNvSpPr/>
          <p:nvPr/>
        </p:nvSpPr>
        <p:spPr>
          <a:xfrm>
            <a:off x="2153233" y="2615963"/>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607" name="Google Shape;607;p45"/>
          <p:cNvSpPr/>
          <p:nvPr/>
        </p:nvSpPr>
        <p:spPr>
          <a:xfrm>
            <a:off x="3864632" y="4349703"/>
            <a:ext cx="611596" cy="61159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8" name="Google Shape;608;p45"/>
          <p:cNvSpPr/>
          <p:nvPr/>
        </p:nvSpPr>
        <p:spPr>
          <a:xfrm>
            <a:off x="4047092" y="4515837"/>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nvGrpSpPr>
          <p:cNvPr id="609" name="Google Shape;609;p45"/>
          <p:cNvGrpSpPr/>
          <p:nvPr/>
        </p:nvGrpSpPr>
        <p:grpSpPr>
          <a:xfrm>
            <a:off x="5759496" y="2448663"/>
            <a:ext cx="611596" cy="611596"/>
            <a:chOff x="5759496" y="2448663"/>
            <a:chExt cx="611596" cy="611596"/>
          </a:xfrm>
        </p:grpSpPr>
        <p:sp>
          <p:nvSpPr>
            <p:cNvPr id="610" name="Google Shape;610;p45"/>
            <p:cNvSpPr/>
            <p:nvPr/>
          </p:nvSpPr>
          <p:spPr>
            <a:xfrm>
              <a:off x="5759496" y="2448663"/>
              <a:ext cx="611596" cy="61159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1" name="Google Shape;611;p45"/>
            <p:cNvSpPr/>
            <p:nvPr/>
          </p:nvSpPr>
          <p:spPr>
            <a:xfrm>
              <a:off x="5936021" y="2614727"/>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612" name="Google Shape;612;p45"/>
          <p:cNvGrpSpPr/>
          <p:nvPr/>
        </p:nvGrpSpPr>
        <p:grpSpPr>
          <a:xfrm>
            <a:off x="7681647" y="4349703"/>
            <a:ext cx="611596" cy="611596"/>
            <a:chOff x="7681647" y="4349703"/>
            <a:chExt cx="611596" cy="611596"/>
          </a:xfrm>
        </p:grpSpPr>
        <p:sp>
          <p:nvSpPr>
            <p:cNvPr id="613" name="Google Shape;613;p45"/>
            <p:cNvSpPr/>
            <p:nvPr/>
          </p:nvSpPr>
          <p:spPr>
            <a:xfrm>
              <a:off x="7681647" y="4349703"/>
              <a:ext cx="611596" cy="6115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45"/>
            <p:cNvSpPr/>
            <p:nvPr/>
          </p:nvSpPr>
          <p:spPr>
            <a:xfrm>
              <a:off x="7846559" y="4515837"/>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615" name="Google Shape;615;p45"/>
          <p:cNvGrpSpPr/>
          <p:nvPr/>
        </p:nvGrpSpPr>
        <p:grpSpPr>
          <a:xfrm>
            <a:off x="9576939" y="2448663"/>
            <a:ext cx="611596" cy="611596"/>
            <a:chOff x="9576939" y="2448663"/>
            <a:chExt cx="611596" cy="611596"/>
          </a:xfrm>
        </p:grpSpPr>
        <p:sp>
          <p:nvSpPr>
            <p:cNvPr id="616" name="Google Shape;616;p45"/>
            <p:cNvSpPr/>
            <p:nvPr/>
          </p:nvSpPr>
          <p:spPr>
            <a:xfrm>
              <a:off x="9576939" y="2448663"/>
              <a:ext cx="611596" cy="611596"/>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7" name="Google Shape;617;p45"/>
            <p:cNvSpPr/>
            <p:nvPr/>
          </p:nvSpPr>
          <p:spPr>
            <a:xfrm>
              <a:off x="9749393" y="2614727"/>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sp>
        <p:nvSpPr>
          <p:cNvPr id="618" name="Google Shape;618;p45"/>
          <p:cNvSpPr txBox="1">
            <a:spLocks noGrp="1"/>
          </p:cNvSpPr>
          <p:nvPr>
            <p:ph type="body" idx="2"/>
          </p:nvPr>
        </p:nvSpPr>
        <p:spPr>
          <a:xfrm>
            <a:off x="1584929"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9" name="Google Shape;619;p45"/>
          <p:cNvSpPr txBox="1">
            <a:spLocks noGrp="1"/>
          </p:cNvSpPr>
          <p:nvPr>
            <p:ph type="body" idx="3"/>
          </p:nvPr>
        </p:nvSpPr>
        <p:spPr>
          <a:xfrm>
            <a:off x="1575449"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0" name="Google Shape;620;p45"/>
          <p:cNvSpPr txBox="1">
            <a:spLocks noGrp="1"/>
          </p:cNvSpPr>
          <p:nvPr>
            <p:ph type="body" idx="4"/>
          </p:nvPr>
        </p:nvSpPr>
        <p:spPr>
          <a:xfrm>
            <a:off x="3519528" y="3908411"/>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1" name="Google Shape;621;p45"/>
          <p:cNvSpPr txBox="1">
            <a:spLocks noGrp="1"/>
          </p:cNvSpPr>
          <p:nvPr>
            <p:ph type="body" idx="5"/>
          </p:nvPr>
        </p:nvSpPr>
        <p:spPr>
          <a:xfrm>
            <a:off x="3518381" y="2588973"/>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2" name="Google Shape;622;p45"/>
          <p:cNvSpPr txBox="1">
            <a:spLocks noGrp="1"/>
          </p:cNvSpPr>
          <p:nvPr>
            <p:ph type="body" idx="6"/>
          </p:nvPr>
        </p:nvSpPr>
        <p:spPr>
          <a:xfrm>
            <a:off x="5400162"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3" name="Google Shape;623;p45"/>
          <p:cNvSpPr txBox="1">
            <a:spLocks noGrp="1"/>
          </p:cNvSpPr>
          <p:nvPr>
            <p:ph type="body" idx="7"/>
          </p:nvPr>
        </p:nvSpPr>
        <p:spPr>
          <a:xfrm>
            <a:off x="5390682"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4" name="Google Shape;624;p45"/>
          <p:cNvSpPr txBox="1">
            <a:spLocks noGrp="1"/>
          </p:cNvSpPr>
          <p:nvPr>
            <p:ph type="body" idx="8"/>
          </p:nvPr>
        </p:nvSpPr>
        <p:spPr>
          <a:xfrm>
            <a:off x="7308390" y="3908411"/>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5" name="Google Shape;625;p45"/>
          <p:cNvSpPr txBox="1">
            <a:spLocks noGrp="1"/>
          </p:cNvSpPr>
          <p:nvPr>
            <p:ph type="body" idx="9"/>
          </p:nvPr>
        </p:nvSpPr>
        <p:spPr>
          <a:xfrm>
            <a:off x="7307243" y="2588973"/>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6" name="Google Shape;626;p45"/>
          <p:cNvSpPr txBox="1">
            <a:spLocks noGrp="1"/>
          </p:cNvSpPr>
          <p:nvPr>
            <p:ph type="body" idx="13"/>
          </p:nvPr>
        </p:nvSpPr>
        <p:spPr>
          <a:xfrm>
            <a:off x="9250776"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7" name="Google Shape;627;p45"/>
          <p:cNvSpPr txBox="1">
            <a:spLocks noGrp="1"/>
          </p:cNvSpPr>
          <p:nvPr>
            <p:ph type="body" idx="14"/>
          </p:nvPr>
        </p:nvSpPr>
        <p:spPr>
          <a:xfrm>
            <a:off x="9241296"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ree-Infographic">
  <p:cSld name="Tree-Infographic">
    <p:spTree>
      <p:nvGrpSpPr>
        <p:cNvPr id="1" name="Shape 628"/>
        <p:cNvGrpSpPr/>
        <p:nvPr/>
      </p:nvGrpSpPr>
      <p:grpSpPr>
        <a:xfrm>
          <a:off x="0" y="0"/>
          <a:ext cx="0" cy="0"/>
          <a:chOff x="0" y="0"/>
          <a:chExt cx="0" cy="0"/>
        </a:xfrm>
      </p:grpSpPr>
      <p:sp>
        <p:nvSpPr>
          <p:cNvPr id="629" name="Google Shape;629;p4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0" name="Google Shape;630;p46"/>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631" name="Google Shape;631;p46"/>
          <p:cNvGrpSpPr/>
          <p:nvPr/>
        </p:nvGrpSpPr>
        <p:grpSpPr>
          <a:xfrm>
            <a:off x="6992716" y="1169665"/>
            <a:ext cx="4573641" cy="5344829"/>
            <a:chOff x="2813" y="961"/>
            <a:chExt cx="2052" cy="2397"/>
          </a:xfrm>
        </p:grpSpPr>
        <p:sp>
          <p:nvSpPr>
            <p:cNvPr id="632" name="Google Shape;632;p46"/>
            <p:cNvSpPr/>
            <p:nvPr/>
          </p:nvSpPr>
          <p:spPr>
            <a:xfrm>
              <a:off x="4415" y="1626"/>
              <a:ext cx="127" cy="168"/>
            </a:xfrm>
            <a:custGeom>
              <a:avLst/>
              <a:gdLst/>
              <a:ahLst/>
              <a:cxnLst/>
              <a:rect l="l" t="t" r="r" b="b"/>
              <a:pathLst>
                <a:path w="120000" h="120000" extrusionOk="0">
                  <a:moveTo>
                    <a:pt x="11111" y="55774"/>
                  </a:moveTo>
                  <a:cubicBezTo>
                    <a:pt x="0" y="77746"/>
                    <a:pt x="8888" y="101408"/>
                    <a:pt x="31111" y="120000"/>
                  </a:cubicBezTo>
                  <a:cubicBezTo>
                    <a:pt x="64444" y="116619"/>
                    <a:pt x="95555" y="103098"/>
                    <a:pt x="106666" y="81126"/>
                  </a:cubicBezTo>
                  <a:cubicBezTo>
                    <a:pt x="120000" y="59154"/>
                    <a:pt x="117777" y="16901"/>
                    <a:pt x="95555" y="0"/>
                  </a:cubicBezTo>
                  <a:cubicBezTo>
                    <a:pt x="60000" y="1690"/>
                    <a:pt x="22222" y="32112"/>
                    <a:pt x="11111" y="55774"/>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3" name="Google Shape;633;p46"/>
            <p:cNvSpPr/>
            <p:nvPr/>
          </p:nvSpPr>
          <p:spPr>
            <a:xfrm>
              <a:off x="4261" y="1218"/>
              <a:ext cx="130" cy="166"/>
            </a:xfrm>
            <a:custGeom>
              <a:avLst/>
              <a:gdLst/>
              <a:ahLst/>
              <a:cxnLst/>
              <a:rect l="l" t="t" r="r" b="b"/>
              <a:pathLst>
                <a:path w="120000" h="120000" extrusionOk="0">
                  <a:moveTo>
                    <a:pt x="13090" y="82285"/>
                  </a:moveTo>
                  <a:cubicBezTo>
                    <a:pt x="26181" y="104571"/>
                    <a:pt x="54545" y="118285"/>
                    <a:pt x="89454" y="120000"/>
                  </a:cubicBezTo>
                  <a:cubicBezTo>
                    <a:pt x="111272" y="102857"/>
                    <a:pt x="120000" y="77142"/>
                    <a:pt x="106909" y="54857"/>
                  </a:cubicBezTo>
                  <a:cubicBezTo>
                    <a:pt x="93818" y="32571"/>
                    <a:pt x="54545" y="1714"/>
                    <a:pt x="21818" y="0"/>
                  </a:cubicBezTo>
                  <a:cubicBezTo>
                    <a:pt x="0" y="18857"/>
                    <a:pt x="2181" y="60000"/>
                    <a:pt x="13090" y="82285"/>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4" name="Google Shape;634;p46"/>
            <p:cNvSpPr/>
            <p:nvPr/>
          </p:nvSpPr>
          <p:spPr>
            <a:xfrm>
              <a:off x="3452" y="1219"/>
              <a:ext cx="120" cy="177"/>
            </a:xfrm>
            <a:custGeom>
              <a:avLst/>
              <a:gdLst/>
              <a:ahLst/>
              <a:cxnLst/>
              <a:rect l="l" t="t" r="r" b="b"/>
              <a:pathLst>
                <a:path w="120000" h="120000" extrusionOk="0">
                  <a:moveTo>
                    <a:pt x="7058" y="62400"/>
                  </a:moveTo>
                  <a:cubicBezTo>
                    <a:pt x="0" y="84800"/>
                    <a:pt x="16470" y="105600"/>
                    <a:pt x="44705" y="120000"/>
                  </a:cubicBezTo>
                  <a:cubicBezTo>
                    <a:pt x="80000" y="113600"/>
                    <a:pt x="105882" y="97600"/>
                    <a:pt x="112941" y="75200"/>
                  </a:cubicBezTo>
                  <a:cubicBezTo>
                    <a:pt x="120000" y="52800"/>
                    <a:pt x="108235" y="14400"/>
                    <a:pt x="80000" y="0"/>
                  </a:cubicBezTo>
                  <a:cubicBezTo>
                    <a:pt x="44705" y="6400"/>
                    <a:pt x="14117" y="40000"/>
                    <a:pt x="7058" y="624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5" name="Google Shape;635;p46"/>
            <p:cNvSpPr/>
            <p:nvPr/>
          </p:nvSpPr>
          <p:spPr>
            <a:xfrm>
              <a:off x="2912" y="1464"/>
              <a:ext cx="186" cy="112"/>
            </a:xfrm>
            <a:custGeom>
              <a:avLst/>
              <a:gdLst/>
              <a:ahLst/>
              <a:cxnLst/>
              <a:rect l="l" t="t" r="r" b="b"/>
              <a:pathLst>
                <a:path w="120000" h="120000" extrusionOk="0">
                  <a:moveTo>
                    <a:pt x="75949" y="112500"/>
                  </a:moveTo>
                  <a:cubicBezTo>
                    <a:pt x="98734" y="105000"/>
                    <a:pt x="113924" y="77500"/>
                    <a:pt x="120000" y="42500"/>
                  </a:cubicBezTo>
                  <a:cubicBezTo>
                    <a:pt x="104810" y="15000"/>
                    <a:pt x="82025" y="0"/>
                    <a:pt x="59240" y="7500"/>
                  </a:cubicBezTo>
                  <a:cubicBezTo>
                    <a:pt x="37974" y="15000"/>
                    <a:pt x="4556" y="50000"/>
                    <a:pt x="0" y="85000"/>
                  </a:cubicBezTo>
                  <a:cubicBezTo>
                    <a:pt x="15189" y="112500"/>
                    <a:pt x="53164" y="120000"/>
                    <a:pt x="75949" y="1125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6" name="Google Shape;636;p46"/>
            <p:cNvSpPr/>
            <p:nvPr/>
          </p:nvSpPr>
          <p:spPr>
            <a:xfrm>
              <a:off x="3659" y="1071"/>
              <a:ext cx="173" cy="122"/>
            </a:xfrm>
            <a:custGeom>
              <a:avLst/>
              <a:gdLst/>
              <a:ahLst/>
              <a:cxnLst/>
              <a:rect l="l" t="t" r="r" b="b"/>
              <a:pathLst>
                <a:path w="120000" h="120000" extrusionOk="0">
                  <a:moveTo>
                    <a:pt x="50958" y="106153"/>
                  </a:moveTo>
                  <a:cubicBezTo>
                    <a:pt x="73972" y="120000"/>
                    <a:pt x="100273" y="115384"/>
                    <a:pt x="119999" y="94615"/>
                  </a:cubicBezTo>
                  <a:cubicBezTo>
                    <a:pt x="119999" y="62307"/>
                    <a:pt x="106849" y="32307"/>
                    <a:pt x="83835" y="18461"/>
                  </a:cubicBezTo>
                  <a:cubicBezTo>
                    <a:pt x="62465" y="4615"/>
                    <a:pt x="19726" y="0"/>
                    <a:pt x="0" y="18461"/>
                  </a:cubicBezTo>
                  <a:cubicBezTo>
                    <a:pt x="0" y="53076"/>
                    <a:pt x="29589" y="92307"/>
                    <a:pt x="50958" y="10615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7" name="Google Shape;637;p46"/>
            <p:cNvSpPr/>
            <p:nvPr/>
          </p:nvSpPr>
          <p:spPr>
            <a:xfrm>
              <a:off x="4702" y="1626"/>
              <a:ext cx="130" cy="168"/>
            </a:xfrm>
            <a:custGeom>
              <a:avLst/>
              <a:gdLst/>
              <a:ahLst/>
              <a:cxnLst/>
              <a:rect l="l" t="t" r="r" b="b"/>
              <a:pathLst>
                <a:path w="120000" h="120000" extrusionOk="0">
                  <a:moveTo>
                    <a:pt x="15272" y="81126"/>
                  </a:moveTo>
                  <a:cubicBezTo>
                    <a:pt x="26181" y="103098"/>
                    <a:pt x="56727" y="116619"/>
                    <a:pt x="89454" y="120000"/>
                  </a:cubicBezTo>
                  <a:cubicBezTo>
                    <a:pt x="111272" y="101408"/>
                    <a:pt x="120000" y="76056"/>
                    <a:pt x="109090" y="54084"/>
                  </a:cubicBezTo>
                  <a:cubicBezTo>
                    <a:pt x="96000" y="32112"/>
                    <a:pt x="56727" y="1690"/>
                    <a:pt x="24000" y="0"/>
                  </a:cubicBezTo>
                  <a:cubicBezTo>
                    <a:pt x="0" y="18591"/>
                    <a:pt x="2181" y="59154"/>
                    <a:pt x="15272" y="81126"/>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8" name="Google Shape;638;p46"/>
            <p:cNvSpPr/>
            <p:nvPr/>
          </p:nvSpPr>
          <p:spPr>
            <a:xfrm>
              <a:off x="3194" y="1907"/>
              <a:ext cx="153" cy="150"/>
            </a:xfrm>
            <a:custGeom>
              <a:avLst/>
              <a:gdLst/>
              <a:ahLst/>
              <a:cxnLst/>
              <a:rect l="l" t="t" r="r" b="b"/>
              <a:pathLst>
                <a:path w="120000" h="120000" extrusionOk="0">
                  <a:moveTo>
                    <a:pt x="97846" y="80625"/>
                  </a:moveTo>
                  <a:cubicBezTo>
                    <a:pt x="116307" y="60000"/>
                    <a:pt x="120000" y="31875"/>
                    <a:pt x="108923" y="7500"/>
                  </a:cubicBezTo>
                  <a:cubicBezTo>
                    <a:pt x="81230" y="0"/>
                    <a:pt x="51692" y="7500"/>
                    <a:pt x="33230" y="26250"/>
                  </a:cubicBezTo>
                  <a:cubicBezTo>
                    <a:pt x="14769" y="45000"/>
                    <a:pt x="0" y="88125"/>
                    <a:pt x="9230" y="114375"/>
                  </a:cubicBezTo>
                  <a:cubicBezTo>
                    <a:pt x="36923" y="120000"/>
                    <a:pt x="79384" y="99375"/>
                    <a:pt x="97846" y="8062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9" name="Google Shape;639;p46"/>
            <p:cNvSpPr/>
            <p:nvPr/>
          </p:nvSpPr>
          <p:spPr>
            <a:xfrm>
              <a:off x="2886" y="2504"/>
              <a:ext cx="1837" cy="854"/>
            </a:xfrm>
            <a:custGeom>
              <a:avLst/>
              <a:gdLst/>
              <a:ahLst/>
              <a:cxnLst/>
              <a:rect l="l" t="t" r="r" b="b"/>
              <a:pathLst>
                <a:path w="120000" h="120000" extrusionOk="0">
                  <a:moveTo>
                    <a:pt x="60077" y="120000"/>
                  </a:moveTo>
                  <a:cubicBezTo>
                    <a:pt x="93212" y="120000"/>
                    <a:pt x="120000" y="66149"/>
                    <a:pt x="120000" y="0"/>
                  </a:cubicBezTo>
                  <a:cubicBezTo>
                    <a:pt x="0" y="0"/>
                    <a:pt x="0" y="0"/>
                    <a:pt x="0" y="0"/>
                  </a:cubicBezTo>
                  <a:cubicBezTo>
                    <a:pt x="0" y="66149"/>
                    <a:pt x="26941" y="120000"/>
                    <a:pt x="60077"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0" name="Google Shape;640;p46"/>
            <p:cNvSpPr/>
            <p:nvPr/>
          </p:nvSpPr>
          <p:spPr>
            <a:xfrm>
              <a:off x="3081" y="2504"/>
              <a:ext cx="1446" cy="674"/>
            </a:xfrm>
            <a:custGeom>
              <a:avLst/>
              <a:gdLst/>
              <a:ahLst/>
              <a:cxnLst/>
              <a:rect l="l" t="t" r="r" b="b"/>
              <a:pathLst>
                <a:path w="120000" h="120000" extrusionOk="0">
                  <a:moveTo>
                    <a:pt x="60000" y="119999"/>
                  </a:moveTo>
                  <a:cubicBezTo>
                    <a:pt x="93245" y="119999"/>
                    <a:pt x="120000" y="66105"/>
                    <a:pt x="120000" y="0"/>
                  </a:cubicBezTo>
                  <a:cubicBezTo>
                    <a:pt x="0" y="0"/>
                    <a:pt x="0" y="0"/>
                    <a:pt x="0" y="0"/>
                  </a:cubicBezTo>
                  <a:cubicBezTo>
                    <a:pt x="0" y="66105"/>
                    <a:pt x="26754" y="119999"/>
                    <a:pt x="60000" y="119999"/>
                  </a:cubicBezTo>
                  <a:close/>
                </a:path>
              </a:pathLst>
            </a:custGeom>
            <a:solidFill>
              <a:srgbClr val="D8DAD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1" name="Google Shape;641;p46"/>
            <p:cNvSpPr/>
            <p:nvPr/>
          </p:nvSpPr>
          <p:spPr>
            <a:xfrm>
              <a:off x="3266" y="2504"/>
              <a:ext cx="1076" cy="501"/>
            </a:xfrm>
            <a:custGeom>
              <a:avLst/>
              <a:gdLst/>
              <a:ahLst/>
              <a:cxnLst/>
              <a:rect l="l" t="t" r="r" b="b"/>
              <a:pathLst>
                <a:path w="120000" h="120000" extrusionOk="0">
                  <a:moveTo>
                    <a:pt x="60000" y="120000"/>
                  </a:moveTo>
                  <a:cubicBezTo>
                    <a:pt x="93039" y="120000"/>
                    <a:pt x="120000" y="66226"/>
                    <a:pt x="120000" y="0"/>
                  </a:cubicBezTo>
                  <a:cubicBezTo>
                    <a:pt x="0" y="0"/>
                    <a:pt x="0" y="0"/>
                    <a:pt x="0" y="0"/>
                  </a:cubicBezTo>
                  <a:cubicBezTo>
                    <a:pt x="0" y="66226"/>
                    <a:pt x="26960" y="120000"/>
                    <a:pt x="6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2" name="Google Shape;642;p46"/>
            <p:cNvSpPr/>
            <p:nvPr/>
          </p:nvSpPr>
          <p:spPr>
            <a:xfrm>
              <a:off x="2813" y="961"/>
              <a:ext cx="2052" cy="1860"/>
            </a:xfrm>
            <a:custGeom>
              <a:avLst/>
              <a:gdLst/>
              <a:ahLst/>
              <a:cxnLst/>
              <a:rect l="l" t="t" r="r" b="b"/>
              <a:pathLst>
                <a:path w="120000" h="120000" extrusionOk="0">
                  <a:moveTo>
                    <a:pt x="119445" y="48152"/>
                  </a:moveTo>
                  <a:cubicBezTo>
                    <a:pt x="119583" y="48000"/>
                    <a:pt x="119583" y="48000"/>
                    <a:pt x="119445" y="48152"/>
                  </a:cubicBezTo>
                  <a:cubicBezTo>
                    <a:pt x="119445" y="48152"/>
                    <a:pt x="119445" y="48152"/>
                    <a:pt x="119445" y="48152"/>
                  </a:cubicBezTo>
                  <a:cubicBezTo>
                    <a:pt x="119445" y="48152"/>
                    <a:pt x="119445" y="48305"/>
                    <a:pt x="119445" y="48305"/>
                  </a:cubicBezTo>
                  <a:cubicBezTo>
                    <a:pt x="119445" y="48458"/>
                    <a:pt x="119445" y="48611"/>
                    <a:pt x="119445" y="48611"/>
                  </a:cubicBezTo>
                  <a:cubicBezTo>
                    <a:pt x="119445" y="48611"/>
                    <a:pt x="119445" y="48611"/>
                    <a:pt x="119445" y="48458"/>
                  </a:cubicBezTo>
                  <a:cubicBezTo>
                    <a:pt x="119028" y="49834"/>
                    <a:pt x="118612" y="51210"/>
                    <a:pt x="118196" y="52585"/>
                  </a:cubicBezTo>
                  <a:cubicBezTo>
                    <a:pt x="117780" y="53808"/>
                    <a:pt x="117364" y="54726"/>
                    <a:pt x="116531" y="55643"/>
                  </a:cubicBezTo>
                  <a:cubicBezTo>
                    <a:pt x="116393" y="55949"/>
                    <a:pt x="115976" y="56254"/>
                    <a:pt x="115838" y="56407"/>
                  </a:cubicBezTo>
                  <a:cubicBezTo>
                    <a:pt x="114312" y="57936"/>
                    <a:pt x="112508" y="59312"/>
                    <a:pt x="110843" y="60382"/>
                  </a:cubicBezTo>
                  <a:cubicBezTo>
                    <a:pt x="109317" y="61299"/>
                    <a:pt x="107653" y="61757"/>
                    <a:pt x="105988" y="61757"/>
                  </a:cubicBezTo>
                  <a:cubicBezTo>
                    <a:pt x="103491" y="61910"/>
                    <a:pt x="100855" y="61605"/>
                    <a:pt x="98219" y="61605"/>
                  </a:cubicBezTo>
                  <a:cubicBezTo>
                    <a:pt x="94890" y="61452"/>
                    <a:pt x="91421" y="61452"/>
                    <a:pt x="88092" y="61299"/>
                  </a:cubicBezTo>
                  <a:cubicBezTo>
                    <a:pt x="88924" y="60535"/>
                    <a:pt x="90312" y="60229"/>
                    <a:pt x="91283" y="59923"/>
                  </a:cubicBezTo>
                  <a:cubicBezTo>
                    <a:pt x="92670" y="59312"/>
                    <a:pt x="94057" y="58853"/>
                    <a:pt x="95167" y="58089"/>
                  </a:cubicBezTo>
                  <a:cubicBezTo>
                    <a:pt x="97109" y="57019"/>
                    <a:pt x="98913" y="55796"/>
                    <a:pt x="100716" y="54573"/>
                  </a:cubicBezTo>
                  <a:cubicBezTo>
                    <a:pt x="101549" y="54114"/>
                    <a:pt x="102381" y="53503"/>
                    <a:pt x="103213" y="53044"/>
                  </a:cubicBezTo>
                  <a:cubicBezTo>
                    <a:pt x="103907" y="52585"/>
                    <a:pt x="104739" y="52127"/>
                    <a:pt x="105294" y="51515"/>
                  </a:cubicBezTo>
                  <a:cubicBezTo>
                    <a:pt x="106959" y="49834"/>
                    <a:pt x="107791" y="47694"/>
                    <a:pt x="108624" y="45401"/>
                  </a:cubicBezTo>
                  <a:cubicBezTo>
                    <a:pt x="107514" y="47388"/>
                    <a:pt x="106682" y="49528"/>
                    <a:pt x="104878" y="51057"/>
                  </a:cubicBezTo>
                  <a:cubicBezTo>
                    <a:pt x="104046" y="51974"/>
                    <a:pt x="102381" y="52433"/>
                    <a:pt x="101410" y="53044"/>
                  </a:cubicBezTo>
                  <a:cubicBezTo>
                    <a:pt x="100439" y="53656"/>
                    <a:pt x="99468" y="54114"/>
                    <a:pt x="98358" y="54573"/>
                  </a:cubicBezTo>
                  <a:cubicBezTo>
                    <a:pt x="96554" y="55337"/>
                    <a:pt x="95028" y="56407"/>
                    <a:pt x="93225" y="57019"/>
                  </a:cubicBezTo>
                  <a:cubicBezTo>
                    <a:pt x="91421" y="57783"/>
                    <a:pt x="89341" y="58242"/>
                    <a:pt x="87537" y="59006"/>
                  </a:cubicBezTo>
                  <a:cubicBezTo>
                    <a:pt x="85456" y="59923"/>
                    <a:pt x="83791" y="61299"/>
                    <a:pt x="81988" y="62522"/>
                  </a:cubicBezTo>
                  <a:cubicBezTo>
                    <a:pt x="82265" y="61146"/>
                    <a:pt x="82543" y="58853"/>
                    <a:pt x="82820" y="57783"/>
                  </a:cubicBezTo>
                  <a:cubicBezTo>
                    <a:pt x="83098" y="56713"/>
                    <a:pt x="83514" y="55796"/>
                    <a:pt x="83930" y="54878"/>
                  </a:cubicBezTo>
                  <a:cubicBezTo>
                    <a:pt x="85179" y="53197"/>
                    <a:pt x="86705" y="51363"/>
                    <a:pt x="88369" y="50140"/>
                  </a:cubicBezTo>
                  <a:cubicBezTo>
                    <a:pt x="90173" y="48917"/>
                    <a:pt x="91421" y="47541"/>
                    <a:pt x="92393" y="45707"/>
                  </a:cubicBezTo>
                  <a:cubicBezTo>
                    <a:pt x="92670" y="44484"/>
                    <a:pt x="92947" y="43261"/>
                    <a:pt x="92947" y="42038"/>
                  </a:cubicBezTo>
                  <a:cubicBezTo>
                    <a:pt x="92947" y="41579"/>
                    <a:pt x="92947" y="41121"/>
                    <a:pt x="92947" y="40662"/>
                  </a:cubicBezTo>
                  <a:cubicBezTo>
                    <a:pt x="92670" y="38980"/>
                    <a:pt x="92254" y="37146"/>
                    <a:pt x="91976" y="35312"/>
                  </a:cubicBezTo>
                  <a:cubicBezTo>
                    <a:pt x="92115" y="37146"/>
                    <a:pt x="92254" y="38980"/>
                    <a:pt x="92393" y="40815"/>
                  </a:cubicBezTo>
                  <a:cubicBezTo>
                    <a:pt x="92393" y="41121"/>
                    <a:pt x="92393" y="41579"/>
                    <a:pt x="92393" y="42038"/>
                  </a:cubicBezTo>
                  <a:cubicBezTo>
                    <a:pt x="92254" y="44178"/>
                    <a:pt x="91144" y="46012"/>
                    <a:pt x="89479" y="47541"/>
                  </a:cubicBezTo>
                  <a:cubicBezTo>
                    <a:pt x="88092" y="48611"/>
                    <a:pt x="86566" y="49528"/>
                    <a:pt x="85040" y="50598"/>
                  </a:cubicBezTo>
                  <a:cubicBezTo>
                    <a:pt x="83236" y="52127"/>
                    <a:pt x="81710" y="54114"/>
                    <a:pt x="80739" y="56254"/>
                  </a:cubicBezTo>
                  <a:cubicBezTo>
                    <a:pt x="80184" y="57477"/>
                    <a:pt x="79907" y="58700"/>
                    <a:pt x="79630" y="59923"/>
                  </a:cubicBezTo>
                  <a:cubicBezTo>
                    <a:pt x="79352" y="61299"/>
                    <a:pt x="78797" y="62828"/>
                    <a:pt x="78381" y="64203"/>
                  </a:cubicBezTo>
                  <a:cubicBezTo>
                    <a:pt x="74358" y="65579"/>
                    <a:pt x="70196" y="67108"/>
                    <a:pt x="66173" y="68484"/>
                  </a:cubicBezTo>
                  <a:cubicBezTo>
                    <a:pt x="65341" y="68789"/>
                    <a:pt x="64508" y="69095"/>
                    <a:pt x="63537" y="69401"/>
                  </a:cubicBezTo>
                  <a:cubicBezTo>
                    <a:pt x="62843" y="69707"/>
                    <a:pt x="62011" y="70012"/>
                    <a:pt x="61456" y="69248"/>
                  </a:cubicBezTo>
                  <a:cubicBezTo>
                    <a:pt x="61040" y="68484"/>
                    <a:pt x="60763" y="67566"/>
                    <a:pt x="60485" y="66649"/>
                  </a:cubicBezTo>
                  <a:cubicBezTo>
                    <a:pt x="60069" y="65579"/>
                    <a:pt x="59791" y="64662"/>
                    <a:pt x="60763" y="63592"/>
                  </a:cubicBezTo>
                  <a:cubicBezTo>
                    <a:pt x="61456" y="62675"/>
                    <a:pt x="62289" y="61910"/>
                    <a:pt x="63121" y="60993"/>
                  </a:cubicBezTo>
                  <a:cubicBezTo>
                    <a:pt x="65618" y="58089"/>
                    <a:pt x="68670" y="55337"/>
                    <a:pt x="70890" y="52127"/>
                  </a:cubicBezTo>
                  <a:cubicBezTo>
                    <a:pt x="72000" y="50445"/>
                    <a:pt x="72554" y="48611"/>
                    <a:pt x="72971" y="46624"/>
                  </a:cubicBezTo>
                  <a:cubicBezTo>
                    <a:pt x="75606" y="44025"/>
                    <a:pt x="78242" y="41426"/>
                    <a:pt x="80878" y="38675"/>
                  </a:cubicBezTo>
                  <a:cubicBezTo>
                    <a:pt x="81433" y="38216"/>
                    <a:pt x="81988" y="37605"/>
                    <a:pt x="82682" y="37299"/>
                  </a:cubicBezTo>
                  <a:cubicBezTo>
                    <a:pt x="83514" y="36840"/>
                    <a:pt x="84485" y="36687"/>
                    <a:pt x="85317" y="36535"/>
                  </a:cubicBezTo>
                  <a:cubicBezTo>
                    <a:pt x="86289" y="36229"/>
                    <a:pt x="87260" y="35770"/>
                    <a:pt x="88231" y="35159"/>
                  </a:cubicBezTo>
                  <a:cubicBezTo>
                    <a:pt x="90034" y="33783"/>
                    <a:pt x="91005" y="31949"/>
                    <a:pt x="92115" y="29808"/>
                  </a:cubicBezTo>
                  <a:cubicBezTo>
                    <a:pt x="93502" y="26904"/>
                    <a:pt x="95028" y="24000"/>
                    <a:pt x="96554" y="21095"/>
                  </a:cubicBezTo>
                  <a:cubicBezTo>
                    <a:pt x="94473" y="24611"/>
                    <a:pt x="92531" y="28127"/>
                    <a:pt x="90312" y="31490"/>
                  </a:cubicBezTo>
                  <a:cubicBezTo>
                    <a:pt x="88924" y="33783"/>
                    <a:pt x="86705" y="34853"/>
                    <a:pt x="84208" y="35312"/>
                  </a:cubicBezTo>
                  <a:cubicBezTo>
                    <a:pt x="82959" y="35617"/>
                    <a:pt x="81433" y="36076"/>
                    <a:pt x="80462" y="36840"/>
                  </a:cubicBezTo>
                  <a:cubicBezTo>
                    <a:pt x="80462" y="36840"/>
                    <a:pt x="80462" y="36840"/>
                    <a:pt x="80462" y="36993"/>
                  </a:cubicBezTo>
                  <a:cubicBezTo>
                    <a:pt x="80046" y="37146"/>
                    <a:pt x="79491" y="37605"/>
                    <a:pt x="79213" y="37910"/>
                  </a:cubicBezTo>
                  <a:cubicBezTo>
                    <a:pt x="77549" y="39286"/>
                    <a:pt x="75468" y="42038"/>
                    <a:pt x="73664" y="42496"/>
                  </a:cubicBezTo>
                  <a:cubicBezTo>
                    <a:pt x="73942" y="40509"/>
                    <a:pt x="74774" y="38522"/>
                    <a:pt x="74774" y="36382"/>
                  </a:cubicBezTo>
                  <a:cubicBezTo>
                    <a:pt x="74913" y="33783"/>
                    <a:pt x="74635" y="31337"/>
                    <a:pt x="73664" y="29044"/>
                  </a:cubicBezTo>
                  <a:cubicBezTo>
                    <a:pt x="75745" y="26598"/>
                    <a:pt x="77687" y="24305"/>
                    <a:pt x="79630" y="22012"/>
                  </a:cubicBezTo>
                  <a:cubicBezTo>
                    <a:pt x="81294" y="20178"/>
                    <a:pt x="83098" y="18191"/>
                    <a:pt x="84208" y="15898"/>
                  </a:cubicBezTo>
                  <a:cubicBezTo>
                    <a:pt x="84763" y="14828"/>
                    <a:pt x="85040" y="13757"/>
                    <a:pt x="85179" y="12687"/>
                  </a:cubicBezTo>
                  <a:cubicBezTo>
                    <a:pt x="85317" y="10700"/>
                    <a:pt x="84763" y="9171"/>
                    <a:pt x="84208" y="7337"/>
                  </a:cubicBezTo>
                  <a:cubicBezTo>
                    <a:pt x="83514" y="4891"/>
                    <a:pt x="82820" y="2445"/>
                    <a:pt x="82127" y="0"/>
                  </a:cubicBezTo>
                  <a:cubicBezTo>
                    <a:pt x="82404" y="1681"/>
                    <a:pt x="82820" y="3363"/>
                    <a:pt x="83098" y="5044"/>
                  </a:cubicBezTo>
                  <a:cubicBezTo>
                    <a:pt x="83791" y="7949"/>
                    <a:pt x="84763" y="10700"/>
                    <a:pt x="83930" y="13605"/>
                  </a:cubicBezTo>
                  <a:cubicBezTo>
                    <a:pt x="83930" y="13605"/>
                    <a:pt x="83930" y="13757"/>
                    <a:pt x="83930" y="13757"/>
                  </a:cubicBezTo>
                  <a:cubicBezTo>
                    <a:pt x="83098" y="15745"/>
                    <a:pt x="81849" y="17273"/>
                    <a:pt x="80462" y="18649"/>
                  </a:cubicBezTo>
                  <a:cubicBezTo>
                    <a:pt x="77826" y="21248"/>
                    <a:pt x="75190" y="23847"/>
                    <a:pt x="72693" y="26445"/>
                  </a:cubicBezTo>
                  <a:cubicBezTo>
                    <a:pt x="72416" y="25834"/>
                    <a:pt x="72000" y="25070"/>
                    <a:pt x="71722" y="24305"/>
                  </a:cubicBezTo>
                  <a:cubicBezTo>
                    <a:pt x="69641" y="20178"/>
                    <a:pt x="64924" y="18038"/>
                    <a:pt x="63121" y="13605"/>
                  </a:cubicBezTo>
                  <a:cubicBezTo>
                    <a:pt x="61595" y="10089"/>
                    <a:pt x="60069" y="6573"/>
                    <a:pt x="58543" y="2904"/>
                  </a:cubicBezTo>
                  <a:cubicBezTo>
                    <a:pt x="59930" y="7031"/>
                    <a:pt x="61179" y="11159"/>
                    <a:pt x="62843" y="15133"/>
                  </a:cubicBezTo>
                  <a:cubicBezTo>
                    <a:pt x="62843" y="15286"/>
                    <a:pt x="62982" y="15439"/>
                    <a:pt x="62982" y="15592"/>
                  </a:cubicBezTo>
                  <a:cubicBezTo>
                    <a:pt x="64924" y="19108"/>
                    <a:pt x="68531" y="21401"/>
                    <a:pt x="70057" y="25070"/>
                  </a:cubicBezTo>
                  <a:cubicBezTo>
                    <a:pt x="70751" y="27210"/>
                    <a:pt x="71445" y="29197"/>
                    <a:pt x="72138" y="31184"/>
                  </a:cubicBezTo>
                  <a:cubicBezTo>
                    <a:pt x="73248" y="36535"/>
                    <a:pt x="71445" y="42191"/>
                    <a:pt x="69086" y="46929"/>
                  </a:cubicBezTo>
                  <a:cubicBezTo>
                    <a:pt x="66728" y="51821"/>
                    <a:pt x="62843" y="55490"/>
                    <a:pt x="58682" y="58853"/>
                  </a:cubicBezTo>
                  <a:cubicBezTo>
                    <a:pt x="58265" y="59159"/>
                    <a:pt x="57849" y="59464"/>
                    <a:pt x="57294" y="59312"/>
                  </a:cubicBezTo>
                  <a:cubicBezTo>
                    <a:pt x="56739" y="59159"/>
                    <a:pt x="56323" y="58700"/>
                    <a:pt x="56046" y="58394"/>
                  </a:cubicBezTo>
                  <a:cubicBezTo>
                    <a:pt x="53271" y="55031"/>
                    <a:pt x="50774" y="51974"/>
                    <a:pt x="51745" y="47541"/>
                  </a:cubicBezTo>
                  <a:cubicBezTo>
                    <a:pt x="52023" y="45554"/>
                    <a:pt x="52855" y="43872"/>
                    <a:pt x="53687" y="42191"/>
                  </a:cubicBezTo>
                  <a:cubicBezTo>
                    <a:pt x="54520" y="40662"/>
                    <a:pt x="54797" y="39286"/>
                    <a:pt x="54797" y="37452"/>
                  </a:cubicBezTo>
                  <a:cubicBezTo>
                    <a:pt x="54797" y="35617"/>
                    <a:pt x="54104" y="33630"/>
                    <a:pt x="53549" y="31796"/>
                  </a:cubicBezTo>
                  <a:cubicBezTo>
                    <a:pt x="53271" y="31031"/>
                    <a:pt x="52994" y="30267"/>
                    <a:pt x="52855" y="29503"/>
                  </a:cubicBezTo>
                  <a:cubicBezTo>
                    <a:pt x="52855" y="30114"/>
                    <a:pt x="52994" y="30878"/>
                    <a:pt x="53132" y="31643"/>
                  </a:cubicBezTo>
                  <a:cubicBezTo>
                    <a:pt x="53410" y="33477"/>
                    <a:pt x="53965" y="35464"/>
                    <a:pt x="53687" y="37452"/>
                  </a:cubicBezTo>
                  <a:cubicBezTo>
                    <a:pt x="53549" y="37910"/>
                    <a:pt x="53410" y="38216"/>
                    <a:pt x="53410" y="38675"/>
                  </a:cubicBezTo>
                  <a:cubicBezTo>
                    <a:pt x="52994" y="40203"/>
                    <a:pt x="52023" y="41579"/>
                    <a:pt x="51190" y="42955"/>
                  </a:cubicBezTo>
                  <a:cubicBezTo>
                    <a:pt x="51052" y="43261"/>
                    <a:pt x="49387" y="40050"/>
                    <a:pt x="49387" y="39745"/>
                  </a:cubicBezTo>
                  <a:cubicBezTo>
                    <a:pt x="48832" y="38675"/>
                    <a:pt x="48416" y="37146"/>
                    <a:pt x="47722" y="36229"/>
                  </a:cubicBezTo>
                  <a:cubicBezTo>
                    <a:pt x="45919" y="33630"/>
                    <a:pt x="42867" y="32713"/>
                    <a:pt x="40231" y="31337"/>
                  </a:cubicBezTo>
                  <a:cubicBezTo>
                    <a:pt x="38982" y="30573"/>
                    <a:pt x="38011" y="29808"/>
                    <a:pt x="37179" y="28585"/>
                  </a:cubicBezTo>
                  <a:cubicBezTo>
                    <a:pt x="36069" y="27057"/>
                    <a:pt x="35236" y="25070"/>
                    <a:pt x="34265" y="23388"/>
                  </a:cubicBezTo>
                  <a:cubicBezTo>
                    <a:pt x="32878" y="20942"/>
                    <a:pt x="31630" y="18496"/>
                    <a:pt x="30242" y="16203"/>
                  </a:cubicBezTo>
                  <a:cubicBezTo>
                    <a:pt x="32184" y="20178"/>
                    <a:pt x="34127" y="24305"/>
                    <a:pt x="35930" y="28433"/>
                  </a:cubicBezTo>
                  <a:cubicBezTo>
                    <a:pt x="36901" y="30114"/>
                    <a:pt x="37872" y="31337"/>
                    <a:pt x="39537" y="32407"/>
                  </a:cubicBezTo>
                  <a:cubicBezTo>
                    <a:pt x="42173" y="33936"/>
                    <a:pt x="45364" y="35159"/>
                    <a:pt x="46751" y="38216"/>
                  </a:cubicBezTo>
                  <a:cubicBezTo>
                    <a:pt x="47445" y="39439"/>
                    <a:pt x="47583" y="40815"/>
                    <a:pt x="48000" y="42191"/>
                  </a:cubicBezTo>
                  <a:cubicBezTo>
                    <a:pt x="48416" y="43566"/>
                    <a:pt x="49248" y="44789"/>
                    <a:pt x="49109" y="46165"/>
                  </a:cubicBezTo>
                  <a:cubicBezTo>
                    <a:pt x="49109" y="47235"/>
                    <a:pt x="48416" y="48305"/>
                    <a:pt x="48277" y="49375"/>
                  </a:cubicBezTo>
                  <a:cubicBezTo>
                    <a:pt x="48000" y="50445"/>
                    <a:pt x="48000" y="51668"/>
                    <a:pt x="48277" y="52738"/>
                  </a:cubicBezTo>
                  <a:cubicBezTo>
                    <a:pt x="48554" y="54114"/>
                    <a:pt x="48971" y="55490"/>
                    <a:pt x="49803" y="56713"/>
                  </a:cubicBezTo>
                  <a:cubicBezTo>
                    <a:pt x="46890" y="54420"/>
                    <a:pt x="44115" y="52280"/>
                    <a:pt x="41341" y="49834"/>
                  </a:cubicBezTo>
                  <a:cubicBezTo>
                    <a:pt x="39121" y="47694"/>
                    <a:pt x="36763" y="45554"/>
                    <a:pt x="34543" y="43566"/>
                  </a:cubicBezTo>
                  <a:cubicBezTo>
                    <a:pt x="32462" y="41732"/>
                    <a:pt x="29826" y="40050"/>
                    <a:pt x="28578" y="37757"/>
                  </a:cubicBezTo>
                  <a:cubicBezTo>
                    <a:pt x="27329" y="35770"/>
                    <a:pt x="26774" y="33324"/>
                    <a:pt x="25942" y="31337"/>
                  </a:cubicBezTo>
                  <a:cubicBezTo>
                    <a:pt x="24832" y="28585"/>
                    <a:pt x="23861" y="25834"/>
                    <a:pt x="22751" y="23235"/>
                  </a:cubicBezTo>
                  <a:cubicBezTo>
                    <a:pt x="23306" y="25222"/>
                    <a:pt x="23861" y="27210"/>
                    <a:pt x="24416" y="29044"/>
                  </a:cubicBezTo>
                  <a:cubicBezTo>
                    <a:pt x="24832" y="30726"/>
                    <a:pt x="25387" y="32560"/>
                    <a:pt x="25803" y="34242"/>
                  </a:cubicBezTo>
                  <a:cubicBezTo>
                    <a:pt x="26358" y="36076"/>
                    <a:pt x="26635" y="37910"/>
                    <a:pt x="27606" y="39439"/>
                  </a:cubicBezTo>
                  <a:cubicBezTo>
                    <a:pt x="26080" y="38675"/>
                    <a:pt x="24554" y="37910"/>
                    <a:pt x="23028" y="37299"/>
                  </a:cubicBezTo>
                  <a:cubicBezTo>
                    <a:pt x="22890" y="37146"/>
                    <a:pt x="22196" y="36687"/>
                    <a:pt x="21780" y="36535"/>
                  </a:cubicBezTo>
                  <a:cubicBezTo>
                    <a:pt x="19699" y="34547"/>
                    <a:pt x="17895" y="32407"/>
                    <a:pt x="15953" y="30420"/>
                  </a:cubicBezTo>
                  <a:cubicBezTo>
                    <a:pt x="17479" y="32560"/>
                    <a:pt x="19005" y="35006"/>
                    <a:pt x="20947" y="36993"/>
                  </a:cubicBezTo>
                  <a:cubicBezTo>
                    <a:pt x="21225" y="37299"/>
                    <a:pt x="21502" y="37452"/>
                    <a:pt x="21641" y="37757"/>
                  </a:cubicBezTo>
                  <a:cubicBezTo>
                    <a:pt x="23167" y="38828"/>
                    <a:pt x="24693" y="39745"/>
                    <a:pt x="26219" y="40815"/>
                  </a:cubicBezTo>
                  <a:cubicBezTo>
                    <a:pt x="28161" y="42038"/>
                    <a:pt x="29965" y="43108"/>
                    <a:pt x="31768" y="44331"/>
                  </a:cubicBezTo>
                  <a:cubicBezTo>
                    <a:pt x="36208" y="49375"/>
                    <a:pt x="40786" y="54267"/>
                    <a:pt x="45502" y="59006"/>
                  </a:cubicBezTo>
                  <a:cubicBezTo>
                    <a:pt x="46473" y="59770"/>
                    <a:pt x="47722" y="60840"/>
                    <a:pt x="48277" y="61910"/>
                  </a:cubicBezTo>
                  <a:cubicBezTo>
                    <a:pt x="48554" y="62369"/>
                    <a:pt x="48693" y="62980"/>
                    <a:pt x="48971" y="63592"/>
                  </a:cubicBezTo>
                  <a:cubicBezTo>
                    <a:pt x="49387" y="64815"/>
                    <a:pt x="49803" y="66191"/>
                    <a:pt x="50219" y="67566"/>
                  </a:cubicBezTo>
                  <a:cubicBezTo>
                    <a:pt x="43838" y="63898"/>
                    <a:pt x="37456" y="60382"/>
                    <a:pt x="31491" y="56407"/>
                  </a:cubicBezTo>
                  <a:cubicBezTo>
                    <a:pt x="30658" y="55796"/>
                    <a:pt x="30104" y="54878"/>
                    <a:pt x="29687" y="54114"/>
                  </a:cubicBezTo>
                  <a:cubicBezTo>
                    <a:pt x="28994" y="53044"/>
                    <a:pt x="28300" y="52127"/>
                    <a:pt x="27606" y="51363"/>
                  </a:cubicBezTo>
                  <a:cubicBezTo>
                    <a:pt x="26219" y="49987"/>
                    <a:pt x="24554" y="48764"/>
                    <a:pt x="22751" y="48000"/>
                  </a:cubicBezTo>
                  <a:cubicBezTo>
                    <a:pt x="20809" y="47235"/>
                    <a:pt x="18589" y="46777"/>
                    <a:pt x="16508" y="46012"/>
                  </a:cubicBezTo>
                  <a:cubicBezTo>
                    <a:pt x="14289" y="44942"/>
                    <a:pt x="11930" y="44178"/>
                    <a:pt x="9710" y="43261"/>
                  </a:cubicBezTo>
                  <a:cubicBezTo>
                    <a:pt x="8184" y="42802"/>
                    <a:pt x="6658" y="42343"/>
                    <a:pt x="5687" y="41121"/>
                  </a:cubicBezTo>
                  <a:cubicBezTo>
                    <a:pt x="4578" y="39745"/>
                    <a:pt x="3745" y="38063"/>
                    <a:pt x="2913" y="36535"/>
                  </a:cubicBezTo>
                  <a:cubicBezTo>
                    <a:pt x="1942" y="34853"/>
                    <a:pt x="832" y="33171"/>
                    <a:pt x="0" y="31337"/>
                  </a:cubicBezTo>
                  <a:cubicBezTo>
                    <a:pt x="693" y="33019"/>
                    <a:pt x="1526" y="34547"/>
                    <a:pt x="2358" y="36076"/>
                  </a:cubicBezTo>
                  <a:cubicBezTo>
                    <a:pt x="3190" y="37757"/>
                    <a:pt x="3884" y="39745"/>
                    <a:pt x="5132" y="41426"/>
                  </a:cubicBezTo>
                  <a:cubicBezTo>
                    <a:pt x="6658" y="43414"/>
                    <a:pt x="8878" y="44025"/>
                    <a:pt x="11098" y="44942"/>
                  </a:cubicBezTo>
                  <a:cubicBezTo>
                    <a:pt x="13179" y="45859"/>
                    <a:pt x="15121" y="46777"/>
                    <a:pt x="17202" y="47694"/>
                  </a:cubicBezTo>
                  <a:cubicBezTo>
                    <a:pt x="19144" y="48458"/>
                    <a:pt x="21086" y="49375"/>
                    <a:pt x="23028" y="50140"/>
                  </a:cubicBezTo>
                  <a:cubicBezTo>
                    <a:pt x="24277" y="50751"/>
                    <a:pt x="25109" y="51668"/>
                    <a:pt x="25942" y="52738"/>
                  </a:cubicBezTo>
                  <a:cubicBezTo>
                    <a:pt x="23306" y="51363"/>
                    <a:pt x="20670" y="51668"/>
                    <a:pt x="17895" y="51821"/>
                  </a:cubicBezTo>
                  <a:cubicBezTo>
                    <a:pt x="16092" y="51821"/>
                    <a:pt x="14150" y="51974"/>
                    <a:pt x="12346" y="52127"/>
                  </a:cubicBezTo>
                  <a:cubicBezTo>
                    <a:pt x="14427" y="52127"/>
                    <a:pt x="16508" y="52280"/>
                    <a:pt x="18589" y="52433"/>
                  </a:cubicBezTo>
                  <a:cubicBezTo>
                    <a:pt x="20254" y="52433"/>
                    <a:pt x="22057" y="52433"/>
                    <a:pt x="23722" y="53197"/>
                  </a:cubicBezTo>
                  <a:cubicBezTo>
                    <a:pt x="24416" y="53503"/>
                    <a:pt x="24971" y="53808"/>
                    <a:pt x="25526" y="54267"/>
                  </a:cubicBezTo>
                  <a:cubicBezTo>
                    <a:pt x="26635" y="55031"/>
                    <a:pt x="27884" y="56101"/>
                    <a:pt x="28994" y="57019"/>
                  </a:cubicBezTo>
                  <a:cubicBezTo>
                    <a:pt x="28994" y="57019"/>
                    <a:pt x="28994" y="57019"/>
                    <a:pt x="28994" y="57019"/>
                  </a:cubicBezTo>
                  <a:cubicBezTo>
                    <a:pt x="24000" y="57936"/>
                    <a:pt x="19144" y="59006"/>
                    <a:pt x="14150" y="59770"/>
                  </a:cubicBezTo>
                  <a:cubicBezTo>
                    <a:pt x="12763" y="59923"/>
                    <a:pt x="11375" y="60229"/>
                    <a:pt x="9988" y="60382"/>
                  </a:cubicBezTo>
                  <a:cubicBezTo>
                    <a:pt x="8601" y="60687"/>
                    <a:pt x="7491" y="61146"/>
                    <a:pt x="6104" y="61452"/>
                  </a:cubicBezTo>
                  <a:cubicBezTo>
                    <a:pt x="4023" y="62063"/>
                    <a:pt x="1942" y="61605"/>
                    <a:pt x="0" y="60535"/>
                  </a:cubicBezTo>
                  <a:cubicBezTo>
                    <a:pt x="2219" y="62063"/>
                    <a:pt x="4439" y="62369"/>
                    <a:pt x="6936" y="61910"/>
                  </a:cubicBezTo>
                  <a:cubicBezTo>
                    <a:pt x="10543" y="61299"/>
                    <a:pt x="14011" y="60840"/>
                    <a:pt x="17618" y="60382"/>
                  </a:cubicBezTo>
                  <a:cubicBezTo>
                    <a:pt x="20947" y="60229"/>
                    <a:pt x="24277" y="59923"/>
                    <a:pt x="27606" y="59617"/>
                  </a:cubicBezTo>
                  <a:cubicBezTo>
                    <a:pt x="28578" y="59464"/>
                    <a:pt x="29549" y="59464"/>
                    <a:pt x="30520" y="59312"/>
                  </a:cubicBezTo>
                  <a:cubicBezTo>
                    <a:pt x="30797" y="59312"/>
                    <a:pt x="31491" y="59312"/>
                    <a:pt x="31491" y="59159"/>
                  </a:cubicBezTo>
                  <a:cubicBezTo>
                    <a:pt x="38150" y="64509"/>
                    <a:pt x="45225" y="69401"/>
                    <a:pt x="52161" y="74445"/>
                  </a:cubicBezTo>
                  <a:cubicBezTo>
                    <a:pt x="53687" y="75515"/>
                    <a:pt x="53271" y="77656"/>
                    <a:pt x="53132" y="79337"/>
                  </a:cubicBezTo>
                  <a:cubicBezTo>
                    <a:pt x="52994" y="81783"/>
                    <a:pt x="52855" y="84229"/>
                    <a:pt x="52716" y="86675"/>
                  </a:cubicBezTo>
                  <a:cubicBezTo>
                    <a:pt x="52578" y="88509"/>
                    <a:pt x="52578" y="90343"/>
                    <a:pt x="52439" y="92178"/>
                  </a:cubicBezTo>
                  <a:cubicBezTo>
                    <a:pt x="52300" y="93401"/>
                    <a:pt x="52023" y="94471"/>
                    <a:pt x="51606" y="95388"/>
                  </a:cubicBezTo>
                  <a:cubicBezTo>
                    <a:pt x="50497" y="97987"/>
                    <a:pt x="47861" y="99515"/>
                    <a:pt x="45225" y="99515"/>
                  </a:cubicBezTo>
                  <a:cubicBezTo>
                    <a:pt x="38150" y="99515"/>
                    <a:pt x="38150" y="99515"/>
                    <a:pt x="38150" y="99515"/>
                  </a:cubicBezTo>
                  <a:cubicBezTo>
                    <a:pt x="38150" y="110828"/>
                    <a:pt x="47028" y="120000"/>
                    <a:pt x="57988" y="120000"/>
                  </a:cubicBezTo>
                  <a:cubicBezTo>
                    <a:pt x="68947" y="120000"/>
                    <a:pt x="77826" y="110828"/>
                    <a:pt x="77826" y="99515"/>
                  </a:cubicBezTo>
                  <a:cubicBezTo>
                    <a:pt x="69502" y="99515"/>
                    <a:pt x="69502" y="99515"/>
                    <a:pt x="69502" y="99515"/>
                  </a:cubicBezTo>
                  <a:cubicBezTo>
                    <a:pt x="65757" y="99515"/>
                    <a:pt x="62566" y="96458"/>
                    <a:pt x="62427" y="92636"/>
                  </a:cubicBezTo>
                  <a:cubicBezTo>
                    <a:pt x="62427" y="92331"/>
                    <a:pt x="62427" y="92178"/>
                    <a:pt x="62427" y="91872"/>
                  </a:cubicBezTo>
                  <a:cubicBezTo>
                    <a:pt x="62566" y="89885"/>
                    <a:pt x="62705" y="87745"/>
                    <a:pt x="62843" y="85757"/>
                  </a:cubicBezTo>
                  <a:cubicBezTo>
                    <a:pt x="62982" y="83464"/>
                    <a:pt x="63121" y="81324"/>
                    <a:pt x="63260" y="79184"/>
                  </a:cubicBezTo>
                  <a:cubicBezTo>
                    <a:pt x="63260" y="78726"/>
                    <a:pt x="63260" y="78267"/>
                    <a:pt x="63260" y="77808"/>
                  </a:cubicBezTo>
                  <a:cubicBezTo>
                    <a:pt x="63398" y="77044"/>
                    <a:pt x="63121" y="76127"/>
                    <a:pt x="63260" y="75363"/>
                  </a:cubicBezTo>
                  <a:cubicBezTo>
                    <a:pt x="63537" y="74445"/>
                    <a:pt x="64647" y="74140"/>
                    <a:pt x="65341" y="73834"/>
                  </a:cubicBezTo>
                  <a:cubicBezTo>
                    <a:pt x="69780" y="71847"/>
                    <a:pt x="74219" y="69859"/>
                    <a:pt x="78658" y="67872"/>
                  </a:cubicBezTo>
                  <a:cubicBezTo>
                    <a:pt x="79630" y="67414"/>
                    <a:pt x="80601" y="66955"/>
                    <a:pt x="81572" y="66496"/>
                  </a:cubicBezTo>
                  <a:cubicBezTo>
                    <a:pt x="82543" y="65885"/>
                    <a:pt x="83375" y="65121"/>
                    <a:pt x="84208" y="64509"/>
                  </a:cubicBezTo>
                  <a:cubicBezTo>
                    <a:pt x="85872" y="63286"/>
                    <a:pt x="87676" y="63745"/>
                    <a:pt x="89479" y="63592"/>
                  </a:cubicBezTo>
                  <a:cubicBezTo>
                    <a:pt x="91283" y="63592"/>
                    <a:pt x="93086" y="63592"/>
                    <a:pt x="94890" y="63439"/>
                  </a:cubicBezTo>
                  <a:cubicBezTo>
                    <a:pt x="98497" y="63439"/>
                    <a:pt x="101965" y="63286"/>
                    <a:pt x="105572" y="63133"/>
                  </a:cubicBezTo>
                  <a:cubicBezTo>
                    <a:pt x="107375" y="63133"/>
                    <a:pt x="109317" y="62828"/>
                    <a:pt x="110843" y="61605"/>
                  </a:cubicBezTo>
                  <a:cubicBezTo>
                    <a:pt x="112786" y="60076"/>
                    <a:pt x="114867" y="58394"/>
                    <a:pt x="116670" y="56560"/>
                  </a:cubicBezTo>
                  <a:cubicBezTo>
                    <a:pt x="118751" y="53808"/>
                    <a:pt x="119167" y="49987"/>
                    <a:pt x="120000" y="46624"/>
                  </a:cubicBezTo>
                  <a:cubicBezTo>
                    <a:pt x="119861" y="47082"/>
                    <a:pt x="119722" y="47694"/>
                    <a:pt x="119445" y="48152"/>
                  </a:cubicBezTo>
                  <a:close/>
                </a:path>
              </a:pathLst>
            </a:custGeom>
            <a:solidFill>
              <a:srgbClr val="D8DAD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643" name="Google Shape;643;p46"/>
          <p:cNvGrpSpPr/>
          <p:nvPr/>
        </p:nvGrpSpPr>
        <p:grpSpPr>
          <a:xfrm>
            <a:off x="1044399" y="1419553"/>
            <a:ext cx="699075" cy="699074"/>
            <a:chOff x="1044399" y="1577809"/>
            <a:chExt cx="699075" cy="699074"/>
          </a:xfrm>
        </p:grpSpPr>
        <p:sp>
          <p:nvSpPr>
            <p:cNvPr id="644" name="Google Shape;644;p46"/>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45" name="Google Shape;645;p46"/>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46" name="Google Shape;646;p46"/>
          <p:cNvSpPr txBox="1">
            <a:spLocks noGrp="1"/>
          </p:cNvSpPr>
          <p:nvPr>
            <p:ph type="body" idx="2"/>
          </p:nvPr>
        </p:nvSpPr>
        <p:spPr>
          <a:xfrm>
            <a:off x="1890220" y="1569374"/>
            <a:ext cx="4030291" cy="3645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47" name="Google Shape;647;p46"/>
          <p:cNvCxnSpPr/>
          <p:nvPr/>
        </p:nvCxnSpPr>
        <p:spPr>
          <a:xfrm>
            <a:off x="1186962" y="2464026"/>
            <a:ext cx="4909038" cy="0"/>
          </a:xfrm>
          <a:prstGeom prst="straightConnector1">
            <a:avLst/>
          </a:prstGeom>
          <a:noFill/>
          <a:ln w="9525" cap="flat" cmpd="sng">
            <a:solidFill>
              <a:srgbClr val="16BF7F"/>
            </a:solidFill>
            <a:prstDash val="solid"/>
            <a:round/>
            <a:headEnd type="none" w="sm" len="sm"/>
            <a:tailEnd type="none" w="sm" len="sm"/>
          </a:ln>
        </p:spPr>
      </p:cxnSp>
      <p:grpSp>
        <p:nvGrpSpPr>
          <p:cNvPr id="648" name="Google Shape;648;p46"/>
          <p:cNvGrpSpPr/>
          <p:nvPr/>
        </p:nvGrpSpPr>
        <p:grpSpPr>
          <a:xfrm>
            <a:off x="1044399" y="2791669"/>
            <a:ext cx="699075" cy="699074"/>
            <a:chOff x="1044399" y="1577809"/>
            <a:chExt cx="699075" cy="699074"/>
          </a:xfrm>
        </p:grpSpPr>
        <p:sp>
          <p:nvSpPr>
            <p:cNvPr id="649" name="Google Shape;649;p46"/>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50" name="Google Shape;650;p46"/>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51" name="Google Shape;651;p46"/>
          <p:cNvSpPr txBox="1">
            <a:spLocks noGrp="1"/>
          </p:cNvSpPr>
          <p:nvPr>
            <p:ph type="body" idx="3"/>
          </p:nvPr>
        </p:nvSpPr>
        <p:spPr>
          <a:xfrm>
            <a:off x="1890220" y="2929171"/>
            <a:ext cx="4045444" cy="3352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52" name="Google Shape;652;p46"/>
          <p:cNvCxnSpPr/>
          <p:nvPr/>
        </p:nvCxnSpPr>
        <p:spPr>
          <a:xfrm>
            <a:off x="1186962" y="3836142"/>
            <a:ext cx="4909038" cy="0"/>
          </a:xfrm>
          <a:prstGeom prst="straightConnector1">
            <a:avLst/>
          </a:prstGeom>
          <a:noFill/>
          <a:ln w="9525" cap="flat" cmpd="sng">
            <a:solidFill>
              <a:srgbClr val="16BF7F"/>
            </a:solidFill>
            <a:prstDash val="solid"/>
            <a:round/>
            <a:headEnd type="none" w="sm" len="sm"/>
            <a:tailEnd type="none" w="sm" len="sm"/>
          </a:ln>
        </p:spPr>
      </p:cxnSp>
      <p:grpSp>
        <p:nvGrpSpPr>
          <p:cNvPr id="653" name="Google Shape;653;p46"/>
          <p:cNvGrpSpPr/>
          <p:nvPr/>
        </p:nvGrpSpPr>
        <p:grpSpPr>
          <a:xfrm>
            <a:off x="1044399" y="4089831"/>
            <a:ext cx="699075" cy="699074"/>
            <a:chOff x="1044399" y="1577809"/>
            <a:chExt cx="699075" cy="699074"/>
          </a:xfrm>
        </p:grpSpPr>
        <p:sp>
          <p:nvSpPr>
            <p:cNvPr id="654" name="Google Shape;654;p46"/>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55" name="Google Shape;655;p46"/>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56" name="Google Shape;656;p46"/>
          <p:cNvSpPr txBox="1">
            <a:spLocks noGrp="1"/>
          </p:cNvSpPr>
          <p:nvPr>
            <p:ph type="body" idx="4"/>
          </p:nvPr>
        </p:nvSpPr>
        <p:spPr>
          <a:xfrm>
            <a:off x="1906182" y="4366292"/>
            <a:ext cx="3967163"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57" name="Google Shape;657;p46"/>
          <p:cNvCxnSpPr/>
          <p:nvPr/>
        </p:nvCxnSpPr>
        <p:spPr>
          <a:xfrm>
            <a:off x="1186962" y="5134304"/>
            <a:ext cx="4909038" cy="0"/>
          </a:xfrm>
          <a:prstGeom prst="straightConnector1">
            <a:avLst/>
          </a:prstGeom>
          <a:noFill/>
          <a:ln w="9525" cap="flat" cmpd="sng">
            <a:solidFill>
              <a:srgbClr val="16BF7F"/>
            </a:solidFill>
            <a:prstDash val="solid"/>
            <a:round/>
            <a:headEnd type="none" w="sm" len="sm"/>
            <a:tailEnd type="none" w="sm" len="sm"/>
          </a:ln>
        </p:spPr>
      </p:cxnSp>
      <p:grpSp>
        <p:nvGrpSpPr>
          <p:cNvPr id="658" name="Google Shape;658;p46"/>
          <p:cNvGrpSpPr/>
          <p:nvPr/>
        </p:nvGrpSpPr>
        <p:grpSpPr>
          <a:xfrm>
            <a:off x="1044399" y="5328616"/>
            <a:ext cx="699075" cy="699074"/>
            <a:chOff x="1044399" y="1577809"/>
            <a:chExt cx="699075" cy="699074"/>
          </a:xfrm>
        </p:grpSpPr>
        <p:sp>
          <p:nvSpPr>
            <p:cNvPr id="659" name="Google Shape;659;p46"/>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60" name="Google Shape;660;p46"/>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61" name="Google Shape;661;p46"/>
          <p:cNvSpPr txBox="1">
            <a:spLocks noGrp="1"/>
          </p:cNvSpPr>
          <p:nvPr>
            <p:ph type="body" idx="5"/>
          </p:nvPr>
        </p:nvSpPr>
        <p:spPr>
          <a:xfrm>
            <a:off x="1906182" y="5522107"/>
            <a:ext cx="3967163"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eps-Infographic">
  <p:cSld name="Steps-Infographic">
    <p:spTree>
      <p:nvGrpSpPr>
        <p:cNvPr id="1" name="Shape 662"/>
        <p:cNvGrpSpPr/>
        <p:nvPr/>
      </p:nvGrpSpPr>
      <p:grpSpPr>
        <a:xfrm>
          <a:off x="0" y="0"/>
          <a:ext cx="0" cy="0"/>
          <a:chOff x="0" y="0"/>
          <a:chExt cx="0" cy="0"/>
        </a:xfrm>
      </p:grpSpPr>
      <p:sp>
        <p:nvSpPr>
          <p:cNvPr id="663" name="Google Shape;663;p4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4" name="Google Shape;664;p47"/>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5" name="Google Shape;665;p47"/>
          <p:cNvSpPr/>
          <p:nvPr/>
        </p:nvSpPr>
        <p:spPr>
          <a:xfrm>
            <a:off x="610294" y="3441780"/>
            <a:ext cx="3200400" cy="609600"/>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66" name="Google Shape;666;p47"/>
          <p:cNvSpPr/>
          <p:nvPr/>
        </p:nvSpPr>
        <p:spPr>
          <a:xfrm>
            <a:off x="2087814" y="3266609"/>
            <a:ext cx="237065" cy="175172"/>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67" name="Google Shape;667;p47"/>
          <p:cNvSpPr/>
          <p:nvPr/>
        </p:nvSpPr>
        <p:spPr>
          <a:xfrm>
            <a:off x="3144105" y="3441781"/>
            <a:ext cx="3200400" cy="60960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Open Sans"/>
              <a:ea typeface="Open Sans"/>
              <a:cs typeface="Open Sans"/>
              <a:sym typeface="Open Sans"/>
            </a:endParaRPr>
          </a:p>
        </p:txBody>
      </p:sp>
      <p:sp>
        <p:nvSpPr>
          <p:cNvPr id="668" name="Google Shape;668;p47"/>
          <p:cNvSpPr/>
          <p:nvPr/>
        </p:nvSpPr>
        <p:spPr>
          <a:xfrm rot="10800000" flipH="1">
            <a:off x="4620556" y="4054130"/>
            <a:ext cx="237065" cy="175172"/>
          </a:xfrm>
          <a:prstGeom prst="triangle">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Open Sans"/>
              <a:ea typeface="Open Sans"/>
              <a:cs typeface="Open Sans"/>
              <a:sym typeface="Open Sans"/>
            </a:endParaRPr>
          </a:p>
        </p:txBody>
      </p:sp>
      <p:sp>
        <p:nvSpPr>
          <p:cNvPr id="669" name="Google Shape;669;p47"/>
          <p:cNvSpPr txBox="1"/>
          <p:nvPr/>
        </p:nvSpPr>
        <p:spPr>
          <a:xfrm>
            <a:off x="1359528" y="4186519"/>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2"/>
              </a:buClr>
              <a:buSzPts val="1800"/>
              <a:buFont typeface="Arial"/>
              <a:buNone/>
            </a:pPr>
            <a:r>
              <a:rPr lang="en" sz="7200" b="1" i="0" u="none" strike="noStrike" cap="none">
                <a:solidFill>
                  <a:schemeClr val="accent2"/>
                </a:solidFill>
                <a:latin typeface="Arial"/>
                <a:ea typeface="Arial"/>
                <a:cs typeface="Arial"/>
                <a:sym typeface="Arial"/>
              </a:rPr>
              <a:t>01</a:t>
            </a:r>
            <a:endParaRPr/>
          </a:p>
        </p:txBody>
      </p:sp>
      <p:sp>
        <p:nvSpPr>
          <p:cNvPr id="670" name="Google Shape;670;p47"/>
          <p:cNvSpPr txBox="1"/>
          <p:nvPr/>
        </p:nvSpPr>
        <p:spPr>
          <a:xfrm>
            <a:off x="6445471" y="4186519"/>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4"/>
              </a:buClr>
              <a:buSzPts val="1800"/>
              <a:buFont typeface="Arial"/>
              <a:buNone/>
            </a:pPr>
            <a:r>
              <a:rPr lang="en" sz="7200" b="1" i="0" u="none" strike="noStrike" cap="none">
                <a:solidFill>
                  <a:schemeClr val="accent4"/>
                </a:solidFill>
                <a:latin typeface="Arial"/>
                <a:ea typeface="Arial"/>
                <a:cs typeface="Arial"/>
                <a:sym typeface="Arial"/>
              </a:rPr>
              <a:t>03</a:t>
            </a:r>
            <a:endParaRPr/>
          </a:p>
        </p:txBody>
      </p:sp>
      <p:sp>
        <p:nvSpPr>
          <p:cNvPr id="671" name="Google Shape;671;p47"/>
          <p:cNvSpPr txBox="1"/>
          <p:nvPr/>
        </p:nvSpPr>
        <p:spPr>
          <a:xfrm>
            <a:off x="3857016" y="1962294"/>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3"/>
              </a:buClr>
              <a:buSzPts val="1800"/>
              <a:buFont typeface="Arial"/>
              <a:buNone/>
            </a:pPr>
            <a:r>
              <a:rPr lang="en" sz="7200" b="1" i="0" u="none" strike="noStrike" cap="none">
                <a:solidFill>
                  <a:schemeClr val="accent3"/>
                </a:solidFill>
                <a:latin typeface="Arial"/>
                <a:ea typeface="Arial"/>
                <a:cs typeface="Arial"/>
                <a:sym typeface="Arial"/>
              </a:rPr>
              <a:t>02</a:t>
            </a:r>
            <a:endParaRPr/>
          </a:p>
        </p:txBody>
      </p:sp>
      <p:sp>
        <p:nvSpPr>
          <p:cNvPr id="672" name="Google Shape;672;p47"/>
          <p:cNvSpPr txBox="1"/>
          <p:nvPr/>
        </p:nvSpPr>
        <p:spPr>
          <a:xfrm>
            <a:off x="9140954" y="1947916"/>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5"/>
              </a:buClr>
              <a:buSzPts val="1800"/>
              <a:buFont typeface="Arial"/>
              <a:buNone/>
            </a:pPr>
            <a:r>
              <a:rPr lang="en" sz="7200" b="1" i="0" u="none" strike="noStrike" cap="none">
                <a:solidFill>
                  <a:schemeClr val="accent5"/>
                </a:solidFill>
                <a:latin typeface="Arial"/>
                <a:ea typeface="Arial"/>
                <a:cs typeface="Arial"/>
                <a:sym typeface="Arial"/>
              </a:rPr>
              <a:t>04</a:t>
            </a:r>
            <a:endParaRPr/>
          </a:p>
        </p:txBody>
      </p:sp>
      <p:sp>
        <p:nvSpPr>
          <p:cNvPr id="673" name="Google Shape;673;p47"/>
          <p:cNvSpPr/>
          <p:nvPr/>
        </p:nvSpPr>
        <p:spPr>
          <a:xfrm>
            <a:off x="5783425" y="3441780"/>
            <a:ext cx="3200400" cy="609600"/>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4" name="Google Shape;674;p47"/>
          <p:cNvSpPr/>
          <p:nvPr/>
        </p:nvSpPr>
        <p:spPr>
          <a:xfrm>
            <a:off x="7166547" y="3266609"/>
            <a:ext cx="237065" cy="175172"/>
          </a:xfrm>
          <a:prstGeom prst="triangle">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5" name="Google Shape;675;p47"/>
          <p:cNvSpPr/>
          <p:nvPr/>
        </p:nvSpPr>
        <p:spPr>
          <a:xfrm>
            <a:off x="8387575" y="3441781"/>
            <a:ext cx="3200400" cy="609600"/>
          </a:xfrm>
          <a:prstGeom prst="roundRect">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6" name="Google Shape;676;p47"/>
          <p:cNvSpPr/>
          <p:nvPr/>
        </p:nvSpPr>
        <p:spPr>
          <a:xfrm rot="10800000" flipH="1">
            <a:off x="9869243" y="4054130"/>
            <a:ext cx="237065" cy="175172"/>
          </a:xfrm>
          <a:prstGeom prst="triangle">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7" name="Google Shape;677;p47"/>
          <p:cNvSpPr txBox="1">
            <a:spLocks noGrp="1"/>
          </p:cNvSpPr>
          <p:nvPr>
            <p:ph type="body" idx="2"/>
          </p:nvPr>
        </p:nvSpPr>
        <p:spPr>
          <a:xfrm>
            <a:off x="861881" y="3551958"/>
            <a:ext cx="2269863" cy="396875"/>
          </a:xfrm>
          <a:prstGeom prst="rect">
            <a:avLst/>
          </a:prstGeom>
          <a:solidFill>
            <a:schemeClr val="accent2"/>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8" name="Google Shape;678;p47"/>
          <p:cNvSpPr txBox="1">
            <a:spLocks noGrp="1"/>
          </p:cNvSpPr>
          <p:nvPr>
            <p:ph type="body" idx="3"/>
          </p:nvPr>
        </p:nvSpPr>
        <p:spPr>
          <a:xfrm>
            <a:off x="3434369" y="3551958"/>
            <a:ext cx="2269863" cy="396875"/>
          </a:xfrm>
          <a:prstGeom prst="rect">
            <a:avLst/>
          </a:prstGeom>
          <a:solidFill>
            <a:schemeClr val="accent3"/>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Open Sans"/>
              <a:buNone/>
              <a:defRPr sz="1467" b="1" i="0" u="none" strike="noStrike" cap="none">
                <a:solidFill>
                  <a:schemeClr val="lt1"/>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9" name="Google Shape;679;p47"/>
          <p:cNvSpPr txBox="1">
            <a:spLocks noGrp="1"/>
          </p:cNvSpPr>
          <p:nvPr>
            <p:ph type="body" idx="4"/>
          </p:nvPr>
        </p:nvSpPr>
        <p:spPr>
          <a:xfrm>
            <a:off x="5932984" y="3551958"/>
            <a:ext cx="2384252" cy="396875"/>
          </a:xfrm>
          <a:prstGeom prst="rect">
            <a:avLst/>
          </a:prstGeom>
          <a:solidFill>
            <a:schemeClr val="accent3"/>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Open Sans"/>
              <a:buNone/>
              <a:defRPr sz="1467" b="1" i="0" u="none" strike="noStrike" cap="none">
                <a:solidFill>
                  <a:schemeClr val="lt1"/>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0" name="Google Shape;680;p47"/>
          <p:cNvSpPr txBox="1">
            <a:spLocks noGrp="1"/>
          </p:cNvSpPr>
          <p:nvPr>
            <p:ph type="body" idx="5"/>
          </p:nvPr>
        </p:nvSpPr>
        <p:spPr>
          <a:xfrm>
            <a:off x="8789087" y="3551958"/>
            <a:ext cx="2384252" cy="396875"/>
          </a:xfrm>
          <a:prstGeom prst="rect">
            <a:avLst/>
          </a:prstGeom>
          <a:solidFill>
            <a:schemeClr val="accent5"/>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1" name="Google Shape;681;p47"/>
          <p:cNvSpPr txBox="1">
            <a:spLocks noGrp="1"/>
          </p:cNvSpPr>
          <p:nvPr>
            <p:ph type="body" idx="6"/>
          </p:nvPr>
        </p:nvSpPr>
        <p:spPr>
          <a:xfrm>
            <a:off x="861882" y="2095806"/>
            <a:ext cx="2282224"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2" name="Google Shape;682;p47"/>
          <p:cNvSpPr txBox="1">
            <a:spLocks noGrp="1"/>
          </p:cNvSpPr>
          <p:nvPr>
            <p:ph type="body" idx="7"/>
          </p:nvPr>
        </p:nvSpPr>
        <p:spPr>
          <a:xfrm>
            <a:off x="5932984" y="2095806"/>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3" name="Google Shape;683;p47"/>
          <p:cNvSpPr txBox="1">
            <a:spLocks noGrp="1"/>
          </p:cNvSpPr>
          <p:nvPr>
            <p:ph type="body" idx="8"/>
          </p:nvPr>
        </p:nvSpPr>
        <p:spPr>
          <a:xfrm>
            <a:off x="3428429" y="4469248"/>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4" name="Google Shape;684;p47"/>
          <p:cNvSpPr txBox="1">
            <a:spLocks noGrp="1"/>
          </p:cNvSpPr>
          <p:nvPr>
            <p:ph type="body" idx="9"/>
          </p:nvPr>
        </p:nvSpPr>
        <p:spPr>
          <a:xfrm>
            <a:off x="8789087" y="4469248"/>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Content">
  <p:cSld name="Title+Content">
    <p:spTree>
      <p:nvGrpSpPr>
        <p:cNvPr id="1" name="Shape 691"/>
        <p:cNvGrpSpPr/>
        <p:nvPr/>
      </p:nvGrpSpPr>
      <p:grpSpPr>
        <a:xfrm>
          <a:off x="0" y="0"/>
          <a:ext cx="0" cy="0"/>
          <a:chOff x="0" y="0"/>
          <a:chExt cx="0" cy="0"/>
        </a:xfrm>
      </p:grpSpPr>
      <p:sp>
        <p:nvSpPr>
          <p:cNvPr id="692" name="Google Shape;692;p2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3" name="Google Shape;693;p29"/>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4" name="Google Shape;694;p29"/>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RunningMan-Infographic">
  <p:cSld name="1_RunningMan-Infographic">
    <p:spTree>
      <p:nvGrpSpPr>
        <p:cNvPr id="1" name="Shape 695"/>
        <p:cNvGrpSpPr/>
        <p:nvPr/>
      </p:nvGrpSpPr>
      <p:grpSpPr>
        <a:xfrm>
          <a:off x="0" y="0"/>
          <a:ext cx="0" cy="0"/>
          <a:chOff x="0" y="0"/>
          <a:chExt cx="0" cy="0"/>
        </a:xfrm>
      </p:grpSpPr>
      <p:sp>
        <p:nvSpPr>
          <p:cNvPr id="696" name="Google Shape;696;p31"/>
          <p:cNvSpPr/>
          <p:nvPr/>
        </p:nvSpPr>
        <p:spPr>
          <a:xfrm>
            <a:off x="-1" y="1684288"/>
            <a:ext cx="12191999" cy="4085572"/>
          </a:xfrm>
          <a:prstGeom prst="rect">
            <a:avLst/>
          </a:prstGeom>
          <a:solidFill>
            <a:srgbClr val="A1D0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697" name="Google Shape;697;p31"/>
          <p:cNvPicPr preferRelativeResize="0"/>
          <p:nvPr/>
        </p:nvPicPr>
        <p:blipFill rotWithShape="1">
          <a:blip r:embed="rId2">
            <a:alphaModFix/>
          </a:blip>
          <a:srcRect/>
          <a:stretch/>
        </p:blipFill>
        <p:spPr>
          <a:xfrm>
            <a:off x="770591" y="1921828"/>
            <a:ext cx="771525" cy="1457325"/>
          </a:xfrm>
          <a:prstGeom prst="rect">
            <a:avLst/>
          </a:prstGeom>
          <a:noFill/>
          <a:ln>
            <a:noFill/>
          </a:ln>
        </p:spPr>
      </p:pic>
      <p:pic>
        <p:nvPicPr>
          <p:cNvPr id="698" name="Google Shape;698;p31"/>
          <p:cNvPicPr preferRelativeResize="0"/>
          <p:nvPr/>
        </p:nvPicPr>
        <p:blipFill rotWithShape="1">
          <a:blip r:embed="rId3">
            <a:alphaModFix/>
          </a:blip>
          <a:srcRect/>
          <a:stretch/>
        </p:blipFill>
        <p:spPr>
          <a:xfrm>
            <a:off x="519508" y="1921829"/>
            <a:ext cx="3232360" cy="3589147"/>
          </a:xfrm>
          <a:prstGeom prst="rect">
            <a:avLst/>
          </a:prstGeom>
          <a:noFill/>
          <a:ln>
            <a:noFill/>
          </a:ln>
        </p:spPr>
      </p:pic>
      <p:sp>
        <p:nvSpPr>
          <p:cNvPr id="699" name="Google Shape;699;p3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0" name="Google Shape;700;p31"/>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701" name="Google Shape;701;p31"/>
          <p:cNvSpPr/>
          <p:nvPr/>
        </p:nvSpPr>
        <p:spPr>
          <a:xfrm>
            <a:off x="-18854" y="5769859"/>
            <a:ext cx="12210853" cy="218688"/>
          </a:xfrm>
          <a:prstGeom prst="rect">
            <a:avLst/>
          </a:prstGeom>
          <a:solidFill>
            <a:srgbClr val="647486">
              <a:alpha val="6392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02" name="Google Shape;702;p31"/>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10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5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hone_01">
  <p:cSld name="Phone_01">
    <p:spTree>
      <p:nvGrpSpPr>
        <p:cNvPr id="1" name="Shape 703"/>
        <p:cNvGrpSpPr/>
        <p:nvPr/>
      </p:nvGrpSpPr>
      <p:grpSpPr>
        <a:xfrm>
          <a:off x="0" y="0"/>
          <a:ext cx="0" cy="0"/>
          <a:chOff x="0" y="0"/>
          <a:chExt cx="0" cy="0"/>
        </a:xfrm>
      </p:grpSpPr>
      <p:sp>
        <p:nvSpPr>
          <p:cNvPr id="704" name="Google Shape;704;p48"/>
          <p:cNvSpPr>
            <a:spLocks noGrp="1"/>
          </p:cNvSpPr>
          <p:nvPr>
            <p:ph type="pic" idx="2"/>
          </p:nvPr>
        </p:nvSpPr>
        <p:spPr>
          <a:xfrm>
            <a:off x="5652253" y="1975483"/>
            <a:ext cx="1790586" cy="3183847"/>
          </a:xfrm>
          <a:prstGeom prst="rect">
            <a:avLst/>
          </a:prstGeom>
          <a:solidFill>
            <a:srgbClr val="F7F7F7"/>
          </a:solidFill>
          <a:ln>
            <a:noFill/>
          </a:ln>
        </p:spPr>
      </p:sp>
      <p:sp>
        <p:nvSpPr>
          <p:cNvPr id="705" name="Google Shape;705;p48"/>
          <p:cNvSpPr>
            <a:spLocks noGrp="1"/>
          </p:cNvSpPr>
          <p:nvPr>
            <p:ph type="pic" idx="3"/>
          </p:nvPr>
        </p:nvSpPr>
        <p:spPr>
          <a:xfrm>
            <a:off x="4468896" y="2177860"/>
            <a:ext cx="1790586" cy="3183847"/>
          </a:xfrm>
          <a:prstGeom prst="rect">
            <a:avLst/>
          </a:prstGeom>
          <a:solidFill>
            <a:srgbClr val="F7F7F7"/>
          </a:solidFill>
          <a:ln>
            <a:noFill/>
          </a:ln>
        </p:spPr>
      </p:sp>
      <p:sp>
        <p:nvSpPr>
          <p:cNvPr id="706" name="Google Shape;706;p48"/>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Content+ImageFull">
  <p:cSld name="Title+Content+ImageFull">
    <p:spTree>
      <p:nvGrpSpPr>
        <p:cNvPr id="1" name="Shape 707"/>
        <p:cNvGrpSpPr/>
        <p:nvPr/>
      </p:nvGrpSpPr>
      <p:grpSpPr>
        <a:xfrm>
          <a:off x="0" y="0"/>
          <a:ext cx="0" cy="0"/>
          <a:chOff x="0" y="0"/>
          <a:chExt cx="0" cy="0"/>
        </a:xfrm>
      </p:grpSpPr>
      <p:sp>
        <p:nvSpPr>
          <p:cNvPr id="708" name="Google Shape;708;p49"/>
          <p:cNvSpPr txBox="1">
            <a:spLocks noGrp="1"/>
          </p:cNvSpPr>
          <p:nvPr>
            <p:ph type="title"/>
          </p:nvPr>
        </p:nvSpPr>
        <p:spPr>
          <a:xfrm>
            <a:off x="208634" y="633245"/>
            <a:ext cx="10984645"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9" name="Google Shape;709;p49"/>
          <p:cNvSpPr txBox="1">
            <a:spLocks noGrp="1"/>
          </p:cNvSpPr>
          <p:nvPr>
            <p:ph type="body" idx="1"/>
          </p:nvPr>
        </p:nvSpPr>
        <p:spPr>
          <a:xfrm>
            <a:off x="514350" y="1304995"/>
            <a:ext cx="532374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0" name="Google Shape;710;p49"/>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711" name="Google Shape;711;p49"/>
          <p:cNvSpPr>
            <a:spLocks noGrp="1"/>
          </p:cNvSpPr>
          <p:nvPr>
            <p:ph type="pic" idx="2"/>
          </p:nvPr>
        </p:nvSpPr>
        <p:spPr>
          <a:xfrm>
            <a:off x="6096000" y="1292225"/>
            <a:ext cx="5096608" cy="4835525"/>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Content+Image">
  <p:cSld name="Title+Content+Image">
    <p:spTree>
      <p:nvGrpSpPr>
        <p:cNvPr id="1" name="Shape 712"/>
        <p:cNvGrpSpPr/>
        <p:nvPr/>
      </p:nvGrpSpPr>
      <p:grpSpPr>
        <a:xfrm>
          <a:off x="0" y="0"/>
          <a:ext cx="0" cy="0"/>
          <a:chOff x="0" y="0"/>
          <a:chExt cx="0" cy="0"/>
        </a:xfrm>
      </p:grpSpPr>
      <p:sp>
        <p:nvSpPr>
          <p:cNvPr id="713" name="Google Shape;713;p5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4" name="Google Shape;714;p5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5" name="Google Shape;715;p50"/>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716" name="Google Shape;716;p50"/>
          <p:cNvSpPr>
            <a:spLocks noGrp="1"/>
          </p:cNvSpPr>
          <p:nvPr>
            <p:ph type="pic" idx="2"/>
          </p:nvPr>
        </p:nvSpPr>
        <p:spPr>
          <a:xfrm>
            <a:off x="8354662" y="3279531"/>
            <a:ext cx="3322988" cy="2865682"/>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7"/>
        <p:cNvGrpSpPr/>
        <p:nvPr/>
      </p:nvGrpSpPr>
      <p:grpSpPr>
        <a:xfrm>
          <a:off x="0" y="0"/>
          <a:ext cx="0" cy="0"/>
          <a:chOff x="0" y="0"/>
          <a:chExt cx="0" cy="0"/>
        </a:xfrm>
      </p:grpSpPr>
      <p:sp>
        <p:nvSpPr>
          <p:cNvPr id="718" name="Google Shape;718;p51"/>
          <p:cNvSpPr txBox="1">
            <a:spLocks noGrp="1"/>
          </p:cNvSpPr>
          <p:nvPr>
            <p:ph type="title"/>
          </p:nvPr>
        </p:nvSpPr>
        <p:spPr>
          <a:xfrm>
            <a:off x="560327" y="246382"/>
            <a:ext cx="10515600" cy="55020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9" name="Google Shape;719;p51"/>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0"/>
        <p:cNvGrpSpPr/>
        <p:nvPr/>
      </p:nvGrpSpPr>
      <p:grpSpPr>
        <a:xfrm>
          <a:off x="0" y="0"/>
          <a:ext cx="0" cy="0"/>
          <a:chOff x="0" y="0"/>
          <a:chExt cx="0" cy="0"/>
        </a:xfrm>
      </p:grpSpPr>
      <p:sp>
        <p:nvSpPr>
          <p:cNvPr id="721" name="Google Shape;721;p52"/>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26"/>
          <p:cNvPicPr preferRelativeResize="0"/>
          <p:nvPr/>
        </p:nvPicPr>
        <p:blipFill rotWithShape="1">
          <a:blip r:embed="rId20">
            <a:alphaModFix/>
          </a:blip>
          <a:srcRect/>
          <a:stretch/>
        </p:blipFill>
        <p:spPr>
          <a:xfrm>
            <a:off x="0" y="0"/>
            <a:ext cx="12191998" cy="6858000"/>
          </a:xfrm>
          <a:prstGeom prst="rect">
            <a:avLst/>
          </a:prstGeom>
          <a:noFill/>
          <a:ln>
            <a:noFill/>
          </a:ln>
        </p:spPr>
      </p:pic>
      <p:sp>
        <p:nvSpPr>
          <p:cNvPr id="7" name="Google Shape;7;p26"/>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 name="Google Shape;8;p26"/>
          <p:cNvSpPr/>
          <p:nvPr/>
        </p:nvSpPr>
        <p:spPr>
          <a:xfrm>
            <a:off x="0" y="267883"/>
            <a:ext cx="75500" cy="861239"/>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A4C74"/>
              </a:solidFill>
              <a:latin typeface="Calibri"/>
              <a:ea typeface="Calibri"/>
              <a:cs typeface="Calibri"/>
              <a:sym typeface="Calibri"/>
            </a:endParaRPr>
          </a:p>
        </p:txBody>
      </p:sp>
      <p:sp>
        <p:nvSpPr>
          <p:cNvPr id="9" name="Google Shape;9;p26"/>
          <p:cNvSpPr txBox="1"/>
          <p:nvPr/>
        </p:nvSpPr>
        <p:spPr>
          <a:xfrm>
            <a:off x="207963" y="273050"/>
            <a:ext cx="10515600" cy="29845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0C0"/>
              </a:buClr>
              <a:buSzPts val="1600"/>
              <a:buFont typeface="Arial"/>
              <a:buNone/>
            </a:pPr>
            <a:r>
              <a:rPr lang="en" sz="1600" b="1" i="0" u="none" strike="noStrike" cap="none">
                <a:solidFill>
                  <a:srgbClr val="0070C0"/>
                </a:solidFill>
                <a:latin typeface="Arial"/>
                <a:ea typeface="Arial"/>
                <a:cs typeface="Arial"/>
                <a:sym typeface="Arial"/>
              </a:rPr>
              <a:t>Module 1:</a:t>
            </a:r>
            <a:r>
              <a:rPr lang="en" sz="1600" b="0" i="0" u="none" strike="noStrike" cap="none">
                <a:solidFill>
                  <a:srgbClr val="0070C0"/>
                </a:solidFill>
                <a:latin typeface="Arial"/>
                <a:ea typeface="Arial"/>
                <a:cs typeface="Arial"/>
                <a:sym typeface="Arial"/>
              </a:rPr>
              <a:t> Introduction to Source Code Management </a:t>
            </a:r>
            <a:endParaRPr/>
          </a:p>
          <a:p>
            <a:pPr marL="0" marR="0" lvl="0" indent="0" algn="l" rtl="0">
              <a:lnSpc>
                <a:spcPct val="90000"/>
              </a:lnSpc>
              <a:spcBef>
                <a:spcPts val="750"/>
              </a:spcBef>
              <a:spcAft>
                <a:spcPts val="0"/>
              </a:spcAft>
              <a:buClr>
                <a:srgbClr val="0EC07D"/>
              </a:buClr>
              <a:buSzPts val="1600"/>
              <a:buFont typeface="Arial"/>
              <a:buNone/>
            </a:pPr>
            <a:endParaRPr sz="1600" b="0" i="0" u="none" strike="noStrike" cap="none">
              <a:solidFill>
                <a:srgbClr val="0070C0"/>
              </a:solidFill>
              <a:latin typeface="Arial"/>
              <a:ea typeface="Arial"/>
              <a:cs typeface="Arial"/>
              <a:sym typeface="Arial"/>
            </a:endParaRPr>
          </a:p>
        </p:txBody>
      </p:sp>
      <p:sp>
        <p:nvSpPr>
          <p:cNvPr id="10" name="Google Shape;10;p26"/>
          <p:cNvSpPr/>
          <p:nvPr/>
        </p:nvSpPr>
        <p:spPr>
          <a:xfrm>
            <a:off x="75500" y="6506031"/>
            <a:ext cx="6517074"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800"/>
              <a:buFont typeface="Arial"/>
              <a:buNone/>
            </a:pPr>
            <a:r>
              <a:rPr lang="en" sz="800" b="0" i="0" u="none" strike="noStrike" cap="none">
                <a:solidFill>
                  <a:srgbClr val="7F7F7F"/>
                </a:solidFill>
                <a:latin typeface="Arial"/>
                <a:ea typeface="Arial"/>
                <a:cs typeface="Arial"/>
                <a:sym typeface="Arial"/>
              </a:rPr>
              <a:t>Copyright © 2023. All rights reserved. release 2.0.0</a:t>
            </a:r>
            <a:endParaRPr sz="800" b="0" i="0" u="none" strike="noStrike" cap="none">
              <a:solidFill>
                <a:srgbClr val="7F7F7F"/>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5"/>
        <p:cNvGrpSpPr/>
        <p:nvPr/>
      </p:nvGrpSpPr>
      <p:grpSpPr>
        <a:xfrm>
          <a:off x="0" y="0"/>
          <a:ext cx="0" cy="0"/>
          <a:chOff x="0" y="0"/>
          <a:chExt cx="0" cy="0"/>
        </a:xfrm>
      </p:grpSpPr>
      <p:pic>
        <p:nvPicPr>
          <p:cNvPr id="686" name="Google Shape;686;p28"/>
          <p:cNvPicPr preferRelativeResize="0"/>
          <p:nvPr/>
        </p:nvPicPr>
        <p:blipFill rotWithShape="1">
          <a:blip r:embed="rId9">
            <a:alphaModFix/>
          </a:blip>
          <a:srcRect/>
          <a:stretch/>
        </p:blipFill>
        <p:spPr>
          <a:xfrm>
            <a:off x="0" y="0"/>
            <a:ext cx="12191998" cy="6858000"/>
          </a:xfrm>
          <a:prstGeom prst="rect">
            <a:avLst/>
          </a:prstGeom>
          <a:noFill/>
          <a:ln>
            <a:noFill/>
          </a:ln>
        </p:spPr>
      </p:pic>
      <p:sp>
        <p:nvSpPr>
          <p:cNvPr id="687" name="Google Shape;687;p28"/>
          <p:cNvSpPr/>
          <p:nvPr/>
        </p:nvSpPr>
        <p:spPr>
          <a:xfrm>
            <a:off x="0" y="267883"/>
            <a:ext cx="75500" cy="861239"/>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A4C74"/>
              </a:solidFill>
              <a:latin typeface="Calibri"/>
              <a:ea typeface="Calibri"/>
              <a:cs typeface="Calibri"/>
              <a:sym typeface="Calibri"/>
            </a:endParaRPr>
          </a:p>
        </p:txBody>
      </p:sp>
      <p:sp>
        <p:nvSpPr>
          <p:cNvPr id="688" name="Google Shape;688;p28"/>
          <p:cNvSpPr/>
          <p:nvPr/>
        </p:nvSpPr>
        <p:spPr>
          <a:xfrm>
            <a:off x="75500" y="6506031"/>
            <a:ext cx="6517074"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800"/>
              <a:buFont typeface="Arial"/>
              <a:buNone/>
            </a:pPr>
            <a:r>
              <a:rPr lang="en" sz="800" b="0" i="0" u="none" strike="noStrike" cap="none">
                <a:solidFill>
                  <a:srgbClr val="7F7F7F"/>
                </a:solidFill>
                <a:latin typeface="Arial"/>
                <a:ea typeface="Arial"/>
                <a:cs typeface="Arial"/>
                <a:sym typeface="Arial"/>
              </a:rPr>
              <a:t>Copyright © 2023. All rights reserved. release 2.0.0</a:t>
            </a:r>
            <a:endParaRPr sz="800" b="0" i="0" u="none" strike="noStrike" cap="none">
              <a:solidFill>
                <a:srgbClr val="7F7F7F"/>
              </a:solidFill>
              <a:latin typeface="Arial"/>
              <a:ea typeface="Arial"/>
              <a:cs typeface="Arial"/>
              <a:sym typeface="Arial"/>
            </a:endParaRPr>
          </a:p>
        </p:txBody>
      </p:sp>
      <p:sp>
        <p:nvSpPr>
          <p:cNvPr id="689" name="Google Shape;689;p28"/>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90" name="Google Shape;690;p28"/>
          <p:cNvSpPr txBox="1"/>
          <p:nvPr/>
        </p:nvSpPr>
        <p:spPr>
          <a:xfrm>
            <a:off x="207963" y="273050"/>
            <a:ext cx="10515600" cy="29845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0C0"/>
              </a:buClr>
              <a:buSzPts val="1600"/>
              <a:buFont typeface="Arial"/>
              <a:buNone/>
            </a:pPr>
            <a:r>
              <a:rPr lang="en" sz="1600" b="1" i="0" u="none" strike="noStrike" cap="none">
                <a:solidFill>
                  <a:srgbClr val="0070C0"/>
                </a:solidFill>
                <a:latin typeface="Arial"/>
                <a:ea typeface="Arial"/>
                <a:cs typeface="Arial"/>
                <a:sym typeface="Arial"/>
              </a:rPr>
              <a:t>Module 1:</a:t>
            </a:r>
            <a:r>
              <a:rPr lang="en" sz="1600" b="0" i="0" u="none" strike="noStrike" cap="none">
                <a:solidFill>
                  <a:srgbClr val="0070C0"/>
                </a:solidFill>
                <a:latin typeface="Arial"/>
                <a:ea typeface="Arial"/>
                <a:cs typeface="Arial"/>
                <a:sym typeface="Arial"/>
              </a:rPr>
              <a:t> Introduction to Source Code Management </a:t>
            </a:r>
            <a:endParaRPr/>
          </a:p>
          <a:p>
            <a:pPr marL="0" marR="0" lvl="0" indent="0" algn="l" rtl="0">
              <a:lnSpc>
                <a:spcPct val="90000"/>
              </a:lnSpc>
              <a:spcBef>
                <a:spcPts val="750"/>
              </a:spcBef>
              <a:spcAft>
                <a:spcPts val="0"/>
              </a:spcAft>
              <a:buClr>
                <a:srgbClr val="0EC07D"/>
              </a:buClr>
              <a:buSzPts val="1600"/>
              <a:buFont typeface="Arial"/>
              <a:buNone/>
            </a:pPr>
            <a:endParaRPr sz="1600" b="0" i="0" u="none" strike="noStrike" cap="none">
              <a:solidFill>
                <a:srgbClr val="0070C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1"/>
          <p:cNvSpPr txBox="1">
            <a:spLocks noGrp="1"/>
          </p:cNvSpPr>
          <p:nvPr>
            <p:ph type="body" idx="2"/>
          </p:nvPr>
        </p:nvSpPr>
        <p:spPr>
          <a:xfrm>
            <a:off x="4888295" y="719340"/>
            <a:ext cx="6474378" cy="1398560"/>
          </a:xfrm>
          <a:prstGeom prst="rect">
            <a:avLst/>
          </a:prstGeom>
          <a:noFill/>
          <a:ln>
            <a:noFill/>
          </a:ln>
        </p:spPr>
        <p:txBody>
          <a:bodyPr spcFirstLastPara="1" wrap="square" lIns="91425" tIns="45700" rIns="91425" bIns="45700" anchor="ctr" anchorCtr="0">
            <a:noAutofit/>
          </a:bodyPr>
          <a:lstStyle/>
          <a:p>
            <a:pPr marL="0" lvl="0" indent="0" algn="r" rtl="0">
              <a:lnSpc>
                <a:spcPct val="125000"/>
              </a:lnSpc>
              <a:spcBef>
                <a:spcPts val="0"/>
              </a:spcBef>
              <a:spcAft>
                <a:spcPts val="0"/>
              </a:spcAft>
              <a:buClr>
                <a:srgbClr val="000000"/>
              </a:buClr>
              <a:buSzPts val="3600"/>
              <a:buFont typeface="Arial"/>
              <a:buNone/>
            </a:pPr>
            <a:r>
              <a:rPr lang="en"/>
              <a:t>Source Code Management</a:t>
            </a:r>
            <a:endParaRPr/>
          </a:p>
        </p:txBody>
      </p:sp>
      <p:sp>
        <p:nvSpPr>
          <p:cNvPr id="727" name="Google Shape;727;p1"/>
          <p:cNvSpPr txBox="1">
            <a:spLocks noGrp="1"/>
          </p:cNvSpPr>
          <p:nvPr>
            <p:ph type="body" idx="1"/>
          </p:nvPr>
        </p:nvSpPr>
        <p:spPr>
          <a:xfrm>
            <a:off x="3411794" y="2240441"/>
            <a:ext cx="7959044" cy="704061"/>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3200"/>
              <a:buFont typeface="Arial"/>
              <a:buNone/>
            </a:pPr>
            <a:r>
              <a:rPr lang="en"/>
              <a:t>Introduction to Source Code Management </a:t>
            </a:r>
            <a:endParaRPr/>
          </a:p>
        </p:txBody>
      </p:sp>
      <p:sp>
        <p:nvSpPr>
          <p:cNvPr id="728" name="Google Shape;728;p1"/>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spAutoFit/>
          </a:bodyPr>
          <a:lstStyle/>
          <a:p>
            <a:pPr marL="0" lvl="0" indent="0" algn="r" rtl="0">
              <a:lnSpc>
                <a:spcPct val="100000"/>
              </a:lnSpc>
              <a:spcBef>
                <a:spcPts val="0"/>
              </a:spcBef>
              <a:spcAft>
                <a:spcPts val="0"/>
              </a:spcAft>
              <a:buClr>
                <a:srgbClr val="7F7F7F"/>
              </a:buClr>
              <a:buSzPts val="2200"/>
              <a:buFont typeface="Arial"/>
              <a:buNone/>
            </a:pPr>
            <a:r>
              <a:rPr lang="en"/>
              <a:t> </a:t>
            </a:r>
            <a:endParaRPr/>
          </a:p>
        </p:txBody>
      </p:sp>
      <p:sp>
        <p:nvSpPr>
          <p:cNvPr id="729" name="Google Shape;729;p1"/>
          <p:cNvSpPr txBox="1"/>
          <p:nvPr/>
        </p:nvSpPr>
        <p:spPr>
          <a:xfrm>
            <a:off x="2277275" y="3706475"/>
            <a:ext cx="7477800" cy="8883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500"/>
              </a:spcAft>
              <a:buNone/>
            </a:pPr>
            <a:endParaRPr sz="2200" b="0" i="0" u="none" strike="noStrike" cap="non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Module Objectives </a:t>
            </a:r>
            <a:endParaRPr/>
          </a:p>
        </p:txBody>
      </p:sp>
      <p:sp>
        <p:nvSpPr>
          <p:cNvPr id="735" name="Google Shape;735;p2"/>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At the end of this module, you will be able to learn the following:</a:t>
            </a:r>
            <a:endParaRPr/>
          </a:p>
          <a:p>
            <a:pPr marL="285750" lvl="1" indent="-285750" algn="l" rtl="0">
              <a:lnSpc>
                <a:spcPct val="90000"/>
              </a:lnSpc>
              <a:spcBef>
                <a:spcPts val="838"/>
              </a:spcBef>
              <a:spcAft>
                <a:spcPts val="0"/>
              </a:spcAft>
              <a:buClr>
                <a:schemeClr val="dk1"/>
              </a:buClr>
              <a:buSzPts val="1800"/>
              <a:buChar char="⭲"/>
            </a:pPr>
            <a:r>
              <a:rPr lang="en"/>
              <a:t>Define the role of Source Code Management (SCM) in tracking and controlling changes.</a:t>
            </a:r>
            <a:endParaRPr/>
          </a:p>
          <a:p>
            <a:pPr marL="285750" lvl="1" indent="-285750" algn="l" rtl="0">
              <a:lnSpc>
                <a:spcPct val="90000"/>
              </a:lnSpc>
              <a:spcBef>
                <a:spcPts val="838"/>
              </a:spcBef>
              <a:spcAft>
                <a:spcPts val="0"/>
              </a:spcAft>
              <a:buClr>
                <a:schemeClr val="dk1"/>
              </a:buClr>
              <a:buSzPts val="1800"/>
              <a:buChar char="⭲"/>
            </a:pPr>
            <a:r>
              <a:rPr lang="en"/>
              <a:t>Explore how SCM is a cornerstone in the DevOps lifecycle.</a:t>
            </a:r>
            <a:endParaRPr/>
          </a:p>
          <a:p>
            <a:pPr marL="285750" lvl="1" indent="-285750" algn="l" rtl="0">
              <a:lnSpc>
                <a:spcPct val="90000"/>
              </a:lnSpc>
              <a:spcBef>
                <a:spcPts val="838"/>
              </a:spcBef>
              <a:spcAft>
                <a:spcPts val="0"/>
              </a:spcAft>
              <a:buClr>
                <a:schemeClr val="dk1"/>
              </a:buClr>
              <a:buSzPts val="1800"/>
              <a:buChar char="⭲"/>
            </a:pPr>
            <a:r>
              <a:rPr lang="en"/>
              <a:t>Master essential SCM concepts</a:t>
            </a:r>
            <a:endParaRPr/>
          </a:p>
          <a:p>
            <a:pPr marL="285750" lvl="1" indent="-285750" algn="l" rtl="0">
              <a:lnSpc>
                <a:spcPct val="90000"/>
              </a:lnSpc>
              <a:spcBef>
                <a:spcPts val="838"/>
              </a:spcBef>
              <a:spcAft>
                <a:spcPts val="0"/>
              </a:spcAft>
              <a:buClr>
                <a:schemeClr val="dk1"/>
              </a:buClr>
              <a:buSzPts val="1800"/>
              <a:buChar char="⭲"/>
            </a:pPr>
            <a:r>
              <a:rPr lang="en"/>
              <a:t>Apply SCM principles to manage source code effectively</a:t>
            </a:r>
            <a:endParaRPr/>
          </a:p>
          <a:p>
            <a:pPr marL="0" lvl="0" indent="0" algn="l" rtl="0">
              <a:lnSpc>
                <a:spcPct val="90000"/>
              </a:lnSpc>
              <a:spcBef>
                <a:spcPts val="838"/>
              </a:spcBef>
              <a:spcAft>
                <a:spcPts val="0"/>
              </a:spcAft>
              <a:buClr>
                <a:schemeClr val="dk1"/>
              </a:buClr>
              <a:buSzPts val="1800"/>
              <a:buNone/>
            </a:pPr>
            <a:endParaRPr/>
          </a:p>
          <a:p>
            <a:pPr marL="0" lvl="0" indent="0" algn="l" rtl="0">
              <a:lnSpc>
                <a:spcPct val="90000"/>
              </a:lnSpc>
              <a:spcBef>
                <a:spcPts val="838"/>
              </a:spcBef>
              <a:spcAft>
                <a:spcPts val="0"/>
              </a:spcAft>
              <a:buClr>
                <a:schemeClr val="dk1"/>
              </a:buClr>
              <a:buSzPts val="1800"/>
              <a:buNone/>
            </a:pPr>
            <a:endParaRPr/>
          </a:p>
        </p:txBody>
      </p:sp>
      <p:pic>
        <p:nvPicPr>
          <p:cNvPr id="736" name="Google Shape;736;p2"/>
          <p:cNvPicPr preferRelativeResize="0"/>
          <p:nvPr/>
        </p:nvPicPr>
        <p:blipFill rotWithShape="1">
          <a:blip r:embed="rId3">
            <a:alphaModFix/>
          </a:blip>
          <a:srcRect/>
          <a:stretch/>
        </p:blipFill>
        <p:spPr>
          <a:xfrm>
            <a:off x="7647750" y="2653748"/>
            <a:ext cx="3712675" cy="35710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1.1.Introduction to Source Code Management </a:t>
            </a:r>
            <a:endParaRPr/>
          </a:p>
        </p:txBody>
      </p:sp>
      <p:sp>
        <p:nvSpPr>
          <p:cNvPr id="742" name="Google Shape;742;p3"/>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Let us take a quick look at the topics that we will cover in this module:</a:t>
            </a:r>
            <a:endParaRPr/>
          </a:p>
          <a:p>
            <a:pPr marL="285750" lvl="1" indent="-285750" algn="l" rtl="0">
              <a:lnSpc>
                <a:spcPct val="90000"/>
              </a:lnSpc>
              <a:spcBef>
                <a:spcPts val="838"/>
              </a:spcBef>
              <a:spcAft>
                <a:spcPts val="0"/>
              </a:spcAft>
              <a:buClr>
                <a:schemeClr val="dk1"/>
              </a:buClr>
              <a:buSzPts val="1800"/>
              <a:buChar char="⭲"/>
            </a:pPr>
            <a:r>
              <a:rPr lang="en"/>
              <a:t>Definition of Source Code Management</a:t>
            </a:r>
            <a:endParaRPr/>
          </a:p>
          <a:p>
            <a:pPr marL="285750" lvl="1" indent="-285750" algn="l" rtl="0">
              <a:lnSpc>
                <a:spcPct val="90000"/>
              </a:lnSpc>
              <a:spcBef>
                <a:spcPts val="838"/>
              </a:spcBef>
              <a:spcAft>
                <a:spcPts val="0"/>
              </a:spcAft>
              <a:buClr>
                <a:schemeClr val="dk1"/>
              </a:buClr>
              <a:buSzPts val="1800"/>
              <a:buChar char="⭲"/>
            </a:pPr>
            <a:r>
              <a:rPr lang="en"/>
              <a:t>Importance in DevOps</a:t>
            </a:r>
            <a:endParaRPr/>
          </a:p>
          <a:p>
            <a:pPr marL="285750" lvl="1" indent="-285750" algn="l" rtl="0">
              <a:lnSpc>
                <a:spcPct val="90000"/>
              </a:lnSpc>
              <a:spcBef>
                <a:spcPts val="838"/>
              </a:spcBef>
              <a:spcAft>
                <a:spcPts val="0"/>
              </a:spcAft>
              <a:buClr>
                <a:schemeClr val="dk1"/>
              </a:buClr>
              <a:buSzPts val="1800"/>
              <a:buChar char="⭲"/>
            </a:pPr>
            <a:r>
              <a:rPr lang="en"/>
              <a:t>Key concepts</a:t>
            </a:r>
            <a:endParaRPr/>
          </a:p>
          <a:p>
            <a:pPr marL="0" lvl="0" indent="0" algn="l" rtl="0">
              <a:lnSpc>
                <a:spcPct val="90000"/>
              </a:lnSpc>
              <a:spcBef>
                <a:spcPts val="838"/>
              </a:spcBef>
              <a:spcAft>
                <a:spcPts val="0"/>
              </a:spcAft>
              <a:buClr>
                <a:schemeClr val="dk1"/>
              </a:buClr>
              <a:buSzPts val="1800"/>
              <a:buNone/>
            </a:pPr>
            <a:endParaRPr/>
          </a:p>
          <a:p>
            <a:pPr marL="0" lvl="0" indent="0" algn="l" rtl="0">
              <a:lnSpc>
                <a:spcPct val="90000"/>
              </a:lnSpc>
              <a:spcBef>
                <a:spcPts val="838"/>
              </a:spcBef>
              <a:spcAft>
                <a:spcPts val="0"/>
              </a:spcAft>
              <a:buClr>
                <a:schemeClr val="dk1"/>
              </a:buClr>
              <a:buSzPts val="1800"/>
              <a:buNone/>
            </a:pPr>
            <a:endParaRPr/>
          </a:p>
          <a:p>
            <a:pPr marL="0" lvl="0" indent="0" algn="l" rtl="0">
              <a:lnSpc>
                <a:spcPct val="90000"/>
              </a:lnSpc>
              <a:spcBef>
                <a:spcPts val="838"/>
              </a:spcBef>
              <a:spcAft>
                <a:spcPts val="0"/>
              </a:spcAft>
              <a:buClr>
                <a:schemeClr val="dk1"/>
              </a:buClr>
              <a:buSzPts val="1800"/>
              <a:buNone/>
            </a:pPr>
            <a:endParaRPr/>
          </a:p>
        </p:txBody>
      </p:sp>
      <p:pic>
        <p:nvPicPr>
          <p:cNvPr id="743" name="Google Shape;743;p3"/>
          <p:cNvPicPr preferRelativeResize="0"/>
          <p:nvPr/>
        </p:nvPicPr>
        <p:blipFill rotWithShape="1">
          <a:blip r:embed="rId3">
            <a:alphaModFix/>
          </a:blip>
          <a:srcRect/>
          <a:stretch/>
        </p:blipFill>
        <p:spPr>
          <a:xfrm>
            <a:off x="7647750" y="2653748"/>
            <a:ext cx="3712675" cy="35710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1.1.1 Understanding SCM with an Example</a:t>
            </a:r>
            <a:endParaRPr/>
          </a:p>
        </p:txBody>
      </p:sp>
      <p:sp>
        <p:nvSpPr>
          <p:cNvPr id="749" name="Google Shape;749;p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Let's consider a non-technical example of Source Code Management (SCM) in the context of a collaborative writing project.</a:t>
            </a:r>
            <a:endParaRPr/>
          </a:p>
          <a:p>
            <a:pPr marL="0" lvl="0" indent="0" algn="l" rtl="0">
              <a:lnSpc>
                <a:spcPct val="90000"/>
              </a:lnSpc>
              <a:spcBef>
                <a:spcPts val="838"/>
              </a:spcBef>
              <a:spcAft>
                <a:spcPts val="0"/>
              </a:spcAft>
              <a:buClr>
                <a:schemeClr val="dk1"/>
              </a:buClr>
              <a:buSzPts val="1800"/>
              <a:buNone/>
            </a:pPr>
            <a:r>
              <a:rPr lang="en"/>
              <a:t>Scenario: Collaborative Document Writing</a:t>
            </a:r>
            <a:endParaRPr/>
          </a:p>
        </p:txBody>
      </p:sp>
      <p:grpSp>
        <p:nvGrpSpPr>
          <p:cNvPr id="750" name="Google Shape;750;p4"/>
          <p:cNvGrpSpPr/>
          <p:nvPr/>
        </p:nvGrpSpPr>
        <p:grpSpPr>
          <a:xfrm>
            <a:off x="1268361" y="2530883"/>
            <a:ext cx="9163663" cy="3614940"/>
            <a:chOff x="1268361" y="2530883"/>
            <a:chExt cx="9163663" cy="3614940"/>
          </a:xfrm>
        </p:grpSpPr>
        <p:sp>
          <p:nvSpPr>
            <p:cNvPr id="751" name="Google Shape;751;p4"/>
            <p:cNvSpPr/>
            <p:nvPr/>
          </p:nvSpPr>
          <p:spPr>
            <a:xfrm>
              <a:off x="1268361" y="2530883"/>
              <a:ext cx="2703871" cy="521110"/>
            </a:xfrm>
            <a:prstGeom prst="homePlate">
              <a:avLst>
                <a:gd name="adj" fmla="val 50000"/>
              </a:avLst>
            </a:prstGeom>
            <a:solidFill>
              <a:srgbClr val="1E4062"/>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800" b="0" i="0" u="none" strike="noStrike" cap="none">
                  <a:solidFill>
                    <a:schemeClr val="lt1"/>
                  </a:solidFill>
                  <a:latin typeface="Arial"/>
                  <a:ea typeface="Arial"/>
                  <a:cs typeface="Arial"/>
                  <a:sym typeface="Arial"/>
                </a:rPr>
                <a:t>Project Kickoff</a:t>
              </a:r>
              <a:endParaRPr/>
            </a:p>
          </p:txBody>
        </p:sp>
        <p:sp>
          <p:nvSpPr>
            <p:cNvPr id="752" name="Google Shape;752;p4"/>
            <p:cNvSpPr/>
            <p:nvPr/>
          </p:nvSpPr>
          <p:spPr>
            <a:xfrm>
              <a:off x="2743200" y="3149649"/>
              <a:ext cx="2703871" cy="521110"/>
            </a:xfrm>
            <a:prstGeom prst="homePlate">
              <a:avLst>
                <a:gd name="adj" fmla="val 50000"/>
              </a:avLst>
            </a:prstGeom>
            <a:solidFill>
              <a:srgbClr val="254F79"/>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800" b="0" i="0" u="none" strike="noStrike" cap="none">
                  <a:solidFill>
                    <a:schemeClr val="lt1"/>
                  </a:solidFill>
                  <a:latin typeface="Arial"/>
                  <a:ea typeface="Arial"/>
                  <a:cs typeface="Arial"/>
                  <a:sym typeface="Arial"/>
                </a:rPr>
                <a:t>Individual Contributions</a:t>
              </a:r>
              <a:endParaRPr/>
            </a:p>
          </p:txBody>
        </p:sp>
        <p:sp>
          <p:nvSpPr>
            <p:cNvPr id="753" name="Google Shape;753;p4"/>
            <p:cNvSpPr/>
            <p:nvPr/>
          </p:nvSpPr>
          <p:spPr>
            <a:xfrm>
              <a:off x="3972232" y="3768415"/>
              <a:ext cx="2703871" cy="521110"/>
            </a:xfrm>
            <a:prstGeom prst="homePlate">
              <a:avLst>
                <a:gd name="adj" fmla="val 50000"/>
              </a:avLst>
            </a:prstGeom>
            <a:solidFill>
              <a:srgbClr val="336DA7"/>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800" b="0" i="0" u="none" strike="noStrike" cap="none">
                  <a:solidFill>
                    <a:schemeClr val="lt1"/>
                  </a:solidFill>
                  <a:latin typeface="Arial"/>
                  <a:ea typeface="Arial"/>
                  <a:cs typeface="Arial"/>
                  <a:sym typeface="Arial"/>
                </a:rPr>
                <a:t>Document Versioning</a:t>
              </a:r>
              <a:endParaRPr/>
            </a:p>
          </p:txBody>
        </p:sp>
        <p:sp>
          <p:nvSpPr>
            <p:cNvPr id="754" name="Google Shape;754;p4"/>
            <p:cNvSpPr/>
            <p:nvPr/>
          </p:nvSpPr>
          <p:spPr>
            <a:xfrm>
              <a:off x="5024283" y="4387181"/>
              <a:ext cx="2703871" cy="521110"/>
            </a:xfrm>
            <a:prstGeom prst="homePlate">
              <a:avLst>
                <a:gd name="adj" fmla="val 50000"/>
              </a:avLst>
            </a:prstGeom>
            <a:solidFill>
              <a:srgbClr val="397BBD"/>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800" b="0" i="0" u="none" strike="noStrike" cap="none">
                  <a:solidFill>
                    <a:schemeClr val="lt1"/>
                  </a:solidFill>
                  <a:latin typeface="Arial"/>
                  <a:ea typeface="Arial"/>
                  <a:cs typeface="Arial"/>
                  <a:sym typeface="Arial"/>
                </a:rPr>
                <a:t>Collaborative Review</a:t>
              </a:r>
              <a:endParaRPr/>
            </a:p>
          </p:txBody>
        </p:sp>
        <p:sp>
          <p:nvSpPr>
            <p:cNvPr id="755" name="Google Shape;755;p4"/>
            <p:cNvSpPr/>
            <p:nvPr/>
          </p:nvSpPr>
          <p:spPr>
            <a:xfrm>
              <a:off x="6376218" y="5005947"/>
              <a:ext cx="2703871" cy="521110"/>
            </a:xfrm>
            <a:prstGeom prst="homePlate">
              <a:avLst>
                <a:gd name="adj" fmla="val 50000"/>
              </a:avLst>
            </a:prstGeom>
            <a:solidFill>
              <a:srgbClr val="4E8CCA"/>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800" b="0" i="0" u="none" strike="noStrike" cap="none">
                  <a:solidFill>
                    <a:schemeClr val="lt1"/>
                  </a:solidFill>
                  <a:latin typeface="Arial"/>
                  <a:ea typeface="Arial"/>
                  <a:cs typeface="Arial"/>
                  <a:sym typeface="Arial"/>
                </a:rPr>
                <a:t>Merging Insights</a:t>
              </a:r>
              <a:endParaRPr/>
            </a:p>
          </p:txBody>
        </p:sp>
        <p:sp>
          <p:nvSpPr>
            <p:cNvPr id="756" name="Google Shape;756;p4"/>
            <p:cNvSpPr/>
            <p:nvPr/>
          </p:nvSpPr>
          <p:spPr>
            <a:xfrm>
              <a:off x="7728153" y="5624713"/>
              <a:ext cx="2703871" cy="521110"/>
            </a:xfrm>
            <a:prstGeom prst="homePlate">
              <a:avLst>
                <a:gd name="adj" fmla="val 50000"/>
              </a:avLst>
            </a:prstGeom>
            <a:solidFill>
              <a:srgbClr val="6299D0"/>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800" b="0" i="0" u="none" strike="noStrike" cap="none">
                  <a:solidFill>
                    <a:schemeClr val="lt1"/>
                  </a:solidFill>
                  <a:latin typeface="Arial"/>
                  <a:ea typeface="Arial"/>
                  <a:cs typeface="Arial"/>
                  <a:sym typeface="Arial"/>
                </a:rPr>
                <a:t>Final Document</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1.1.1 Definition of Source Code Management (SCM)</a:t>
            </a:r>
            <a:endParaRPr/>
          </a:p>
        </p:txBody>
      </p:sp>
      <p:sp>
        <p:nvSpPr>
          <p:cNvPr id="762" name="Google Shape;762;p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Source Code Management (SCM) is the systematic process of tracking, controlling, and managing changes made to the source code of a software project.</a:t>
            </a:r>
            <a:endParaRPr/>
          </a:p>
          <a:p>
            <a:pPr marL="0" lvl="0" indent="0" algn="l" rtl="0">
              <a:lnSpc>
                <a:spcPct val="90000"/>
              </a:lnSpc>
              <a:spcBef>
                <a:spcPts val="838"/>
              </a:spcBef>
              <a:spcAft>
                <a:spcPts val="0"/>
              </a:spcAft>
              <a:buClr>
                <a:schemeClr val="dk1"/>
              </a:buClr>
              <a:buSzPts val="1800"/>
              <a:buNone/>
            </a:pPr>
            <a:endParaRPr/>
          </a:p>
        </p:txBody>
      </p:sp>
      <p:cxnSp>
        <p:nvCxnSpPr>
          <p:cNvPr id="763" name="Google Shape;763;p5"/>
          <p:cNvCxnSpPr/>
          <p:nvPr/>
        </p:nvCxnSpPr>
        <p:spPr>
          <a:xfrm>
            <a:off x="2128363" y="3609325"/>
            <a:ext cx="2914007" cy="0"/>
          </a:xfrm>
          <a:prstGeom prst="straightConnector1">
            <a:avLst/>
          </a:prstGeom>
          <a:noFill/>
          <a:ln w="28575" cap="flat" cmpd="sng">
            <a:solidFill>
              <a:srgbClr val="1E4062"/>
            </a:solidFill>
            <a:prstDash val="solid"/>
            <a:round/>
            <a:headEnd type="none" w="sm" len="sm"/>
            <a:tailEnd type="none" w="sm" len="sm"/>
          </a:ln>
        </p:spPr>
      </p:cxnSp>
      <p:cxnSp>
        <p:nvCxnSpPr>
          <p:cNvPr id="764" name="Google Shape;764;p5"/>
          <p:cNvCxnSpPr/>
          <p:nvPr/>
        </p:nvCxnSpPr>
        <p:spPr>
          <a:xfrm>
            <a:off x="6588244" y="3609325"/>
            <a:ext cx="2497200" cy="0"/>
          </a:xfrm>
          <a:prstGeom prst="straightConnector1">
            <a:avLst/>
          </a:prstGeom>
          <a:noFill/>
          <a:ln w="28575" cap="flat" cmpd="sng">
            <a:solidFill>
              <a:srgbClr val="1E4062"/>
            </a:solidFill>
            <a:prstDash val="solid"/>
            <a:round/>
            <a:headEnd type="none" w="sm" len="sm"/>
            <a:tailEnd type="none" w="sm" len="sm"/>
          </a:ln>
        </p:spPr>
      </p:cxnSp>
      <p:sp>
        <p:nvSpPr>
          <p:cNvPr id="765" name="Google Shape;765;p5"/>
          <p:cNvSpPr txBox="1"/>
          <p:nvPr/>
        </p:nvSpPr>
        <p:spPr>
          <a:xfrm>
            <a:off x="6654544" y="3800325"/>
            <a:ext cx="2616000" cy="886800"/>
          </a:xfrm>
          <a:prstGeom prst="rect">
            <a:avLst/>
          </a:prstGeom>
          <a:noFill/>
          <a:ln>
            <a:noFill/>
          </a:ln>
        </p:spPr>
        <p:txBody>
          <a:bodyPr spcFirstLastPara="1" wrap="square" lIns="91425" tIns="91425" rIns="91425" bIns="91425" anchor="t" anchorCtr="0">
            <a:noAutofit/>
          </a:bodyPr>
          <a:lstStyle/>
          <a:p>
            <a:pPr marL="400044" marR="0" lvl="1" indent="-285750"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Version Control</a:t>
            </a:r>
            <a:endParaRPr sz="1800" b="0" i="0" u="none" strike="noStrike" cap="none">
              <a:solidFill>
                <a:schemeClr val="dk1"/>
              </a:solidFill>
              <a:latin typeface="Arial"/>
              <a:ea typeface="Arial"/>
              <a:cs typeface="Arial"/>
              <a:sym typeface="Arial"/>
            </a:endParaRPr>
          </a:p>
          <a:p>
            <a:pPr marL="400044" marR="0" lvl="1" indent="-285750"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Collaboration</a:t>
            </a:r>
            <a:endParaRPr sz="1800" b="0" i="0" u="none" strike="noStrike" cap="none">
              <a:solidFill>
                <a:schemeClr val="dk1"/>
              </a:solidFill>
              <a:latin typeface="Arial"/>
              <a:ea typeface="Arial"/>
              <a:cs typeface="Arial"/>
              <a:sym typeface="Arial"/>
            </a:endParaRPr>
          </a:p>
        </p:txBody>
      </p:sp>
      <p:sp>
        <p:nvSpPr>
          <p:cNvPr id="766" name="Google Shape;766;p5"/>
          <p:cNvSpPr txBox="1"/>
          <p:nvPr/>
        </p:nvSpPr>
        <p:spPr>
          <a:xfrm>
            <a:off x="2167116" y="3725409"/>
            <a:ext cx="2836500" cy="886800"/>
          </a:xfrm>
          <a:prstGeom prst="rect">
            <a:avLst/>
          </a:prstGeom>
          <a:noFill/>
          <a:ln>
            <a:noFill/>
          </a:ln>
        </p:spPr>
        <p:txBody>
          <a:bodyPr spcFirstLastPara="1" wrap="square" lIns="91425" tIns="91425" rIns="91425" bIns="91425" anchor="t" anchorCtr="0">
            <a:noAutofit/>
          </a:bodyPr>
          <a:lstStyle/>
          <a:p>
            <a:pPr marL="400044" marR="0" lvl="0" indent="-285750"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Tracking Changes.</a:t>
            </a:r>
            <a:endParaRPr sz="1800" b="0" i="0" u="none" strike="noStrike" cap="none">
              <a:solidFill>
                <a:schemeClr val="dk1"/>
              </a:solidFill>
              <a:latin typeface="Arial"/>
              <a:ea typeface="Arial"/>
              <a:cs typeface="Arial"/>
              <a:sym typeface="Arial"/>
            </a:endParaRPr>
          </a:p>
          <a:p>
            <a:pPr marL="400044" marR="0" lvl="0" indent="-285750"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Controlling Changes</a:t>
            </a:r>
            <a:endParaRPr sz="1800" b="0" i="0" u="none" strike="noStrike" cap="none">
              <a:solidFill>
                <a:schemeClr val="dk1"/>
              </a:solidFill>
              <a:latin typeface="Arial"/>
              <a:ea typeface="Arial"/>
              <a:cs typeface="Arial"/>
              <a:sym typeface="Arial"/>
            </a:endParaRPr>
          </a:p>
        </p:txBody>
      </p:sp>
      <p:sp>
        <p:nvSpPr>
          <p:cNvPr id="767" name="Google Shape;767;p5"/>
          <p:cNvSpPr txBox="1"/>
          <p:nvPr/>
        </p:nvSpPr>
        <p:spPr>
          <a:xfrm>
            <a:off x="2085366" y="3143253"/>
            <a:ext cx="3000000"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1" i="0" u="none" strike="noStrike" cap="none">
                <a:solidFill>
                  <a:schemeClr val="dk1"/>
                </a:solidFill>
                <a:latin typeface="Arial"/>
                <a:ea typeface="Arial"/>
                <a:cs typeface="Arial"/>
                <a:sym typeface="Arial"/>
              </a:rPr>
              <a:t>Key Components of SCM</a:t>
            </a:r>
            <a:endParaRPr sz="1400" b="1" i="0" u="none" strike="noStrike" cap="none">
              <a:solidFill>
                <a:schemeClr val="dk1"/>
              </a:solidFill>
              <a:latin typeface="Arial"/>
              <a:ea typeface="Arial"/>
              <a:cs typeface="Arial"/>
              <a:sym typeface="Arial"/>
            </a:endParaRPr>
          </a:p>
        </p:txBody>
      </p:sp>
      <p:sp>
        <p:nvSpPr>
          <p:cNvPr id="768" name="Google Shape;768;p5"/>
          <p:cNvSpPr txBox="1"/>
          <p:nvPr/>
        </p:nvSpPr>
        <p:spPr>
          <a:xfrm>
            <a:off x="6506494" y="3143252"/>
            <a:ext cx="2288166"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1" i="0" u="none" strike="noStrike" cap="none">
                <a:solidFill>
                  <a:schemeClr val="dk1"/>
                </a:solidFill>
                <a:latin typeface="Arial"/>
                <a:ea typeface="Arial"/>
                <a:cs typeface="Arial"/>
                <a:sym typeface="Arial"/>
              </a:rPr>
              <a:t>Importance of SCM</a:t>
            </a:r>
            <a:endParaRPr sz="1400" b="1" i="0" u="none" strike="noStrike" cap="non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1.1.1 Importance of Tracking Changes</a:t>
            </a:r>
            <a:endParaRPr/>
          </a:p>
        </p:txBody>
      </p:sp>
      <p:sp>
        <p:nvSpPr>
          <p:cNvPr id="774" name="Google Shape;774;p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Here are the core aspects underscoring the significance of Tracking Changes:</a:t>
            </a:r>
            <a:endParaRPr/>
          </a:p>
          <a:p>
            <a:pPr marL="0" lvl="0" indent="0" algn="l" rtl="0">
              <a:lnSpc>
                <a:spcPct val="90000"/>
              </a:lnSpc>
              <a:spcBef>
                <a:spcPts val="838"/>
              </a:spcBef>
              <a:spcAft>
                <a:spcPts val="0"/>
              </a:spcAft>
              <a:buClr>
                <a:schemeClr val="dk1"/>
              </a:buClr>
              <a:buSzPts val="1800"/>
              <a:buNone/>
            </a:pPr>
            <a:endParaRPr/>
          </a:p>
          <a:p>
            <a:pPr marL="0" lvl="0" indent="0" algn="l" rtl="0">
              <a:lnSpc>
                <a:spcPct val="90000"/>
              </a:lnSpc>
              <a:spcBef>
                <a:spcPts val="838"/>
              </a:spcBef>
              <a:spcAft>
                <a:spcPts val="0"/>
              </a:spcAft>
              <a:buClr>
                <a:schemeClr val="dk1"/>
              </a:buClr>
              <a:buSzPts val="1800"/>
              <a:buNone/>
            </a:pPr>
            <a:endParaRPr/>
          </a:p>
        </p:txBody>
      </p:sp>
      <p:sp>
        <p:nvSpPr>
          <p:cNvPr id="775" name="Google Shape;775;p6"/>
          <p:cNvSpPr/>
          <p:nvPr/>
        </p:nvSpPr>
        <p:spPr>
          <a:xfrm>
            <a:off x="2856335" y="2727450"/>
            <a:ext cx="2579700" cy="3013800"/>
          </a:xfrm>
          <a:prstGeom prst="arc">
            <a:avLst>
              <a:gd name="adj1" fmla="val 16200000"/>
              <a:gd name="adj2" fmla="val 5410514"/>
            </a:avLst>
          </a:prstGeom>
          <a:noFill/>
          <a:ln w="76200" cap="flat" cmpd="sng">
            <a:solidFill>
              <a:srgbClr val="1E406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600" b="0" i="0" u="none" strike="noStrike" cap="none">
              <a:solidFill>
                <a:srgbClr val="FFFFFF"/>
              </a:solidFill>
              <a:latin typeface="Calibri"/>
              <a:ea typeface="Calibri"/>
              <a:cs typeface="Calibri"/>
              <a:sym typeface="Calibri"/>
            </a:endParaRPr>
          </a:p>
        </p:txBody>
      </p:sp>
      <p:sp>
        <p:nvSpPr>
          <p:cNvPr id="776" name="Google Shape;776;p6"/>
          <p:cNvSpPr/>
          <p:nvPr/>
        </p:nvSpPr>
        <p:spPr>
          <a:xfrm>
            <a:off x="4489637" y="2641548"/>
            <a:ext cx="468000" cy="468000"/>
          </a:xfrm>
          <a:prstGeom prst="ellipse">
            <a:avLst/>
          </a:prstGeom>
          <a:solidFill>
            <a:srgbClr val="1E406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rgbClr val="FFFFFF"/>
                </a:solidFill>
                <a:latin typeface="Arial"/>
                <a:ea typeface="Arial"/>
                <a:cs typeface="Arial"/>
                <a:sym typeface="Arial"/>
              </a:rPr>
              <a:t>1</a:t>
            </a:r>
            <a:endParaRPr sz="1600" b="0" i="0" u="none" strike="noStrike" cap="none">
              <a:solidFill>
                <a:srgbClr val="FFFFFF"/>
              </a:solidFill>
              <a:latin typeface="Arial"/>
              <a:ea typeface="Arial"/>
              <a:cs typeface="Arial"/>
              <a:sym typeface="Arial"/>
            </a:endParaRPr>
          </a:p>
        </p:txBody>
      </p:sp>
      <p:sp>
        <p:nvSpPr>
          <p:cNvPr id="777" name="Google Shape;777;p6"/>
          <p:cNvSpPr/>
          <p:nvPr/>
        </p:nvSpPr>
        <p:spPr>
          <a:xfrm>
            <a:off x="5064384" y="3373515"/>
            <a:ext cx="468000" cy="468000"/>
          </a:xfrm>
          <a:prstGeom prst="ellipse">
            <a:avLst/>
          </a:prstGeom>
          <a:solidFill>
            <a:srgbClr val="2249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2</a:t>
            </a:r>
            <a:endParaRPr sz="1600" b="0" i="0" u="none" strike="noStrike" cap="none">
              <a:solidFill>
                <a:srgbClr val="FFFFFF"/>
              </a:solidFill>
              <a:latin typeface="Arial"/>
              <a:ea typeface="Arial"/>
              <a:cs typeface="Arial"/>
              <a:sym typeface="Arial"/>
            </a:endParaRPr>
          </a:p>
        </p:txBody>
      </p:sp>
      <p:sp>
        <p:nvSpPr>
          <p:cNvPr id="778" name="Google Shape;778;p6"/>
          <p:cNvSpPr/>
          <p:nvPr/>
        </p:nvSpPr>
        <p:spPr>
          <a:xfrm>
            <a:off x="5126106" y="4443871"/>
            <a:ext cx="468000" cy="468000"/>
          </a:xfrm>
          <a:prstGeom prst="ellipse">
            <a:avLst/>
          </a:prstGeom>
          <a:solidFill>
            <a:srgbClr val="28568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rgbClr val="FFFFFF"/>
                </a:solidFill>
                <a:latin typeface="Arial"/>
                <a:ea typeface="Arial"/>
                <a:cs typeface="Arial"/>
                <a:sym typeface="Arial"/>
              </a:rPr>
              <a:t>3</a:t>
            </a:r>
            <a:endParaRPr sz="1600" b="0" i="0" u="none" strike="noStrike" cap="none">
              <a:solidFill>
                <a:srgbClr val="FFFFFF"/>
              </a:solidFill>
              <a:latin typeface="Arial"/>
              <a:ea typeface="Arial"/>
              <a:cs typeface="Arial"/>
              <a:sym typeface="Arial"/>
            </a:endParaRPr>
          </a:p>
        </p:txBody>
      </p:sp>
      <p:sp>
        <p:nvSpPr>
          <p:cNvPr id="779" name="Google Shape;779;p6"/>
          <p:cNvSpPr/>
          <p:nvPr/>
        </p:nvSpPr>
        <p:spPr>
          <a:xfrm>
            <a:off x="4581734" y="5273250"/>
            <a:ext cx="468000" cy="468000"/>
          </a:xfrm>
          <a:prstGeom prst="ellipse">
            <a:avLst/>
          </a:prstGeom>
          <a:solidFill>
            <a:srgbClr val="397BB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rgbClr val="FFFFFF"/>
                </a:solidFill>
                <a:latin typeface="Arial"/>
                <a:ea typeface="Arial"/>
                <a:cs typeface="Arial"/>
                <a:sym typeface="Arial"/>
              </a:rPr>
              <a:t>4</a:t>
            </a:r>
            <a:endParaRPr sz="1600" b="0" i="0" u="none" strike="noStrike" cap="none">
              <a:solidFill>
                <a:srgbClr val="FFFFFF"/>
              </a:solidFill>
              <a:latin typeface="Arial"/>
              <a:ea typeface="Arial"/>
              <a:cs typeface="Arial"/>
              <a:sym typeface="Arial"/>
            </a:endParaRPr>
          </a:p>
        </p:txBody>
      </p:sp>
      <p:sp>
        <p:nvSpPr>
          <p:cNvPr id="780" name="Google Shape;780;p6"/>
          <p:cNvSpPr txBox="1"/>
          <p:nvPr/>
        </p:nvSpPr>
        <p:spPr>
          <a:xfrm>
            <a:off x="4957637" y="2554728"/>
            <a:ext cx="3000000"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0" i="0" u="none" strike="noStrike" cap="none">
                <a:solidFill>
                  <a:schemeClr val="dk1"/>
                </a:solidFill>
                <a:latin typeface="Arial"/>
                <a:ea typeface="Arial"/>
                <a:cs typeface="Arial"/>
                <a:sym typeface="Arial"/>
              </a:rPr>
              <a:t>Version Control</a:t>
            </a:r>
            <a:endParaRPr sz="1800" b="0" i="0" u="none" strike="noStrike" cap="none">
              <a:solidFill>
                <a:schemeClr val="dk1"/>
              </a:solidFill>
              <a:latin typeface="Arial"/>
              <a:ea typeface="Arial"/>
              <a:cs typeface="Arial"/>
              <a:sym typeface="Arial"/>
            </a:endParaRPr>
          </a:p>
        </p:txBody>
      </p:sp>
      <p:sp>
        <p:nvSpPr>
          <p:cNvPr id="781" name="Google Shape;781;p6"/>
          <p:cNvSpPr txBox="1"/>
          <p:nvPr/>
        </p:nvSpPr>
        <p:spPr>
          <a:xfrm>
            <a:off x="5566005" y="3333893"/>
            <a:ext cx="2353759"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0" i="0" u="none" strike="noStrike" cap="none">
                <a:solidFill>
                  <a:schemeClr val="dk1"/>
                </a:solidFill>
                <a:latin typeface="Arial"/>
                <a:ea typeface="Arial"/>
                <a:cs typeface="Arial"/>
                <a:sym typeface="Arial"/>
              </a:rPr>
              <a:t>Collaboration</a:t>
            </a:r>
            <a:endParaRPr sz="1400" b="0" i="0" u="none" strike="noStrike" cap="none">
              <a:solidFill>
                <a:schemeClr val="dk1"/>
              </a:solidFill>
              <a:latin typeface="Arial"/>
              <a:ea typeface="Arial"/>
              <a:cs typeface="Arial"/>
              <a:sym typeface="Arial"/>
            </a:endParaRPr>
          </a:p>
        </p:txBody>
      </p:sp>
      <p:sp>
        <p:nvSpPr>
          <p:cNvPr id="782" name="Google Shape;782;p6"/>
          <p:cNvSpPr txBox="1"/>
          <p:nvPr/>
        </p:nvSpPr>
        <p:spPr>
          <a:xfrm>
            <a:off x="5594106" y="4410377"/>
            <a:ext cx="3000000"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0" i="0" u="none" strike="noStrike" cap="none">
                <a:solidFill>
                  <a:schemeClr val="dk1"/>
                </a:solidFill>
                <a:latin typeface="Arial"/>
                <a:ea typeface="Arial"/>
                <a:cs typeface="Arial"/>
                <a:sym typeface="Arial"/>
              </a:rPr>
              <a:t>Troubleshooting</a:t>
            </a:r>
            <a:endParaRPr sz="1800" b="0" i="0" u="none" strike="noStrike" cap="none">
              <a:solidFill>
                <a:schemeClr val="dk1"/>
              </a:solidFill>
              <a:latin typeface="Arial"/>
              <a:ea typeface="Arial"/>
              <a:cs typeface="Arial"/>
              <a:sym typeface="Arial"/>
            </a:endParaRPr>
          </a:p>
        </p:txBody>
      </p:sp>
      <p:sp>
        <p:nvSpPr>
          <p:cNvPr id="783" name="Google Shape;783;p6"/>
          <p:cNvSpPr txBox="1"/>
          <p:nvPr/>
        </p:nvSpPr>
        <p:spPr>
          <a:xfrm>
            <a:off x="5126106" y="5278177"/>
            <a:ext cx="3000000"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0" i="0" u="none" strike="noStrike" cap="none">
                <a:solidFill>
                  <a:schemeClr val="dk1"/>
                </a:solidFill>
                <a:latin typeface="Arial"/>
                <a:ea typeface="Arial"/>
                <a:cs typeface="Arial"/>
                <a:sym typeface="Arial"/>
              </a:rPr>
              <a:t>Ensuring Code Integrity</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7"/>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1.1.1 Controlling Changes with SCM</a:t>
            </a:r>
            <a:endParaRPr/>
          </a:p>
        </p:txBody>
      </p:sp>
      <p:sp>
        <p:nvSpPr>
          <p:cNvPr id="789" name="Google Shape;789;p7"/>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Here are some of the Mechanisms for Controlling Changes:</a:t>
            </a:r>
            <a:endParaRPr/>
          </a:p>
          <a:p>
            <a:pPr marL="0" lvl="0" indent="0" algn="l" rtl="0">
              <a:lnSpc>
                <a:spcPct val="90000"/>
              </a:lnSpc>
              <a:spcBef>
                <a:spcPts val="838"/>
              </a:spcBef>
              <a:spcAft>
                <a:spcPts val="0"/>
              </a:spcAft>
              <a:buClr>
                <a:schemeClr val="dk1"/>
              </a:buClr>
              <a:buSzPts val="1800"/>
              <a:buNone/>
            </a:pPr>
            <a:endParaRPr/>
          </a:p>
        </p:txBody>
      </p:sp>
      <p:sp>
        <p:nvSpPr>
          <p:cNvPr id="790" name="Google Shape;790;p7"/>
          <p:cNvSpPr txBox="1"/>
          <p:nvPr/>
        </p:nvSpPr>
        <p:spPr>
          <a:xfrm>
            <a:off x="5118568" y="3331150"/>
            <a:ext cx="21150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800" b="0" i="0" u="none" strike="noStrike" cap="none">
                <a:solidFill>
                  <a:schemeClr val="dk2"/>
                </a:solidFill>
                <a:latin typeface="Arial"/>
                <a:ea typeface="Arial"/>
                <a:cs typeface="Arial"/>
                <a:sym typeface="Arial"/>
              </a:rPr>
              <a:t>These help in</a:t>
            </a:r>
            <a:endParaRPr sz="1800" b="0" i="0" u="none" strike="noStrike" cap="none">
              <a:solidFill>
                <a:schemeClr val="dk2"/>
              </a:solidFill>
              <a:latin typeface="Arial"/>
              <a:ea typeface="Arial"/>
              <a:cs typeface="Arial"/>
              <a:sym typeface="Arial"/>
            </a:endParaRPr>
          </a:p>
        </p:txBody>
      </p:sp>
      <p:sp>
        <p:nvSpPr>
          <p:cNvPr id="791" name="Google Shape;791;p7"/>
          <p:cNvSpPr/>
          <p:nvPr/>
        </p:nvSpPr>
        <p:spPr>
          <a:xfrm>
            <a:off x="1104419" y="2863506"/>
            <a:ext cx="3789680" cy="1565907"/>
          </a:xfrm>
          <a:prstGeom prst="roundRect">
            <a:avLst>
              <a:gd name="adj" fmla="val 16667"/>
            </a:avLst>
          </a:prstGeom>
          <a:solidFill>
            <a:srgbClr val="336DA7"/>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355600" marR="0" lvl="0" indent="-355600" algn="l" rtl="0">
              <a:lnSpc>
                <a:spcPct val="100000"/>
              </a:lnSpc>
              <a:spcBef>
                <a:spcPts val="0"/>
              </a:spcBef>
              <a:spcAft>
                <a:spcPts val="0"/>
              </a:spcAft>
              <a:buClr>
                <a:schemeClr val="lt1"/>
              </a:buClr>
              <a:buSzPts val="1800"/>
              <a:buFont typeface="Noto Sans Symbols"/>
              <a:buChar char="⭲"/>
            </a:pPr>
            <a:r>
              <a:rPr lang="en" sz="1800" b="0" i="0" u="none" strike="noStrike" cap="none">
                <a:solidFill>
                  <a:schemeClr val="lt1"/>
                </a:solidFill>
                <a:latin typeface="Arial"/>
                <a:ea typeface="Arial"/>
                <a:cs typeface="Arial"/>
                <a:sym typeface="Arial"/>
              </a:rPr>
              <a:t>Branching</a:t>
            </a:r>
            <a:endParaRPr/>
          </a:p>
          <a:p>
            <a:pPr marL="355600" marR="0" lvl="0" indent="-355600" algn="l" rtl="0">
              <a:lnSpc>
                <a:spcPct val="100000"/>
              </a:lnSpc>
              <a:spcBef>
                <a:spcPts val="0"/>
              </a:spcBef>
              <a:spcAft>
                <a:spcPts val="0"/>
              </a:spcAft>
              <a:buClr>
                <a:schemeClr val="lt1"/>
              </a:buClr>
              <a:buSzPts val="1800"/>
              <a:buFont typeface="Noto Sans Symbols"/>
              <a:buChar char="⭲"/>
            </a:pPr>
            <a:r>
              <a:rPr lang="en" sz="1800" b="0" i="0" u="none" strike="noStrike" cap="none">
                <a:solidFill>
                  <a:schemeClr val="lt1"/>
                </a:solidFill>
                <a:latin typeface="Arial"/>
                <a:ea typeface="Arial"/>
                <a:cs typeface="Arial"/>
                <a:sym typeface="Arial"/>
              </a:rPr>
              <a:t>Merging</a:t>
            </a:r>
            <a:endParaRPr/>
          </a:p>
          <a:p>
            <a:pPr marL="355600" marR="0" lvl="0" indent="-355600" algn="l" rtl="0">
              <a:lnSpc>
                <a:spcPct val="100000"/>
              </a:lnSpc>
              <a:spcBef>
                <a:spcPts val="0"/>
              </a:spcBef>
              <a:spcAft>
                <a:spcPts val="0"/>
              </a:spcAft>
              <a:buClr>
                <a:schemeClr val="lt1"/>
              </a:buClr>
              <a:buSzPts val="1800"/>
              <a:buFont typeface="Noto Sans Symbols"/>
              <a:buChar char="⭲"/>
            </a:pPr>
            <a:r>
              <a:rPr lang="en" sz="1800" b="0" i="0" u="none" strike="noStrike" cap="none">
                <a:solidFill>
                  <a:schemeClr val="lt1"/>
                </a:solidFill>
                <a:latin typeface="Arial"/>
                <a:ea typeface="Arial"/>
                <a:cs typeface="Arial"/>
                <a:sym typeface="Arial"/>
              </a:rPr>
              <a:t>Access Control</a:t>
            </a:r>
            <a:endParaRPr/>
          </a:p>
        </p:txBody>
      </p:sp>
      <p:grpSp>
        <p:nvGrpSpPr>
          <p:cNvPr id="792" name="Google Shape;792;p7"/>
          <p:cNvGrpSpPr/>
          <p:nvPr/>
        </p:nvGrpSpPr>
        <p:grpSpPr>
          <a:xfrm>
            <a:off x="6804413" y="2674077"/>
            <a:ext cx="3662682" cy="2194821"/>
            <a:chOff x="7482839" y="2762253"/>
            <a:chExt cx="3662682" cy="2194821"/>
          </a:xfrm>
        </p:grpSpPr>
        <p:sp>
          <p:nvSpPr>
            <p:cNvPr id="793" name="Google Shape;793;p7"/>
            <p:cNvSpPr txBox="1"/>
            <p:nvPr/>
          </p:nvSpPr>
          <p:spPr>
            <a:xfrm>
              <a:off x="8145521" y="2762253"/>
              <a:ext cx="3000000" cy="657073"/>
            </a:xfrm>
            <a:prstGeom prst="rect">
              <a:avLst/>
            </a:prstGeom>
            <a:noFill/>
            <a:ln>
              <a:noFill/>
            </a:ln>
          </p:spPr>
          <p:txBody>
            <a:bodyPr spcFirstLastPara="1" wrap="square" lIns="91425" tIns="91425" rIns="91425" bIns="91425" anchor="t" anchorCtr="0">
              <a:spAutoFit/>
            </a:bodyPr>
            <a:lstStyle/>
            <a:p>
              <a:pPr marL="457178" marR="0" lvl="0" indent="0" algn="l" rtl="0">
                <a:lnSpc>
                  <a:spcPct val="115000"/>
                </a:lnSpc>
                <a:spcBef>
                  <a:spcPts val="0"/>
                </a:spcBef>
                <a:spcAft>
                  <a:spcPts val="1200"/>
                </a:spcAft>
                <a:buNone/>
              </a:pPr>
              <a:r>
                <a:rPr lang="en" sz="1800" b="0" i="0" u="none" strike="noStrike" cap="none">
                  <a:solidFill>
                    <a:schemeClr val="dk2"/>
                  </a:solidFill>
                  <a:latin typeface="Arial"/>
                  <a:ea typeface="Arial"/>
                  <a:cs typeface="Arial"/>
                  <a:sym typeface="Arial"/>
                </a:rPr>
                <a:t>Preventing Conflicts</a:t>
              </a:r>
              <a:endParaRPr sz="1800" b="0" i="0" u="none" strike="noStrike" cap="none">
                <a:solidFill>
                  <a:schemeClr val="dk2"/>
                </a:solidFill>
                <a:latin typeface="Arial"/>
                <a:ea typeface="Arial"/>
                <a:cs typeface="Arial"/>
                <a:sym typeface="Arial"/>
              </a:endParaRPr>
            </a:p>
          </p:txBody>
        </p:sp>
        <p:sp>
          <p:nvSpPr>
            <p:cNvPr id="794" name="Google Shape;794;p7"/>
            <p:cNvSpPr txBox="1"/>
            <p:nvPr/>
          </p:nvSpPr>
          <p:spPr>
            <a:xfrm>
              <a:off x="8145521" y="3981453"/>
              <a:ext cx="3000000" cy="975621"/>
            </a:xfrm>
            <a:prstGeom prst="rect">
              <a:avLst/>
            </a:prstGeom>
            <a:noFill/>
            <a:ln>
              <a:noFill/>
            </a:ln>
          </p:spPr>
          <p:txBody>
            <a:bodyPr spcFirstLastPara="1" wrap="square" lIns="91425" tIns="91425" rIns="91425" bIns="91425" anchor="t" anchorCtr="0">
              <a:spAutoFit/>
            </a:bodyPr>
            <a:lstStyle/>
            <a:p>
              <a:pPr marL="457178" marR="0" lvl="0" indent="0" algn="l" rtl="0">
                <a:lnSpc>
                  <a:spcPct val="115000"/>
                </a:lnSpc>
                <a:spcBef>
                  <a:spcPts val="0"/>
                </a:spcBef>
                <a:spcAft>
                  <a:spcPts val="1200"/>
                </a:spcAft>
                <a:buNone/>
              </a:pPr>
              <a:r>
                <a:rPr lang="en" sz="1800" b="0" i="0" u="none" strike="noStrike" cap="none">
                  <a:solidFill>
                    <a:schemeClr val="dk2"/>
                  </a:solidFill>
                  <a:latin typeface="Arial"/>
                  <a:ea typeface="Arial"/>
                  <a:cs typeface="Arial"/>
                  <a:sym typeface="Arial"/>
                </a:rPr>
                <a:t>Facilitating Structured Development</a:t>
              </a:r>
              <a:endParaRPr sz="1400" b="0" i="0" u="none" strike="noStrike" cap="none">
                <a:solidFill>
                  <a:srgbClr val="000000"/>
                </a:solidFill>
                <a:latin typeface="Arial"/>
                <a:ea typeface="Arial"/>
                <a:cs typeface="Arial"/>
                <a:sym typeface="Arial"/>
              </a:endParaRPr>
            </a:p>
          </p:txBody>
        </p:sp>
        <p:sp>
          <p:nvSpPr>
            <p:cNvPr id="795" name="Google Shape;795;p7"/>
            <p:cNvSpPr/>
            <p:nvPr/>
          </p:nvSpPr>
          <p:spPr>
            <a:xfrm>
              <a:off x="7482839" y="2805281"/>
              <a:ext cx="1098743" cy="1794510"/>
            </a:xfrm>
            <a:custGeom>
              <a:avLst/>
              <a:gdLst/>
              <a:ahLst/>
              <a:cxnLst/>
              <a:rect l="l" t="t" r="r" b="b"/>
              <a:pathLst>
                <a:path w="1098743" h="1794510" extrusionOk="0">
                  <a:moveTo>
                    <a:pt x="870143" y="323850"/>
                  </a:moveTo>
                  <a:lnTo>
                    <a:pt x="870143" y="441960"/>
                  </a:lnTo>
                  <a:lnTo>
                    <a:pt x="1098743" y="213360"/>
                  </a:lnTo>
                  <a:lnTo>
                    <a:pt x="885383" y="0"/>
                  </a:lnTo>
                  <a:lnTo>
                    <a:pt x="885383" y="95250"/>
                  </a:lnTo>
                  <a:lnTo>
                    <a:pt x="134813" y="83820"/>
                  </a:lnTo>
                  <a:cubicBezTo>
                    <a:pt x="30038" y="87630"/>
                    <a:pt x="8692" y="136712"/>
                    <a:pt x="5273" y="209550"/>
                  </a:cubicBezTo>
                  <a:cubicBezTo>
                    <a:pt x="3515" y="667646"/>
                    <a:pt x="1758" y="1125743"/>
                    <a:pt x="0" y="1583839"/>
                  </a:cubicBezTo>
                  <a:cubicBezTo>
                    <a:pt x="7620" y="1646281"/>
                    <a:pt x="5080" y="1682052"/>
                    <a:pt x="137160" y="1685439"/>
                  </a:cubicBezTo>
                  <a:cubicBezTo>
                    <a:pt x="382686" y="1691735"/>
                    <a:pt x="628355" y="1689573"/>
                    <a:pt x="873953" y="1691640"/>
                  </a:cubicBezTo>
                  <a:lnTo>
                    <a:pt x="873953" y="1794510"/>
                  </a:lnTo>
                  <a:lnTo>
                    <a:pt x="1098743" y="1569720"/>
                  </a:lnTo>
                  <a:lnTo>
                    <a:pt x="877763" y="1348740"/>
                  </a:lnTo>
                  <a:lnTo>
                    <a:pt x="877763" y="1455420"/>
                  </a:lnTo>
                  <a:lnTo>
                    <a:pt x="271973" y="1455420"/>
                  </a:lnTo>
                  <a:lnTo>
                    <a:pt x="271973" y="323850"/>
                  </a:lnTo>
                  <a:lnTo>
                    <a:pt x="870143" y="323850"/>
                  </a:lnTo>
                  <a:close/>
                </a:path>
              </a:pathLst>
            </a:custGeom>
            <a:solidFill>
              <a:srgbClr val="224970"/>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800"/>
              <a:buFont typeface="Arial"/>
              <a:buNone/>
            </a:pPr>
            <a:r>
              <a:rPr lang="en"/>
              <a:t>What did you grasp?</a:t>
            </a:r>
            <a:endParaRPr/>
          </a:p>
          <a:p>
            <a:pPr marL="0" lvl="0" indent="0" algn="l" rtl="0">
              <a:lnSpc>
                <a:spcPct val="100000"/>
              </a:lnSpc>
              <a:spcBef>
                <a:spcPts val="0"/>
              </a:spcBef>
              <a:spcAft>
                <a:spcPts val="0"/>
              </a:spcAft>
              <a:buClr>
                <a:schemeClr val="dk2"/>
              </a:buClr>
              <a:buSzPts val="2800"/>
              <a:buFont typeface="Arial"/>
              <a:buNone/>
            </a:pPr>
            <a:endParaRPr/>
          </a:p>
        </p:txBody>
      </p:sp>
      <p:sp>
        <p:nvSpPr>
          <p:cNvPr id="801" name="Google Shape;801;p8"/>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800"/>
              <a:buFont typeface="Arial"/>
              <a:buNone/>
            </a:pPr>
            <a:r>
              <a:rPr lang="en"/>
              <a:t>1. Which SCM concept involves creating independent lines of development for features or bug fixes?</a:t>
            </a:r>
            <a:endParaRPr/>
          </a:p>
          <a:p>
            <a:pPr marL="173038" lvl="0" indent="0" algn="l" rtl="0">
              <a:lnSpc>
                <a:spcPct val="100000"/>
              </a:lnSpc>
              <a:spcBef>
                <a:spcPts val="0"/>
              </a:spcBef>
              <a:spcAft>
                <a:spcPts val="0"/>
              </a:spcAft>
              <a:buClr>
                <a:schemeClr val="dk1"/>
              </a:buClr>
              <a:buSzPts val="1800"/>
              <a:buFont typeface="Arial"/>
              <a:buNone/>
            </a:pPr>
            <a:endParaRPr/>
          </a:p>
          <a:p>
            <a:pPr marL="173038" lvl="0" indent="0" algn="l" rtl="0">
              <a:lnSpc>
                <a:spcPct val="166666"/>
              </a:lnSpc>
              <a:spcBef>
                <a:spcPts val="0"/>
              </a:spcBef>
              <a:spcAft>
                <a:spcPts val="0"/>
              </a:spcAft>
              <a:buClr>
                <a:schemeClr val="dk1"/>
              </a:buClr>
              <a:buSzPts val="1800"/>
              <a:buFont typeface="Arial"/>
              <a:buNone/>
            </a:pPr>
            <a:r>
              <a:rPr lang="en" b="1"/>
              <a:t>A. Version control</a:t>
            </a:r>
            <a:endParaRPr/>
          </a:p>
          <a:p>
            <a:pPr marL="173038" lvl="0" indent="0" algn="l" rtl="0">
              <a:lnSpc>
                <a:spcPct val="166666"/>
              </a:lnSpc>
              <a:spcBef>
                <a:spcPts val="0"/>
              </a:spcBef>
              <a:spcAft>
                <a:spcPts val="0"/>
              </a:spcAft>
              <a:buClr>
                <a:schemeClr val="dk1"/>
              </a:buClr>
              <a:buSzPts val="1800"/>
              <a:buFont typeface="Arial"/>
              <a:buNone/>
            </a:pPr>
            <a:r>
              <a:rPr lang="en" b="1"/>
              <a:t>B. Merging</a:t>
            </a:r>
            <a:endParaRPr/>
          </a:p>
          <a:p>
            <a:pPr marL="173038" lvl="0" indent="0" algn="l" rtl="0">
              <a:lnSpc>
                <a:spcPct val="166666"/>
              </a:lnSpc>
              <a:spcBef>
                <a:spcPts val="0"/>
              </a:spcBef>
              <a:spcAft>
                <a:spcPts val="0"/>
              </a:spcAft>
              <a:buClr>
                <a:schemeClr val="dk1"/>
              </a:buClr>
              <a:buSzPts val="1800"/>
              <a:buFont typeface="Arial"/>
              <a:buNone/>
            </a:pPr>
            <a:r>
              <a:rPr lang="en" b="1"/>
              <a:t>C. Branching</a:t>
            </a:r>
            <a:endParaRPr/>
          </a:p>
          <a:p>
            <a:pPr marL="173038" lvl="0" indent="0" algn="l" rtl="0">
              <a:lnSpc>
                <a:spcPct val="166666"/>
              </a:lnSpc>
              <a:spcBef>
                <a:spcPts val="0"/>
              </a:spcBef>
              <a:spcAft>
                <a:spcPts val="0"/>
              </a:spcAft>
              <a:buClr>
                <a:schemeClr val="dk1"/>
              </a:buClr>
              <a:buSzPts val="1800"/>
              <a:buFont typeface="Arial"/>
              <a:buNone/>
            </a:pPr>
            <a:r>
              <a:rPr lang="en" b="1"/>
              <a:t>D. Access control</a:t>
            </a:r>
            <a:endParaRPr/>
          </a:p>
          <a:p>
            <a:pPr marL="0" lvl="0" indent="0" algn="l" rtl="0">
              <a:lnSpc>
                <a:spcPct val="100000"/>
              </a:lnSpc>
              <a:spcBef>
                <a:spcPts val="0"/>
              </a:spcBef>
              <a:spcAft>
                <a:spcPts val="0"/>
              </a:spcAft>
              <a:buClr>
                <a:schemeClr val="dk1"/>
              </a:buClr>
              <a:buSzPts val="1800"/>
              <a:buFont typeface="Arial"/>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800"/>
              <a:buFont typeface="Arial"/>
              <a:buNone/>
            </a:pPr>
            <a:r>
              <a:rPr lang="en"/>
              <a:t>What did you grasp?</a:t>
            </a:r>
            <a:endParaRPr/>
          </a:p>
          <a:p>
            <a:pPr marL="0" lvl="0" indent="0" algn="l" rtl="0">
              <a:lnSpc>
                <a:spcPct val="100000"/>
              </a:lnSpc>
              <a:spcBef>
                <a:spcPts val="0"/>
              </a:spcBef>
              <a:spcAft>
                <a:spcPts val="0"/>
              </a:spcAft>
              <a:buClr>
                <a:schemeClr val="dk2"/>
              </a:buClr>
              <a:buSzPts val="2800"/>
              <a:buFont typeface="Arial"/>
              <a:buNone/>
            </a:pPr>
            <a:endParaRPr/>
          </a:p>
        </p:txBody>
      </p:sp>
      <p:sp>
        <p:nvSpPr>
          <p:cNvPr id="807" name="Google Shape;807;p9"/>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800"/>
              <a:buFont typeface="Arial"/>
              <a:buNone/>
            </a:pPr>
            <a:r>
              <a:rPr lang="en"/>
              <a:t>2. What does version control in SCM primarily provide?</a:t>
            </a:r>
            <a:endParaRPr/>
          </a:p>
          <a:p>
            <a:pPr marL="173038" lvl="0" indent="0" algn="l" rtl="0">
              <a:lnSpc>
                <a:spcPct val="100000"/>
              </a:lnSpc>
              <a:spcBef>
                <a:spcPts val="0"/>
              </a:spcBef>
              <a:spcAft>
                <a:spcPts val="0"/>
              </a:spcAft>
              <a:buClr>
                <a:schemeClr val="dk1"/>
              </a:buClr>
              <a:buSzPts val="1800"/>
              <a:buFont typeface="Arial"/>
              <a:buNone/>
            </a:pPr>
            <a:endParaRPr/>
          </a:p>
          <a:p>
            <a:pPr marL="173038" lvl="0" indent="0" algn="l" rtl="0">
              <a:lnSpc>
                <a:spcPct val="166666"/>
              </a:lnSpc>
              <a:spcBef>
                <a:spcPts val="0"/>
              </a:spcBef>
              <a:spcAft>
                <a:spcPts val="0"/>
              </a:spcAft>
              <a:buClr>
                <a:schemeClr val="dk1"/>
              </a:buClr>
              <a:buSzPts val="1800"/>
              <a:buFont typeface="Arial"/>
              <a:buNone/>
            </a:pPr>
            <a:r>
              <a:rPr lang="en" b="1"/>
              <a:t>A. Real-time collaboration</a:t>
            </a:r>
            <a:endParaRPr/>
          </a:p>
          <a:p>
            <a:pPr marL="173038" lvl="0" indent="0" algn="l" rtl="0">
              <a:lnSpc>
                <a:spcPct val="166666"/>
              </a:lnSpc>
              <a:spcBef>
                <a:spcPts val="0"/>
              </a:spcBef>
              <a:spcAft>
                <a:spcPts val="0"/>
              </a:spcAft>
              <a:buClr>
                <a:schemeClr val="dk1"/>
              </a:buClr>
              <a:buSzPts val="1800"/>
              <a:buFont typeface="Arial"/>
              <a:buNone/>
            </a:pPr>
            <a:r>
              <a:rPr lang="en" b="1"/>
              <a:t>B. Secure code storage</a:t>
            </a:r>
            <a:endParaRPr/>
          </a:p>
          <a:p>
            <a:pPr marL="173038" lvl="0" indent="0" algn="l" rtl="0">
              <a:lnSpc>
                <a:spcPct val="166666"/>
              </a:lnSpc>
              <a:spcBef>
                <a:spcPts val="0"/>
              </a:spcBef>
              <a:spcAft>
                <a:spcPts val="0"/>
              </a:spcAft>
              <a:buClr>
                <a:schemeClr val="dk1"/>
              </a:buClr>
              <a:buSzPts val="1800"/>
              <a:buFont typeface="Arial"/>
              <a:buNone/>
            </a:pPr>
            <a:r>
              <a:rPr lang="en" b="1"/>
              <a:t>C. Access to previous code versions</a:t>
            </a:r>
            <a:endParaRPr/>
          </a:p>
          <a:p>
            <a:pPr marL="173038" lvl="0" indent="0" algn="l" rtl="0">
              <a:lnSpc>
                <a:spcPct val="166666"/>
              </a:lnSpc>
              <a:spcBef>
                <a:spcPts val="0"/>
              </a:spcBef>
              <a:spcAft>
                <a:spcPts val="0"/>
              </a:spcAft>
              <a:buClr>
                <a:schemeClr val="dk1"/>
              </a:buClr>
              <a:buSzPts val="1800"/>
              <a:buFont typeface="Arial"/>
              <a:buNone/>
            </a:pPr>
            <a:r>
              <a:rPr lang="en" b="1"/>
              <a:t>D. Automated testing</a:t>
            </a:r>
            <a:endParaRPr/>
          </a:p>
          <a:p>
            <a:pPr marL="0" lvl="0" indent="0" algn="l" rtl="0">
              <a:lnSpc>
                <a:spcPct val="100000"/>
              </a:lnSpc>
              <a:spcBef>
                <a:spcPts val="0"/>
              </a:spcBef>
              <a:spcAft>
                <a:spcPts val="0"/>
              </a:spcAft>
              <a:buClr>
                <a:schemeClr val="dk1"/>
              </a:buClr>
              <a:buSzPts val="1800"/>
              <a:buFont typeface="Arial"/>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0"/>
          <p:cNvSpPr/>
          <p:nvPr/>
        </p:nvSpPr>
        <p:spPr>
          <a:xfrm>
            <a:off x="3992880" y="2553412"/>
            <a:ext cx="4498848" cy="2155564"/>
          </a:xfrm>
          <a:prstGeom prst="rect">
            <a:avLst/>
          </a:prstGeom>
          <a:solidFill>
            <a:srgbClr val="F2F2F2"/>
          </a:solidFill>
          <a:ln w="28575" cap="flat" cmpd="sng">
            <a:solidFill>
              <a:srgbClr val="1E406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13" name="Google Shape;813;p1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1.1.2 Importance of SCM in DevOps</a:t>
            </a:r>
            <a:endParaRPr/>
          </a:p>
        </p:txBody>
      </p:sp>
      <p:sp>
        <p:nvSpPr>
          <p:cNvPr id="814" name="Google Shape;814;p1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The effective implementation of SCM in DevOps results in increased collaboration, reduced development cycle times, minimized errors, and improved overall software quality.</a:t>
            </a:r>
            <a:endParaRPr/>
          </a:p>
          <a:p>
            <a:pPr marL="0" lvl="0" indent="0" algn="l" rtl="0">
              <a:lnSpc>
                <a:spcPct val="90000"/>
              </a:lnSpc>
              <a:spcBef>
                <a:spcPts val="838"/>
              </a:spcBef>
              <a:spcAft>
                <a:spcPts val="0"/>
              </a:spcAft>
              <a:buClr>
                <a:schemeClr val="dk1"/>
              </a:buClr>
              <a:buSzPts val="1800"/>
              <a:buNone/>
            </a:pPr>
            <a:r>
              <a:rPr lang="en"/>
              <a:t>Key Functions of SCM in DevOps:</a:t>
            </a:r>
            <a:endParaRPr/>
          </a:p>
          <a:p>
            <a:pPr marL="0" lvl="0" indent="0" algn="l" rtl="0">
              <a:lnSpc>
                <a:spcPct val="90000"/>
              </a:lnSpc>
              <a:spcBef>
                <a:spcPts val="838"/>
              </a:spcBef>
              <a:spcAft>
                <a:spcPts val="0"/>
              </a:spcAft>
              <a:buClr>
                <a:schemeClr val="dk1"/>
              </a:buClr>
              <a:buSzPts val="1800"/>
              <a:buNone/>
            </a:pPr>
            <a:endParaRPr/>
          </a:p>
          <a:p>
            <a:pPr marL="0" lvl="0" indent="0" algn="l" rtl="0">
              <a:lnSpc>
                <a:spcPct val="90000"/>
              </a:lnSpc>
              <a:spcBef>
                <a:spcPts val="838"/>
              </a:spcBef>
              <a:spcAft>
                <a:spcPts val="0"/>
              </a:spcAft>
              <a:buClr>
                <a:schemeClr val="dk1"/>
              </a:buClr>
              <a:buSzPts val="1800"/>
              <a:buNone/>
            </a:pPr>
            <a:endParaRPr/>
          </a:p>
          <a:p>
            <a:pPr marL="0" lvl="0" indent="0" algn="l" rtl="0">
              <a:lnSpc>
                <a:spcPct val="90000"/>
              </a:lnSpc>
              <a:spcBef>
                <a:spcPts val="838"/>
              </a:spcBef>
              <a:spcAft>
                <a:spcPts val="0"/>
              </a:spcAft>
              <a:buClr>
                <a:schemeClr val="dk1"/>
              </a:buClr>
              <a:buSzPts val="1800"/>
              <a:buNone/>
            </a:pPr>
            <a:endParaRPr/>
          </a:p>
        </p:txBody>
      </p:sp>
      <p:grpSp>
        <p:nvGrpSpPr>
          <p:cNvPr id="815" name="Google Shape;815;p10"/>
          <p:cNvGrpSpPr/>
          <p:nvPr/>
        </p:nvGrpSpPr>
        <p:grpSpPr>
          <a:xfrm>
            <a:off x="3297453" y="3215470"/>
            <a:ext cx="3229319" cy="3109931"/>
            <a:chOff x="7384666" y="2488557"/>
            <a:chExt cx="4190018" cy="4035113"/>
          </a:xfrm>
        </p:grpSpPr>
        <p:pic>
          <p:nvPicPr>
            <p:cNvPr id="816" name="Google Shape;816;p10"/>
            <p:cNvPicPr preferRelativeResize="0"/>
            <p:nvPr/>
          </p:nvPicPr>
          <p:blipFill rotWithShape="1">
            <a:blip r:embed="rId3">
              <a:alphaModFix/>
            </a:blip>
            <a:srcRect/>
            <a:stretch/>
          </p:blipFill>
          <p:spPr>
            <a:xfrm>
              <a:off x="7384666" y="2552620"/>
              <a:ext cx="4128588" cy="3971050"/>
            </a:xfrm>
            <a:prstGeom prst="rect">
              <a:avLst/>
            </a:prstGeom>
            <a:noFill/>
            <a:ln>
              <a:noFill/>
            </a:ln>
          </p:spPr>
        </p:pic>
        <p:sp>
          <p:nvSpPr>
            <p:cNvPr id="817" name="Google Shape;817;p10"/>
            <p:cNvSpPr/>
            <p:nvPr/>
          </p:nvSpPr>
          <p:spPr>
            <a:xfrm>
              <a:off x="8325094" y="2488557"/>
              <a:ext cx="3249590" cy="1921397"/>
            </a:xfrm>
            <a:custGeom>
              <a:avLst/>
              <a:gdLst/>
              <a:ahLst/>
              <a:cxnLst/>
              <a:rect l="l" t="t" r="r" b="b"/>
              <a:pathLst>
                <a:path w="3249590" h="1921397" extrusionOk="0">
                  <a:moveTo>
                    <a:pt x="517964" y="995423"/>
                  </a:moveTo>
                  <a:lnTo>
                    <a:pt x="182298" y="1400537"/>
                  </a:lnTo>
                  <a:lnTo>
                    <a:pt x="8678" y="1400537"/>
                  </a:lnTo>
                  <a:cubicBezTo>
                    <a:pt x="5785" y="939720"/>
                    <a:pt x="2893" y="478903"/>
                    <a:pt x="0" y="18086"/>
                  </a:cubicBezTo>
                  <a:lnTo>
                    <a:pt x="3249590" y="0"/>
                  </a:lnTo>
                  <a:lnTo>
                    <a:pt x="3214865" y="1875099"/>
                  </a:lnTo>
                  <a:lnTo>
                    <a:pt x="2485660" y="1875099"/>
                  </a:lnTo>
                  <a:lnTo>
                    <a:pt x="2693526" y="1909335"/>
                  </a:lnTo>
                  <a:lnTo>
                    <a:pt x="2439362" y="1898248"/>
                  </a:lnTo>
                  <a:lnTo>
                    <a:pt x="448516" y="1921397"/>
                  </a:lnTo>
                  <a:lnTo>
                    <a:pt x="598987" y="1620456"/>
                  </a:lnTo>
                  <a:lnTo>
                    <a:pt x="957802" y="1319514"/>
                  </a:lnTo>
                  <a:lnTo>
                    <a:pt x="1270319" y="902825"/>
                  </a:lnTo>
                  <a:lnTo>
                    <a:pt x="1247169" y="671332"/>
                  </a:lnTo>
                  <a:lnTo>
                    <a:pt x="876779" y="706056"/>
                  </a:lnTo>
                  <a:lnTo>
                    <a:pt x="517964" y="995423"/>
                  </a:ln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818" name="Google Shape;818;p10"/>
          <p:cNvSpPr/>
          <p:nvPr/>
        </p:nvSpPr>
        <p:spPr>
          <a:xfrm>
            <a:off x="5063857" y="2733234"/>
            <a:ext cx="229500" cy="372300"/>
          </a:xfrm>
          <a:prstGeom prst="rect">
            <a:avLst/>
          </a:prstGeom>
          <a:solidFill>
            <a:srgbClr val="1E406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5063" b="0" i="0" u="none" strike="noStrike" cap="none">
              <a:solidFill>
                <a:srgbClr val="272727"/>
              </a:solidFill>
              <a:latin typeface="Lato Light"/>
              <a:ea typeface="Lato Light"/>
              <a:cs typeface="Lato Light"/>
              <a:sym typeface="Lato Light"/>
            </a:endParaRPr>
          </a:p>
        </p:txBody>
      </p:sp>
      <p:sp>
        <p:nvSpPr>
          <p:cNvPr id="819" name="Google Shape;819;p10"/>
          <p:cNvSpPr txBox="1"/>
          <p:nvPr/>
        </p:nvSpPr>
        <p:spPr>
          <a:xfrm>
            <a:off x="5395357" y="2697485"/>
            <a:ext cx="3000000"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0" i="0" u="none" strike="noStrike" cap="none">
                <a:solidFill>
                  <a:schemeClr val="dk1"/>
                </a:solidFill>
                <a:latin typeface="Arial"/>
                <a:ea typeface="Arial"/>
                <a:cs typeface="Arial"/>
                <a:sym typeface="Arial"/>
              </a:rPr>
              <a:t>Collaboration</a:t>
            </a:r>
            <a:endParaRPr sz="1800" b="0" i="0" u="none" strike="noStrike" cap="none">
              <a:solidFill>
                <a:schemeClr val="dk1"/>
              </a:solidFill>
              <a:latin typeface="Arial"/>
              <a:ea typeface="Arial"/>
              <a:cs typeface="Arial"/>
              <a:sym typeface="Arial"/>
            </a:endParaRPr>
          </a:p>
        </p:txBody>
      </p:sp>
      <p:sp>
        <p:nvSpPr>
          <p:cNvPr id="820" name="Google Shape;820;p10"/>
          <p:cNvSpPr/>
          <p:nvPr/>
        </p:nvSpPr>
        <p:spPr>
          <a:xfrm>
            <a:off x="5063857" y="3190704"/>
            <a:ext cx="229500" cy="372300"/>
          </a:xfrm>
          <a:prstGeom prst="rect">
            <a:avLst/>
          </a:prstGeom>
          <a:solidFill>
            <a:srgbClr val="336DA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5063" b="0" i="0" u="none" strike="noStrike" cap="none">
              <a:solidFill>
                <a:srgbClr val="272727"/>
              </a:solidFill>
              <a:latin typeface="Lato Light"/>
              <a:ea typeface="Lato Light"/>
              <a:cs typeface="Lato Light"/>
              <a:sym typeface="Lato Light"/>
            </a:endParaRPr>
          </a:p>
        </p:txBody>
      </p:sp>
      <p:sp>
        <p:nvSpPr>
          <p:cNvPr id="821" name="Google Shape;821;p10"/>
          <p:cNvSpPr txBox="1"/>
          <p:nvPr/>
        </p:nvSpPr>
        <p:spPr>
          <a:xfrm>
            <a:off x="5395357" y="3154955"/>
            <a:ext cx="3000000" cy="6570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None/>
            </a:pPr>
            <a:r>
              <a:rPr lang="en" sz="1800" b="0" i="0" u="none" strike="noStrike" cap="none">
                <a:solidFill>
                  <a:schemeClr val="dk1"/>
                </a:solidFill>
                <a:latin typeface="Arial"/>
                <a:ea typeface="Arial"/>
                <a:cs typeface="Arial"/>
                <a:sym typeface="Arial"/>
              </a:rPr>
              <a:t>Version Control</a:t>
            </a:r>
            <a:endParaRPr sz="1800" b="0" i="0" u="none" strike="noStrike" cap="none">
              <a:solidFill>
                <a:schemeClr val="dk1"/>
              </a:solidFill>
              <a:latin typeface="Arial"/>
              <a:ea typeface="Arial"/>
              <a:cs typeface="Arial"/>
              <a:sym typeface="Arial"/>
            </a:endParaRPr>
          </a:p>
        </p:txBody>
      </p:sp>
      <p:sp>
        <p:nvSpPr>
          <p:cNvPr id="822" name="Google Shape;822;p10"/>
          <p:cNvSpPr/>
          <p:nvPr/>
        </p:nvSpPr>
        <p:spPr>
          <a:xfrm>
            <a:off x="5063857" y="3648172"/>
            <a:ext cx="229500" cy="372300"/>
          </a:xfrm>
          <a:prstGeom prst="rect">
            <a:avLst/>
          </a:prstGeom>
          <a:solidFill>
            <a:srgbClr val="1E406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5063" b="0" i="0" u="none" strike="noStrike" cap="none">
              <a:solidFill>
                <a:srgbClr val="272727"/>
              </a:solidFill>
              <a:latin typeface="Lato Light"/>
              <a:ea typeface="Lato Light"/>
              <a:cs typeface="Lato Light"/>
              <a:sym typeface="Lato Light"/>
            </a:endParaRPr>
          </a:p>
        </p:txBody>
      </p:sp>
      <p:sp>
        <p:nvSpPr>
          <p:cNvPr id="823" name="Google Shape;823;p10"/>
          <p:cNvSpPr txBox="1"/>
          <p:nvPr/>
        </p:nvSpPr>
        <p:spPr>
          <a:xfrm>
            <a:off x="5395357" y="3612423"/>
            <a:ext cx="3000000" cy="112951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800" b="0" i="0" u="none" strike="noStrike" cap="none">
                <a:solidFill>
                  <a:schemeClr val="dk1"/>
                </a:solidFill>
                <a:latin typeface="Arial"/>
                <a:ea typeface="Arial"/>
                <a:cs typeface="Arial"/>
                <a:sym typeface="Arial"/>
              </a:rPr>
              <a:t>Automation Support</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None/>
            </a:pPr>
            <a:endParaRPr sz="1800" b="0" i="0" u="none" strike="noStrike" cap="none">
              <a:solidFill>
                <a:schemeClr val="dk1"/>
              </a:solidFill>
              <a:latin typeface="Arial"/>
              <a:ea typeface="Arial"/>
              <a:cs typeface="Arial"/>
              <a:sym typeface="Arial"/>
            </a:endParaRPr>
          </a:p>
        </p:txBody>
      </p:sp>
      <p:sp>
        <p:nvSpPr>
          <p:cNvPr id="824" name="Google Shape;824;p10"/>
          <p:cNvSpPr txBox="1"/>
          <p:nvPr/>
        </p:nvSpPr>
        <p:spPr>
          <a:xfrm>
            <a:off x="5395357" y="4069892"/>
            <a:ext cx="3000000" cy="112951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None/>
            </a:pPr>
            <a:r>
              <a:rPr lang="en" sz="1800" b="0" i="0" u="none" strike="noStrike" cap="none">
                <a:solidFill>
                  <a:schemeClr val="dk1"/>
                </a:solidFill>
                <a:latin typeface="Arial"/>
                <a:ea typeface="Arial"/>
                <a:cs typeface="Arial"/>
                <a:sym typeface="Arial"/>
              </a:rPr>
              <a:t>Continuous Integration (CI)</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200"/>
              </a:spcBef>
              <a:spcAft>
                <a:spcPts val="1200"/>
              </a:spcAft>
              <a:buNone/>
            </a:pPr>
            <a:endParaRPr sz="1800" b="0" i="0" u="none" strike="noStrike" cap="none">
              <a:solidFill>
                <a:schemeClr val="dk1"/>
              </a:solidFill>
              <a:latin typeface="Arial"/>
              <a:ea typeface="Arial"/>
              <a:cs typeface="Arial"/>
              <a:sym typeface="Arial"/>
            </a:endParaRPr>
          </a:p>
        </p:txBody>
      </p:sp>
      <p:sp>
        <p:nvSpPr>
          <p:cNvPr id="825" name="Google Shape;825;p10"/>
          <p:cNvSpPr/>
          <p:nvPr/>
        </p:nvSpPr>
        <p:spPr>
          <a:xfrm>
            <a:off x="5063857" y="4105642"/>
            <a:ext cx="229500" cy="372300"/>
          </a:xfrm>
          <a:prstGeom prst="rect">
            <a:avLst/>
          </a:prstGeom>
          <a:solidFill>
            <a:srgbClr val="336DA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5063" b="0" i="0" u="none" strike="noStrike" cap="none">
              <a:solidFill>
                <a:srgbClr val="272727"/>
              </a:solidFill>
              <a:latin typeface="Lato Light"/>
              <a:ea typeface="Lato Light"/>
              <a:cs typeface="Lato Light"/>
              <a:sym typeface="Lat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1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1.1.2 Continuous Integration with SCM</a:t>
            </a:r>
            <a:endParaRPr/>
          </a:p>
        </p:txBody>
      </p:sp>
      <p:sp>
        <p:nvSpPr>
          <p:cNvPr id="831" name="Google Shape;831;p11"/>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In the DevOps landscape, the synergy between Source Code Management (SCM) and Continuous Integration (CI) is paramount. Here is how SCM plays a pivotal role in the continuous integration process.</a:t>
            </a:r>
            <a:endParaRPr/>
          </a:p>
          <a:p>
            <a:pPr marL="0" lvl="0" indent="0" algn="l" rtl="0">
              <a:lnSpc>
                <a:spcPct val="90000"/>
              </a:lnSpc>
              <a:spcBef>
                <a:spcPts val="838"/>
              </a:spcBef>
              <a:spcAft>
                <a:spcPts val="0"/>
              </a:spcAft>
              <a:buClr>
                <a:schemeClr val="dk1"/>
              </a:buClr>
              <a:buSzPts val="1800"/>
              <a:buNone/>
            </a:pPr>
            <a:endParaRPr/>
          </a:p>
        </p:txBody>
      </p:sp>
      <p:grpSp>
        <p:nvGrpSpPr>
          <p:cNvPr id="832" name="Google Shape;832;p11"/>
          <p:cNvGrpSpPr/>
          <p:nvPr/>
        </p:nvGrpSpPr>
        <p:grpSpPr>
          <a:xfrm>
            <a:off x="514350" y="3429000"/>
            <a:ext cx="11187113" cy="1179871"/>
            <a:chOff x="514350" y="2802194"/>
            <a:chExt cx="11187113" cy="1179871"/>
          </a:xfrm>
        </p:grpSpPr>
        <p:sp>
          <p:nvSpPr>
            <p:cNvPr id="833" name="Google Shape;833;p11"/>
            <p:cNvSpPr/>
            <p:nvPr/>
          </p:nvSpPr>
          <p:spPr>
            <a:xfrm>
              <a:off x="514350" y="2802194"/>
              <a:ext cx="1747069" cy="1179871"/>
            </a:xfrm>
            <a:prstGeom prst="roundRect">
              <a:avLst>
                <a:gd name="adj" fmla="val 16667"/>
              </a:avLst>
            </a:prstGeom>
            <a:solidFill>
              <a:srgbClr val="22497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Seamless Integration</a:t>
              </a:r>
              <a:endParaRPr/>
            </a:p>
          </p:txBody>
        </p:sp>
        <p:sp>
          <p:nvSpPr>
            <p:cNvPr id="834" name="Google Shape;834;p11"/>
            <p:cNvSpPr/>
            <p:nvPr/>
          </p:nvSpPr>
          <p:spPr>
            <a:xfrm>
              <a:off x="2869998" y="2802194"/>
              <a:ext cx="1747069" cy="1179871"/>
            </a:xfrm>
            <a:prstGeom prst="roundRect">
              <a:avLst>
                <a:gd name="adj" fmla="val 16667"/>
              </a:avLst>
            </a:prstGeom>
            <a:solidFill>
              <a:srgbClr val="22497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Testing Automation</a:t>
              </a:r>
              <a:endParaRPr/>
            </a:p>
          </p:txBody>
        </p:sp>
        <p:sp>
          <p:nvSpPr>
            <p:cNvPr id="835" name="Google Shape;835;p11"/>
            <p:cNvSpPr/>
            <p:nvPr/>
          </p:nvSpPr>
          <p:spPr>
            <a:xfrm>
              <a:off x="5225646" y="2802194"/>
              <a:ext cx="1747069" cy="1179871"/>
            </a:xfrm>
            <a:prstGeom prst="roundRect">
              <a:avLst>
                <a:gd name="adj" fmla="val 16667"/>
              </a:avLst>
            </a:prstGeom>
            <a:solidFill>
              <a:srgbClr val="22497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Rapid Deployment</a:t>
              </a:r>
              <a:endParaRPr/>
            </a:p>
          </p:txBody>
        </p:sp>
        <p:sp>
          <p:nvSpPr>
            <p:cNvPr id="836" name="Google Shape;836;p11"/>
            <p:cNvSpPr/>
            <p:nvPr/>
          </p:nvSpPr>
          <p:spPr>
            <a:xfrm>
              <a:off x="7581294" y="2802194"/>
              <a:ext cx="1747069" cy="1179871"/>
            </a:xfrm>
            <a:prstGeom prst="roundRect">
              <a:avLst>
                <a:gd name="adj" fmla="val 16667"/>
              </a:avLst>
            </a:prstGeom>
            <a:solidFill>
              <a:srgbClr val="22497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Version</a:t>
              </a:r>
              <a:endParaRPr/>
            </a:p>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Control in CI</a:t>
              </a:r>
              <a:endParaRPr/>
            </a:p>
          </p:txBody>
        </p:sp>
        <p:sp>
          <p:nvSpPr>
            <p:cNvPr id="837" name="Google Shape;837;p11"/>
            <p:cNvSpPr/>
            <p:nvPr/>
          </p:nvSpPr>
          <p:spPr>
            <a:xfrm>
              <a:off x="9954394" y="2802194"/>
              <a:ext cx="1747069" cy="1179871"/>
            </a:xfrm>
            <a:prstGeom prst="roundRect">
              <a:avLst>
                <a:gd name="adj" fmla="val 16667"/>
              </a:avLst>
            </a:prstGeom>
            <a:solidFill>
              <a:srgbClr val="22497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Enhancing Agility and Efficiency</a:t>
              </a:r>
              <a:endParaRPr/>
            </a:p>
          </p:txBody>
        </p:sp>
        <p:sp>
          <p:nvSpPr>
            <p:cNvPr id="838" name="Google Shape;838;p11"/>
            <p:cNvSpPr/>
            <p:nvPr/>
          </p:nvSpPr>
          <p:spPr>
            <a:xfrm>
              <a:off x="2315496" y="3165987"/>
              <a:ext cx="536639" cy="462116"/>
            </a:xfrm>
            <a:prstGeom prst="rightArrow">
              <a:avLst>
                <a:gd name="adj1" fmla="val 50000"/>
                <a:gd name="adj2" fmla="val 50000"/>
              </a:avLst>
            </a:prstGeom>
            <a:solidFill>
              <a:srgbClr val="A5A5A5"/>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39" name="Google Shape;839;p11"/>
            <p:cNvSpPr/>
            <p:nvPr/>
          </p:nvSpPr>
          <p:spPr>
            <a:xfrm>
              <a:off x="4661358" y="3165987"/>
              <a:ext cx="536639" cy="462116"/>
            </a:xfrm>
            <a:prstGeom prst="rightArrow">
              <a:avLst>
                <a:gd name="adj1" fmla="val 50000"/>
                <a:gd name="adj2" fmla="val 50000"/>
              </a:avLst>
            </a:prstGeom>
            <a:solidFill>
              <a:srgbClr val="A5A5A5"/>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40" name="Google Shape;840;p11"/>
            <p:cNvSpPr/>
            <p:nvPr/>
          </p:nvSpPr>
          <p:spPr>
            <a:xfrm>
              <a:off x="7026792" y="3165987"/>
              <a:ext cx="536639" cy="462116"/>
            </a:xfrm>
            <a:prstGeom prst="rightArrow">
              <a:avLst>
                <a:gd name="adj1" fmla="val 50000"/>
                <a:gd name="adj2" fmla="val 50000"/>
              </a:avLst>
            </a:prstGeom>
            <a:solidFill>
              <a:srgbClr val="A5A5A5"/>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41" name="Google Shape;841;p11"/>
            <p:cNvSpPr/>
            <p:nvPr/>
          </p:nvSpPr>
          <p:spPr>
            <a:xfrm>
              <a:off x="9400303" y="3165987"/>
              <a:ext cx="536639" cy="462116"/>
            </a:xfrm>
            <a:prstGeom prst="rightArrow">
              <a:avLst>
                <a:gd name="adj1" fmla="val 50000"/>
                <a:gd name="adj2" fmla="val 50000"/>
              </a:avLst>
            </a:prstGeom>
            <a:solidFill>
              <a:srgbClr val="A5A5A5"/>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1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p:txBody>
      </p:sp>
      <p:sp>
        <p:nvSpPr>
          <p:cNvPr id="847" name="Google Shape;847;p12"/>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AutoNum type="arabicPeriod"/>
            </a:pPr>
            <a:r>
              <a:rPr lang="en"/>
              <a:t>How does Source Code Management (SCM) contribute to Continuous Integration (CI) in DevOps?</a:t>
            </a:r>
            <a:endParaRPr/>
          </a:p>
          <a:p>
            <a:pPr marL="266700" lvl="0" indent="-1588" algn="l" rtl="0">
              <a:lnSpc>
                <a:spcPct val="90000"/>
              </a:lnSpc>
              <a:spcBef>
                <a:spcPts val="2800"/>
              </a:spcBef>
              <a:spcAft>
                <a:spcPts val="0"/>
              </a:spcAft>
              <a:buClr>
                <a:schemeClr val="dk1"/>
              </a:buClr>
              <a:buSzPts val="1800"/>
              <a:buNone/>
            </a:pPr>
            <a:r>
              <a:rPr lang="en" b="1"/>
              <a:t>A. By automating the deployment process</a:t>
            </a:r>
            <a:endParaRPr/>
          </a:p>
          <a:p>
            <a:pPr marL="266700" lvl="0" indent="-1588" algn="l" rtl="0">
              <a:lnSpc>
                <a:spcPct val="90000"/>
              </a:lnSpc>
              <a:spcBef>
                <a:spcPts val="1000"/>
              </a:spcBef>
              <a:spcAft>
                <a:spcPts val="0"/>
              </a:spcAft>
              <a:buClr>
                <a:schemeClr val="dk1"/>
              </a:buClr>
              <a:buSzPts val="1800"/>
              <a:buNone/>
            </a:pPr>
            <a:r>
              <a:rPr lang="en" b="1"/>
              <a:t>B. By facilitating manual integration of code changes</a:t>
            </a:r>
            <a:endParaRPr/>
          </a:p>
          <a:p>
            <a:pPr marL="266700" lvl="0" indent="-1588" algn="l" rtl="0">
              <a:lnSpc>
                <a:spcPct val="90000"/>
              </a:lnSpc>
              <a:spcBef>
                <a:spcPts val="1000"/>
              </a:spcBef>
              <a:spcAft>
                <a:spcPts val="0"/>
              </a:spcAft>
              <a:buClr>
                <a:schemeClr val="dk1"/>
              </a:buClr>
              <a:buSzPts val="1800"/>
              <a:buNone/>
            </a:pPr>
            <a:r>
              <a:rPr lang="en" b="1"/>
              <a:t>C. By preventing frequent and small code changes</a:t>
            </a:r>
            <a:endParaRPr/>
          </a:p>
          <a:p>
            <a:pPr marL="541338" lvl="0" indent="-276224" algn="l" rtl="0">
              <a:lnSpc>
                <a:spcPct val="90000"/>
              </a:lnSpc>
              <a:spcBef>
                <a:spcPts val="1000"/>
              </a:spcBef>
              <a:spcAft>
                <a:spcPts val="0"/>
              </a:spcAft>
              <a:buClr>
                <a:schemeClr val="dk1"/>
              </a:buClr>
              <a:buSzPts val="1800"/>
              <a:buNone/>
            </a:pPr>
            <a:r>
              <a:rPr lang="en" b="1"/>
              <a:t>D. By ensuring automated integration of code changes into the main codebase</a:t>
            </a:r>
            <a:endParaRPr/>
          </a:p>
          <a:p>
            <a:pPr marL="266700" lvl="0" indent="-266700" algn="l" rtl="0">
              <a:lnSpc>
                <a:spcPct val="90000"/>
              </a:lnSpc>
              <a:spcBef>
                <a:spcPts val="1000"/>
              </a:spcBef>
              <a:spcAft>
                <a:spcPts val="0"/>
              </a:spcAft>
              <a:buClr>
                <a:schemeClr val="dk1"/>
              </a:buClr>
              <a:buSzPts val="1800"/>
              <a:buNone/>
            </a:pPr>
            <a:endParaRPr/>
          </a:p>
          <a:p>
            <a:pPr marL="266700" lvl="0" indent="-2667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1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p:txBody>
      </p:sp>
      <p:sp>
        <p:nvSpPr>
          <p:cNvPr id="853" name="Google Shape;853;p13"/>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AutoNum type="arabicPeriod"/>
            </a:pPr>
            <a:r>
              <a:rPr lang="en"/>
              <a:t>Why is Source Code Management (SCM) considered a fundamental aspect of the DevOps lifecycle?</a:t>
            </a:r>
            <a:endParaRPr/>
          </a:p>
          <a:p>
            <a:pPr marL="628650" lvl="0" indent="-363538" algn="l" rtl="0">
              <a:lnSpc>
                <a:spcPct val="90000"/>
              </a:lnSpc>
              <a:spcBef>
                <a:spcPts val="2800"/>
              </a:spcBef>
              <a:spcAft>
                <a:spcPts val="0"/>
              </a:spcAft>
              <a:buClr>
                <a:schemeClr val="dk1"/>
              </a:buClr>
              <a:buSzPts val="1800"/>
              <a:buNone/>
            </a:pPr>
            <a:r>
              <a:rPr lang="en" b="1"/>
              <a:t>A. To solely control access to the source code</a:t>
            </a:r>
            <a:endParaRPr/>
          </a:p>
          <a:p>
            <a:pPr marL="628650" lvl="0" indent="-363538" algn="l" rtl="0">
              <a:lnSpc>
                <a:spcPct val="90000"/>
              </a:lnSpc>
              <a:spcBef>
                <a:spcPts val="1000"/>
              </a:spcBef>
              <a:spcAft>
                <a:spcPts val="0"/>
              </a:spcAft>
              <a:buClr>
                <a:schemeClr val="dk1"/>
              </a:buClr>
              <a:buSzPts val="1800"/>
              <a:buNone/>
            </a:pPr>
            <a:r>
              <a:rPr lang="en" b="1"/>
              <a:t>B. To enhance code readability</a:t>
            </a:r>
            <a:endParaRPr/>
          </a:p>
          <a:p>
            <a:pPr marL="628650" lvl="0" indent="-363538" algn="l" rtl="0">
              <a:lnSpc>
                <a:spcPct val="90000"/>
              </a:lnSpc>
              <a:spcBef>
                <a:spcPts val="1000"/>
              </a:spcBef>
              <a:spcAft>
                <a:spcPts val="0"/>
              </a:spcAft>
              <a:buClr>
                <a:schemeClr val="dk1"/>
              </a:buClr>
              <a:buSzPts val="1800"/>
              <a:buNone/>
            </a:pPr>
            <a:r>
              <a:rPr lang="en" b="1"/>
              <a:t>C. To foster collaboration, automation, and continuous integration</a:t>
            </a:r>
            <a:endParaRPr/>
          </a:p>
          <a:p>
            <a:pPr marL="628650" lvl="0" indent="-363538" algn="l" rtl="0">
              <a:lnSpc>
                <a:spcPct val="90000"/>
              </a:lnSpc>
              <a:spcBef>
                <a:spcPts val="1000"/>
              </a:spcBef>
              <a:spcAft>
                <a:spcPts val="0"/>
              </a:spcAft>
              <a:buClr>
                <a:schemeClr val="dk1"/>
              </a:buClr>
              <a:buSzPts val="1800"/>
              <a:buNone/>
            </a:pPr>
            <a:r>
              <a:rPr lang="en" b="1"/>
              <a:t>D. To restrict the use of automation tools</a:t>
            </a:r>
            <a:endParaRPr/>
          </a:p>
          <a:p>
            <a:pPr marL="266700" lvl="0" indent="-266700" algn="l" rtl="0">
              <a:lnSpc>
                <a:spcPct val="90000"/>
              </a:lnSpc>
              <a:spcBef>
                <a:spcPts val="1000"/>
              </a:spcBef>
              <a:spcAft>
                <a:spcPts val="0"/>
              </a:spcAft>
              <a:buClr>
                <a:schemeClr val="dk1"/>
              </a:buClr>
              <a:buSzPts val="1800"/>
              <a:buNone/>
            </a:pPr>
            <a:endParaRPr/>
          </a:p>
          <a:p>
            <a:pPr marL="266700" lvl="0" indent="-2667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1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1.1.3 Key concepts</a:t>
            </a:r>
            <a:endParaRPr/>
          </a:p>
        </p:txBody>
      </p:sp>
      <p:sp>
        <p:nvSpPr>
          <p:cNvPr id="859" name="Google Shape;859;p1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Key concepts that form the backbone of effective software configuration management are:</a:t>
            </a:r>
            <a:endParaRPr/>
          </a:p>
          <a:p>
            <a:pPr marL="0" lvl="0" indent="0" algn="l" rtl="0">
              <a:lnSpc>
                <a:spcPct val="90000"/>
              </a:lnSpc>
              <a:spcBef>
                <a:spcPts val="838"/>
              </a:spcBef>
              <a:spcAft>
                <a:spcPts val="0"/>
              </a:spcAft>
              <a:buClr>
                <a:schemeClr val="dk1"/>
              </a:buClr>
              <a:buSzPts val="1800"/>
              <a:buNone/>
            </a:pPr>
            <a:endParaRPr/>
          </a:p>
        </p:txBody>
      </p:sp>
      <p:sp>
        <p:nvSpPr>
          <p:cNvPr id="860" name="Google Shape;860;p14"/>
          <p:cNvSpPr txBox="1"/>
          <p:nvPr/>
        </p:nvSpPr>
        <p:spPr>
          <a:xfrm>
            <a:off x="1778402" y="2626739"/>
            <a:ext cx="3000000" cy="695545"/>
          </a:xfrm>
          <a:prstGeom prst="rect">
            <a:avLst/>
          </a:prstGeom>
          <a:noFill/>
          <a:ln>
            <a:noFill/>
          </a:ln>
        </p:spPr>
        <p:txBody>
          <a:bodyPr spcFirstLastPara="1" wrap="square" lIns="91425" tIns="91425" rIns="91425" bIns="91425" anchor="t" anchorCtr="0">
            <a:spAutoFit/>
          </a:bodyPr>
          <a:lstStyle/>
          <a:p>
            <a:pPr marL="495293" marR="0" lvl="0" indent="-342900" algn="l" rtl="0">
              <a:lnSpc>
                <a:spcPct val="115000"/>
              </a:lnSpc>
              <a:spcBef>
                <a:spcPts val="1500"/>
              </a:spcBef>
              <a:spcAft>
                <a:spcPts val="0"/>
              </a:spcAft>
              <a:buClr>
                <a:srgbClr val="374151"/>
              </a:buClr>
              <a:buSzPts val="1800"/>
              <a:buFont typeface="Calibri"/>
              <a:buAutoNum type="arabicPeriod"/>
            </a:pPr>
            <a:r>
              <a:rPr lang="en" sz="1800" b="0" i="0" u="none" strike="noStrike" cap="none">
                <a:solidFill>
                  <a:schemeClr val="dk1"/>
                </a:solidFill>
                <a:latin typeface="Arial"/>
                <a:ea typeface="Arial"/>
                <a:cs typeface="Arial"/>
                <a:sym typeface="Arial"/>
              </a:rPr>
              <a:t>Repositories</a:t>
            </a:r>
            <a:endParaRPr sz="1800" b="0" i="0" u="none" strike="noStrike" cap="none">
              <a:solidFill>
                <a:schemeClr val="dk1"/>
              </a:solidFill>
              <a:latin typeface="Arial"/>
              <a:ea typeface="Arial"/>
              <a:cs typeface="Arial"/>
              <a:sym typeface="Arial"/>
            </a:endParaRPr>
          </a:p>
        </p:txBody>
      </p:sp>
      <p:sp>
        <p:nvSpPr>
          <p:cNvPr id="861" name="Google Shape;861;p14"/>
          <p:cNvSpPr txBox="1"/>
          <p:nvPr/>
        </p:nvSpPr>
        <p:spPr>
          <a:xfrm>
            <a:off x="7086894" y="2427306"/>
            <a:ext cx="3000000" cy="695545"/>
          </a:xfrm>
          <a:prstGeom prst="rect">
            <a:avLst/>
          </a:prstGeom>
          <a:noFill/>
          <a:ln>
            <a:noFill/>
          </a:ln>
        </p:spPr>
        <p:txBody>
          <a:bodyPr spcFirstLastPara="1" wrap="square" lIns="91425" tIns="91425" rIns="91425" bIns="91425" anchor="t" anchorCtr="0">
            <a:spAutoFit/>
          </a:bodyPr>
          <a:lstStyle/>
          <a:p>
            <a:pPr marL="495293" marR="0" lvl="0" indent="-342900" algn="l" rtl="0">
              <a:lnSpc>
                <a:spcPct val="115000"/>
              </a:lnSpc>
              <a:spcBef>
                <a:spcPts val="1500"/>
              </a:spcBef>
              <a:spcAft>
                <a:spcPts val="0"/>
              </a:spcAft>
              <a:buClr>
                <a:schemeClr val="dk1"/>
              </a:buClr>
              <a:buSzPts val="1800"/>
              <a:buFont typeface="Calibri"/>
              <a:buAutoNum type="arabicPeriod" startAt="2"/>
            </a:pPr>
            <a:r>
              <a:rPr lang="en" sz="1800" b="0" i="0" u="none" strike="noStrike" cap="none">
                <a:solidFill>
                  <a:schemeClr val="dk1"/>
                </a:solidFill>
                <a:latin typeface="Arial"/>
                <a:ea typeface="Arial"/>
                <a:cs typeface="Arial"/>
                <a:sym typeface="Arial"/>
              </a:rPr>
              <a:t>Version Control</a:t>
            </a:r>
            <a:endParaRPr sz="1800" b="0" i="0" u="none" strike="noStrike" cap="none">
              <a:solidFill>
                <a:schemeClr val="dk1"/>
              </a:solidFill>
              <a:latin typeface="Arial"/>
              <a:ea typeface="Arial"/>
              <a:cs typeface="Arial"/>
              <a:sym typeface="Arial"/>
            </a:endParaRPr>
          </a:p>
        </p:txBody>
      </p:sp>
      <p:sp>
        <p:nvSpPr>
          <p:cNvPr id="862" name="Google Shape;862;p14"/>
          <p:cNvSpPr txBox="1"/>
          <p:nvPr/>
        </p:nvSpPr>
        <p:spPr>
          <a:xfrm>
            <a:off x="1926370" y="4531734"/>
            <a:ext cx="3000000" cy="695545"/>
          </a:xfrm>
          <a:prstGeom prst="rect">
            <a:avLst/>
          </a:prstGeom>
          <a:noFill/>
          <a:ln>
            <a:noFill/>
          </a:ln>
        </p:spPr>
        <p:txBody>
          <a:bodyPr spcFirstLastPara="1" wrap="square" lIns="91425" tIns="91425" rIns="91425" bIns="91425" anchor="t" anchorCtr="0">
            <a:spAutoFit/>
          </a:bodyPr>
          <a:lstStyle/>
          <a:p>
            <a:pPr marL="495293" marR="0" lvl="0" indent="-342900" algn="l" rtl="0">
              <a:lnSpc>
                <a:spcPct val="115000"/>
              </a:lnSpc>
              <a:spcBef>
                <a:spcPts val="1500"/>
              </a:spcBef>
              <a:spcAft>
                <a:spcPts val="0"/>
              </a:spcAft>
              <a:buClr>
                <a:schemeClr val="dk1"/>
              </a:buClr>
              <a:buSzPts val="1800"/>
              <a:buFont typeface="Calibri"/>
              <a:buAutoNum type="arabicPeriod" startAt="3"/>
            </a:pPr>
            <a:r>
              <a:rPr lang="en" sz="1800" b="0" i="0" u="none" strike="noStrike" cap="none">
                <a:solidFill>
                  <a:schemeClr val="dk1"/>
                </a:solidFill>
                <a:latin typeface="Arial"/>
                <a:ea typeface="Arial"/>
                <a:cs typeface="Arial"/>
                <a:sym typeface="Arial"/>
              </a:rPr>
              <a:t>Branching</a:t>
            </a:r>
            <a:endParaRPr sz="1800" b="0" i="0" u="none" strike="noStrike" cap="none">
              <a:solidFill>
                <a:schemeClr val="dk1"/>
              </a:solidFill>
              <a:latin typeface="Arial"/>
              <a:ea typeface="Arial"/>
              <a:cs typeface="Arial"/>
              <a:sym typeface="Arial"/>
            </a:endParaRPr>
          </a:p>
        </p:txBody>
      </p:sp>
      <p:sp>
        <p:nvSpPr>
          <p:cNvPr id="863" name="Google Shape;863;p14"/>
          <p:cNvSpPr txBox="1"/>
          <p:nvPr/>
        </p:nvSpPr>
        <p:spPr>
          <a:xfrm>
            <a:off x="7174874" y="4587728"/>
            <a:ext cx="3000000" cy="695545"/>
          </a:xfrm>
          <a:prstGeom prst="rect">
            <a:avLst/>
          </a:prstGeom>
          <a:noFill/>
          <a:ln>
            <a:noFill/>
          </a:ln>
        </p:spPr>
        <p:txBody>
          <a:bodyPr spcFirstLastPara="1" wrap="square" lIns="91425" tIns="91425" rIns="91425" bIns="91425" anchor="t" anchorCtr="0">
            <a:spAutoFit/>
          </a:bodyPr>
          <a:lstStyle/>
          <a:p>
            <a:pPr marL="495293" marR="0" lvl="0" indent="-342900" algn="l" rtl="0">
              <a:lnSpc>
                <a:spcPct val="115000"/>
              </a:lnSpc>
              <a:spcBef>
                <a:spcPts val="1500"/>
              </a:spcBef>
              <a:spcAft>
                <a:spcPts val="0"/>
              </a:spcAft>
              <a:buClr>
                <a:schemeClr val="dk1"/>
              </a:buClr>
              <a:buSzPts val="1800"/>
              <a:buFont typeface="Calibri"/>
              <a:buAutoNum type="arabicPeriod" startAt="4"/>
            </a:pPr>
            <a:r>
              <a:rPr lang="en" sz="1800" b="0" i="0" u="none" strike="noStrike" cap="none">
                <a:solidFill>
                  <a:schemeClr val="dk1"/>
                </a:solidFill>
                <a:latin typeface="Arial"/>
                <a:ea typeface="Arial"/>
                <a:cs typeface="Arial"/>
                <a:sym typeface="Arial"/>
              </a:rPr>
              <a:t>Merging</a:t>
            </a:r>
            <a:endParaRPr sz="1800" b="0" i="0" u="none" strike="noStrike" cap="none">
              <a:solidFill>
                <a:schemeClr val="dk2"/>
              </a:solidFill>
              <a:latin typeface="Arial"/>
              <a:ea typeface="Arial"/>
              <a:cs typeface="Arial"/>
              <a:sym typeface="Arial"/>
            </a:endParaRPr>
          </a:p>
        </p:txBody>
      </p:sp>
      <p:sp>
        <p:nvSpPr>
          <p:cNvPr id="864" name="Google Shape;864;p14"/>
          <p:cNvSpPr/>
          <p:nvPr/>
        </p:nvSpPr>
        <p:spPr>
          <a:xfrm>
            <a:off x="3641005" y="2125564"/>
            <a:ext cx="1819234" cy="1819236"/>
          </a:xfrm>
          <a:custGeom>
            <a:avLst/>
            <a:gdLst/>
            <a:ahLst/>
            <a:cxnLst/>
            <a:rect l="l" t="t" r="r" b="b"/>
            <a:pathLst>
              <a:path w="4434251" h="4434253" extrusionOk="0">
                <a:moveTo>
                  <a:pt x="0" y="0"/>
                </a:moveTo>
                <a:lnTo>
                  <a:pt x="4434251" y="979570"/>
                </a:lnTo>
                <a:lnTo>
                  <a:pt x="4434251" y="2412618"/>
                </a:lnTo>
                <a:lnTo>
                  <a:pt x="4324008" y="2418185"/>
                </a:lnTo>
                <a:cubicBezTo>
                  <a:pt x="3348899" y="2517213"/>
                  <a:pt x="2573689" y="3292424"/>
                  <a:pt x="2474661" y="4267532"/>
                </a:cubicBezTo>
                <a:lnTo>
                  <a:pt x="2466242" y="4434253"/>
                </a:lnTo>
                <a:lnTo>
                  <a:pt x="979569" y="4434253"/>
                </a:lnTo>
                <a:close/>
              </a:path>
            </a:pathLst>
          </a:custGeom>
          <a:solidFill>
            <a:srgbClr val="2249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600" b="0" i="0" u="none" strike="noStrike" cap="none">
              <a:solidFill>
                <a:srgbClr val="FFFFFF"/>
              </a:solidFill>
              <a:latin typeface="Calibri"/>
              <a:ea typeface="Calibri"/>
              <a:cs typeface="Calibri"/>
              <a:sym typeface="Calibri"/>
            </a:endParaRPr>
          </a:p>
        </p:txBody>
      </p:sp>
      <p:sp>
        <p:nvSpPr>
          <p:cNvPr id="865" name="Google Shape;865;p14"/>
          <p:cNvSpPr/>
          <p:nvPr/>
        </p:nvSpPr>
        <p:spPr>
          <a:xfrm>
            <a:off x="5543215" y="2125564"/>
            <a:ext cx="1819235" cy="1819236"/>
          </a:xfrm>
          <a:custGeom>
            <a:avLst/>
            <a:gdLst/>
            <a:ahLst/>
            <a:cxnLst/>
            <a:rect l="l" t="t" r="r" b="b"/>
            <a:pathLst>
              <a:path w="4434254" h="4434252" extrusionOk="0">
                <a:moveTo>
                  <a:pt x="4434254" y="0"/>
                </a:moveTo>
                <a:lnTo>
                  <a:pt x="3454684" y="4434252"/>
                </a:lnTo>
                <a:lnTo>
                  <a:pt x="1968016" y="4434252"/>
                </a:lnTo>
                <a:lnTo>
                  <a:pt x="1959597" y="4267530"/>
                </a:lnTo>
                <a:cubicBezTo>
                  <a:pt x="1860570" y="3292422"/>
                  <a:pt x="1085359" y="2517211"/>
                  <a:pt x="110250" y="2418183"/>
                </a:cubicBezTo>
                <a:lnTo>
                  <a:pt x="0" y="2412616"/>
                </a:lnTo>
                <a:lnTo>
                  <a:pt x="0" y="979569"/>
                </a:lnTo>
                <a:close/>
              </a:path>
            </a:pathLst>
          </a:custGeom>
          <a:solidFill>
            <a:srgbClr val="336D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600" b="0" i="0" u="none" strike="noStrike" cap="none">
              <a:solidFill>
                <a:srgbClr val="FFFFFF"/>
              </a:solidFill>
              <a:latin typeface="Calibri"/>
              <a:ea typeface="Calibri"/>
              <a:cs typeface="Calibri"/>
              <a:sym typeface="Calibri"/>
            </a:endParaRPr>
          </a:p>
        </p:txBody>
      </p:sp>
      <p:sp>
        <p:nvSpPr>
          <p:cNvPr id="866" name="Google Shape;866;p14"/>
          <p:cNvSpPr/>
          <p:nvPr/>
        </p:nvSpPr>
        <p:spPr>
          <a:xfrm>
            <a:off x="3641005" y="4035474"/>
            <a:ext cx="1819234" cy="1819236"/>
          </a:xfrm>
          <a:custGeom>
            <a:avLst/>
            <a:gdLst/>
            <a:ahLst/>
            <a:cxnLst/>
            <a:rect l="l" t="t" r="r" b="b"/>
            <a:pathLst>
              <a:path w="4434251" h="4434252" extrusionOk="0">
                <a:moveTo>
                  <a:pt x="979569" y="0"/>
                </a:moveTo>
                <a:lnTo>
                  <a:pt x="2471946" y="0"/>
                </a:lnTo>
                <a:lnTo>
                  <a:pt x="2474661" y="53772"/>
                </a:lnTo>
                <a:cubicBezTo>
                  <a:pt x="2573689" y="1028881"/>
                  <a:pt x="3348899" y="1804091"/>
                  <a:pt x="4324008" y="1903119"/>
                </a:cubicBezTo>
                <a:lnTo>
                  <a:pt x="4434251" y="1908686"/>
                </a:lnTo>
                <a:lnTo>
                  <a:pt x="4434251" y="3454683"/>
                </a:lnTo>
                <a:lnTo>
                  <a:pt x="0" y="4434252"/>
                </a:lnTo>
                <a:close/>
              </a:path>
            </a:pathLst>
          </a:custGeom>
          <a:solidFill>
            <a:srgbClr val="397BB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600" b="0" i="0" u="none" strike="noStrike" cap="none">
              <a:solidFill>
                <a:srgbClr val="FFFFFF"/>
              </a:solidFill>
              <a:latin typeface="Calibri"/>
              <a:ea typeface="Calibri"/>
              <a:cs typeface="Calibri"/>
              <a:sym typeface="Calibri"/>
            </a:endParaRPr>
          </a:p>
        </p:txBody>
      </p:sp>
      <p:sp>
        <p:nvSpPr>
          <p:cNvPr id="867" name="Google Shape;867;p14"/>
          <p:cNvSpPr/>
          <p:nvPr/>
        </p:nvSpPr>
        <p:spPr>
          <a:xfrm>
            <a:off x="5543215" y="4035474"/>
            <a:ext cx="1819235" cy="1819236"/>
          </a:xfrm>
          <a:custGeom>
            <a:avLst/>
            <a:gdLst/>
            <a:ahLst/>
            <a:cxnLst/>
            <a:rect l="l" t="t" r="r" b="b"/>
            <a:pathLst>
              <a:path w="4434254" h="4434253" extrusionOk="0">
                <a:moveTo>
                  <a:pt x="1962312" y="0"/>
                </a:moveTo>
                <a:lnTo>
                  <a:pt x="3454684" y="0"/>
                </a:lnTo>
                <a:lnTo>
                  <a:pt x="4434254" y="4434253"/>
                </a:lnTo>
                <a:lnTo>
                  <a:pt x="0" y="3454683"/>
                </a:lnTo>
                <a:lnTo>
                  <a:pt x="0" y="1908687"/>
                </a:lnTo>
                <a:lnTo>
                  <a:pt x="110250" y="1903120"/>
                </a:lnTo>
                <a:cubicBezTo>
                  <a:pt x="1085359" y="1804092"/>
                  <a:pt x="1860570" y="1028882"/>
                  <a:pt x="1959597" y="53773"/>
                </a:cubicBezTo>
                <a:close/>
              </a:path>
            </a:pathLst>
          </a:custGeom>
          <a:solidFill>
            <a:srgbClr val="2249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600" b="0" i="0" u="none" strike="noStrike" cap="none">
              <a:solidFill>
                <a:srgbClr val="FFFFFF"/>
              </a:solidFill>
              <a:latin typeface="Calibri"/>
              <a:ea typeface="Calibri"/>
              <a:cs typeface="Calibri"/>
              <a:sym typeface="Calibri"/>
            </a:endParaRPr>
          </a:p>
        </p:txBody>
      </p:sp>
      <p:sp>
        <p:nvSpPr>
          <p:cNvPr id="868" name="Google Shape;868;p14"/>
          <p:cNvSpPr/>
          <p:nvPr/>
        </p:nvSpPr>
        <p:spPr>
          <a:xfrm>
            <a:off x="4651683" y="3140338"/>
            <a:ext cx="1699743" cy="1706718"/>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i="0" u="none" strike="noStrike" cap="none">
                <a:solidFill>
                  <a:srgbClr val="FFFFFF"/>
                </a:solidFill>
                <a:latin typeface="Calibri"/>
                <a:ea typeface="Calibri"/>
                <a:cs typeface="Calibri"/>
                <a:sym typeface="Calibri"/>
              </a:rPr>
              <a:t>key</a:t>
            </a:r>
            <a:endParaRPr sz="3600" b="0" i="0" u="none" strike="noStrike" cap="none">
              <a:solidFill>
                <a:srgbClr val="FFFFFF"/>
              </a:solidFill>
              <a:latin typeface="Calibri"/>
              <a:ea typeface="Calibri"/>
              <a:cs typeface="Calibri"/>
              <a:sym typeface="Calibri"/>
            </a:endParaRPr>
          </a:p>
        </p:txBody>
      </p:sp>
      <p:sp>
        <p:nvSpPr>
          <p:cNvPr id="869" name="Google Shape;869;p14"/>
          <p:cNvSpPr/>
          <p:nvPr/>
        </p:nvSpPr>
        <p:spPr>
          <a:xfrm>
            <a:off x="4031511" y="4587728"/>
            <a:ext cx="999621" cy="695545"/>
          </a:xfrm>
          <a:custGeom>
            <a:avLst/>
            <a:gdLst/>
            <a:ahLst/>
            <a:cxnLst/>
            <a:rect l="l" t="t" r="r" b="b"/>
            <a:pathLst>
              <a:path w="290152" h="290151" extrusionOk="0">
                <a:moveTo>
                  <a:pt x="224471" y="260920"/>
                </a:moveTo>
                <a:cubicBezTo>
                  <a:pt x="221945" y="260920"/>
                  <a:pt x="219780" y="262724"/>
                  <a:pt x="219780" y="265250"/>
                </a:cubicBezTo>
                <a:lnTo>
                  <a:pt x="219780" y="276799"/>
                </a:lnTo>
                <a:cubicBezTo>
                  <a:pt x="219780" y="279686"/>
                  <a:pt x="221945" y="281490"/>
                  <a:pt x="224471" y="281490"/>
                </a:cubicBezTo>
                <a:lnTo>
                  <a:pt x="277160" y="281490"/>
                </a:lnTo>
                <a:cubicBezTo>
                  <a:pt x="279326" y="281490"/>
                  <a:pt x="281491" y="279686"/>
                  <a:pt x="281491" y="276799"/>
                </a:cubicBezTo>
                <a:lnTo>
                  <a:pt x="281491" y="265250"/>
                </a:lnTo>
                <a:cubicBezTo>
                  <a:pt x="281491" y="262724"/>
                  <a:pt x="279326" y="260920"/>
                  <a:pt x="277160" y="260920"/>
                </a:cubicBezTo>
                <a:lnTo>
                  <a:pt x="224471" y="260920"/>
                </a:lnTo>
                <a:close/>
                <a:moveTo>
                  <a:pt x="153737" y="260920"/>
                </a:moveTo>
                <a:cubicBezTo>
                  <a:pt x="151572" y="260920"/>
                  <a:pt x="149406" y="262724"/>
                  <a:pt x="149406" y="265250"/>
                </a:cubicBezTo>
                <a:lnTo>
                  <a:pt x="149406" y="276799"/>
                </a:lnTo>
                <a:cubicBezTo>
                  <a:pt x="149406" y="279686"/>
                  <a:pt x="151572" y="281490"/>
                  <a:pt x="153737" y="281490"/>
                </a:cubicBezTo>
                <a:lnTo>
                  <a:pt x="206788" y="281490"/>
                </a:lnTo>
                <a:cubicBezTo>
                  <a:pt x="208953" y="281490"/>
                  <a:pt x="211118" y="279686"/>
                  <a:pt x="211118" y="276799"/>
                </a:cubicBezTo>
                <a:lnTo>
                  <a:pt x="211118" y="265250"/>
                </a:lnTo>
                <a:cubicBezTo>
                  <a:pt x="211118" y="262724"/>
                  <a:pt x="208953" y="260920"/>
                  <a:pt x="206788" y="260920"/>
                </a:cubicBezTo>
                <a:lnTo>
                  <a:pt x="153737" y="260920"/>
                </a:lnTo>
                <a:close/>
                <a:moveTo>
                  <a:pt x="83725" y="260920"/>
                </a:moveTo>
                <a:cubicBezTo>
                  <a:pt x="81199" y="260920"/>
                  <a:pt x="79034" y="262724"/>
                  <a:pt x="79034" y="265250"/>
                </a:cubicBezTo>
                <a:lnTo>
                  <a:pt x="79034" y="276799"/>
                </a:lnTo>
                <a:cubicBezTo>
                  <a:pt x="79034" y="279686"/>
                  <a:pt x="81199" y="281490"/>
                  <a:pt x="83725" y="281490"/>
                </a:cubicBezTo>
                <a:lnTo>
                  <a:pt x="136415" y="281490"/>
                </a:lnTo>
                <a:cubicBezTo>
                  <a:pt x="138580" y="281490"/>
                  <a:pt x="140745" y="279686"/>
                  <a:pt x="140745" y="276799"/>
                </a:cubicBezTo>
                <a:lnTo>
                  <a:pt x="140745" y="265250"/>
                </a:lnTo>
                <a:cubicBezTo>
                  <a:pt x="140745" y="262724"/>
                  <a:pt x="138580" y="260920"/>
                  <a:pt x="136415" y="260920"/>
                </a:cubicBezTo>
                <a:lnTo>
                  <a:pt x="83725" y="260920"/>
                </a:lnTo>
                <a:close/>
                <a:moveTo>
                  <a:pt x="13353" y="260920"/>
                </a:moveTo>
                <a:cubicBezTo>
                  <a:pt x="10826" y="260920"/>
                  <a:pt x="8661" y="262724"/>
                  <a:pt x="8661" y="265250"/>
                </a:cubicBezTo>
                <a:lnTo>
                  <a:pt x="8661" y="276799"/>
                </a:lnTo>
                <a:cubicBezTo>
                  <a:pt x="8661" y="279686"/>
                  <a:pt x="10826" y="281490"/>
                  <a:pt x="13353" y="281490"/>
                </a:cubicBezTo>
                <a:lnTo>
                  <a:pt x="66042" y="281490"/>
                </a:lnTo>
                <a:cubicBezTo>
                  <a:pt x="68568" y="281490"/>
                  <a:pt x="70372" y="279686"/>
                  <a:pt x="70372" y="276799"/>
                </a:cubicBezTo>
                <a:lnTo>
                  <a:pt x="70372" y="265250"/>
                </a:lnTo>
                <a:cubicBezTo>
                  <a:pt x="70372" y="262724"/>
                  <a:pt x="68568" y="260920"/>
                  <a:pt x="66042" y="260920"/>
                </a:cubicBezTo>
                <a:lnTo>
                  <a:pt x="13353" y="260920"/>
                </a:lnTo>
                <a:close/>
                <a:moveTo>
                  <a:pt x="224471" y="231688"/>
                </a:moveTo>
                <a:cubicBezTo>
                  <a:pt x="221945" y="231688"/>
                  <a:pt x="219780" y="233492"/>
                  <a:pt x="219780" y="236019"/>
                </a:cubicBezTo>
                <a:lnTo>
                  <a:pt x="219780" y="247567"/>
                </a:lnTo>
                <a:cubicBezTo>
                  <a:pt x="219780" y="250093"/>
                  <a:pt x="221945" y="252258"/>
                  <a:pt x="224471" y="252258"/>
                </a:cubicBezTo>
                <a:lnTo>
                  <a:pt x="277160" y="252258"/>
                </a:lnTo>
                <a:cubicBezTo>
                  <a:pt x="279326" y="252258"/>
                  <a:pt x="281491" y="250093"/>
                  <a:pt x="281491" y="247567"/>
                </a:cubicBezTo>
                <a:lnTo>
                  <a:pt x="281491" y="236019"/>
                </a:lnTo>
                <a:cubicBezTo>
                  <a:pt x="281491" y="233492"/>
                  <a:pt x="279326" y="231688"/>
                  <a:pt x="277160" y="231688"/>
                </a:cubicBezTo>
                <a:lnTo>
                  <a:pt x="224471" y="231688"/>
                </a:lnTo>
                <a:close/>
                <a:moveTo>
                  <a:pt x="153737" y="231688"/>
                </a:moveTo>
                <a:cubicBezTo>
                  <a:pt x="151572" y="231688"/>
                  <a:pt x="149406" y="233492"/>
                  <a:pt x="149406" y="236019"/>
                </a:cubicBezTo>
                <a:lnTo>
                  <a:pt x="149406" y="247567"/>
                </a:lnTo>
                <a:cubicBezTo>
                  <a:pt x="149406" y="250093"/>
                  <a:pt x="151572" y="252258"/>
                  <a:pt x="153737" y="252258"/>
                </a:cubicBezTo>
                <a:lnTo>
                  <a:pt x="206788" y="252258"/>
                </a:lnTo>
                <a:cubicBezTo>
                  <a:pt x="208953" y="252258"/>
                  <a:pt x="211118" y="250093"/>
                  <a:pt x="211118" y="247567"/>
                </a:cubicBezTo>
                <a:lnTo>
                  <a:pt x="211118" y="236019"/>
                </a:lnTo>
                <a:cubicBezTo>
                  <a:pt x="211118" y="233492"/>
                  <a:pt x="208953" y="231688"/>
                  <a:pt x="206788" y="231688"/>
                </a:cubicBezTo>
                <a:lnTo>
                  <a:pt x="153737" y="231688"/>
                </a:lnTo>
                <a:close/>
                <a:moveTo>
                  <a:pt x="83725" y="231688"/>
                </a:moveTo>
                <a:cubicBezTo>
                  <a:pt x="81199" y="231688"/>
                  <a:pt x="79034" y="233492"/>
                  <a:pt x="79034" y="236019"/>
                </a:cubicBezTo>
                <a:lnTo>
                  <a:pt x="79034" y="247567"/>
                </a:lnTo>
                <a:cubicBezTo>
                  <a:pt x="79034" y="250093"/>
                  <a:pt x="81199" y="252258"/>
                  <a:pt x="83725" y="252258"/>
                </a:cubicBezTo>
                <a:lnTo>
                  <a:pt x="136415" y="252258"/>
                </a:lnTo>
                <a:cubicBezTo>
                  <a:pt x="138580" y="252258"/>
                  <a:pt x="140745" y="250093"/>
                  <a:pt x="140745" y="247567"/>
                </a:cubicBezTo>
                <a:lnTo>
                  <a:pt x="140745" y="236019"/>
                </a:lnTo>
                <a:cubicBezTo>
                  <a:pt x="140745" y="233492"/>
                  <a:pt x="138580" y="231688"/>
                  <a:pt x="136415" y="231688"/>
                </a:cubicBezTo>
                <a:lnTo>
                  <a:pt x="83725" y="231688"/>
                </a:lnTo>
                <a:close/>
                <a:moveTo>
                  <a:pt x="153737" y="202456"/>
                </a:moveTo>
                <a:cubicBezTo>
                  <a:pt x="151572" y="202456"/>
                  <a:pt x="149406" y="204261"/>
                  <a:pt x="149406" y="206426"/>
                </a:cubicBezTo>
                <a:lnTo>
                  <a:pt x="149406" y="218335"/>
                </a:lnTo>
                <a:cubicBezTo>
                  <a:pt x="149406" y="220862"/>
                  <a:pt x="151572" y="222666"/>
                  <a:pt x="153737" y="222666"/>
                </a:cubicBezTo>
                <a:lnTo>
                  <a:pt x="206788" y="222666"/>
                </a:lnTo>
                <a:cubicBezTo>
                  <a:pt x="208953" y="222666"/>
                  <a:pt x="211118" y="220862"/>
                  <a:pt x="211118" y="218335"/>
                </a:cubicBezTo>
                <a:lnTo>
                  <a:pt x="211118" y="206426"/>
                </a:lnTo>
                <a:cubicBezTo>
                  <a:pt x="211118" y="204261"/>
                  <a:pt x="208953" y="202456"/>
                  <a:pt x="206788" y="202456"/>
                </a:cubicBezTo>
                <a:lnTo>
                  <a:pt x="153737" y="202456"/>
                </a:lnTo>
                <a:close/>
                <a:moveTo>
                  <a:pt x="79395" y="167090"/>
                </a:moveTo>
                <a:cubicBezTo>
                  <a:pt x="81560" y="181886"/>
                  <a:pt x="94552" y="193434"/>
                  <a:pt x="110070" y="193434"/>
                </a:cubicBezTo>
                <a:lnTo>
                  <a:pt x="140384" y="193434"/>
                </a:lnTo>
                <a:cubicBezTo>
                  <a:pt x="138219" y="178638"/>
                  <a:pt x="125588" y="167090"/>
                  <a:pt x="110070" y="167090"/>
                </a:cubicBezTo>
                <a:lnTo>
                  <a:pt x="79395" y="167090"/>
                </a:lnTo>
                <a:close/>
                <a:moveTo>
                  <a:pt x="180082" y="137858"/>
                </a:moveTo>
                <a:cubicBezTo>
                  <a:pt x="164564" y="137858"/>
                  <a:pt x="151933" y="149046"/>
                  <a:pt x="149767" y="164203"/>
                </a:cubicBezTo>
                <a:lnTo>
                  <a:pt x="180082" y="164203"/>
                </a:lnTo>
                <a:cubicBezTo>
                  <a:pt x="195600" y="164203"/>
                  <a:pt x="208592" y="152654"/>
                  <a:pt x="210757" y="137858"/>
                </a:cubicBezTo>
                <a:lnTo>
                  <a:pt x="180082" y="137858"/>
                </a:lnTo>
                <a:close/>
                <a:moveTo>
                  <a:pt x="176213" y="52387"/>
                </a:moveTo>
                <a:cubicBezTo>
                  <a:pt x="178411" y="52387"/>
                  <a:pt x="180609" y="54585"/>
                  <a:pt x="180609" y="56783"/>
                </a:cubicBezTo>
                <a:cubicBezTo>
                  <a:pt x="180609" y="59348"/>
                  <a:pt x="178411" y="61546"/>
                  <a:pt x="176213" y="61546"/>
                </a:cubicBezTo>
                <a:cubicBezTo>
                  <a:pt x="173648" y="61546"/>
                  <a:pt x="171450" y="59348"/>
                  <a:pt x="171450" y="56783"/>
                </a:cubicBezTo>
                <a:cubicBezTo>
                  <a:pt x="171450" y="54585"/>
                  <a:pt x="173648" y="52387"/>
                  <a:pt x="176213" y="52387"/>
                </a:cubicBezTo>
                <a:close/>
                <a:moveTo>
                  <a:pt x="112522" y="52387"/>
                </a:moveTo>
                <a:cubicBezTo>
                  <a:pt x="115189" y="52387"/>
                  <a:pt x="117094" y="54585"/>
                  <a:pt x="117094" y="56783"/>
                </a:cubicBezTo>
                <a:cubicBezTo>
                  <a:pt x="117094" y="59348"/>
                  <a:pt x="115189" y="61546"/>
                  <a:pt x="112522" y="61546"/>
                </a:cubicBezTo>
                <a:cubicBezTo>
                  <a:pt x="109855" y="61546"/>
                  <a:pt x="107950" y="59348"/>
                  <a:pt x="107950" y="56783"/>
                </a:cubicBezTo>
                <a:cubicBezTo>
                  <a:pt x="107950" y="54585"/>
                  <a:pt x="109855" y="52387"/>
                  <a:pt x="112522" y="52387"/>
                </a:cubicBezTo>
                <a:close/>
                <a:moveTo>
                  <a:pt x="143492" y="20637"/>
                </a:moveTo>
                <a:cubicBezTo>
                  <a:pt x="145973" y="20637"/>
                  <a:pt x="147745" y="22427"/>
                  <a:pt x="147745" y="24932"/>
                </a:cubicBezTo>
                <a:lnTo>
                  <a:pt x="147745" y="27796"/>
                </a:lnTo>
                <a:cubicBezTo>
                  <a:pt x="153417" y="29228"/>
                  <a:pt x="158025" y="32808"/>
                  <a:pt x="160507" y="38177"/>
                </a:cubicBezTo>
                <a:cubicBezTo>
                  <a:pt x="161216" y="40325"/>
                  <a:pt x="160152" y="43189"/>
                  <a:pt x="158025" y="43905"/>
                </a:cubicBezTo>
                <a:cubicBezTo>
                  <a:pt x="155544" y="44979"/>
                  <a:pt x="153417" y="43905"/>
                  <a:pt x="152354" y="41757"/>
                </a:cubicBezTo>
                <a:cubicBezTo>
                  <a:pt x="150936" y="38535"/>
                  <a:pt x="147391" y="36029"/>
                  <a:pt x="143492" y="36029"/>
                </a:cubicBezTo>
                <a:cubicBezTo>
                  <a:pt x="138529" y="36029"/>
                  <a:pt x="133920" y="39967"/>
                  <a:pt x="133920" y="44263"/>
                </a:cubicBezTo>
                <a:cubicBezTo>
                  <a:pt x="133920" y="49990"/>
                  <a:pt x="137111" y="52496"/>
                  <a:pt x="143492" y="52496"/>
                </a:cubicBezTo>
                <a:cubicBezTo>
                  <a:pt x="154481" y="52496"/>
                  <a:pt x="161570" y="59297"/>
                  <a:pt x="161570" y="69320"/>
                </a:cubicBezTo>
                <a:cubicBezTo>
                  <a:pt x="161570" y="77196"/>
                  <a:pt x="155544" y="83997"/>
                  <a:pt x="147745" y="85787"/>
                </a:cubicBezTo>
                <a:lnTo>
                  <a:pt x="147745" y="89009"/>
                </a:lnTo>
                <a:cubicBezTo>
                  <a:pt x="147745" y="91514"/>
                  <a:pt x="145973" y="93304"/>
                  <a:pt x="143492" y="93304"/>
                </a:cubicBezTo>
                <a:cubicBezTo>
                  <a:pt x="141010" y="93304"/>
                  <a:pt x="139238" y="91514"/>
                  <a:pt x="139238" y="89009"/>
                </a:cubicBezTo>
                <a:lnTo>
                  <a:pt x="139238" y="85787"/>
                </a:lnTo>
                <a:cubicBezTo>
                  <a:pt x="133566" y="84355"/>
                  <a:pt x="128958" y="80775"/>
                  <a:pt x="126831" y="75764"/>
                </a:cubicBezTo>
                <a:cubicBezTo>
                  <a:pt x="126122" y="73258"/>
                  <a:pt x="126831" y="70752"/>
                  <a:pt x="128958" y="70036"/>
                </a:cubicBezTo>
                <a:cubicBezTo>
                  <a:pt x="131439" y="68962"/>
                  <a:pt x="133920" y="70036"/>
                  <a:pt x="134629" y="72184"/>
                </a:cubicBezTo>
                <a:cubicBezTo>
                  <a:pt x="136047" y="75406"/>
                  <a:pt x="139592" y="77912"/>
                  <a:pt x="143492" y="77912"/>
                </a:cubicBezTo>
                <a:cubicBezTo>
                  <a:pt x="148454" y="77912"/>
                  <a:pt x="153063" y="73974"/>
                  <a:pt x="153063" y="69320"/>
                </a:cubicBezTo>
                <a:cubicBezTo>
                  <a:pt x="153063" y="63951"/>
                  <a:pt x="149872" y="61445"/>
                  <a:pt x="143492" y="61445"/>
                </a:cubicBezTo>
                <a:cubicBezTo>
                  <a:pt x="130376" y="61445"/>
                  <a:pt x="125413" y="52496"/>
                  <a:pt x="125413" y="44263"/>
                </a:cubicBezTo>
                <a:cubicBezTo>
                  <a:pt x="125413" y="36387"/>
                  <a:pt x="131439" y="29586"/>
                  <a:pt x="139238" y="28154"/>
                </a:cubicBezTo>
                <a:lnTo>
                  <a:pt x="139238" y="24932"/>
                </a:lnTo>
                <a:cubicBezTo>
                  <a:pt x="139238" y="22427"/>
                  <a:pt x="141010" y="20637"/>
                  <a:pt x="143492" y="20637"/>
                </a:cubicBezTo>
                <a:close/>
                <a:moveTo>
                  <a:pt x="145076" y="8661"/>
                </a:moveTo>
                <a:cubicBezTo>
                  <a:pt x="118731" y="8661"/>
                  <a:pt x="96717" y="30314"/>
                  <a:pt x="96717" y="57020"/>
                </a:cubicBezTo>
                <a:cubicBezTo>
                  <a:pt x="96717" y="83725"/>
                  <a:pt x="118731" y="105378"/>
                  <a:pt x="145076" y="105378"/>
                </a:cubicBezTo>
                <a:cubicBezTo>
                  <a:pt x="171782" y="105378"/>
                  <a:pt x="193435" y="83725"/>
                  <a:pt x="193435" y="57020"/>
                </a:cubicBezTo>
                <a:cubicBezTo>
                  <a:pt x="193435" y="30314"/>
                  <a:pt x="171782" y="8661"/>
                  <a:pt x="145076" y="8661"/>
                </a:cubicBezTo>
                <a:close/>
                <a:moveTo>
                  <a:pt x="145076" y="0"/>
                </a:moveTo>
                <a:cubicBezTo>
                  <a:pt x="176473" y="0"/>
                  <a:pt x="202457" y="25623"/>
                  <a:pt x="202457" y="57020"/>
                </a:cubicBezTo>
                <a:cubicBezTo>
                  <a:pt x="202457" y="87334"/>
                  <a:pt x="179000" y="111874"/>
                  <a:pt x="149406" y="114040"/>
                </a:cubicBezTo>
                <a:lnTo>
                  <a:pt x="149406" y="143632"/>
                </a:lnTo>
                <a:cubicBezTo>
                  <a:pt x="156624" y="134610"/>
                  <a:pt x="167812" y="128836"/>
                  <a:pt x="180082" y="128836"/>
                </a:cubicBezTo>
                <a:lnTo>
                  <a:pt x="215449" y="128836"/>
                </a:lnTo>
                <a:cubicBezTo>
                  <a:pt x="217975" y="128836"/>
                  <a:pt x="219780" y="131001"/>
                  <a:pt x="219780" y="133527"/>
                </a:cubicBezTo>
                <a:cubicBezTo>
                  <a:pt x="219780" y="155181"/>
                  <a:pt x="202096" y="172864"/>
                  <a:pt x="180082" y="172864"/>
                </a:cubicBezTo>
                <a:lnTo>
                  <a:pt x="149406" y="172864"/>
                </a:lnTo>
                <a:lnTo>
                  <a:pt x="149406" y="194156"/>
                </a:lnTo>
                <a:cubicBezTo>
                  <a:pt x="150850" y="193795"/>
                  <a:pt x="152294" y="193434"/>
                  <a:pt x="153737" y="193434"/>
                </a:cubicBezTo>
                <a:lnTo>
                  <a:pt x="206788" y="193434"/>
                </a:lnTo>
                <a:cubicBezTo>
                  <a:pt x="214005" y="193434"/>
                  <a:pt x="219780" y="199569"/>
                  <a:pt x="219780" y="206426"/>
                </a:cubicBezTo>
                <a:lnTo>
                  <a:pt x="219780" y="218335"/>
                </a:lnTo>
                <a:cubicBezTo>
                  <a:pt x="219780" y="220501"/>
                  <a:pt x="219419" y="222305"/>
                  <a:pt x="218697" y="224109"/>
                </a:cubicBezTo>
                <a:cubicBezTo>
                  <a:pt x="220141" y="223388"/>
                  <a:pt x="222306" y="222666"/>
                  <a:pt x="224471" y="222666"/>
                </a:cubicBezTo>
                <a:lnTo>
                  <a:pt x="277160" y="222666"/>
                </a:lnTo>
                <a:cubicBezTo>
                  <a:pt x="284378" y="222666"/>
                  <a:pt x="290152" y="228801"/>
                  <a:pt x="290152" y="236019"/>
                </a:cubicBezTo>
                <a:lnTo>
                  <a:pt x="290152" y="247567"/>
                </a:lnTo>
                <a:cubicBezTo>
                  <a:pt x="290152" y="251176"/>
                  <a:pt x="289070" y="254063"/>
                  <a:pt x="286904" y="256228"/>
                </a:cubicBezTo>
                <a:cubicBezTo>
                  <a:pt x="289070" y="258754"/>
                  <a:pt x="290152" y="262002"/>
                  <a:pt x="290152" y="265250"/>
                </a:cubicBezTo>
                <a:lnTo>
                  <a:pt x="290152" y="276799"/>
                </a:lnTo>
                <a:cubicBezTo>
                  <a:pt x="290152" y="284016"/>
                  <a:pt x="284378" y="290151"/>
                  <a:pt x="277160" y="290151"/>
                </a:cubicBezTo>
                <a:lnTo>
                  <a:pt x="224471" y="290151"/>
                </a:lnTo>
                <a:cubicBezTo>
                  <a:pt x="220862" y="290151"/>
                  <a:pt x="217614" y="288708"/>
                  <a:pt x="215449" y="286903"/>
                </a:cubicBezTo>
                <a:cubicBezTo>
                  <a:pt x="212923" y="288708"/>
                  <a:pt x="210036" y="290151"/>
                  <a:pt x="206788" y="290151"/>
                </a:cubicBezTo>
                <a:lnTo>
                  <a:pt x="153737" y="290151"/>
                </a:lnTo>
                <a:cubicBezTo>
                  <a:pt x="150489" y="290151"/>
                  <a:pt x="147602" y="288708"/>
                  <a:pt x="145076" y="286903"/>
                </a:cubicBezTo>
                <a:cubicBezTo>
                  <a:pt x="142550" y="288708"/>
                  <a:pt x="139663" y="290151"/>
                  <a:pt x="136415" y="290151"/>
                </a:cubicBezTo>
                <a:lnTo>
                  <a:pt x="83725" y="290151"/>
                </a:lnTo>
                <a:cubicBezTo>
                  <a:pt x="80116" y="290151"/>
                  <a:pt x="77229" y="288708"/>
                  <a:pt x="75064" y="286903"/>
                </a:cubicBezTo>
                <a:cubicBezTo>
                  <a:pt x="72538" y="288708"/>
                  <a:pt x="69290" y="290151"/>
                  <a:pt x="66042" y="290151"/>
                </a:cubicBezTo>
                <a:lnTo>
                  <a:pt x="13353" y="290151"/>
                </a:lnTo>
                <a:cubicBezTo>
                  <a:pt x="6135" y="290151"/>
                  <a:pt x="0" y="284016"/>
                  <a:pt x="0" y="276799"/>
                </a:cubicBezTo>
                <a:lnTo>
                  <a:pt x="0" y="265250"/>
                </a:lnTo>
                <a:cubicBezTo>
                  <a:pt x="0" y="258033"/>
                  <a:pt x="6135" y="252258"/>
                  <a:pt x="13353" y="252258"/>
                </a:cubicBezTo>
                <a:lnTo>
                  <a:pt x="66042" y="252258"/>
                </a:lnTo>
                <a:cubicBezTo>
                  <a:pt x="68207" y="252258"/>
                  <a:pt x="70012" y="252619"/>
                  <a:pt x="71816" y="253341"/>
                </a:cubicBezTo>
                <a:cubicBezTo>
                  <a:pt x="70733" y="251537"/>
                  <a:pt x="70372" y="249732"/>
                  <a:pt x="70372" y="247567"/>
                </a:cubicBezTo>
                <a:lnTo>
                  <a:pt x="70372" y="236019"/>
                </a:lnTo>
                <a:cubicBezTo>
                  <a:pt x="70372" y="228801"/>
                  <a:pt x="76508" y="222666"/>
                  <a:pt x="83725" y="222666"/>
                </a:cubicBezTo>
                <a:lnTo>
                  <a:pt x="136415" y="222666"/>
                </a:lnTo>
                <a:cubicBezTo>
                  <a:pt x="137858" y="222666"/>
                  <a:pt x="139302" y="223027"/>
                  <a:pt x="140745" y="223388"/>
                </a:cubicBezTo>
                <a:lnTo>
                  <a:pt x="140745" y="202456"/>
                </a:lnTo>
                <a:lnTo>
                  <a:pt x="110070" y="202456"/>
                </a:lnTo>
                <a:cubicBezTo>
                  <a:pt x="88056" y="202456"/>
                  <a:pt x="70372" y="184412"/>
                  <a:pt x="70372" y="162759"/>
                </a:cubicBezTo>
                <a:cubicBezTo>
                  <a:pt x="70372" y="160233"/>
                  <a:pt x="72177" y="158068"/>
                  <a:pt x="75064" y="158068"/>
                </a:cubicBezTo>
                <a:lnTo>
                  <a:pt x="110070" y="158068"/>
                </a:lnTo>
                <a:cubicBezTo>
                  <a:pt x="122340" y="158068"/>
                  <a:pt x="133527" y="163842"/>
                  <a:pt x="140745" y="173225"/>
                </a:cubicBezTo>
                <a:lnTo>
                  <a:pt x="140745" y="114040"/>
                </a:lnTo>
                <a:cubicBezTo>
                  <a:pt x="111513" y="111874"/>
                  <a:pt x="88056" y="87334"/>
                  <a:pt x="88056" y="57020"/>
                </a:cubicBezTo>
                <a:cubicBezTo>
                  <a:pt x="88056" y="25623"/>
                  <a:pt x="113679" y="0"/>
                  <a:pt x="145076"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3600" b="0" i="0" u="none" strike="noStrike" cap="none">
              <a:solidFill>
                <a:srgbClr val="AAAAAA"/>
              </a:solidFill>
              <a:latin typeface="Calibri"/>
              <a:ea typeface="Calibri"/>
              <a:cs typeface="Calibri"/>
              <a:sym typeface="Calibri"/>
            </a:endParaRPr>
          </a:p>
        </p:txBody>
      </p:sp>
      <p:sp>
        <p:nvSpPr>
          <p:cNvPr id="870" name="Google Shape;870;p14"/>
          <p:cNvSpPr txBox="1"/>
          <p:nvPr/>
        </p:nvSpPr>
        <p:spPr>
          <a:xfrm>
            <a:off x="4778402" y="3572968"/>
            <a:ext cx="1378558" cy="80018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n" sz="2000" b="1" i="0" u="none" strike="noStrike" cap="none">
                <a:solidFill>
                  <a:schemeClr val="dk1"/>
                </a:solidFill>
                <a:latin typeface="Arial"/>
                <a:ea typeface="Arial"/>
                <a:cs typeface="Arial"/>
                <a:sym typeface="Arial"/>
              </a:rPr>
              <a:t>  Key </a:t>
            </a:r>
            <a:endParaRPr sz="20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 sz="2000" b="1" i="0" u="none" strike="noStrike" cap="none">
                <a:solidFill>
                  <a:schemeClr val="dk1"/>
                </a:solidFill>
                <a:latin typeface="Arial"/>
                <a:ea typeface="Arial"/>
                <a:cs typeface="Arial"/>
                <a:sym typeface="Arial"/>
              </a:rPr>
              <a:t>concepts</a:t>
            </a:r>
            <a:endParaRPr sz="2000" b="1" i="0" u="none" strike="noStrike" cap="none">
              <a:solidFill>
                <a:schemeClr val="dk1"/>
              </a:solidFill>
              <a:latin typeface="Arial"/>
              <a:ea typeface="Arial"/>
              <a:cs typeface="Arial"/>
              <a:sym typeface="Arial"/>
            </a:endParaRPr>
          </a:p>
        </p:txBody>
      </p:sp>
      <p:pic>
        <p:nvPicPr>
          <p:cNvPr id="871" name="Google Shape;871;p14"/>
          <p:cNvPicPr preferRelativeResize="0"/>
          <p:nvPr/>
        </p:nvPicPr>
        <p:blipFill rotWithShape="1">
          <a:blip r:embed="rId3">
            <a:alphaModFix/>
          </a:blip>
          <a:srcRect/>
          <a:stretch/>
        </p:blipFill>
        <p:spPr>
          <a:xfrm>
            <a:off x="6042454" y="2427306"/>
            <a:ext cx="1002117" cy="911779"/>
          </a:xfrm>
          <a:prstGeom prst="rect">
            <a:avLst/>
          </a:prstGeom>
          <a:noFill/>
          <a:ln>
            <a:noFill/>
          </a:ln>
        </p:spPr>
      </p:pic>
      <p:pic>
        <p:nvPicPr>
          <p:cNvPr id="872" name="Google Shape;872;p14"/>
          <p:cNvPicPr preferRelativeResize="0"/>
          <p:nvPr/>
        </p:nvPicPr>
        <p:blipFill rotWithShape="1">
          <a:blip r:embed="rId4">
            <a:alphaModFix/>
          </a:blip>
          <a:srcRect/>
          <a:stretch/>
        </p:blipFill>
        <p:spPr>
          <a:xfrm>
            <a:off x="5984431" y="4368963"/>
            <a:ext cx="1102593" cy="1102593"/>
          </a:xfrm>
          <a:prstGeom prst="rect">
            <a:avLst/>
          </a:prstGeom>
          <a:noFill/>
          <a:ln>
            <a:noFill/>
          </a:ln>
        </p:spPr>
      </p:pic>
      <p:pic>
        <p:nvPicPr>
          <p:cNvPr id="873" name="Google Shape;873;p14"/>
          <p:cNvPicPr preferRelativeResize="0"/>
          <p:nvPr/>
        </p:nvPicPr>
        <p:blipFill rotWithShape="1">
          <a:blip r:embed="rId5">
            <a:alphaModFix/>
          </a:blip>
          <a:srcRect/>
          <a:stretch/>
        </p:blipFill>
        <p:spPr>
          <a:xfrm>
            <a:off x="4009258" y="2427306"/>
            <a:ext cx="864727" cy="8647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1.1.3 Key concepts : Repositories in SCM</a:t>
            </a:r>
            <a:endParaRPr/>
          </a:p>
        </p:txBody>
      </p:sp>
      <p:sp>
        <p:nvSpPr>
          <p:cNvPr id="879" name="Google Shape;879;p1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Repositories serve as central hubs where project assets are stored, managed, and organized systematically.</a:t>
            </a:r>
            <a:endParaRPr/>
          </a:p>
          <a:p>
            <a:pPr marL="0" lvl="0" indent="0" algn="l" rtl="0">
              <a:lnSpc>
                <a:spcPct val="90000"/>
              </a:lnSpc>
              <a:spcBef>
                <a:spcPts val="838"/>
              </a:spcBef>
              <a:spcAft>
                <a:spcPts val="0"/>
              </a:spcAft>
              <a:buClr>
                <a:schemeClr val="dk1"/>
              </a:buClr>
              <a:buSzPts val="1800"/>
              <a:buNone/>
            </a:pPr>
            <a:endParaRPr/>
          </a:p>
        </p:txBody>
      </p:sp>
      <p:sp>
        <p:nvSpPr>
          <p:cNvPr id="880" name="Google Shape;880;p15"/>
          <p:cNvSpPr txBox="1"/>
          <p:nvPr/>
        </p:nvSpPr>
        <p:spPr>
          <a:xfrm>
            <a:off x="7846062" y="1940843"/>
            <a:ext cx="2865600" cy="720300"/>
          </a:xfrm>
          <a:prstGeom prst="rect">
            <a:avLst/>
          </a:prstGeom>
          <a:noFill/>
          <a:ln>
            <a:noFill/>
          </a:ln>
        </p:spPr>
        <p:txBody>
          <a:bodyPr spcFirstLastPara="1" wrap="square" lIns="45700" tIns="0" rIns="137150" bIns="137150" anchor="b"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881" name="Google Shape;881;p15"/>
          <p:cNvSpPr txBox="1"/>
          <p:nvPr/>
        </p:nvSpPr>
        <p:spPr>
          <a:xfrm>
            <a:off x="2101061" y="2017043"/>
            <a:ext cx="2498400" cy="720300"/>
          </a:xfrm>
          <a:prstGeom prst="rect">
            <a:avLst/>
          </a:prstGeom>
          <a:noFill/>
          <a:ln>
            <a:noFill/>
          </a:ln>
        </p:spPr>
        <p:txBody>
          <a:bodyPr spcFirstLastPara="1" wrap="square" lIns="45700" tIns="0" rIns="137150" bIns="137150" anchor="b" anchorCtr="0">
            <a:noAutofit/>
          </a:bodyPr>
          <a:lstStyle/>
          <a:p>
            <a:pPr marL="0" marR="0" lvl="0" indent="0" algn="l" rtl="0">
              <a:lnSpc>
                <a:spcPct val="115000"/>
              </a:lnSpc>
              <a:spcBef>
                <a:spcPts val="1500"/>
              </a:spcBef>
              <a:spcAft>
                <a:spcPts val="1500"/>
              </a:spcAft>
              <a:buNone/>
            </a:pPr>
            <a:r>
              <a:rPr lang="en" sz="1600" b="0" i="0" u="none" strike="noStrike" cap="none">
                <a:solidFill>
                  <a:schemeClr val="dk1"/>
                </a:solidFill>
                <a:latin typeface="Arial"/>
                <a:ea typeface="Arial"/>
                <a:cs typeface="Arial"/>
                <a:sym typeface="Arial"/>
              </a:rPr>
              <a:t>Types of Repositories</a:t>
            </a:r>
            <a:endParaRPr sz="2500" b="0" i="0" u="none" strike="noStrike" cap="none">
              <a:solidFill>
                <a:schemeClr val="dk1"/>
              </a:solidFill>
              <a:latin typeface="Arial"/>
              <a:ea typeface="Arial"/>
              <a:cs typeface="Arial"/>
              <a:sym typeface="Arial"/>
            </a:endParaRPr>
          </a:p>
        </p:txBody>
      </p:sp>
      <p:sp>
        <p:nvSpPr>
          <p:cNvPr id="882" name="Google Shape;882;p15"/>
          <p:cNvSpPr txBox="1"/>
          <p:nvPr/>
        </p:nvSpPr>
        <p:spPr>
          <a:xfrm>
            <a:off x="5500071" y="2017044"/>
            <a:ext cx="2498400" cy="720300"/>
          </a:xfrm>
          <a:prstGeom prst="rect">
            <a:avLst/>
          </a:prstGeom>
          <a:noFill/>
          <a:ln>
            <a:noFill/>
          </a:ln>
        </p:spPr>
        <p:txBody>
          <a:bodyPr spcFirstLastPara="1" wrap="square" lIns="45700" tIns="0" rIns="137150" bIns="137150" anchor="b" anchorCtr="0">
            <a:noAutofit/>
          </a:bodyPr>
          <a:lstStyle/>
          <a:p>
            <a:pPr marL="0" marR="0" lvl="0" indent="0" algn="l" rtl="0">
              <a:lnSpc>
                <a:spcPct val="115000"/>
              </a:lnSpc>
              <a:spcBef>
                <a:spcPts val="1500"/>
              </a:spcBef>
              <a:spcAft>
                <a:spcPts val="1500"/>
              </a:spcAft>
              <a:buNone/>
            </a:pPr>
            <a:r>
              <a:rPr lang="en" sz="1600" b="0" i="0" u="none" strike="noStrike" cap="none">
                <a:solidFill>
                  <a:schemeClr val="dk1"/>
                </a:solidFill>
                <a:latin typeface="Arial"/>
                <a:ea typeface="Arial"/>
                <a:cs typeface="Arial"/>
                <a:sym typeface="Arial"/>
              </a:rPr>
              <a:t>Key Functions</a:t>
            </a:r>
            <a:endParaRPr sz="2500" b="0" i="0" u="none" strike="noStrike" cap="none">
              <a:solidFill>
                <a:schemeClr val="dk1"/>
              </a:solidFill>
              <a:latin typeface="Arial"/>
              <a:ea typeface="Arial"/>
              <a:cs typeface="Arial"/>
              <a:sym typeface="Arial"/>
            </a:endParaRPr>
          </a:p>
        </p:txBody>
      </p:sp>
      <p:cxnSp>
        <p:nvCxnSpPr>
          <p:cNvPr id="883" name="Google Shape;883;p15"/>
          <p:cNvCxnSpPr/>
          <p:nvPr/>
        </p:nvCxnSpPr>
        <p:spPr>
          <a:xfrm>
            <a:off x="2026119" y="2631968"/>
            <a:ext cx="2497200" cy="0"/>
          </a:xfrm>
          <a:prstGeom prst="straightConnector1">
            <a:avLst/>
          </a:prstGeom>
          <a:noFill/>
          <a:ln w="28575" cap="flat" cmpd="sng">
            <a:solidFill>
              <a:srgbClr val="224970"/>
            </a:solidFill>
            <a:prstDash val="solid"/>
            <a:round/>
            <a:headEnd type="none" w="sm" len="sm"/>
            <a:tailEnd type="none" w="sm" len="sm"/>
          </a:ln>
        </p:spPr>
      </p:cxnSp>
      <p:cxnSp>
        <p:nvCxnSpPr>
          <p:cNvPr id="884" name="Google Shape;884;p15"/>
          <p:cNvCxnSpPr/>
          <p:nvPr/>
        </p:nvCxnSpPr>
        <p:spPr>
          <a:xfrm>
            <a:off x="5043948" y="2631968"/>
            <a:ext cx="2497200" cy="0"/>
          </a:xfrm>
          <a:prstGeom prst="straightConnector1">
            <a:avLst/>
          </a:prstGeom>
          <a:noFill/>
          <a:ln w="28575" cap="flat" cmpd="sng">
            <a:solidFill>
              <a:srgbClr val="224970"/>
            </a:solidFill>
            <a:prstDash val="solid"/>
            <a:round/>
            <a:headEnd type="none" w="sm" len="sm"/>
            <a:tailEnd type="none" w="sm" len="sm"/>
          </a:ln>
        </p:spPr>
      </p:cxnSp>
      <p:cxnSp>
        <p:nvCxnSpPr>
          <p:cNvPr id="885" name="Google Shape;885;p15"/>
          <p:cNvCxnSpPr/>
          <p:nvPr/>
        </p:nvCxnSpPr>
        <p:spPr>
          <a:xfrm>
            <a:off x="7909496" y="2631968"/>
            <a:ext cx="2497200" cy="0"/>
          </a:xfrm>
          <a:prstGeom prst="straightConnector1">
            <a:avLst/>
          </a:prstGeom>
          <a:noFill/>
          <a:ln w="28575" cap="flat" cmpd="sng">
            <a:solidFill>
              <a:srgbClr val="224970"/>
            </a:solidFill>
            <a:prstDash val="solid"/>
            <a:round/>
            <a:headEnd type="none" w="sm" len="sm"/>
            <a:tailEnd type="none" w="sm" len="sm"/>
          </a:ln>
        </p:spPr>
      </p:cxnSp>
      <p:sp>
        <p:nvSpPr>
          <p:cNvPr id="886" name="Google Shape;886;p15"/>
          <p:cNvSpPr txBox="1"/>
          <p:nvPr/>
        </p:nvSpPr>
        <p:spPr>
          <a:xfrm>
            <a:off x="8425662" y="1940843"/>
            <a:ext cx="3000000" cy="85251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500"/>
              </a:spcBef>
              <a:spcAft>
                <a:spcPts val="1500"/>
              </a:spcAft>
              <a:buNone/>
            </a:pPr>
            <a:r>
              <a:rPr lang="en" sz="1600" b="0" i="0" u="none" strike="noStrike" cap="none">
                <a:solidFill>
                  <a:schemeClr val="dk1"/>
                </a:solidFill>
                <a:latin typeface="Arial"/>
                <a:ea typeface="Arial"/>
                <a:cs typeface="Arial"/>
                <a:sym typeface="Arial"/>
              </a:rPr>
              <a:t>Examples</a:t>
            </a:r>
            <a:endParaRPr sz="1600" b="0" i="0" u="none" strike="noStrike" cap="none">
              <a:solidFill>
                <a:schemeClr val="dk1"/>
              </a:solidFill>
              <a:latin typeface="Arial"/>
              <a:ea typeface="Arial"/>
              <a:cs typeface="Arial"/>
              <a:sym typeface="Arial"/>
            </a:endParaRPr>
          </a:p>
        </p:txBody>
      </p:sp>
      <p:sp>
        <p:nvSpPr>
          <p:cNvPr id="887" name="Google Shape;887;p15"/>
          <p:cNvSpPr txBox="1"/>
          <p:nvPr/>
        </p:nvSpPr>
        <p:spPr>
          <a:xfrm>
            <a:off x="1495506" y="2495434"/>
            <a:ext cx="3304380" cy="1014093"/>
          </a:xfrm>
          <a:prstGeom prst="rect">
            <a:avLst/>
          </a:prstGeom>
          <a:noFill/>
          <a:ln>
            <a:noFill/>
          </a:ln>
        </p:spPr>
        <p:txBody>
          <a:bodyPr spcFirstLastPara="1" wrap="square" lIns="91425" tIns="91425" rIns="91425" bIns="91425" anchor="t" anchorCtr="0">
            <a:spAutoFit/>
          </a:bodyPr>
          <a:lstStyle/>
          <a:p>
            <a:pPr marL="444493" marR="0" lvl="0" indent="-285750" algn="l" rtl="0">
              <a:lnSpc>
                <a:spcPct val="115000"/>
              </a:lnSpc>
              <a:spcBef>
                <a:spcPts val="150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Centralized Repositories</a:t>
            </a:r>
            <a:endParaRPr sz="1800" b="0" i="0" u="none" strike="noStrike" cap="none">
              <a:solidFill>
                <a:schemeClr val="dk1"/>
              </a:solidFill>
              <a:latin typeface="Arial"/>
              <a:ea typeface="Arial"/>
              <a:cs typeface="Arial"/>
              <a:sym typeface="Arial"/>
            </a:endParaRPr>
          </a:p>
          <a:p>
            <a:pPr marL="444493" marR="0" lvl="0" indent="-285750"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Distributed Repositories</a:t>
            </a:r>
            <a:endParaRPr sz="1800" b="0" i="0" u="none" strike="noStrike" cap="none">
              <a:solidFill>
                <a:schemeClr val="dk1"/>
              </a:solidFill>
              <a:latin typeface="Arial"/>
              <a:ea typeface="Arial"/>
              <a:cs typeface="Arial"/>
              <a:sym typeface="Arial"/>
            </a:endParaRPr>
          </a:p>
        </p:txBody>
      </p:sp>
      <p:sp>
        <p:nvSpPr>
          <p:cNvPr id="888" name="Google Shape;888;p15"/>
          <p:cNvSpPr txBox="1"/>
          <p:nvPr/>
        </p:nvSpPr>
        <p:spPr>
          <a:xfrm>
            <a:off x="4950510" y="2495434"/>
            <a:ext cx="3475152" cy="1332642"/>
          </a:xfrm>
          <a:prstGeom prst="rect">
            <a:avLst/>
          </a:prstGeom>
          <a:noFill/>
          <a:ln>
            <a:noFill/>
          </a:ln>
        </p:spPr>
        <p:txBody>
          <a:bodyPr spcFirstLastPara="1" wrap="square" lIns="91425" tIns="91425" rIns="91425" bIns="91425" anchor="t" anchorCtr="0">
            <a:spAutoFit/>
          </a:bodyPr>
          <a:lstStyle/>
          <a:p>
            <a:pPr marL="457178" marR="0" lvl="0" indent="-298435" algn="l" rtl="0">
              <a:lnSpc>
                <a:spcPct val="115000"/>
              </a:lnSpc>
              <a:spcBef>
                <a:spcPts val="150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Storage</a:t>
            </a:r>
            <a:endParaRPr sz="1800" b="0" i="0" u="none" strike="noStrike" cap="none">
              <a:solidFill>
                <a:schemeClr val="dk1"/>
              </a:solidFill>
              <a:latin typeface="Arial"/>
              <a:ea typeface="Arial"/>
              <a:cs typeface="Arial"/>
              <a:sym typeface="Arial"/>
            </a:endParaRPr>
          </a:p>
          <a:p>
            <a:pPr marL="457178" marR="0" lvl="0" indent="-298435"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Versioning</a:t>
            </a:r>
            <a:endParaRPr sz="1800" b="0" i="0" u="none" strike="noStrike" cap="none">
              <a:solidFill>
                <a:schemeClr val="dk1"/>
              </a:solidFill>
              <a:latin typeface="Arial"/>
              <a:ea typeface="Arial"/>
              <a:cs typeface="Arial"/>
              <a:sym typeface="Arial"/>
            </a:endParaRPr>
          </a:p>
          <a:p>
            <a:pPr marL="457178" marR="0" lvl="0" indent="-298435"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History</a:t>
            </a:r>
            <a:endParaRPr sz="1800" b="0" i="0" u="none" strike="noStrike" cap="none">
              <a:solidFill>
                <a:schemeClr val="dk1"/>
              </a:solidFill>
              <a:latin typeface="Arial"/>
              <a:ea typeface="Arial"/>
              <a:cs typeface="Arial"/>
              <a:sym typeface="Arial"/>
            </a:endParaRPr>
          </a:p>
        </p:txBody>
      </p:sp>
      <p:sp>
        <p:nvSpPr>
          <p:cNvPr id="889" name="Google Shape;889;p15"/>
          <p:cNvSpPr txBox="1"/>
          <p:nvPr/>
        </p:nvSpPr>
        <p:spPr>
          <a:xfrm>
            <a:off x="8229601" y="2495434"/>
            <a:ext cx="3000000" cy="1014093"/>
          </a:xfrm>
          <a:prstGeom prst="rect">
            <a:avLst/>
          </a:prstGeom>
          <a:noFill/>
          <a:ln>
            <a:noFill/>
          </a:ln>
        </p:spPr>
        <p:txBody>
          <a:bodyPr spcFirstLastPara="1" wrap="square" lIns="91425" tIns="91425" rIns="91425" bIns="91425" anchor="t" anchorCtr="0">
            <a:spAutoFit/>
          </a:bodyPr>
          <a:lstStyle/>
          <a:p>
            <a:pPr marL="457178" marR="0" lvl="0" indent="-304785" algn="l" rtl="0">
              <a:lnSpc>
                <a:spcPct val="115000"/>
              </a:lnSpc>
              <a:spcBef>
                <a:spcPts val="150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Git</a:t>
            </a:r>
            <a:endParaRPr sz="1800" b="0" i="0" u="none" strike="noStrike" cap="none">
              <a:solidFill>
                <a:schemeClr val="dk1"/>
              </a:solidFill>
              <a:latin typeface="Arial"/>
              <a:ea typeface="Arial"/>
              <a:cs typeface="Arial"/>
              <a:sym typeface="Arial"/>
            </a:endParaRPr>
          </a:p>
          <a:p>
            <a:pPr marL="457178" marR="0" lvl="0" indent="-304785" algn="l" rtl="0">
              <a:lnSpc>
                <a:spcPct val="115000"/>
              </a:lnSpc>
              <a:spcBef>
                <a:spcPts val="0"/>
              </a:spcBef>
              <a:spcAft>
                <a:spcPts val="0"/>
              </a:spcAft>
              <a:buClr>
                <a:schemeClr val="dk1"/>
              </a:buClr>
              <a:buSzPts val="1800"/>
              <a:buFont typeface="Noto Sans Symbols"/>
              <a:buChar char="⭲"/>
            </a:pPr>
            <a:r>
              <a:rPr lang="en" sz="1800" b="0" i="0" u="none" strike="noStrike" cap="none">
                <a:solidFill>
                  <a:schemeClr val="dk1"/>
                </a:solidFill>
                <a:latin typeface="Arial"/>
                <a:ea typeface="Arial"/>
                <a:cs typeface="Arial"/>
                <a:sym typeface="Arial"/>
              </a:rPr>
              <a:t>SVN (Subversion)</a:t>
            </a:r>
            <a:endParaRPr sz="1800" b="0" i="0" u="none" strike="noStrike" cap="none">
              <a:solidFill>
                <a:schemeClr val="dk1"/>
              </a:solidFill>
              <a:latin typeface="Arial"/>
              <a:ea typeface="Arial"/>
              <a:cs typeface="Arial"/>
              <a:sym typeface="Arial"/>
            </a:endParaRPr>
          </a:p>
        </p:txBody>
      </p:sp>
      <p:sp>
        <p:nvSpPr>
          <p:cNvPr id="890" name="Google Shape;890;p15"/>
          <p:cNvSpPr/>
          <p:nvPr/>
        </p:nvSpPr>
        <p:spPr>
          <a:xfrm>
            <a:off x="2552700" y="3886200"/>
            <a:ext cx="6332572" cy="2499360"/>
          </a:xfrm>
          <a:prstGeom prst="roundRect">
            <a:avLst>
              <a:gd name="adj" fmla="val 5691"/>
            </a:avLst>
          </a:prstGeom>
          <a:solidFill>
            <a:schemeClr val="lt1"/>
          </a:solidFill>
          <a:ln w="28575"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91" name="Google Shape;891;p15"/>
          <p:cNvSpPr/>
          <p:nvPr/>
        </p:nvSpPr>
        <p:spPr>
          <a:xfrm>
            <a:off x="6537960" y="4213860"/>
            <a:ext cx="1691641" cy="1977683"/>
          </a:xfrm>
          <a:prstGeom prst="rect">
            <a:avLst/>
          </a:prstGeom>
          <a:no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892" name="Google Shape;892;p15"/>
          <p:cNvGrpSpPr/>
          <p:nvPr/>
        </p:nvGrpSpPr>
        <p:grpSpPr>
          <a:xfrm>
            <a:off x="3136382" y="5307476"/>
            <a:ext cx="1713210" cy="925714"/>
            <a:chOff x="3136382" y="5238896"/>
            <a:chExt cx="1713210" cy="925714"/>
          </a:xfrm>
        </p:grpSpPr>
        <p:sp>
          <p:nvSpPr>
            <p:cNvPr id="893" name="Google Shape;893;p15"/>
            <p:cNvSpPr/>
            <p:nvPr/>
          </p:nvSpPr>
          <p:spPr>
            <a:xfrm>
              <a:off x="3151246" y="5238896"/>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1</a:t>
              </a:r>
              <a:endParaRPr sz="1400" b="1" i="0" u="none" strike="noStrike" cap="none">
                <a:solidFill>
                  <a:srgbClr val="7F7F7F"/>
                </a:solidFill>
                <a:latin typeface="Arial"/>
                <a:ea typeface="Arial"/>
                <a:cs typeface="Arial"/>
                <a:sym typeface="Arial"/>
              </a:endParaRPr>
            </a:p>
          </p:txBody>
        </p:sp>
        <p:sp>
          <p:nvSpPr>
            <p:cNvPr id="894" name="Google Shape;894;p15"/>
            <p:cNvSpPr/>
            <p:nvPr/>
          </p:nvSpPr>
          <p:spPr>
            <a:xfrm>
              <a:off x="3136382" y="5559243"/>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3</a:t>
              </a:r>
              <a:endParaRPr sz="1400" b="1" i="0" u="none" strike="noStrike" cap="none">
                <a:solidFill>
                  <a:srgbClr val="7F7F7F"/>
                </a:solidFill>
                <a:latin typeface="Arial"/>
                <a:ea typeface="Arial"/>
                <a:cs typeface="Arial"/>
                <a:sym typeface="Arial"/>
              </a:endParaRPr>
            </a:p>
          </p:txBody>
        </p:sp>
        <p:sp>
          <p:nvSpPr>
            <p:cNvPr id="895" name="Google Shape;895;p15"/>
            <p:cNvSpPr/>
            <p:nvPr/>
          </p:nvSpPr>
          <p:spPr>
            <a:xfrm>
              <a:off x="3919952" y="5739941"/>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4</a:t>
              </a:r>
              <a:endParaRPr sz="1400" b="1" i="0" u="none" strike="noStrike" cap="none">
                <a:solidFill>
                  <a:srgbClr val="7F7F7F"/>
                </a:solidFill>
                <a:latin typeface="Arial"/>
                <a:ea typeface="Arial"/>
                <a:cs typeface="Arial"/>
                <a:sym typeface="Arial"/>
              </a:endParaRPr>
            </a:p>
          </p:txBody>
        </p:sp>
        <p:sp>
          <p:nvSpPr>
            <p:cNvPr id="896" name="Google Shape;896;p15"/>
            <p:cNvSpPr/>
            <p:nvPr/>
          </p:nvSpPr>
          <p:spPr>
            <a:xfrm>
              <a:off x="3147696" y="5890290"/>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5</a:t>
              </a:r>
              <a:endParaRPr sz="1400" b="1" i="0" u="none" strike="noStrike" cap="none">
                <a:solidFill>
                  <a:srgbClr val="7F7F7F"/>
                </a:solidFill>
                <a:latin typeface="Arial"/>
                <a:ea typeface="Arial"/>
                <a:cs typeface="Arial"/>
                <a:sym typeface="Arial"/>
              </a:endParaRPr>
            </a:p>
          </p:txBody>
        </p:sp>
        <p:sp>
          <p:nvSpPr>
            <p:cNvPr id="897" name="Google Shape;897;p15"/>
            <p:cNvSpPr/>
            <p:nvPr/>
          </p:nvSpPr>
          <p:spPr>
            <a:xfrm>
              <a:off x="3913188" y="5351608"/>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2</a:t>
              </a:r>
              <a:endParaRPr sz="1400" b="1" i="0" u="none" strike="noStrike" cap="none">
                <a:solidFill>
                  <a:srgbClr val="7F7F7F"/>
                </a:solidFill>
                <a:latin typeface="Arial"/>
                <a:ea typeface="Arial"/>
                <a:cs typeface="Arial"/>
                <a:sym typeface="Arial"/>
              </a:endParaRPr>
            </a:p>
          </p:txBody>
        </p:sp>
      </p:grpSp>
      <p:grpSp>
        <p:nvGrpSpPr>
          <p:cNvPr id="898" name="Google Shape;898;p15"/>
          <p:cNvGrpSpPr/>
          <p:nvPr/>
        </p:nvGrpSpPr>
        <p:grpSpPr>
          <a:xfrm>
            <a:off x="3147696" y="4372001"/>
            <a:ext cx="1696719" cy="577189"/>
            <a:chOff x="3147696" y="4349141"/>
            <a:chExt cx="1696719" cy="577189"/>
          </a:xfrm>
        </p:grpSpPr>
        <p:sp>
          <p:nvSpPr>
            <p:cNvPr id="899" name="Google Shape;899;p15"/>
            <p:cNvSpPr/>
            <p:nvPr/>
          </p:nvSpPr>
          <p:spPr>
            <a:xfrm>
              <a:off x="3150870" y="4349141"/>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1</a:t>
              </a:r>
              <a:endParaRPr sz="1400" b="1" i="0" u="none" strike="noStrike" cap="none">
                <a:solidFill>
                  <a:srgbClr val="7F7F7F"/>
                </a:solidFill>
                <a:latin typeface="Arial"/>
                <a:ea typeface="Arial"/>
                <a:cs typeface="Arial"/>
                <a:sym typeface="Arial"/>
              </a:endParaRPr>
            </a:p>
          </p:txBody>
        </p:sp>
        <p:sp>
          <p:nvSpPr>
            <p:cNvPr id="900" name="Google Shape;900;p15"/>
            <p:cNvSpPr/>
            <p:nvPr/>
          </p:nvSpPr>
          <p:spPr>
            <a:xfrm>
              <a:off x="3147696" y="4652010"/>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3</a:t>
              </a:r>
              <a:endParaRPr sz="1400" b="1" i="0" u="none" strike="noStrike" cap="none">
                <a:solidFill>
                  <a:srgbClr val="7F7F7F"/>
                </a:solidFill>
                <a:latin typeface="Arial"/>
                <a:ea typeface="Arial"/>
                <a:cs typeface="Arial"/>
                <a:sym typeface="Arial"/>
              </a:endParaRPr>
            </a:p>
          </p:txBody>
        </p:sp>
        <p:sp>
          <p:nvSpPr>
            <p:cNvPr id="901" name="Google Shape;901;p15"/>
            <p:cNvSpPr/>
            <p:nvPr/>
          </p:nvSpPr>
          <p:spPr>
            <a:xfrm>
              <a:off x="3914775" y="4460264"/>
              <a:ext cx="929640" cy="274320"/>
            </a:xfrm>
            <a:prstGeom prst="roundRect">
              <a:avLst>
                <a:gd name="adj" fmla="val 50000"/>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File 2</a:t>
              </a:r>
              <a:endParaRPr sz="1400" b="1" i="0" u="none" strike="noStrike" cap="none">
                <a:solidFill>
                  <a:srgbClr val="7F7F7F"/>
                </a:solidFill>
                <a:latin typeface="Arial"/>
                <a:ea typeface="Arial"/>
                <a:cs typeface="Arial"/>
                <a:sym typeface="Arial"/>
              </a:endParaRPr>
            </a:p>
          </p:txBody>
        </p:sp>
      </p:grpSp>
      <p:sp>
        <p:nvSpPr>
          <p:cNvPr id="902" name="Google Shape;902;p15"/>
          <p:cNvSpPr/>
          <p:nvPr/>
        </p:nvSpPr>
        <p:spPr>
          <a:xfrm>
            <a:off x="4996728" y="4560184"/>
            <a:ext cx="1387332" cy="165709"/>
          </a:xfrm>
          <a:prstGeom prst="rightArrow">
            <a:avLst>
              <a:gd name="adj1" fmla="val 50000"/>
              <a:gd name="adj2" fmla="val 50000"/>
            </a:avLst>
          </a:prstGeom>
          <a:solidFill>
            <a:schemeClr val="lt1"/>
          </a:solidFill>
          <a:ln w="19050" cap="flat" cmpd="sng">
            <a:solidFill>
              <a:srgbClr val="BBC3C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03" name="Google Shape;903;p15"/>
          <p:cNvSpPr/>
          <p:nvPr/>
        </p:nvSpPr>
        <p:spPr>
          <a:xfrm>
            <a:off x="4996728" y="5625928"/>
            <a:ext cx="1387332" cy="165709"/>
          </a:xfrm>
          <a:prstGeom prst="rightArrow">
            <a:avLst>
              <a:gd name="adj1" fmla="val 50000"/>
              <a:gd name="adj2" fmla="val 50000"/>
            </a:avLst>
          </a:prstGeom>
          <a:solidFill>
            <a:schemeClr val="lt1"/>
          </a:solidFill>
          <a:ln w="19050" cap="flat" cmpd="sng">
            <a:solidFill>
              <a:srgbClr val="BBC3C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04" name="Google Shape;904;p15"/>
          <p:cNvSpPr/>
          <p:nvPr/>
        </p:nvSpPr>
        <p:spPr>
          <a:xfrm>
            <a:off x="6794494" y="4450739"/>
            <a:ext cx="1178571" cy="384810"/>
          </a:xfrm>
          <a:prstGeom prst="roundRect">
            <a:avLst>
              <a:gd name="adj" fmla="val 32509"/>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Version 1</a:t>
            </a:r>
            <a:endParaRPr sz="1400" b="1" i="0" u="none" strike="noStrike" cap="none">
              <a:solidFill>
                <a:srgbClr val="7F7F7F"/>
              </a:solidFill>
              <a:latin typeface="Arial"/>
              <a:ea typeface="Arial"/>
              <a:cs typeface="Arial"/>
              <a:sym typeface="Arial"/>
            </a:endParaRPr>
          </a:p>
        </p:txBody>
      </p:sp>
      <p:sp>
        <p:nvSpPr>
          <p:cNvPr id="905" name="Google Shape;905;p15"/>
          <p:cNvSpPr/>
          <p:nvPr/>
        </p:nvSpPr>
        <p:spPr>
          <a:xfrm>
            <a:off x="6819900" y="5538011"/>
            <a:ext cx="1178571" cy="384810"/>
          </a:xfrm>
          <a:prstGeom prst="roundRect">
            <a:avLst>
              <a:gd name="adj" fmla="val 32509"/>
            </a:avLst>
          </a:prstGeom>
          <a:solidFill>
            <a:schemeClr val="lt1"/>
          </a:solidFill>
          <a:ln w="1905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Version 2</a:t>
            </a:r>
            <a:endParaRPr sz="1400" b="1" i="0" u="none" strike="noStrike" cap="none">
              <a:solidFill>
                <a:srgbClr val="7F7F7F"/>
              </a:solidFill>
              <a:latin typeface="Arial"/>
              <a:ea typeface="Arial"/>
              <a:cs typeface="Arial"/>
              <a:sym typeface="Arial"/>
            </a:endParaRPr>
          </a:p>
        </p:txBody>
      </p:sp>
      <p:sp>
        <p:nvSpPr>
          <p:cNvPr id="906" name="Google Shape;906;p15"/>
          <p:cNvSpPr txBox="1"/>
          <p:nvPr/>
        </p:nvSpPr>
        <p:spPr>
          <a:xfrm>
            <a:off x="6787358" y="3906220"/>
            <a:ext cx="116891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7F7F7F"/>
                </a:solidFill>
                <a:latin typeface="Arial"/>
                <a:ea typeface="Arial"/>
                <a:cs typeface="Arial"/>
                <a:sym typeface="Arial"/>
              </a:rPr>
              <a:t>Repository </a:t>
            </a:r>
            <a:endParaRPr sz="1400" b="1" i="0" u="none" strike="noStrike" cap="none">
              <a:solidFill>
                <a:srgbClr val="7F7F7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1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1.1.3 Key concepts : Version Control in SCM</a:t>
            </a:r>
            <a:endParaRPr/>
          </a:p>
        </p:txBody>
      </p:sp>
      <p:sp>
        <p:nvSpPr>
          <p:cNvPr id="912" name="Google Shape;912;p1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Version control is the systematic tracking and management of changes made to source code, documents, and other project artifacts throughout the development lifecycle.</a:t>
            </a:r>
            <a:endParaRPr/>
          </a:p>
          <a:p>
            <a:pPr marL="0" lvl="0" indent="0" algn="l" rtl="0">
              <a:lnSpc>
                <a:spcPct val="90000"/>
              </a:lnSpc>
              <a:spcBef>
                <a:spcPts val="838"/>
              </a:spcBef>
              <a:spcAft>
                <a:spcPts val="0"/>
              </a:spcAft>
              <a:buClr>
                <a:schemeClr val="dk1"/>
              </a:buClr>
              <a:buSzPts val="1800"/>
              <a:buNone/>
            </a:pPr>
            <a:endParaRPr/>
          </a:p>
        </p:txBody>
      </p:sp>
      <p:sp>
        <p:nvSpPr>
          <p:cNvPr id="913" name="Google Shape;913;p16"/>
          <p:cNvSpPr txBox="1"/>
          <p:nvPr/>
        </p:nvSpPr>
        <p:spPr>
          <a:xfrm>
            <a:off x="2063454" y="2639274"/>
            <a:ext cx="3624600" cy="184355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500"/>
              </a:spcBef>
              <a:spcAft>
                <a:spcPts val="0"/>
              </a:spcAft>
              <a:buNone/>
            </a:pPr>
            <a:r>
              <a:rPr lang="en" sz="1800" b="0" i="0" u="none" strike="noStrike" cap="none">
                <a:solidFill>
                  <a:schemeClr val="dk1"/>
                </a:solidFill>
                <a:latin typeface="Arial"/>
                <a:ea typeface="Arial"/>
                <a:cs typeface="Arial"/>
                <a:sym typeface="Arial"/>
              </a:rPr>
              <a:t>Purpose and Benefits:</a:t>
            </a:r>
            <a:endParaRPr sz="1800" b="0" i="0" u="none" strike="noStrike" cap="none">
              <a:solidFill>
                <a:srgbClr val="374151"/>
              </a:solidFill>
              <a:latin typeface="Arial"/>
              <a:ea typeface="Arial"/>
              <a:cs typeface="Arial"/>
              <a:sym typeface="Arial"/>
            </a:endParaRPr>
          </a:p>
          <a:p>
            <a:pPr marL="457178" marR="0" lvl="0" indent="-330184" algn="l" rtl="0">
              <a:lnSpc>
                <a:spcPct val="115000"/>
              </a:lnSpc>
              <a:spcBef>
                <a:spcPts val="1500"/>
              </a:spcBef>
              <a:spcAft>
                <a:spcPts val="0"/>
              </a:spcAft>
              <a:buClr>
                <a:srgbClr val="374151"/>
              </a:buClr>
              <a:buSzPts val="1600"/>
              <a:buFont typeface="Noto Sans Symbols"/>
              <a:buChar char="⭲"/>
            </a:pPr>
            <a:r>
              <a:rPr lang="en" sz="1800" b="0" i="0" u="none" strike="noStrike" cap="none">
                <a:solidFill>
                  <a:srgbClr val="374151"/>
                </a:solidFill>
                <a:latin typeface="Arial"/>
                <a:ea typeface="Arial"/>
                <a:cs typeface="Arial"/>
                <a:sym typeface="Arial"/>
              </a:rPr>
              <a:t>Concurrent Development</a:t>
            </a:r>
            <a:endParaRPr sz="1800" b="0" i="0" u="none" strike="noStrike" cap="none">
              <a:solidFill>
                <a:srgbClr val="374151"/>
              </a:solidFill>
              <a:latin typeface="Arial"/>
              <a:ea typeface="Arial"/>
              <a:cs typeface="Arial"/>
              <a:sym typeface="Arial"/>
            </a:endParaRPr>
          </a:p>
          <a:p>
            <a:pPr marL="457178" marR="0" lvl="0" indent="-330184" algn="l" rtl="0">
              <a:lnSpc>
                <a:spcPct val="115000"/>
              </a:lnSpc>
              <a:spcBef>
                <a:spcPts val="0"/>
              </a:spcBef>
              <a:spcAft>
                <a:spcPts val="0"/>
              </a:spcAft>
              <a:buClr>
                <a:schemeClr val="dk2"/>
              </a:buClr>
              <a:buSzPts val="1600"/>
              <a:buFont typeface="Noto Sans Symbols"/>
              <a:buChar char="⭲"/>
            </a:pPr>
            <a:r>
              <a:rPr lang="en" sz="1800" b="0" i="0" u="none" strike="noStrike" cap="none">
                <a:solidFill>
                  <a:schemeClr val="dk2"/>
                </a:solidFill>
                <a:latin typeface="Arial"/>
                <a:ea typeface="Arial"/>
                <a:cs typeface="Arial"/>
                <a:sym typeface="Arial"/>
              </a:rPr>
              <a:t>History and Traceability</a:t>
            </a:r>
            <a:endParaRPr sz="1800" b="0" i="0" u="none" strike="noStrike" cap="none">
              <a:solidFill>
                <a:schemeClr val="dk2"/>
              </a:solidFill>
              <a:latin typeface="Arial"/>
              <a:ea typeface="Arial"/>
              <a:cs typeface="Arial"/>
              <a:sym typeface="Arial"/>
            </a:endParaRPr>
          </a:p>
          <a:p>
            <a:pPr marL="457178" marR="0" lvl="0" indent="-330184" algn="l" rtl="0">
              <a:lnSpc>
                <a:spcPct val="115000"/>
              </a:lnSpc>
              <a:spcBef>
                <a:spcPts val="0"/>
              </a:spcBef>
              <a:spcAft>
                <a:spcPts val="0"/>
              </a:spcAft>
              <a:buClr>
                <a:schemeClr val="dk2"/>
              </a:buClr>
              <a:buSzPts val="1600"/>
              <a:buFont typeface="Noto Sans Symbols"/>
              <a:buChar char="⭲"/>
            </a:pPr>
            <a:r>
              <a:rPr lang="en" sz="1800" b="0" i="0" u="none" strike="noStrike" cap="none">
                <a:solidFill>
                  <a:schemeClr val="dk2"/>
                </a:solidFill>
                <a:latin typeface="Arial"/>
                <a:ea typeface="Arial"/>
                <a:cs typeface="Arial"/>
                <a:sym typeface="Arial"/>
              </a:rPr>
              <a:t>Rollback Capability</a:t>
            </a:r>
            <a:endParaRPr sz="1800" b="0" i="0" u="none" strike="noStrike" cap="none">
              <a:solidFill>
                <a:schemeClr val="dk2"/>
              </a:solidFill>
              <a:latin typeface="Arial"/>
              <a:ea typeface="Arial"/>
              <a:cs typeface="Arial"/>
              <a:sym typeface="Arial"/>
            </a:endParaRPr>
          </a:p>
        </p:txBody>
      </p:sp>
      <p:cxnSp>
        <p:nvCxnSpPr>
          <p:cNvPr id="914" name="Google Shape;914;p16"/>
          <p:cNvCxnSpPr/>
          <p:nvPr/>
        </p:nvCxnSpPr>
        <p:spPr>
          <a:xfrm>
            <a:off x="2171700" y="3267908"/>
            <a:ext cx="3000714" cy="0"/>
          </a:xfrm>
          <a:prstGeom prst="straightConnector1">
            <a:avLst/>
          </a:prstGeom>
          <a:noFill/>
          <a:ln w="28575" cap="flat" cmpd="sng">
            <a:solidFill>
              <a:srgbClr val="224970"/>
            </a:solidFill>
            <a:prstDash val="solid"/>
            <a:round/>
            <a:headEnd type="none" w="sm" len="sm"/>
            <a:tailEnd type="none" w="sm" len="sm"/>
          </a:ln>
        </p:spPr>
      </p:cxnSp>
      <p:sp>
        <p:nvSpPr>
          <p:cNvPr id="915" name="Google Shape;915;p16"/>
          <p:cNvSpPr txBox="1"/>
          <p:nvPr/>
        </p:nvSpPr>
        <p:spPr>
          <a:xfrm>
            <a:off x="6529705" y="2639274"/>
            <a:ext cx="3624600" cy="184355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500"/>
              </a:spcBef>
              <a:spcAft>
                <a:spcPts val="0"/>
              </a:spcAft>
              <a:buNone/>
            </a:pPr>
            <a:r>
              <a:rPr lang="en" sz="1800" b="0" i="0" u="none" strike="noStrike" cap="none">
                <a:solidFill>
                  <a:schemeClr val="dk1"/>
                </a:solidFill>
                <a:latin typeface="Arial"/>
                <a:ea typeface="Arial"/>
                <a:cs typeface="Arial"/>
                <a:sym typeface="Arial"/>
              </a:rPr>
              <a:t>Key Terms:</a:t>
            </a:r>
            <a:endParaRPr sz="1800" b="0" i="0" u="none" strike="noStrike" cap="none">
              <a:solidFill>
                <a:srgbClr val="374151"/>
              </a:solidFill>
              <a:latin typeface="Arial"/>
              <a:ea typeface="Arial"/>
              <a:cs typeface="Arial"/>
              <a:sym typeface="Arial"/>
            </a:endParaRPr>
          </a:p>
          <a:p>
            <a:pPr marL="457178" marR="0" lvl="0" indent="-330184" algn="l" rtl="0">
              <a:lnSpc>
                <a:spcPct val="115000"/>
              </a:lnSpc>
              <a:spcBef>
                <a:spcPts val="1500"/>
              </a:spcBef>
              <a:spcAft>
                <a:spcPts val="0"/>
              </a:spcAft>
              <a:buClr>
                <a:srgbClr val="374151"/>
              </a:buClr>
              <a:buSzPts val="1600"/>
              <a:buFont typeface="Noto Sans Symbols"/>
              <a:buChar char="⭲"/>
            </a:pPr>
            <a:r>
              <a:rPr lang="en" sz="1800" b="0" i="0" u="none" strike="noStrike" cap="none">
                <a:solidFill>
                  <a:srgbClr val="374151"/>
                </a:solidFill>
                <a:latin typeface="Arial"/>
                <a:ea typeface="Arial"/>
                <a:cs typeface="Arial"/>
                <a:sym typeface="Arial"/>
              </a:rPr>
              <a:t>Commits</a:t>
            </a:r>
            <a:endParaRPr sz="1800" b="0" i="0" u="none" strike="noStrike" cap="none">
              <a:solidFill>
                <a:srgbClr val="374151"/>
              </a:solidFill>
              <a:latin typeface="Arial"/>
              <a:ea typeface="Arial"/>
              <a:cs typeface="Arial"/>
              <a:sym typeface="Arial"/>
            </a:endParaRPr>
          </a:p>
          <a:p>
            <a:pPr marL="457178" marR="0" lvl="0" indent="-330184" algn="l" rtl="0">
              <a:lnSpc>
                <a:spcPct val="115000"/>
              </a:lnSpc>
              <a:spcBef>
                <a:spcPts val="0"/>
              </a:spcBef>
              <a:spcAft>
                <a:spcPts val="0"/>
              </a:spcAft>
              <a:buClr>
                <a:schemeClr val="dk2"/>
              </a:buClr>
              <a:buSzPts val="1600"/>
              <a:buFont typeface="Noto Sans Symbols"/>
              <a:buChar char="⭲"/>
            </a:pPr>
            <a:r>
              <a:rPr lang="en" sz="1800" b="0" i="0" u="none" strike="noStrike" cap="none">
                <a:solidFill>
                  <a:schemeClr val="dk2"/>
                </a:solidFill>
                <a:latin typeface="Arial"/>
                <a:ea typeface="Arial"/>
                <a:cs typeface="Arial"/>
                <a:sym typeface="Arial"/>
              </a:rPr>
              <a:t>Revisions</a:t>
            </a:r>
            <a:endParaRPr sz="1800" b="0" i="0" u="none" strike="noStrike" cap="none">
              <a:solidFill>
                <a:schemeClr val="dk2"/>
              </a:solidFill>
              <a:latin typeface="Arial"/>
              <a:ea typeface="Arial"/>
              <a:cs typeface="Arial"/>
              <a:sym typeface="Arial"/>
            </a:endParaRPr>
          </a:p>
          <a:p>
            <a:pPr marL="457178" marR="0" lvl="0" indent="-330184" algn="l" rtl="0">
              <a:lnSpc>
                <a:spcPct val="115000"/>
              </a:lnSpc>
              <a:spcBef>
                <a:spcPts val="0"/>
              </a:spcBef>
              <a:spcAft>
                <a:spcPts val="0"/>
              </a:spcAft>
              <a:buClr>
                <a:schemeClr val="dk2"/>
              </a:buClr>
              <a:buSzPts val="1600"/>
              <a:buFont typeface="Noto Sans Symbols"/>
              <a:buChar char="⭲"/>
            </a:pPr>
            <a:r>
              <a:rPr lang="en" sz="1800" b="0" i="0" u="none" strike="noStrike" cap="none">
                <a:solidFill>
                  <a:schemeClr val="dk2"/>
                </a:solidFill>
                <a:latin typeface="Arial"/>
                <a:ea typeface="Arial"/>
                <a:cs typeface="Arial"/>
                <a:sym typeface="Arial"/>
              </a:rPr>
              <a:t>Snapshots</a:t>
            </a:r>
            <a:endParaRPr sz="1800" b="0" i="0" u="none" strike="noStrike" cap="none">
              <a:solidFill>
                <a:schemeClr val="dk2"/>
              </a:solidFill>
              <a:latin typeface="Arial"/>
              <a:ea typeface="Arial"/>
              <a:cs typeface="Arial"/>
              <a:sym typeface="Arial"/>
            </a:endParaRPr>
          </a:p>
        </p:txBody>
      </p:sp>
      <p:cxnSp>
        <p:nvCxnSpPr>
          <p:cNvPr id="916" name="Google Shape;916;p16"/>
          <p:cNvCxnSpPr/>
          <p:nvPr/>
        </p:nvCxnSpPr>
        <p:spPr>
          <a:xfrm>
            <a:off x="6600825" y="3267908"/>
            <a:ext cx="2497200" cy="0"/>
          </a:xfrm>
          <a:prstGeom prst="straightConnector1">
            <a:avLst/>
          </a:prstGeom>
          <a:noFill/>
          <a:ln w="28575" cap="flat" cmpd="sng">
            <a:solidFill>
              <a:srgbClr val="224970"/>
            </a:solidFill>
            <a:prstDash val="solid"/>
            <a:round/>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17"/>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1.1.3 Key concepts : Examples of Version Control in SCM</a:t>
            </a:r>
            <a:endParaRPr/>
          </a:p>
        </p:txBody>
      </p:sp>
      <p:sp>
        <p:nvSpPr>
          <p:cNvPr id="922" name="Google Shape;922;p17"/>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Scenario: Writing Project Version Control</a:t>
            </a:r>
            <a:endParaRPr/>
          </a:p>
        </p:txBody>
      </p:sp>
      <p:sp>
        <p:nvSpPr>
          <p:cNvPr id="923" name="Google Shape;923;p17"/>
          <p:cNvSpPr/>
          <p:nvPr/>
        </p:nvSpPr>
        <p:spPr>
          <a:xfrm>
            <a:off x="619760" y="2541966"/>
            <a:ext cx="599440" cy="599440"/>
          </a:xfrm>
          <a:prstGeom prst="ellipse">
            <a:avLst/>
          </a:prstGeom>
          <a:solidFill>
            <a:srgbClr val="285684"/>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1" i="0" u="none" strike="noStrike" cap="none">
                <a:solidFill>
                  <a:schemeClr val="lt1"/>
                </a:solidFill>
                <a:latin typeface="Arial"/>
                <a:ea typeface="Arial"/>
                <a:cs typeface="Arial"/>
                <a:sym typeface="Arial"/>
              </a:rPr>
              <a:t>1</a:t>
            </a:r>
            <a:endParaRPr sz="2000" b="1" i="0" u="none" strike="noStrike" cap="none">
              <a:solidFill>
                <a:schemeClr val="lt1"/>
              </a:solidFill>
              <a:latin typeface="Arial"/>
              <a:ea typeface="Arial"/>
              <a:cs typeface="Arial"/>
              <a:sym typeface="Arial"/>
            </a:endParaRPr>
          </a:p>
        </p:txBody>
      </p:sp>
      <p:sp>
        <p:nvSpPr>
          <p:cNvPr id="924" name="Google Shape;924;p17"/>
          <p:cNvSpPr/>
          <p:nvPr/>
        </p:nvSpPr>
        <p:spPr>
          <a:xfrm>
            <a:off x="1553497" y="2408903"/>
            <a:ext cx="4296739" cy="865566"/>
          </a:xfrm>
          <a:prstGeom prst="roundRect">
            <a:avLst>
              <a:gd name="adj" fmla="val 16667"/>
            </a:avLst>
          </a:prstGeom>
          <a:solidFill>
            <a:srgbClr val="285684"/>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Initial Draft: - The initial draft is saved in a shared folder</a:t>
            </a:r>
            <a:endParaRPr/>
          </a:p>
        </p:txBody>
      </p:sp>
      <p:cxnSp>
        <p:nvCxnSpPr>
          <p:cNvPr id="925" name="Google Shape;925;p17"/>
          <p:cNvCxnSpPr>
            <a:stCxn id="923" idx="6"/>
            <a:endCxn id="924" idx="1"/>
          </p:cNvCxnSpPr>
          <p:nvPr/>
        </p:nvCxnSpPr>
        <p:spPr>
          <a:xfrm>
            <a:off x="1219200" y="2841686"/>
            <a:ext cx="334200" cy="0"/>
          </a:xfrm>
          <a:prstGeom prst="straightConnector1">
            <a:avLst/>
          </a:prstGeom>
          <a:noFill/>
          <a:ln w="19050" cap="flat" cmpd="sng">
            <a:solidFill>
              <a:srgbClr val="224970"/>
            </a:solidFill>
            <a:prstDash val="solid"/>
            <a:miter lim="800000"/>
            <a:headEnd type="none" w="sm" len="sm"/>
            <a:tailEnd type="none" w="sm" len="sm"/>
          </a:ln>
        </p:spPr>
      </p:cxnSp>
      <p:sp>
        <p:nvSpPr>
          <p:cNvPr id="926" name="Google Shape;926;p17"/>
          <p:cNvSpPr/>
          <p:nvPr/>
        </p:nvSpPr>
        <p:spPr>
          <a:xfrm>
            <a:off x="6203300" y="2541966"/>
            <a:ext cx="599440" cy="599440"/>
          </a:xfrm>
          <a:prstGeom prst="ellipse">
            <a:avLst/>
          </a:prstGeom>
          <a:solidFill>
            <a:srgbClr val="285684"/>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1" i="0" u="none" strike="noStrike" cap="none">
                <a:solidFill>
                  <a:schemeClr val="lt1"/>
                </a:solidFill>
                <a:latin typeface="Arial"/>
                <a:ea typeface="Arial"/>
                <a:cs typeface="Arial"/>
                <a:sym typeface="Arial"/>
              </a:rPr>
              <a:t>2</a:t>
            </a:r>
            <a:endParaRPr sz="2000" b="1" i="0" u="none" strike="noStrike" cap="none">
              <a:solidFill>
                <a:schemeClr val="lt1"/>
              </a:solidFill>
              <a:latin typeface="Arial"/>
              <a:ea typeface="Arial"/>
              <a:cs typeface="Arial"/>
              <a:sym typeface="Arial"/>
            </a:endParaRPr>
          </a:p>
        </p:txBody>
      </p:sp>
      <p:sp>
        <p:nvSpPr>
          <p:cNvPr id="927" name="Google Shape;927;p17"/>
          <p:cNvSpPr/>
          <p:nvPr/>
        </p:nvSpPr>
        <p:spPr>
          <a:xfrm>
            <a:off x="7129379" y="2408903"/>
            <a:ext cx="4298400" cy="865566"/>
          </a:xfrm>
          <a:prstGeom prst="roundRect">
            <a:avLst>
              <a:gd name="adj" fmla="val 16667"/>
            </a:avLst>
          </a:prstGeom>
          <a:solidFill>
            <a:srgbClr val="285684"/>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Version 1: Individual Contributions - Team members Alice and Bob make their contributions to the paper independently.</a:t>
            </a:r>
            <a:endParaRPr/>
          </a:p>
        </p:txBody>
      </p:sp>
      <p:cxnSp>
        <p:nvCxnSpPr>
          <p:cNvPr id="928" name="Google Shape;928;p17"/>
          <p:cNvCxnSpPr>
            <a:stCxn id="926" idx="6"/>
            <a:endCxn id="927" idx="1"/>
          </p:cNvCxnSpPr>
          <p:nvPr/>
        </p:nvCxnSpPr>
        <p:spPr>
          <a:xfrm>
            <a:off x="6802740" y="2841686"/>
            <a:ext cx="326700" cy="0"/>
          </a:xfrm>
          <a:prstGeom prst="straightConnector1">
            <a:avLst/>
          </a:prstGeom>
          <a:noFill/>
          <a:ln w="19050" cap="flat" cmpd="sng">
            <a:solidFill>
              <a:srgbClr val="224970"/>
            </a:solidFill>
            <a:prstDash val="solid"/>
            <a:miter lim="800000"/>
            <a:headEnd type="none" w="sm" len="sm"/>
            <a:tailEnd type="none" w="sm" len="sm"/>
          </a:ln>
        </p:spPr>
      </p:cxnSp>
      <p:sp>
        <p:nvSpPr>
          <p:cNvPr id="929" name="Google Shape;929;p17"/>
          <p:cNvSpPr/>
          <p:nvPr/>
        </p:nvSpPr>
        <p:spPr>
          <a:xfrm>
            <a:off x="619760" y="3574189"/>
            <a:ext cx="599440" cy="599440"/>
          </a:xfrm>
          <a:prstGeom prst="ellipse">
            <a:avLst/>
          </a:prstGeom>
          <a:solidFill>
            <a:srgbClr val="336DA7"/>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1" i="0" u="none" strike="noStrike" cap="none">
                <a:solidFill>
                  <a:schemeClr val="lt1"/>
                </a:solidFill>
                <a:latin typeface="Arial"/>
                <a:ea typeface="Arial"/>
                <a:cs typeface="Arial"/>
                <a:sym typeface="Arial"/>
              </a:rPr>
              <a:t>3</a:t>
            </a:r>
            <a:endParaRPr sz="2000" b="1" i="0" u="none" strike="noStrike" cap="none">
              <a:solidFill>
                <a:schemeClr val="lt1"/>
              </a:solidFill>
              <a:latin typeface="Arial"/>
              <a:ea typeface="Arial"/>
              <a:cs typeface="Arial"/>
              <a:sym typeface="Arial"/>
            </a:endParaRPr>
          </a:p>
        </p:txBody>
      </p:sp>
      <p:sp>
        <p:nvSpPr>
          <p:cNvPr id="930" name="Google Shape;930;p17"/>
          <p:cNvSpPr/>
          <p:nvPr/>
        </p:nvSpPr>
        <p:spPr>
          <a:xfrm>
            <a:off x="1553497" y="3441126"/>
            <a:ext cx="4296739" cy="865566"/>
          </a:xfrm>
          <a:prstGeom prst="roundRect">
            <a:avLst>
              <a:gd name="adj" fmla="val 16667"/>
            </a:avLst>
          </a:prstGeom>
          <a:solidFill>
            <a:srgbClr val="336DA7"/>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Team Review - The team gathers to review individual contributions and decides to integrate them into a unified draft.</a:t>
            </a:r>
            <a:endParaRPr/>
          </a:p>
        </p:txBody>
      </p:sp>
      <p:sp>
        <p:nvSpPr>
          <p:cNvPr id="931" name="Google Shape;931;p17"/>
          <p:cNvSpPr/>
          <p:nvPr/>
        </p:nvSpPr>
        <p:spPr>
          <a:xfrm>
            <a:off x="6203300" y="3574189"/>
            <a:ext cx="599440" cy="599440"/>
          </a:xfrm>
          <a:prstGeom prst="ellipse">
            <a:avLst/>
          </a:prstGeom>
          <a:solidFill>
            <a:srgbClr val="336DA7"/>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1" i="0" u="none" strike="noStrike" cap="none">
                <a:solidFill>
                  <a:schemeClr val="lt1"/>
                </a:solidFill>
                <a:latin typeface="Arial"/>
                <a:ea typeface="Arial"/>
                <a:cs typeface="Arial"/>
                <a:sym typeface="Arial"/>
              </a:rPr>
              <a:t>4</a:t>
            </a:r>
            <a:endParaRPr sz="2000" b="1" i="0" u="none" strike="noStrike" cap="none">
              <a:solidFill>
                <a:schemeClr val="lt1"/>
              </a:solidFill>
              <a:latin typeface="Arial"/>
              <a:ea typeface="Arial"/>
              <a:cs typeface="Arial"/>
              <a:sym typeface="Arial"/>
            </a:endParaRPr>
          </a:p>
        </p:txBody>
      </p:sp>
      <p:sp>
        <p:nvSpPr>
          <p:cNvPr id="932" name="Google Shape;932;p17"/>
          <p:cNvSpPr/>
          <p:nvPr/>
        </p:nvSpPr>
        <p:spPr>
          <a:xfrm>
            <a:off x="7129379" y="3441126"/>
            <a:ext cx="4298400" cy="865566"/>
          </a:xfrm>
          <a:prstGeom prst="roundRect">
            <a:avLst>
              <a:gd name="adj" fmla="val 16667"/>
            </a:avLst>
          </a:prstGeom>
          <a:solidFill>
            <a:srgbClr val="336DA7"/>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Version 2: Collaborative Integration - The team collaboratively integrates changes into a new version.</a:t>
            </a:r>
            <a:endParaRPr/>
          </a:p>
        </p:txBody>
      </p:sp>
      <p:sp>
        <p:nvSpPr>
          <p:cNvPr id="933" name="Google Shape;933;p17"/>
          <p:cNvSpPr/>
          <p:nvPr/>
        </p:nvSpPr>
        <p:spPr>
          <a:xfrm>
            <a:off x="619760" y="4606412"/>
            <a:ext cx="599440" cy="599440"/>
          </a:xfrm>
          <a:prstGeom prst="ellipse">
            <a:avLst/>
          </a:prstGeom>
          <a:solidFill>
            <a:srgbClr val="6299D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1" i="0" u="none" strike="noStrike" cap="none">
                <a:solidFill>
                  <a:schemeClr val="lt1"/>
                </a:solidFill>
                <a:latin typeface="Arial"/>
                <a:ea typeface="Arial"/>
                <a:cs typeface="Arial"/>
                <a:sym typeface="Arial"/>
              </a:rPr>
              <a:t>5</a:t>
            </a:r>
            <a:endParaRPr sz="2000" b="1" i="0" u="none" strike="noStrike" cap="none">
              <a:solidFill>
                <a:schemeClr val="lt1"/>
              </a:solidFill>
              <a:latin typeface="Arial"/>
              <a:ea typeface="Arial"/>
              <a:cs typeface="Arial"/>
              <a:sym typeface="Arial"/>
            </a:endParaRPr>
          </a:p>
        </p:txBody>
      </p:sp>
      <p:sp>
        <p:nvSpPr>
          <p:cNvPr id="934" name="Google Shape;934;p17"/>
          <p:cNvSpPr/>
          <p:nvPr/>
        </p:nvSpPr>
        <p:spPr>
          <a:xfrm>
            <a:off x="1553497" y="4473349"/>
            <a:ext cx="4296739" cy="865566"/>
          </a:xfrm>
          <a:prstGeom prst="roundRect">
            <a:avLst>
              <a:gd name="adj" fmla="val 16667"/>
            </a:avLst>
          </a:prstGeom>
          <a:solidFill>
            <a:srgbClr val="6299D0"/>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Feedback and Revisions - The team receives feedback and identifies areas for improvement</a:t>
            </a:r>
            <a:endParaRPr/>
          </a:p>
        </p:txBody>
      </p:sp>
      <p:sp>
        <p:nvSpPr>
          <p:cNvPr id="935" name="Google Shape;935;p17"/>
          <p:cNvSpPr/>
          <p:nvPr/>
        </p:nvSpPr>
        <p:spPr>
          <a:xfrm>
            <a:off x="6203300" y="4606412"/>
            <a:ext cx="599440" cy="599440"/>
          </a:xfrm>
          <a:prstGeom prst="ellipse">
            <a:avLst/>
          </a:prstGeom>
          <a:solidFill>
            <a:srgbClr val="6299D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000" b="1" i="0" u="none" strike="noStrike" cap="none">
                <a:solidFill>
                  <a:schemeClr val="lt1"/>
                </a:solidFill>
                <a:latin typeface="Arial"/>
                <a:ea typeface="Arial"/>
                <a:cs typeface="Arial"/>
                <a:sym typeface="Arial"/>
              </a:rPr>
              <a:t>6</a:t>
            </a:r>
            <a:endParaRPr sz="2000" b="1" i="0" u="none" strike="noStrike" cap="none">
              <a:solidFill>
                <a:schemeClr val="lt1"/>
              </a:solidFill>
              <a:latin typeface="Arial"/>
              <a:ea typeface="Arial"/>
              <a:cs typeface="Arial"/>
              <a:sym typeface="Arial"/>
            </a:endParaRPr>
          </a:p>
        </p:txBody>
      </p:sp>
      <p:sp>
        <p:nvSpPr>
          <p:cNvPr id="936" name="Google Shape;936;p17"/>
          <p:cNvSpPr/>
          <p:nvPr/>
        </p:nvSpPr>
        <p:spPr>
          <a:xfrm>
            <a:off x="7129379" y="4473349"/>
            <a:ext cx="4298400" cy="865566"/>
          </a:xfrm>
          <a:prstGeom prst="roundRect">
            <a:avLst>
              <a:gd name="adj" fmla="val 16667"/>
            </a:avLst>
          </a:prstGeom>
          <a:solidFill>
            <a:srgbClr val="6299D0"/>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1" indent="0" algn="l"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Final Version - The revised contributions are integrated into a final version</a:t>
            </a:r>
            <a:endParaRPr/>
          </a:p>
        </p:txBody>
      </p:sp>
      <p:cxnSp>
        <p:nvCxnSpPr>
          <p:cNvPr id="937" name="Google Shape;937;p17"/>
          <p:cNvCxnSpPr>
            <a:stCxn id="929" idx="6"/>
            <a:endCxn id="930" idx="1"/>
          </p:cNvCxnSpPr>
          <p:nvPr/>
        </p:nvCxnSpPr>
        <p:spPr>
          <a:xfrm>
            <a:off x="1219200" y="3873909"/>
            <a:ext cx="334200" cy="0"/>
          </a:xfrm>
          <a:prstGeom prst="straightConnector1">
            <a:avLst/>
          </a:prstGeom>
          <a:noFill/>
          <a:ln w="19050" cap="flat" cmpd="sng">
            <a:solidFill>
              <a:srgbClr val="224970"/>
            </a:solidFill>
            <a:prstDash val="solid"/>
            <a:miter lim="800000"/>
            <a:headEnd type="none" w="sm" len="sm"/>
            <a:tailEnd type="none" w="sm" len="sm"/>
          </a:ln>
        </p:spPr>
      </p:cxnSp>
      <p:cxnSp>
        <p:nvCxnSpPr>
          <p:cNvPr id="938" name="Google Shape;938;p17"/>
          <p:cNvCxnSpPr>
            <a:stCxn id="933" idx="6"/>
            <a:endCxn id="934" idx="1"/>
          </p:cNvCxnSpPr>
          <p:nvPr/>
        </p:nvCxnSpPr>
        <p:spPr>
          <a:xfrm>
            <a:off x="1219200" y="4906132"/>
            <a:ext cx="334200" cy="0"/>
          </a:xfrm>
          <a:prstGeom prst="straightConnector1">
            <a:avLst/>
          </a:prstGeom>
          <a:noFill/>
          <a:ln w="19050" cap="flat" cmpd="sng">
            <a:solidFill>
              <a:srgbClr val="224970"/>
            </a:solidFill>
            <a:prstDash val="solid"/>
            <a:miter lim="800000"/>
            <a:headEnd type="none" w="sm" len="sm"/>
            <a:tailEnd type="none" w="sm" len="sm"/>
          </a:ln>
        </p:spPr>
      </p:cxnSp>
      <p:cxnSp>
        <p:nvCxnSpPr>
          <p:cNvPr id="939" name="Google Shape;939;p17"/>
          <p:cNvCxnSpPr>
            <a:stCxn id="931" idx="6"/>
            <a:endCxn id="932" idx="1"/>
          </p:cNvCxnSpPr>
          <p:nvPr/>
        </p:nvCxnSpPr>
        <p:spPr>
          <a:xfrm>
            <a:off x="6802740" y="3873909"/>
            <a:ext cx="326700" cy="0"/>
          </a:xfrm>
          <a:prstGeom prst="straightConnector1">
            <a:avLst/>
          </a:prstGeom>
          <a:noFill/>
          <a:ln w="19050" cap="flat" cmpd="sng">
            <a:solidFill>
              <a:srgbClr val="224970"/>
            </a:solidFill>
            <a:prstDash val="solid"/>
            <a:miter lim="800000"/>
            <a:headEnd type="none" w="sm" len="sm"/>
            <a:tailEnd type="none" w="sm" len="sm"/>
          </a:ln>
        </p:spPr>
      </p:cxnSp>
      <p:cxnSp>
        <p:nvCxnSpPr>
          <p:cNvPr id="940" name="Google Shape;940;p17"/>
          <p:cNvCxnSpPr>
            <a:stCxn id="935" idx="6"/>
            <a:endCxn id="936" idx="1"/>
          </p:cNvCxnSpPr>
          <p:nvPr/>
        </p:nvCxnSpPr>
        <p:spPr>
          <a:xfrm>
            <a:off x="6802740" y="4906132"/>
            <a:ext cx="326700" cy="0"/>
          </a:xfrm>
          <a:prstGeom prst="straightConnector1">
            <a:avLst/>
          </a:prstGeom>
          <a:noFill/>
          <a:ln w="19050" cap="flat" cmpd="sng">
            <a:solidFill>
              <a:srgbClr val="224970"/>
            </a:solidFill>
            <a:prstDash val="solid"/>
            <a:miter lim="800000"/>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18"/>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1.1.3 Key concepts : Branching Strategies in SCM</a:t>
            </a:r>
            <a:endParaRPr/>
          </a:p>
        </p:txBody>
      </p:sp>
      <p:sp>
        <p:nvSpPr>
          <p:cNvPr id="946" name="Google Shape;946;p18"/>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dirty="0"/>
              <a:t>Branching involves creating pathways in the development process, enabling parallel work on different features or bug fixes.</a:t>
            </a:r>
            <a:endParaRPr dirty="0"/>
          </a:p>
          <a:p>
            <a:pPr marL="0" lvl="0" indent="0" algn="l" rtl="0">
              <a:lnSpc>
                <a:spcPct val="90000"/>
              </a:lnSpc>
              <a:spcBef>
                <a:spcPts val="838"/>
              </a:spcBef>
              <a:spcAft>
                <a:spcPts val="0"/>
              </a:spcAft>
              <a:buClr>
                <a:schemeClr val="dk1"/>
              </a:buClr>
              <a:buSzPts val="1800"/>
              <a:buNone/>
            </a:pPr>
            <a:endParaRPr dirty="0"/>
          </a:p>
        </p:txBody>
      </p:sp>
      <p:sp>
        <p:nvSpPr>
          <p:cNvPr id="947" name="Google Shape;947;p18"/>
          <p:cNvSpPr txBox="1"/>
          <p:nvPr/>
        </p:nvSpPr>
        <p:spPr>
          <a:xfrm>
            <a:off x="551659" y="1938298"/>
            <a:ext cx="2498400" cy="720300"/>
          </a:xfrm>
          <a:prstGeom prst="rect">
            <a:avLst/>
          </a:prstGeom>
          <a:noFill/>
          <a:ln>
            <a:noFill/>
          </a:ln>
        </p:spPr>
        <p:txBody>
          <a:bodyPr spcFirstLastPara="1" wrap="square" lIns="45700" tIns="0" rIns="137150" bIns="137150" anchor="b" anchorCtr="0">
            <a:noAutofit/>
          </a:bodyPr>
          <a:lstStyle/>
          <a:p>
            <a:pPr marL="0" marR="0" lvl="0" indent="0" algn="l" rtl="0">
              <a:lnSpc>
                <a:spcPct val="115000"/>
              </a:lnSpc>
              <a:spcBef>
                <a:spcPts val="1500"/>
              </a:spcBef>
              <a:spcAft>
                <a:spcPts val="1500"/>
              </a:spcAft>
              <a:buNone/>
            </a:pPr>
            <a:r>
              <a:rPr lang="en" sz="1800" b="0" i="0" u="none" strike="noStrike" cap="none">
                <a:solidFill>
                  <a:schemeClr val="dk1"/>
                </a:solidFill>
                <a:latin typeface="Arial"/>
                <a:ea typeface="Arial"/>
                <a:cs typeface="Arial"/>
                <a:sym typeface="Arial"/>
              </a:rPr>
              <a:t>Types of Branches</a:t>
            </a:r>
            <a:endParaRPr sz="1800" b="0" i="0" u="none" strike="noStrike" cap="none">
              <a:solidFill>
                <a:schemeClr val="dk1"/>
              </a:solidFill>
              <a:latin typeface="Arial"/>
              <a:ea typeface="Arial"/>
              <a:cs typeface="Arial"/>
              <a:sym typeface="Arial"/>
            </a:endParaRPr>
          </a:p>
        </p:txBody>
      </p:sp>
      <p:sp>
        <p:nvSpPr>
          <p:cNvPr id="948" name="Google Shape;948;p18"/>
          <p:cNvSpPr txBox="1"/>
          <p:nvPr/>
        </p:nvSpPr>
        <p:spPr>
          <a:xfrm>
            <a:off x="581326" y="3780962"/>
            <a:ext cx="3145500" cy="720300"/>
          </a:xfrm>
          <a:prstGeom prst="rect">
            <a:avLst/>
          </a:prstGeom>
          <a:noFill/>
          <a:ln>
            <a:noFill/>
          </a:ln>
        </p:spPr>
        <p:txBody>
          <a:bodyPr spcFirstLastPara="1" wrap="square" lIns="45700" tIns="0" rIns="137150" bIns="137150" anchor="b" anchorCtr="0">
            <a:noAutofit/>
          </a:bodyPr>
          <a:lstStyle/>
          <a:p>
            <a:pPr marL="0" marR="0" lvl="0" indent="0" algn="l" rtl="0">
              <a:lnSpc>
                <a:spcPct val="115000"/>
              </a:lnSpc>
              <a:spcBef>
                <a:spcPts val="1500"/>
              </a:spcBef>
              <a:spcAft>
                <a:spcPts val="1500"/>
              </a:spcAft>
              <a:buNone/>
            </a:pPr>
            <a:r>
              <a:rPr lang="en" sz="1800" b="0" i="0" u="none" strike="noStrike" cap="none">
                <a:solidFill>
                  <a:schemeClr val="dk1"/>
                </a:solidFill>
                <a:latin typeface="Arial"/>
                <a:ea typeface="Arial"/>
                <a:cs typeface="Arial"/>
                <a:sym typeface="Arial"/>
              </a:rPr>
              <a:t>Purpose</a:t>
            </a:r>
            <a:endParaRPr sz="1800" b="0" i="0" u="none" strike="noStrike" cap="none">
              <a:solidFill>
                <a:schemeClr val="dk1"/>
              </a:solidFill>
              <a:latin typeface="Arial"/>
              <a:ea typeface="Arial"/>
              <a:cs typeface="Arial"/>
              <a:sym typeface="Arial"/>
            </a:endParaRPr>
          </a:p>
        </p:txBody>
      </p:sp>
      <p:cxnSp>
        <p:nvCxnSpPr>
          <p:cNvPr id="949" name="Google Shape;949;p18"/>
          <p:cNvCxnSpPr/>
          <p:nvPr/>
        </p:nvCxnSpPr>
        <p:spPr>
          <a:xfrm>
            <a:off x="645271" y="2444426"/>
            <a:ext cx="2497200" cy="0"/>
          </a:xfrm>
          <a:prstGeom prst="straightConnector1">
            <a:avLst/>
          </a:prstGeom>
          <a:noFill/>
          <a:ln w="28575" cap="flat" cmpd="sng">
            <a:solidFill>
              <a:srgbClr val="224970"/>
            </a:solidFill>
            <a:prstDash val="solid"/>
            <a:round/>
            <a:headEnd type="none" w="sm" len="sm"/>
            <a:tailEnd type="none" w="sm" len="sm"/>
          </a:ln>
        </p:spPr>
      </p:cxnSp>
      <p:cxnSp>
        <p:nvCxnSpPr>
          <p:cNvPr id="950" name="Google Shape;950;p18"/>
          <p:cNvCxnSpPr/>
          <p:nvPr/>
        </p:nvCxnSpPr>
        <p:spPr>
          <a:xfrm>
            <a:off x="645271" y="4268086"/>
            <a:ext cx="2497200" cy="0"/>
          </a:xfrm>
          <a:prstGeom prst="straightConnector1">
            <a:avLst/>
          </a:prstGeom>
          <a:noFill/>
          <a:ln w="28575" cap="flat" cmpd="sng">
            <a:solidFill>
              <a:srgbClr val="224970"/>
            </a:solidFill>
            <a:prstDash val="solid"/>
            <a:round/>
            <a:headEnd type="none" w="sm" len="sm"/>
            <a:tailEnd type="none" w="sm" len="sm"/>
          </a:ln>
        </p:spPr>
      </p:cxnSp>
      <p:sp>
        <p:nvSpPr>
          <p:cNvPr id="951" name="Google Shape;951;p18"/>
          <p:cNvSpPr txBox="1"/>
          <p:nvPr/>
        </p:nvSpPr>
        <p:spPr>
          <a:xfrm>
            <a:off x="488100" y="2268696"/>
            <a:ext cx="3000000" cy="1226459"/>
          </a:xfrm>
          <a:prstGeom prst="rect">
            <a:avLst/>
          </a:prstGeom>
          <a:noFill/>
          <a:ln>
            <a:noFill/>
          </a:ln>
        </p:spPr>
        <p:txBody>
          <a:bodyPr spcFirstLastPara="1" wrap="square" lIns="91425" tIns="91425" rIns="91425" bIns="91425" anchor="t" anchorCtr="0">
            <a:spAutoFit/>
          </a:bodyPr>
          <a:lstStyle/>
          <a:p>
            <a:pPr marL="457178" marR="0" lvl="0" indent="-317485" algn="l" rtl="0">
              <a:lnSpc>
                <a:spcPct val="115000"/>
              </a:lnSpc>
              <a:spcBef>
                <a:spcPts val="1500"/>
              </a:spcBef>
              <a:spcAft>
                <a:spcPts val="0"/>
              </a:spcAft>
              <a:buClr>
                <a:schemeClr val="dk1"/>
              </a:buClr>
              <a:buSzPts val="1600"/>
              <a:buFont typeface="Noto Sans Symbols"/>
              <a:buChar char="⭲"/>
            </a:pPr>
            <a:r>
              <a:rPr lang="en" sz="1600" b="0" i="0" u="none" strike="noStrike" cap="none" dirty="0">
                <a:solidFill>
                  <a:schemeClr val="dk1"/>
                </a:solidFill>
                <a:latin typeface="Arial"/>
                <a:ea typeface="Arial"/>
                <a:cs typeface="Arial"/>
                <a:sym typeface="Arial"/>
              </a:rPr>
              <a:t>Feature Branches </a:t>
            </a:r>
            <a:endParaRPr sz="1600" b="0" i="0" u="none" strike="noStrike" cap="none" dirty="0">
              <a:solidFill>
                <a:schemeClr val="dk1"/>
              </a:solidFill>
              <a:latin typeface="Arial"/>
              <a:ea typeface="Arial"/>
              <a:cs typeface="Arial"/>
              <a:sym typeface="Arial"/>
            </a:endParaRPr>
          </a:p>
          <a:p>
            <a:pPr marL="457178" marR="0" lvl="0" indent="-317485" algn="l" rtl="0">
              <a:lnSpc>
                <a:spcPct val="115000"/>
              </a:lnSpc>
              <a:spcBef>
                <a:spcPts val="0"/>
              </a:spcBef>
              <a:spcAft>
                <a:spcPts val="0"/>
              </a:spcAft>
              <a:buClr>
                <a:srgbClr val="374151"/>
              </a:buClr>
              <a:buSzPts val="1600"/>
              <a:buFont typeface="Noto Sans Symbols"/>
              <a:buChar char="⭲"/>
            </a:pPr>
            <a:r>
              <a:rPr lang="en" sz="1600" b="0" i="0" u="none" strike="noStrike" cap="none" dirty="0">
                <a:solidFill>
                  <a:schemeClr val="dk1"/>
                </a:solidFill>
                <a:latin typeface="Arial"/>
                <a:ea typeface="Arial"/>
                <a:cs typeface="Arial"/>
                <a:sym typeface="Arial"/>
              </a:rPr>
              <a:t>Release Branches</a:t>
            </a:r>
            <a:endParaRPr sz="1600" b="0" i="0" u="none" strike="noStrike" cap="none" dirty="0">
              <a:solidFill>
                <a:schemeClr val="dk1"/>
              </a:solidFill>
              <a:latin typeface="Arial"/>
              <a:ea typeface="Arial"/>
              <a:cs typeface="Arial"/>
              <a:sym typeface="Arial"/>
            </a:endParaRPr>
          </a:p>
          <a:p>
            <a:pPr marL="457178" marR="0" lvl="0" indent="-317485" algn="l" rtl="0">
              <a:lnSpc>
                <a:spcPct val="115000"/>
              </a:lnSpc>
              <a:spcBef>
                <a:spcPts val="0"/>
              </a:spcBef>
              <a:spcAft>
                <a:spcPts val="0"/>
              </a:spcAft>
              <a:buClr>
                <a:srgbClr val="374151"/>
              </a:buClr>
              <a:buSzPts val="1600"/>
              <a:buFont typeface="Noto Sans Symbols"/>
              <a:buChar char="⭲"/>
            </a:pPr>
            <a:r>
              <a:rPr lang="en" sz="1600" b="0" i="0" u="none" strike="noStrike" cap="none" dirty="0">
                <a:solidFill>
                  <a:schemeClr val="dk1"/>
                </a:solidFill>
                <a:latin typeface="Arial"/>
                <a:ea typeface="Arial"/>
                <a:cs typeface="Arial"/>
                <a:sym typeface="Arial"/>
              </a:rPr>
              <a:t>Hotfix Branches</a:t>
            </a:r>
            <a:endParaRPr sz="1600" b="0" i="0" u="none" strike="noStrike" cap="none" dirty="0">
              <a:solidFill>
                <a:schemeClr val="dk1"/>
              </a:solidFill>
              <a:latin typeface="Arial"/>
              <a:ea typeface="Arial"/>
              <a:cs typeface="Arial"/>
              <a:sym typeface="Arial"/>
            </a:endParaRPr>
          </a:p>
        </p:txBody>
      </p:sp>
      <p:sp>
        <p:nvSpPr>
          <p:cNvPr id="952" name="Google Shape;952;p18"/>
          <p:cNvSpPr txBox="1"/>
          <p:nvPr/>
        </p:nvSpPr>
        <p:spPr>
          <a:xfrm>
            <a:off x="488100" y="4351651"/>
            <a:ext cx="3700442" cy="1600408"/>
          </a:xfrm>
          <a:prstGeom prst="rect">
            <a:avLst/>
          </a:prstGeom>
          <a:noFill/>
          <a:ln>
            <a:noFill/>
          </a:ln>
        </p:spPr>
        <p:txBody>
          <a:bodyPr spcFirstLastPara="1" wrap="square" lIns="91425" tIns="91425" rIns="91425" bIns="91425" anchor="t" anchorCtr="0">
            <a:spAutoFit/>
          </a:bodyPr>
          <a:lstStyle/>
          <a:p>
            <a:pPr marL="457178" marR="0" lvl="0" indent="-317485" algn="l" rtl="0">
              <a:lnSpc>
                <a:spcPct val="115000"/>
              </a:lnSpc>
              <a:spcBef>
                <a:spcPts val="0"/>
              </a:spcBef>
              <a:spcAft>
                <a:spcPts val="0"/>
              </a:spcAft>
              <a:buClr>
                <a:srgbClr val="374151"/>
              </a:buClr>
              <a:buSzPts val="1600"/>
              <a:buFont typeface="Noto Sans Symbols"/>
              <a:buChar char="⭲"/>
            </a:pPr>
            <a:r>
              <a:rPr lang="en" sz="1600" b="0" i="0" u="none" strike="noStrike" cap="none">
                <a:solidFill>
                  <a:schemeClr val="dk1"/>
                </a:solidFill>
                <a:latin typeface="Arial"/>
                <a:ea typeface="Arial"/>
                <a:cs typeface="Arial"/>
                <a:sym typeface="Arial"/>
              </a:rPr>
              <a:t>Facilitates parallel development by allowing teams to work on different features simultaneously.</a:t>
            </a:r>
            <a:endParaRPr sz="1600" b="0" i="0" u="none" strike="noStrike" cap="none">
              <a:solidFill>
                <a:schemeClr val="dk1"/>
              </a:solidFill>
              <a:latin typeface="Arial"/>
              <a:ea typeface="Arial"/>
              <a:cs typeface="Arial"/>
              <a:sym typeface="Arial"/>
            </a:endParaRPr>
          </a:p>
          <a:p>
            <a:pPr marL="457178" marR="0" lvl="0" indent="-317485" algn="l" rtl="0">
              <a:lnSpc>
                <a:spcPct val="115000"/>
              </a:lnSpc>
              <a:spcBef>
                <a:spcPts val="0"/>
              </a:spcBef>
              <a:spcAft>
                <a:spcPts val="0"/>
              </a:spcAft>
              <a:buClr>
                <a:srgbClr val="374151"/>
              </a:buClr>
              <a:buSzPts val="1600"/>
              <a:buFont typeface="Noto Sans Symbols"/>
              <a:buChar char="⭲"/>
            </a:pPr>
            <a:r>
              <a:rPr lang="en" sz="1600" b="0" i="0" u="none" strike="noStrike" cap="none">
                <a:solidFill>
                  <a:schemeClr val="dk1"/>
                </a:solidFill>
                <a:latin typeface="Arial"/>
                <a:ea typeface="Arial"/>
                <a:cs typeface="Arial"/>
                <a:sym typeface="Arial"/>
              </a:rPr>
              <a:t>Minimizes conflicts and maintains a stable main codebase.</a:t>
            </a:r>
            <a:endParaRPr sz="1600" b="0" i="0" u="none" strike="noStrike" cap="none">
              <a:solidFill>
                <a:schemeClr val="dk1"/>
              </a:solidFill>
              <a:latin typeface="Arial"/>
              <a:ea typeface="Arial"/>
              <a:cs typeface="Arial"/>
              <a:sym typeface="Arial"/>
            </a:endParaRPr>
          </a:p>
        </p:txBody>
      </p:sp>
      <p:grpSp>
        <p:nvGrpSpPr>
          <p:cNvPr id="953" name="Google Shape;953;p18"/>
          <p:cNvGrpSpPr/>
          <p:nvPr/>
        </p:nvGrpSpPr>
        <p:grpSpPr>
          <a:xfrm>
            <a:off x="4633444" y="2016863"/>
            <a:ext cx="6175995" cy="4216539"/>
            <a:chOff x="4633444" y="2016863"/>
            <a:chExt cx="6175995" cy="4216539"/>
          </a:xfrm>
        </p:grpSpPr>
        <p:grpSp>
          <p:nvGrpSpPr>
            <p:cNvPr id="954" name="Google Shape;954;p18"/>
            <p:cNvGrpSpPr/>
            <p:nvPr/>
          </p:nvGrpSpPr>
          <p:grpSpPr>
            <a:xfrm>
              <a:off x="7230971" y="2608762"/>
              <a:ext cx="1101213" cy="497557"/>
              <a:chOff x="7230971" y="2608762"/>
              <a:chExt cx="1101213" cy="497557"/>
            </a:xfrm>
          </p:grpSpPr>
          <p:sp>
            <p:nvSpPr>
              <p:cNvPr id="955" name="Google Shape;955;p18"/>
              <p:cNvSpPr/>
              <p:nvPr/>
            </p:nvSpPr>
            <p:spPr>
              <a:xfrm>
                <a:off x="7230971" y="2608762"/>
                <a:ext cx="1101213" cy="497557"/>
              </a:xfrm>
              <a:prstGeom prst="roundRect">
                <a:avLst>
                  <a:gd name="adj" fmla="val 16667"/>
                </a:avLst>
              </a:prstGeom>
              <a:solidFill>
                <a:schemeClr val="lt1"/>
              </a:solidFill>
              <a:ln w="28575"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956" name="Google Shape;956;p18"/>
              <p:cNvCxnSpPr/>
              <p:nvPr/>
            </p:nvCxnSpPr>
            <p:spPr>
              <a:xfrm>
                <a:off x="7238591" y="2910840"/>
                <a:ext cx="160020" cy="172619"/>
              </a:xfrm>
              <a:prstGeom prst="straightConnector1">
                <a:avLst/>
              </a:prstGeom>
              <a:noFill/>
              <a:ln w="38100" cap="rnd" cmpd="sng">
                <a:solidFill>
                  <a:schemeClr val="accent1"/>
                </a:solidFill>
                <a:prstDash val="solid"/>
                <a:miter lim="800000"/>
                <a:headEnd type="none" w="sm" len="sm"/>
                <a:tailEnd type="none" w="sm" len="sm"/>
              </a:ln>
            </p:spPr>
          </p:cxnSp>
          <p:cxnSp>
            <p:nvCxnSpPr>
              <p:cNvPr id="957" name="Google Shape;957;p18"/>
              <p:cNvCxnSpPr/>
              <p:nvPr/>
            </p:nvCxnSpPr>
            <p:spPr>
              <a:xfrm>
                <a:off x="7246211" y="2771230"/>
                <a:ext cx="302669" cy="326499"/>
              </a:xfrm>
              <a:prstGeom prst="straightConnector1">
                <a:avLst/>
              </a:prstGeom>
              <a:noFill/>
              <a:ln w="38100" cap="rnd" cmpd="sng">
                <a:solidFill>
                  <a:schemeClr val="accent1"/>
                </a:solidFill>
                <a:prstDash val="solid"/>
                <a:miter lim="800000"/>
                <a:headEnd type="none" w="sm" len="sm"/>
                <a:tailEnd type="none" w="sm" len="sm"/>
              </a:ln>
            </p:spPr>
          </p:cxnSp>
          <p:cxnSp>
            <p:nvCxnSpPr>
              <p:cNvPr id="958" name="Google Shape;958;p18"/>
              <p:cNvCxnSpPr/>
              <p:nvPr/>
            </p:nvCxnSpPr>
            <p:spPr>
              <a:xfrm>
                <a:off x="7273526" y="2636055"/>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59" name="Google Shape;959;p18"/>
              <p:cNvCxnSpPr/>
              <p:nvPr/>
            </p:nvCxnSpPr>
            <p:spPr>
              <a:xfrm>
                <a:off x="744116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60" name="Google Shape;960;p18"/>
              <p:cNvCxnSpPr/>
              <p:nvPr/>
            </p:nvCxnSpPr>
            <p:spPr>
              <a:xfrm>
                <a:off x="764819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61" name="Google Shape;961;p18"/>
              <p:cNvCxnSpPr/>
              <p:nvPr/>
            </p:nvCxnSpPr>
            <p:spPr>
              <a:xfrm>
                <a:off x="7860803"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62" name="Google Shape;962;p18"/>
              <p:cNvCxnSpPr/>
              <p:nvPr/>
            </p:nvCxnSpPr>
            <p:spPr>
              <a:xfrm>
                <a:off x="8075276" y="2618045"/>
                <a:ext cx="255924" cy="290255"/>
              </a:xfrm>
              <a:prstGeom prst="straightConnector1">
                <a:avLst/>
              </a:prstGeom>
              <a:noFill/>
              <a:ln w="38100" cap="rnd" cmpd="sng">
                <a:solidFill>
                  <a:schemeClr val="accent1"/>
                </a:solidFill>
                <a:prstDash val="solid"/>
                <a:miter lim="800000"/>
                <a:headEnd type="none" w="sm" len="sm"/>
                <a:tailEnd type="none" w="sm" len="sm"/>
              </a:ln>
            </p:spPr>
          </p:cxnSp>
          <p:cxnSp>
            <p:nvCxnSpPr>
              <p:cNvPr id="963" name="Google Shape;963;p18"/>
              <p:cNvCxnSpPr/>
              <p:nvPr/>
            </p:nvCxnSpPr>
            <p:spPr>
              <a:xfrm>
                <a:off x="8219462" y="2620237"/>
                <a:ext cx="109198" cy="133123"/>
              </a:xfrm>
              <a:prstGeom prst="straightConnector1">
                <a:avLst/>
              </a:prstGeom>
              <a:noFill/>
              <a:ln w="38100" cap="rnd" cmpd="sng">
                <a:solidFill>
                  <a:schemeClr val="accent1"/>
                </a:solidFill>
                <a:prstDash val="solid"/>
                <a:miter lim="800000"/>
                <a:headEnd type="none" w="sm" len="sm"/>
                <a:tailEnd type="none" w="sm" len="sm"/>
              </a:ln>
            </p:spPr>
          </p:cxnSp>
        </p:grpSp>
        <p:grpSp>
          <p:nvGrpSpPr>
            <p:cNvPr id="964" name="Google Shape;964;p18"/>
            <p:cNvGrpSpPr/>
            <p:nvPr/>
          </p:nvGrpSpPr>
          <p:grpSpPr>
            <a:xfrm>
              <a:off x="7230971" y="3495155"/>
              <a:ext cx="1101213" cy="497557"/>
              <a:chOff x="7230971" y="2608762"/>
              <a:chExt cx="1101213" cy="497557"/>
            </a:xfrm>
          </p:grpSpPr>
          <p:sp>
            <p:nvSpPr>
              <p:cNvPr id="965" name="Google Shape;965;p18"/>
              <p:cNvSpPr/>
              <p:nvPr/>
            </p:nvSpPr>
            <p:spPr>
              <a:xfrm>
                <a:off x="7230971" y="2608762"/>
                <a:ext cx="1101213" cy="497557"/>
              </a:xfrm>
              <a:prstGeom prst="roundRect">
                <a:avLst>
                  <a:gd name="adj" fmla="val 16667"/>
                </a:avLst>
              </a:prstGeom>
              <a:solidFill>
                <a:schemeClr val="lt1"/>
              </a:solidFill>
              <a:ln w="28575"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966" name="Google Shape;966;p18"/>
              <p:cNvCxnSpPr/>
              <p:nvPr/>
            </p:nvCxnSpPr>
            <p:spPr>
              <a:xfrm>
                <a:off x="7238591" y="2910840"/>
                <a:ext cx="160020" cy="172619"/>
              </a:xfrm>
              <a:prstGeom prst="straightConnector1">
                <a:avLst/>
              </a:prstGeom>
              <a:noFill/>
              <a:ln w="38100" cap="rnd" cmpd="sng">
                <a:solidFill>
                  <a:schemeClr val="accent1"/>
                </a:solidFill>
                <a:prstDash val="solid"/>
                <a:miter lim="800000"/>
                <a:headEnd type="none" w="sm" len="sm"/>
                <a:tailEnd type="none" w="sm" len="sm"/>
              </a:ln>
            </p:spPr>
          </p:cxnSp>
          <p:cxnSp>
            <p:nvCxnSpPr>
              <p:cNvPr id="967" name="Google Shape;967;p18"/>
              <p:cNvCxnSpPr/>
              <p:nvPr/>
            </p:nvCxnSpPr>
            <p:spPr>
              <a:xfrm>
                <a:off x="7246211" y="2771230"/>
                <a:ext cx="302669" cy="326499"/>
              </a:xfrm>
              <a:prstGeom prst="straightConnector1">
                <a:avLst/>
              </a:prstGeom>
              <a:noFill/>
              <a:ln w="38100" cap="rnd" cmpd="sng">
                <a:solidFill>
                  <a:schemeClr val="accent1"/>
                </a:solidFill>
                <a:prstDash val="solid"/>
                <a:miter lim="800000"/>
                <a:headEnd type="none" w="sm" len="sm"/>
                <a:tailEnd type="none" w="sm" len="sm"/>
              </a:ln>
            </p:spPr>
          </p:cxnSp>
          <p:cxnSp>
            <p:nvCxnSpPr>
              <p:cNvPr id="968" name="Google Shape;968;p18"/>
              <p:cNvCxnSpPr/>
              <p:nvPr/>
            </p:nvCxnSpPr>
            <p:spPr>
              <a:xfrm>
                <a:off x="7273526" y="2636055"/>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69" name="Google Shape;969;p18"/>
              <p:cNvCxnSpPr/>
              <p:nvPr/>
            </p:nvCxnSpPr>
            <p:spPr>
              <a:xfrm>
                <a:off x="744116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70" name="Google Shape;970;p18"/>
              <p:cNvCxnSpPr/>
              <p:nvPr/>
            </p:nvCxnSpPr>
            <p:spPr>
              <a:xfrm>
                <a:off x="764819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71" name="Google Shape;971;p18"/>
              <p:cNvCxnSpPr/>
              <p:nvPr/>
            </p:nvCxnSpPr>
            <p:spPr>
              <a:xfrm>
                <a:off x="7860803"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72" name="Google Shape;972;p18"/>
              <p:cNvCxnSpPr/>
              <p:nvPr/>
            </p:nvCxnSpPr>
            <p:spPr>
              <a:xfrm>
                <a:off x="8075276" y="2618045"/>
                <a:ext cx="255924" cy="290255"/>
              </a:xfrm>
              <a:prstGeom prst="straightConnector1">
                <a:avLst/>
              </a:prstGeom>
              <a:noFill/>
              <a:ln w="38100" cap="rnd" cmpd="sng">
                <a:solidFill>
                  <a:schemeClr val="accent1"/>
                </a:solidFill>
                <a:prstDash val="solid"/>
                <a:miter lim="800000"/>
                <a:headEnd type="none" w="sm" len="sm"/>
                <a:tailEnd type="none" w="sm" len="sm"/>
              </a:ln>
            </p:spPr>
          </p:cxnSp>
          <p:cxnSp>
            <p:nvCxnSpPr>
              <p:cNvPr id="973" name="Google Shape;973;p18"/>
              <p:cNvCxnSpPr/>
              <p:nvPr/>
            </p:nvCxnSpPr>
            <p:spPr>
              <a:xfrm>
                <a:off x="8219462" y="2620237"/>
                <a:ext cx="109198" cy="133123"/>
              </a:xfrm>
              <a:prstGeom prst="straightConnector1">
                <a:avLst/>
              </a:prstGeom>
              <a:noFill/>
              <a:ln w="38100" cap="rnd" cmpd="sng">
                <a:solidFill>
                  <a:schemeClr val="accent1"/>
                </a:solidFill>
                <a:prstDash val="solid"/>
                <a:miter lim="800000"/>
                <a:headEnd type="none" w="sm" len="sm"/>
                <a:tailEnd type="none" w="sm" len="sm"/>
              </a:ln>
            </p:spPr>
          </p:cxnSp>
        </p:grpSp>
        <p:grpSp>
          <p:nvGrpSpPr>
            <p:cNvPr id="974" name="Google Shape;974;p18"/>
            <p:cNvGrpSpPr/>
            <p:nvPr/>
          </p:nvGrpSpPr>
          <p:grpSpPr>
            <a:xfrm>
              <a:off x="7230971" y="4351651"/>
              <a:ext cx="1101213" cy="497557"/>
              <a:chOff x="7230971" y="2608762"/>
              <a:chExt cx="1101213" cy="497557"/>
            </a:xfrm>
          </p:grpSpPr>
          <p:sp>
            <p:nvSpPr>
              <p:cNvPr id="975" name="Google Shape;975;p18"/>
              <p:cNvSpPr/>
              <p:nvPr/>
            </p:nvSpPr>
            <p:spPr>
              <a:xfrm>
                <a:off x="7230971" y="2608762"/>
                <a:ext cx="1101213" cy="497557"/>
              </a:xfrm>
              <a:prstGeom prst="roundRect">
                <a:avLst>
                  <a:gd name="adj" fmla="val 16667"/>
                </a:avLst>
              </a:prstGeom>
              <a:solidFill>
                <a:schemeClr val="lt1"/>
              </a:solidFill>
              <a:ln w="28575"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976" name="Google Shape;976;p18"/>
              <p:cNvCxnSpPr/>
              <p:nvPr/>
            </p:nvCxnSpPr>
            <p:spPr>
              <a:xfrm>
                <a:off x="7238591" y="2910840"/>
                <a:ext cx="160020" cy="172619"/>
              </a:xfrm>
              <a:prstGeom prst="straightConnector1">
                <a:avLst/>
              </a:prstGeom>
              <a:noFill/>
              <a:ln w="38100" cap="rnd" cmpd="sng">
                <a:solidFill>
                  <a:schemeClr val="accent1"/>
                </a:solidFill>
                <a:prstDash val="solid"/>
                <a:miter lim="800000"/>
                <a:headEnd type="none" w="sm" len="sm"/>
                <a:tailEnd type="none" w="sm" len="sm"/>
              </a:ln>
            </p:spPr>
          </p:cxnSp>
          <p:cxnSp>
            <p:nvCxnSpPr>
              <p:cNvPr id="977" name="Google Shape;977;p18"/>
              <p:cNvCxnSpPr/>
              <p:nvPr/>
            </p:nvCxnSpPr>
            <p:spPr>
              <a:xfrm>
                <a:off x="7246211" y="2771230"/>
                <a:ext cx="302669" cy="326499"/>
              </a:xfrm>
              <a:prstGeom prst="straightConnector1">
                <a:avLst/>
              </a:prstGeom>
              <a:noFill/>
              <a:ln w="38100" cap="rnd" cmpd="sng">
                <a:solidFill>
                  <a:schemeClr val="accent1"/>
                </a:solidFill>
                <a:prstDash val="solid"/>
                <a:miter lim="800000"/>
                <a:headEnd type="none" w="sm" len="sm"/>
                <a:tailEnd type="none" w="sm" len="sm"/>
              </a:ln>
            </p:spPr>
          </p:cxnSp>
          <p:cxnSp>
            <p:nvCxnSpPr>
              <p:cNvPr id="978" name="Google Shape;978;p18"/>
              <p:cNvCxnSpPr/>
              <p:nvPr/>
            </p:nvCxnSpPr>
            <p:spPr>
              <a:xfrm>
                <a:off x="7273526" y="2636055"/>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79" name="Google Shape;979;p18"/>
              <p:cNvCxnSpPr/>
              <p:nvPr/>
            </p:nvCxnSpPr>
            <p:spPr>
              <a:xfrm>
                <a:off x="744116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80" name="Google Shape;980;p18"/>
              <p:cNvCxnSpPr/>
              <p:nvPr/>
            </p:nvCxnSpPr>
            <p:spPr>
              <a:xfrm>
                <a:off x="764819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81" name="Google Shape;981;p18"/>
              <p:cNvCxnSpPr/>
              <p:nvPr/>
            </p:nvCxnSpPr>
            <p:spPr>
              <a:xfrm>
                <a:off x="7860803"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82" name="Google Shape;982;p18"/>
              <p:cNvCxnSpPr/>
              <p:nvPr/>
            </p:nvCxnSpPr>
            <p:spPr>
              <a:xfrm>
                <a:off x="8075276" y="2618045"/>
                <a:ext cx="255924" cy="290255"/>
              </a:xfrm>
              <a:prstGeom prst="straightConnector1">
                <a:avLst/>
              </a:prstGeom>
              <a:noFill/>
              <a:ln w="38100" cap="rnd" cmpd="sng">
                <a:solidFill>
                  <a:schemeClr val="accent1"/>
                </a:solidFill>
                <a:prstDash val="solid"/>
                <a:miter lim="800000"/>
                <a:headEnd type="none" w="sm" len="sm"/>
                <a:tailEnd type="none" w="sm" len="sm"/>
              </a:ln>
            </p:spPr>
          </p:cxnSp>
          <p:cxnSp>
            <p:nvCxnSpPr>
              <p:cNvPr id="983" name="Google Shape;983;p18"/>
              <p:cNvCxnSpPr/>
              <p:nvPr/>
            </p:nvCxnSpPr>
            <p:spPr>
              <a:xfrm>
                <a:off x="8219462" y="2620237"/>
                <a:ext cx="109198" cy="133123"/>
              </a:xfrm>
              <a:prstGeom prst="straightConnector1">
                <a:avLst/>
              </a:prstGeom>
              <a:noFill/>
              <a:ln w="38100" cap="rnd" cmpd="sng">
                <a:solidFill>
                  <a:schemeClr val="accent1"/>
                </a:solidFill>
                <a:prstDash val="solid"/>
                <a:miter lim="800000"/>
                <a:headEnd type="none" w="sm" len="sm"/>
                <a:tailEnd type="none" w="sm" len="sm"/>
              </a:ln>
            </p:spPr>
          </p:cxnSp>
        </p:grpSp>
        <p:grpSp>
          <p:nvGrpSpPr>
            <p:cNvPr id="984" name="Google Shape;984;p18"/>
            <p:cNvGrpSpPr/>
            <p:nvPr/>
          </p:nvGrpSpPr>
          <p:grpSpPr>
            <a:xfrm>
              <a:off x="7230971" y="5735845"/>
              <a:ext cx="1101213" cy="497557"/>
              <a:chOff x="7230971" y="2608762"/>
              <a:chExt cx="1101213" cy="497557"/>
            </a:xfrm>
          </p:grpSpPr>
          <p:sp>
            <p:nvSpPr>
              <p:cNvPr id="985" name="Google Shape;985;p18"/>
              <p:cNvSpPr/>
              <p:nvPr/>
            </p:nvSpPr>
            <p:spPr>
              <a:xfrm>
                <a:off x="7230971" y="2608762"/>
                <a:ext cx="1101213" cy="497557"/>
              </a:xfrm>
              <a:prstGeom prst="roundRect">
                <a:avLst>
                  <a:gd name="adj" fmla="val 16667"/>
                </a:avLst>
              </a:prstGeom>
              <a:solidFill>
                <a:schemeClr val="lt1"/>
              </a:solidFill>
              <a:ln w="28575"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986" name="Google Shape;986;p18"/>
              <p:cNvCxnSpPr/>
              <p:nvPr/>
            </p:nvCxnSpPr>
            <p:spPr>
              <a:xfrm>
                <a:off x="7238591" y="2910840"/>
                <a:ext cx="160020" cy="172619"/>
              </a:xfrm>
              <a:prstGeom prst="straightConnector1">
                <a:avLst/>
              </a:prstGeom>
              <a:noFill/>
              <a:ln w="38100" cap="rnd" cmpd="sng">
                <a:solidFill>
                  <a:schemeClr val="accent1"/>
                </a:solidFill>
                <a:prstDash val="solid"/>
                <a:miter lim="800000"/>
                <a:headEnd type="none" w="sm" len="sm"/>
                <a:tailEnd type="none" w="sm" len="sm"/>
              </a:ln>
            </p:spPr>
          </p:cxnSp>
          <p:cxnSp>
            <p:nvCxnSpPr>
              <p:cNvPr id="987" name="Google Shape;987;p18"/>
              <p:cNvCxnSpPr/>
              <p:nvPr/>
            </p:nvCxnSpPr>
            <p:spPr>
              <a:xfrm>
                <a:off x="7246211" y="2771230"/>
                <a:ext cx="302669" cy="326499"/>
              </a:xfrm>
              <a:prstGeom prst="straightConnector1">
                <a:avLst/>
              </a:prstGeom>
              <a:noFill/>
              <a:ln w="38100" cap="rnd" cmpd="sng">
                <a:solidFill>
                  <a:schemeClr val="accent1"/>
                </a:solidFill>
                <a:prstDash val="solid"/>
                <a:miter lim="800000"/>
                <a:headEnd type="none" w="sm" len="sm"/>
                <a:tailEnd type="none" w="sm" len="sm"/>
              </a:ln>
            </p:spPr>
          </p:cxnSp>
          <p:cxnSp>
            <p:nvCxnSpPr>
              <p:cNvPr id="988" name="Google Shape;988;p18"/>
              <p:cNvCxnSpPr/>
              <p:nvPr/>
            </p:nvCxnSpPr>
            <p:spPr>
              <a:xfrm>
                <a:off x="7273526" y="2636055"/>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89" name="Google Shape;989;p18"/>
              <p:cNvCxnSpPr/>
              <p:nvPr/>
            </p:nvCxnSpPr>
            <p:spPr>
              <a:xfrm>
                <a:off x="744116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90" name="Google Shape;990;p18"/>
              <p:cNvCxnSpPr/>
              <p:nvPr/>
            </p:nvCxnSpPr>
            <p:spPr>
              <a:xfrm>
                <a:off x="764819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91" name="Google Shape;991;p18"/>
              <p:cNvCxnSpPr/>
              <p:nvPr/>
            </p:nvCxnSpPr>
            <p:spPr>
              <a:xfrm>
                <a:off x="7860803"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92" name="Google Shape;992;p18"/>
              <p:cNvCxnSpPr/>
              <p:nvPr/>
            </p:nvCxnSpPr>
            <p:spPr>
              <a:xfrm>
                <a:off x="8075276" y="2618045"/>
                <a:ext cx="255924" cy="290255"/>
              </a:xfrm>
              <a:prstGeom prst="straightConnector1">
                <a:avLst/>
              </a:prstGeom>
              <a:noFill/>
              <a:ln w="38100" cap="rnd" cmpd="sng">
                <a:solidFill>
                  <a:schemeClr val="accent1"/>
                </a:solidFill>
                <a:prstDash val="solid"/>
                <a:miter lim="800000"/>
                <a:headEnd type="none" w="sm" len="sm"/>
                <a:tailEnd type="none" w="sm" len="sm"/>
              </a:ln>
            </p:spPr>
          </p:cxnSp>
          <p:cxnSp>
            <p:nvCxnSpPr>
              <p:cNvPr id="993" name="Google Shape;993;p18"/>
              <p:cNvCxnSpPr/>
              <p:nvPr/>
            </p:nvCxnSpPr>
            <p:spPr>
              <a:xfrm>
                <a:off x="8219462" y="2620237"/>
                <a:ext cx="109198" cy="133123"/>
              </a:xfrm>
              <a:prstGeom prst="straightConnector1">
                <a:avLst/>
              </a:prstGeom>
              <a:noFill/>
              <a:ln w="38100" cap="rnd" cmpd="sng">
                <a:solidFill>
                  <a:schemeClr val="accent1"/>
                </a:solidFill>
                <a:prstDash val="solid"/>
                <a:miter lim="800000"/>
                <a:headEnd type="none" w="sm" len="sm"/>
                <a:tailEnd type="none" w="sm" len="sm"/>
              </a:ln>
            </p:spPr>
          </p:cxnSp>
        </p:grpSp>
        <p:grpSp>
          <p:nvGrpSpPr>
            <p:cNvPr id="994" name="Google Shape;994;p18"/>
            <p:cNvGrpSpPr/>
            <p:nvPr/>
          </p:nvGrpSpPr>
          <p:grpSpPr>
            <a:xfrm>
              <a:off x="5752691" y="5057665"/>
              <a:ext cx="1101213" cy="497557"/>
              <a:chOff x="7230971" y="2608762"/>
              <a:chExt cx="1101213" cy="497557"/>
            </a:xfrm>
          </p:grpSpPr>
          <p:sp>
            <p:nvSpPr>
              <p:cNvPr id="995" name="Google Shape;995;p18"/>
              <p:cNvSpPr/>
              <p:nvPr/>
            </p:nvSpPr>
            <p:spPr>
              <a:xfrm>
                <a:off x="7230971" y="2608762"/>
                <a:ext cx="1101213" cy="497557"/>
              </a:xfrm>
              <a:prstGeom prst="roundRect">
                <a:avLst>
                  <a:gd name="adj" fmla="val 16667"/>
                </a:avLst>
              </a:prstGeom>
              <a:solidFill>
                <a:schemeClr val="lt1"/>
              </a:solidFill>
              <a:ln w="28575"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996" name="Google Shape;996;p18"/>
              <p:cNvCxnSpPr/>
              <p:nvPr/>
            </p:nvCxnSpPr>
            <p:spPr>
              <a:xfrm>
                <a:off x="7238591" y="2910840"/>
                <a:ext cx="160020" cy="172619"/>
              </a:xfrm>
              <a:prstGeom prst="straightConnector1">
                <a:avLst/>
              </a:prstGeom>
              <a:noFill/>
              <a:ln w="38100" cap="rnd" cmpd="sng">
                <a:solidFill>
                  <a:schemeClr val="accent1"/>
                </a:solidFill>
                <a:prstDash val="solid"/>
                <a:miter lim="800000"/>
                <a:headEnd type="none" w="sm" len="sm"/>
                <a:tailEnd type="none" w="sm" len="sm"/>
              </a:ln>
            </p:spPr>
          </p:cxnSp>
          <p:cxnSp>
            <p:nvCxnSpPr>
              <p:cNvPr id="997" name="Google Shape;997;p18"/>
              <p:cNvCxnSpPr/>
              <p:nvPr/>
            </p:nvCxnSpPr>
            <p:spPr>
              <a:xfrm>
                <a:off x="7246211" y="2771230"/>
                <a:ext cx="302669" cy="326499"/>
              </a:xfrm>
              <a:prstGeom prst="straightConnector1">
                <a:avLst/>
              </a:prstGeom>
              <a:noFill/>
              <a:ln w="38100" cap="rnd" cmpd="sng">
                <a:solidFill>
                  <a:schemeClr val="accent1"/>
                </a:solidFill>
                <a:prstDash val="solid"/>
                <a:miter lim="800000"/>
                <a:headEnd type="none" w="sm" len="sm"/>
                <a:tailEnd type="none" w="sm" len="sm"/>
              </a:ln>
            </p:spPr>
          </p:cxnSp>
          <p:cxnSp>
            <p:nvCxnSpPr>
              <p:cNvPr id="998" name="Google Shape;998;p18"/>
              <p:cNvCxnSpPr/>
              <p:nvPr/>
            </p:nvCxnSpPr>
            <p:spPr>
              <a:xfrm>
                <a:off x="7273526" y="2636055"/>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999" name="Google Shape;999;p18"/>
              <p:cNvCxnSpPr/>
              <p:nvPr/>
            </p:nvCxnSpPr>
            <p:spPr>
              <a:xfrm>
                <a:off x="744116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1000" name="Google Shape;1000;p18"/>
              <p:cNvCxnSpPr/>
              <p:nvPr/>
            </p:nvCxnSpPr>
            <p:spPr>
              <a:xfrm>
                <a:off x="7648196"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1001" name="Google Shape;1001;p18"/>
              <p:cNvCxnSpPr/>
              <p:nvPr/>
            </p:nvCxnSpPr>
            <p:spPr>
              <a:xfrm>
                <a:off x="7860803" y="2624767"/>
                <a:ext cx="425214" cy="458692"/>
              </a:xfrm>
              <a:prstGeom prst="straightConnector1">
                <a:avLst/>
              </a:prstGeom>
              <a:noFill/>
              <a:ln w="38100" cap="rnd" cmpd="sng">
                <a:solidFill>
                  <a:schemeClr val="accent1"/>
                </a:solidFill>
                <a:prstDash val="solid"/>
                <a:miter lim="800000"/>
                <a:headEnd type="none" w="sm" len="sm"/>
                <a:tailEnd type="none" w="sm" len="sm"/>
              </a:ln>
            </p:spPr>
          </p:cxnSp>
          <p:cxnSp>
            <p:nvCxnSpPr>
              <p:cNvPr id="1002" name="Google Shape;1002;p18"/>
              <p:cNvCxnSpPr/>
              <p:nvPr/>
            </p:nvCxnSpPr>
            <p:spPr>
              <a:xfrm>
                <a:off x="8075276" y="2618045"/>
                <a:ext cx="255924" cy="290255"/>
              </a:xfrm>
              <a:prstGeom prst="straightConnector1">
                <a:avLst/>
              </a:prstGeom>
              <a:noFill/>
              <a:ln w="38100" cap="rnd" cmpd="sng">
                <a:solidFill>
                  <a:schemeClr val="accent1"/>
                </a:solidFill>
                <a:prstDash val="solid"/>
                <a:miter lim="800000"/>
                <a:headEnd type="none" w="sm" len="sm"/>
                <a:tailEnd type="none" w="sm" len="sm"/>
              </a:ln>
            </p:spPr>
          </p:cxnSp>
          <p:cxnSp>
            <p:nvCxnSpPr>
              <p:cNvPr id="1003" name="Google Shape;1003;p18"/>
              <p:cNvCxnSpPr/>
              <p:nvPr/>
            </p:nvCxnSpPr>
            <p:spPr>
              <a:xfrm>
                <a:off x="8219462" y="2620237"/>
                <a:ext cx="109198" cy="133123"/>
              </a:xfrm>
              <a:prstGeom prst="straightConnector1">
                <a:avLst/>
              </a:prstGeom>
              <a:noFill/>
              <a:ln w="38100" cap="rnd" cmpd="sng">
                <a:solidFill>
                  <a:schemeClr val="accent1"/>
                </a:solidFill>
                <a:prstDash val="solid"/>
                <a:miter lim="800000"/>
                <a:headEnd type="none" w="sm" len="sm"/>
                <a:tailEnd type="none" w="sm" len="sm"/>
              </a:ln>
            </p:spPr>
          </p:cxnSp>
        </p:grpSp>
        <p:grpSp>
          <p:nvGrpSpPr>
            <p:cNvPr id="1004" name="Google Shape;1004;p18"/>
            <p:cNvGrpSpPr/>
            <p:nvPr/>
          </p:nvGrpSpPr>
          <p:grpSpPr>
            <a:xfrm>
              <a:off x="8767418" y="4886922"/>
              <a:ext cx="1101213" cy="497557"/>
              <a:chOff x="7230971" y="2608762"/>
              <a:chExt cx="1101213" cy="497557"/>
            </a:xfrm>
          </p:grpSpPr>
          <p:sp>
            <p:nvSpPr>
              <p:cNvPr id="1005" name="Google Shape;1005;p18"/>
              <p:cNvSpPr/>
              <p:nvPr/>
            </p:nvSpPr>
            <p:spPr>
              <a:xfrm>
                <a:off x="7230971" y="2608762"/>
                <a:ext cx="1101213" cy="497557"/>
              </a:xfrm>
              <a:prstGeom prst="roundRect">
                <a:avLst>
                  <a:gd name="adj" fmla="val 16667"/>
                </a:avLst>
              </a:prstGeom>
              <a:solidFill>
                <a:schemeClr val="lt1"/>
              </a:solidFill>
              <a:ln w="28575"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006" name="Google Shape;1006;p18"/>
              <p:cNvCxnSpPr/>
              <p:nvPr/>
            </p:nvCxnSpPr>
            <p:spPr>
              <a:xfrm>
                <a:off x="7238591" y="2910840"/>
                <a:ext cx="160020" cy="172619"/>
              </a:xfrm>
              <a:prstGeom prst="straightConnector1">
                <a:avLst/>
              </a:prstGeom>
              <a:noFill/>
              <a:ln w="38100" cap="rnd" cmpd="sng">
                <a:solidFill>
                  <a:srgbClr val="FFC000"/>
                </a:solidFill>
                <a:prstDash val="solid"/>
                <a:miter lim="800000"/>
                <a:headEnd type="none" w="sm" len="sm"/>
                <a:tailEnd type="none" w="sm" len="sm"/>
              </a:ln>
            </p:spPr>
          </p:cxnSp>
          <p:cxnSp>
            <p:nvCxnSpPr>
              <p:cNvPr id="1007" name="Google Shape;1007;p18"/>
              <p:cNvCxnSpPr/>
              <p:nvPr/>
            </p:nvCxnSpPr>
            <p:spPr>
              <a:xfrm>
                <a:off x="7246211" y="2771230"/>
                <a:ext cx="302669" cy="326499"/>
              </a:xfrm>
              <a:prstGeom prst="straightConnector1">
                <a:avLst/>
              </a:prstGeom>
              <a:noFill/>
              <a:ln w="38100" cap="rnd" cmpd="sng">
                <a:solidFill>
                  <a:srgbClr val="FFC000"/>
                </a:solidFill>
                <a:prstDash val="solid"/>
                <a:miter lim="800000"/>
                <a:headEnd type="none" w="sm" len="sm"/>
                <a:tailEnd type="none" w="sm" len="sm"/>
              </a:ln>
            </p:spPr>
          </p:cxnSp>
          <p:cxnSp>
            <p:nvCxnSpPr>
              <p:cNvPr id="1008" name="Google Shape;1008;p18"/>
              <p:cNvCxnSpPr/>
              <p:nvPr/>
            </p:nvCxnSpPr>
            <p:spPr>
              <a:xfrm>
                <a:off x="7273526" y="2636055"/>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09" name="Google Shape;1009;p18"/>
              <p:cNvCxnSpPr/>
              <p:nvPr/>
            </p:nvCxnSpPr>
            <p:spPr>
              <a:xfrm>
                <a:off x="7441166" y="2624767"/>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10" name="Google Shape;1010;p18"/>
              <p:cNvCxnSpPr/>
              <p:nvPr/>
            </p:nvCxnSpPr>
            <p:spPr>
              <a:xfrm>
                <a:off x="7648196" y="2624767"/>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11" name="Google Shape;1011;p18"/>
              <p:cNvCxnSpPr/>
              <p:nvPr/>
            </p:nvCxnSpPr>
            <p:spPr>
              <a:xfrm>
                <a:off x="7860803" y="2624767"/>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12" name="Google Shape;1012;p18"/>
              <p:cNvCxnSpPr/>
              <p:nvPr/>
            </p:nvCxnSpPr>
            <p:spPr>
              <a:xfrm>
                <a:off x="8075276" y="2618045"/>
                <a:ext cx="255924" cy="290255"/>
              </a:xfrm>
              <a:prstGeom prst="straightConnector1">
                <a:avLst/>
              </a:prstGeom>
              <a:noFill/>
              <a:ln w="38100" cap="rnd" cmpd="sng">
                <a:solidFill>
                  <a:srgbClr val="FFC000"/>
                </a:solidFill>
                <a:prstDash val="solid"/>
                <a:miter lim="800000"/>
                <a:headEnd type="none" w="sm" len="sm"/>
                <a:tailEnd type="none" w="sm" len="sm"/>
              </a:ln>
            </p:spPr>
          </p:cxnSp>
          <p:cxnSp>
            <p:nvCxnSpPr>
              <p:cNvPr id="1013" name="Google Shape;1013;p18"/>
              <p:cNvCxnSpPr/>
              <p:nvPr/>
            </p:nvCxnSpPr>
            <p:spPr>
              <a:xfrm>
                <a:off x="8219462" y="2620237"/>
                <a:ext cx="109198" cy="133123"/>
              </a:xfrm>
              <a:prstGeom prst="straightConnector1">
                <a:avLst/>
              </a:prstGeom>
              <a:noFill/>
              <a:ln w="38100" cap="rnd" cmpd="sng">
                <a:solidFill>
                  <a:srgbClr val="FFC000"/>
                </a:solidFill>
                <a:prstDash val="solid"/>
                <a:miter lim="800000"/>
                <a:headEnd type="none" w="sm" len="sm"/>
                <a:tailEnd type="none" w="sm" len="sm"/>
              </a:ln>
            </p:spPr>
          </p:cxnSp>
        </p:grpSp>
        <p:grpSp>
          <p:nvGrpSpPr>
            <p:cNvPr id="1014" name="Google Shape;1014;p18"/>
            <p:cNvGrpSpPr/>
            <p:nvPr/>
          </p:nvGrpSpPr>
          <p:grpSpPr>
            <a:xfrm>
              <a:off x="8746909" y="4019306"/>
              <a:ext cx="1101213" cy="497557"/>
              <a:chOff x="7230971" y="2608762"/>
              <a:chExt cx="1101213" cy="497557"/>
            </a:xfrm>
          </p:grpSpPr>
          <p:sp>
            <p:nvSpPr>
              <p:cNvPr id="1015" name="Google Shape;1015;p18"/>
              <p:cNvSpPr/>
              <p:nvPr/>
            </p:nvSpPr>
            <p:spPr>
              <a:xfrm>
                <a:off x="7230971" y="2608762"/>
                <a:ext cx="1101213" cy="497557"/>
              </a:xfrm>
              <a:prstGeom prst="roundRect">
                <a:avLst>
                  <a:gd name="adj" fmla="val 16667"/>
                </a:avLst>
              </a:prstGeom>
              <a:solidFill>
                <a:schemeClr val="lt1"/>
              </a:solidFill>
              <a:ln w="28575"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016" name="Google Shape;1016;p18"/>
              <p:cNvCxnSpPr/>
              <p:nvPr/>
            </p:nvCxnSpPr>
            <p:spPr>
              <a:xfrm>
                <a:off x="7238591" y="2910840"/>
                <a:ext cx="160020" cy="172619"/>
              </a:xfrm>
              <a:prstGeom prst="straightConnector1">
                <a:avLst/>
              </a:prstGeom>
              <a:noFill/>
              <a:ln w="38100" cap="rnd" cmpd="sng">
                <a:solidFill>
                  <a:srgbClr val="FFC000"/>
                </a:solidFill>
                <a:prstDash val="solid"/>
                <a:miter lim="800000"/>
                <a:headEnd type="none" w="sm" len="sm"/>
                <a:tailEnd type="none" w="sm" len="sm"/>
              </a:ln>
            </p:spPr>
          </p:cxnSp>
          <p:cxnSp>
            <p:nvCxnSpPr>
              <p:cNvPr id="1017" name="Google Shape;1017;p18"/>
              <p:cNvCxnSpPr/>
              <p:nvPr/>
            </p:nvCxnSpPr>
            <p:spPr>
              <a:xfrm>
                <a:off x="7246211" y="2771230"/>
                <a:ext cx="302669" cy="326499"/>
              </a:xfrm>
              <a:prstGeom prst="straightConnector1">
                <a:avLst/>
              </a:prstGeom>
              <a:noFill/>
              <a:ln w="38100" cap="rnd" cmpd="sng">
                <a:solidFill>
                  <a:srgbClr val="FFC000"/>
                </a:solidFill>
                <a:prstDash val="solid"/>
                <a:miter lim="800000"/>
                <a:headEnd type="none" w="sm" len="sm"/>
                <a:tailEnd type="none" w="sm" len="sm"/>
              </a:ln>
            </p:spPr>
          </p:cxnSp>
          <p:cxnSp>
            <p:nvCxnSpPr>
              <p:cNvPr id="1018" name="Google Shape;1018;p18"/>
              <p:cNvCxnSpPr/>
              <p:nvPr/>
            </p:nvCxnSpPr>
            <p:spPr>
              <a:xfrm>
                <a:off x="7273526" y="2636055"/>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19" name="Google Shape;1019;p18"/>
              <p:cNvCxnSpPr/>
              <p:nvPr/>
            </p:nvCxnSpPr>
            <p:spPr>
              <a:xfrm>
                <a:off x="7441166" y="2624767"/>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20" name="Google Shape;1020;p18"/>
              <p:cNvCxnSpPr/>
              <p:nvPr/>
            </p:nvCxnSpPr>
            <p:spPr>
              <a:xfrm>
                <a:off x="7648196" y="2624767"/>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21" name="Google Shape;1021;p18"/>
              <p:cNvCxnSpPr/>
              <p:nvPr/>
            </p:nvCxnSpPr>
            <p:spPr>
              <a:xfrm>
                <a:off x="7860803" y="2624767"/>
                <a:ext cx="425214" cy="458692"/>
              </a:xfrm>
              <a:prstGeom prst="straightConnector1">
                <a:avLst/>
              </a:prstGeom>
              <a:noFill/>
              <a:ln w="38100" cap="rnd" cmpd="sng">
                <a:solidFill>
                  <a:srgbClr val="FFC000"/>
                </a:solidFill>
                <a:prstDash val="solid"/>
                <a:miter lim="800000"/>
                <a:headEnd type="none" w="sm" len="sm"/>
                <a:tailEnd type="none" w="sm" len="sm"/>
              </a:ln>
            </p:spPr>
          </p:cxnSp>
          <p:cxnSp>
            <p:nvCxnSpPr>
              <p:cNvPr id="1022" name="Google Shape;1022;p18"/>
              <p:cNvCxnSpPr/>
              <p:nvPr/>
            </p:nvCxnSpPr>
            <p:spPr>
              <a:xfrm>
                <a:off x="8075276" y="2618045"/>
                <a:ext cx="255924" cy="290255"/>
              </a:xfrm>
              <a:prstGeom prst="straightConnector1">
                <a:avLst/>
              </a:prstGeom>
              <a:noFill/>
              <a:ln w="38100" cap="rnd" cmpd="sng">
                <a:solidFill>
                  <a:srgbClr val="FFC000"/>
                </a:solidFill>
                <a:prstDash val="solid"/>
                <a:miter lim="800000"/>
                <a:headEnd type="none" w="sm" len="sm"/>
                <a:tailEnd type="none" w="sm" len="sm"/>
              </a:ln>
            </p:spPr>
          </p:cxnSp>
          <p:cxnSp>
            <p:nvCxnSpPr>
              <p:cNvPr id="1023" name="Google Shape;1023;p18"/>
              <p:cNvCxnSpPr/>
              <p:nvPr/>
            </p:nvCxnSpPr>
            <p:spPr>
              <a:xfrm>
                <a:off x="8219462" y="2620237"/>
                <a:ext cx="109198" cy="133123"/>
              </a:xfrm>
              <a:prstGeom prst="straightConnector1">
                <a:avLst/>
              </a:prstGeom>
              <a:noFill/>
              <a:ln w="38100" cap="rnd" cmpd="sng">
                <a:solidFill>
                  <a:srgbClr val="FFC000"/>
                </a:solidFill>
                <a:prstDash val="solid"/>
                <a:miter lim="800000"/>
                <a:headEnd type="none" w="sm" len="sm"/>
                <a:tailEnd type="none" w="sm" len="sm"/>
              </a:ln>
            </p:spPr>
          </p:cxnSp>
        </p:grpSp>
        <p:cxnSp>
          <p:nvCxnSpPr>
            <p:cNvPr id="1024" name="Google Shape;1024;p18"/>
            <p:cNvCxnSpPr>
              <a:stCxn id="955" idx="2"/>
              <a:endCxn id="965" idx="0"/>
            </p:cNvCxnSpPr>
            <p:nvPr/>
          </p:nvCxnSpPr>
          <p:spPr>
            <a:xfrm>
              <a:off x="7781578" y="3106319"/>
              <a:ext cx="0" cy="388800"/>
            </a:xfrm>
            <a:prstGeom prst="straightConnector1">
              <a:avLst/>
            </a:prstGeom>
            <a:noFill/>
            <a:ln w="19050" cap="flat" cmpd="sng">
              <a:solidFill>
                <a:srgbClr val="7F7F7F"/>
              </a:solidFill>
              <a:prstDash val="solid"/>
              <a:miter lim="800000"/>
              <a:headEnd type="none" w="sm" len="sm"/>
              <a:tailEnd type="triangle" w="med" len="med"/>
            </a:ln>
          </p:spPr>
        </p:cxnSp>
        <p:cxnSp>
          <p:nvCxnSpPr>
            <p:cNvPr id="1025" name="Google Shape;1025;p18"/>
            <p:cNvCxnSpPr>
              <a:stCxn id="965" idx="2"/>
              <a:endCxn id="975" idx="0"/>
            </p:cNvCxnSpPr>
            <p:nvPr/>
          </p:nvCxnSpPr>
          <p:spPr>
            <a:xfrm>
              <a:off x="7781578" y="3992712"/>
              <a:ext cx="0" cy="358800"/>
            </a:xfrm>
            <a:prstGeom prst="straightConnector1">
              <a:avLst/>
            </a:prstGeom>
            <a:noFill/>
            <a:ln w="19050" cap="flat" cmpd="sng">
              <a:solidFill>
                <a:srgbClr val="7F7F7F"/>
              </a:solidFill>
              <a:prstDash val="solid"/>
              <a:miter lim="800000"/>
              <a:headEnd type="none" w="sm" len="sm"/>
              <a:tailEnd type="triangle" w="med" len="med"/>
            </a:ln>
          </p:spPr>
        </p:cxnSp>
        <p:cxnSp>
          <p:nvCxnSpPr>
            <p:cNvPr id="1026" name="Google Shape;1026;p18"/>
            <p:cNvCxnSpPr>
              <a:stCxn id="975" idx="2"/>
              <a:endCxn id="985" idx="0"/>
            </p:cNvCxnSpPr>
            <p:nvPr/>
          </p:nvCxnSpPr>
          <p:spPr>
            <a:xfrm>
              <a:off x="7781578" y="4849208"/>
              <a:ext cx="0" cy="886500"/>
            </a:xfrm>
            <a:prstGeom prst="straightConnector1">
              <a:avLst/>
            </a:prstGeom>
            <a:noFill/>
            <a:ln w="19050" cap="flat" cmpd="sng">
              <a:solidFill>
                <a:srgbClr val="7F7F7F"/>
              </a:solidFill>
              <a:prstDash val="solid"/>
              <a:miter lim="800000"/>
              <a:headEnd type="none" w="sm" len="sm"/>
              <a:tailEnd type="triangle" w="med" len="med"/>
            </a:ln>
          </p:spPr>
        </p:cxnSp>
        <p:cxnSp>
          <p:nvCxnSpPr>
            <p:cNvPr id="1027" name="Google Shape;1027;p18"/>
            <p:cNvCxnSpPr>
              <a:endCxn id="995" idx="0"/>
            </p:cNvCxnSpPr>
            <p:nvPr/>
          </p:nvCxnSpPr>
          <p:spPr>
            <a:xfrm flipH="1">
              <a:off x="6303298" y="4596865"/>
              <a:ext cx="927600" cy="460800"/>
            </a:xfrm>
            <a:prstGeom prst="bentConnector2">
              <a:avLst/>
            </a:prstGeom>
            <a:noFill/>
            <a:ln w="19050" cap="flat" cmpd="sng">
              <a:solidFill>
                <a:srgbClr val="7F7F7F"/>
              </a:solidFill>
              <a:prstDash val="solid"/>
              <a:miter lim="800000"/>
              <a:headEnd type="none" w="sm" len="sm"/>
              <a:tailEnd type="triangle" w="med" len="med"/>
            </a:ln>
          </p:spPr>
        </p:cxnSp>
        <p:cxnSp>
          <p:nvCxnSpPr>
            <p:cNvPr id="1028" name="Google Shape;1028;p18"/>
            <p:cNvCxnSpPr>
              <a:stCxn id="965" idx="3"/>
              <a:endCxn id="1015" idx="0"/>
            </p:cNvCxnSpPr>
            <p:nvPr/>
          </p:nvCxnSpPr>
          <p:spPr>
            <a:xfrm>
              <a:off x="8332184" y="3743934"/>
              <a:ext cx="965400" cy="275400"/>
            </a:xfrm>
            <a:prstGeom prst="bentConnector2">
              <a:avLst/>
            </a:prstGeom>
            <a:noFill/>
            <a:ln w="19050" cap="flat" cmpd="sng">
              <a:solidFill>
                <a:srgbClr val="7F7F7F"/>
              </a:solidFill>
              <a:prstDash val="solid"/>
              <a:miter lim="800000"/>
              <a:headEnd type="none" w="sm" len="sm"/>
              <a:tailEnd type="triangle" w="med" len="med"/>
            </a:ln>
          </p:spPr>
        </p:cxnSp>
        <p:cxnSp>
          <p:nvCxnSpPr>
            <p:cNvPr id="1029" name="Google Shape;1029;p18"/>
            <p:cNvCxnSpPr>
              <a:stCxn id="1015" idx="2"/>
            </p:cNvCxnSpPr>
            <p:nvPr/>
          </p:nvCxnSpPr>
          <p:spPr>
            <a:xfrm>
              <a:off x="9297516" y="4516863"/>
              <a:ext cx="8700" cy="332400"/>
            </a:xfrm>
            <a:prstGeom prst="straightConnector1">
              <a:avLst/>
            </a:prstGeom>
            <a:noFill/>
            <a:ln w="19050" cap="flat" cmpd="sng">
              <a:solidFill>
                <a:srgbClr val="7F7F7F"/>
              </a:solidFill>
              <a:prstDash val="solid"/>
              <a:miter lim="800000"/>
              <a:headEnd type="none" w="sm" len="sm"/>
              <a:tailEnd type="triangle" w="med" len="med"/>
            </a:ln>
          </p:spPr>
        </p:cxnSp>
        <p:cxnSp>
          <p:nvCxnSpPr>
            <p:cNvPr id="1030" name="Google Shape;1030;p18"/>
            <p:cNvCxnSpPr>
              <a:stCxn id="1005" idx="2"/>
              <a:endCxn id="985" idx="3"/>
            </p:cNvCxnSpPr>
            <p:nvPr/>
          </p:nvCxnSpPr>
          <p:spPr>
            <a:xfrm rot="5400000">
              <a:off x="8525125" y="5191579"/>
              <a:ext cx="600000" cy="985800"/>
            </a:xfrm>
            <a:prstGeom prst="bentConnector2">
              <a:avLst/>
            </a:prstGeom>
            <a:noFill/>
            <a:ln w="19050" cap="flat" cmpd="sng">
              <a:solidFill>
                <a:srgbClr val="7F7F7F"/>
              </a:solidFill>
              <a:prstDash val="solid"/>
              <a:miter lim="800000"/>
              <a:headEnd type="none" w="sm" len="sm"/>
              <a:tailEnd type="none" w="sm" len="sm"/>
            </a:ln>
          </p:spPr>
        </p:cxnSp>
        <p:sp>
          <p:nvSpPr>
            <p:cNvPr id="1031" name="Google Shape;1031;p18"/>
            <p:cNvSpPr txBox="1"/>
            <p:nvPr/>
          </p:nvSpPr>
          <p:spPr>
            <a:xfrm>
              <a:off x="8653273" y="3207361"/>
              <a:ext cx="1540806"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000000"/>
                  </a:solidFill>
                  <a:latin typeface="Arial"/>
                  <a:ea typeface="Arial"/>
                  <a:cs typeface="Arial"/>
                  <a:sym typeface="Arial"/>
                </a:rPr>
                <a:t>New Branch 1</a:t>
              </a:r>
              <a:endParaRPr sz="1600" b="1" i="0" u="none" strike="noStrike" cap="none">
                <a:solidFill>
                  <a:srgbClr val="000000"/>
                </a:solidFill>
                <a:latin typeface="Arial"/>
                <a:ea typeface="Arial"/>
                <a:cs typeface="Arial"/>
                <a:sym typeface="Arial"/>
              </a:endParaRPr>
            </a:p>
          </p:txBody>
        </p:sp>
        <p:sp>
          <p:nvSpPr>
            <p:cNvPr id="1032" name="Google Shape;1032;p18"/>
            <p:cNvSpPr txBox="1"/>
            <p:nvPr/>
          </p:nvSpPr>
          <p:spPr>
            <a:xfrm>
              <a:off x="4633444" y="4557651"/>
              <a:ext cx="1540806"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000000"/>
                  </a:solidFill>
                  <a:latin typeface="Arial"/>
                  <a:ea typeface="Arial"/>
                  <a:cs typeface="Arial"/>
                  <a:sym typeface="Arial"/>
                </a:rPr>
                <a:t>New Branch 2</a:t>
              </a:r>
              <a:endParaRPr sz="1600" b="1" i="0" u="none" strike="noStrike" cap="none">
                <a:solidFill>
                  <a:srgbClr val="000000"/>
                </a:solidFill>
                <a:latin typeface="Arial"/>
                <a:ea typeface="Arial"/>
                <a:cs typeface="Arial"/>
                <a:sym typeface="Arial"/>
              </a:endParaRPr>
            </a:p>
          </p:txBody>
        </p:sp>
        <p:sp>
          <p:nvSpPr>
            <p:cNvPr id="1033" name="Google Shape;1033;p18"/>
            <p:cNvSpPr txBox="1"/>
            <p:nvPr/>
          </p:nvSpPr>
          <p:spPr>
            <a:xfrm>
              <a:off x="6291500" y="2599235"/>
              <a:ext cx="95090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Commit 1</a:t>
              </a:r>
              <a:endParaRPr sz="1400" b="0" i="0" u="none" strike="noStrike" cap="none">
                <a:solidFill>
                  <a:srgbClr val="000000"/>
                </a:solidFill>
                <a:latin typeface="Arial"/>
                <a:ea typeface="Arial"/>
                <a:cs typeface="Arial"/>
                <a:sym typeface="Arial"/>
              </a:endParaRPr>
            </a:p>
          </p:txBody>
        </p:sp>
        <p:sp>
          <p:nvSpPr>
            <p:cNvPr id="1034" name="Google Shape;1034;p18"/>
            <p:cNvSpPr txBox="1"/>
            <p:nvPr/>
          </p:nvSpPr>
          <p:spPr>
            <a:xfrm>
              <a:off x="6306277" y="3477140"/>
              <a:ext cx="95090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Commit 2</a:t>
              </a:r>
              <a:endParaRPr sz="1400" b="0" i="0" u="none" strike="noStrike" cap="none">
                <a:solidFill>
                  <a:srgbClr val="000000"/>
                </a:solidFill>
                <a:latin typeface="Arial"/>
                <a:ea typeface="Arial"/>
                <a:cs typeface="Arial"/>
                <a:sym typeface="Arial"/>
              </a:endParaRPr>
            </a:p>
          </p:txBody>
        </p:sp>
        <p:sp>
          <p:nvSpPr>
            <p:cNvPr id="1035" name="Google Shape;1035;p18"/>
            <p:cNvSpPr txBox="1"/>
            <p:nvPr/>
          </p:nvSpPr>
          <p:spPr>
            <a:xfrm>
              <a:off x="6320085" y="4299984"/>
              <a:ext cx="95090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Commit 3</a:t>
              </a:r>
              <a:endParaRPr sz="1400" b="0" i="0" u="none" strike="noStrike" cap="none">
                <a:solidFill>
                  <a:srgbClr val="000000"/>
                </a:solidFill>
                <a:latin typeface="Arial"/>
                <a:ea typeface="Arial"/>
                <a:cs typeface="Arial"/>
                <a:sym typeface="Arial"/>
              </a:endParaRPr>
            </a:p>
          </p:txBody>
        </p:sp>
        <p:sp>
          <p:nvSpPr>
            <p:cNvPr id="1036" name="Google Shape;1036;p18"/>
            <p:cNvSpPr txBox="1"/>
            <p:nvPr/>
          </p:nvSpPr>
          <p:spPr>
            <a:xfrm>
              <a:off x="9858538" y="4046599"/>
              <a:ext cx="95090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Commit 4</a:t>
              </a:r>
              <a:endParaRPr sz="1400" b="0" i="0" u="none" strike="noStrike" cap="none">
                <a:solidFill>
                  <a:srgbClr val="000000"/>
                </a:solidFill>
                <a:latin typeface="Arial"/>
                <a:ea typeface="Arial"/>
                <a:cs typeface="Arial"/>
                <a:sym typeface="Arial"/>
              </a:endParaRPr>
            </a:p>
          </p:txBody>
        </p:sp>
        <p:sp>
          <p:nvSpPr>
            <p:cNvPr id="1037" name="Google Shape;1037;p18"/>
            <p:cNvSpPr txBox="1"/>
            <p:nvPr/>
          </p:nvSpPr>
          <p:spPr>
            <a:xfrm>
              <a:off x="9858537" y="4886922"/>
              <a:ext cx="95090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Commit 5</a:t>
              </a:r>
              <a:endParaRPr sz="1400" b="0" i="0" u="none" strike="noStrike" cap="none">
                <a:solidFill>
                  <a:srgbClr val="000000"/>
                </a:solidFill>
                <a:latin typeface="Arial"/>
                <a:ea typeface="Arial"/>
                <a:cs typeface="Arial"/>
                <a:sym typeface="Arial"/>
              </a:endParaRPr>
            </a:p>
          </p:txBody>
        </p:sp>
        <p:sp>
          <p:nvSpPr>
            <p:cNvPr id="1038" name="Google Shape;1038;p18"/>
            <p:cNvSpPr txBox="1"/>
            <p:nvPr/>
          </p:nvSpPr>
          <p:spPr>
            <a:xfrm>
              <a:off x="8354910" y="5659992"/>
              <a:ext cx="78899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000000"/>
                  </a:solidFill>
                  <a:latin typeface="Arial"/>
                  <a:ea typeface="Arial"/>
                  <a:cs typeface="Arial"/>
                  <a:sym typeface="Arial"/>
                </a:rPr>
                <a:t>Merge</a:t>
              </a:r>
              <a:endParaRPr sz="1600" b="1" i="0" u="none" strike="noStrike" cap="none">
                <a:solidFill>
                  <a:srgbClr val="000000"/>
                </a:solidFill>
                <a:latin typeface="Arial"/>
                <a:ea typeface="Arial"/>
                <a:cs typeface="Arial"/>
                <a:sym typeface="Arial"/>
              </a:endParaRPr>
            </a:p>
          </p:txBody>
        </p:sp>
        <p:cxnSp>
          <p:nvCxnSpPr>
            <p:cNvPr id="1039" name="Google Shape;1039;p18"/>
            <p:cNvCxnSpPr/>
            <p:nvPr/>
          </p:nvCxnSpPr>
          <p:spPr>
            <a:xfrm>
              <a:off x="7162800" y="2381250"/>
              <a:ext cx="1123217" cy="0"/>
            </a:xfrm>
            <a:prstGeom prst="straightConnector1">
              <a:avLst/>
            </a:prstGeom>
            <a:noFill/>
            <a:ln w="19050" cap="flat" cmpd="sng">
              <a:solidFill>
                <a:srgbClr val="7F7F7F"/>
              </a:solidFill>
              <a:prstDash val="solid"/>
              <a:miter lim="800000"/>
              <a:headEnd type="none" w="sm" len="sm"/>
              <a:tailEnd type="none" w="sm" len="sm"/>
            </a:ln>
          </p:spPr>
        </p:cxnSp>
        <p:cxnSp>
          <p:nvCxnSpPr>
            <p:cNvPr id="1040" name="Google Shape;1040;p18"/>
            <p:cNvCxnSpPr/>
            <p:nvPr/>
          </p:nvCxnSpPr>
          <p:spPr>
            <a:xfrm>
              <a:off x="7162800" y="2444426"/>
              <a:ext cx="1123217" cy="0"/>
            </a:xfrm>
            <a:prstGeom prst="straightConnector1">
              <a:avLst/>
            </a:prstGeom>
            <a:noFill/>
            <a:ln w="19050" cap="flat" cmpd="sng">
              <a:solidFill>
                <a:srgbClr val="7F7F7F"/>
              </a:solidFill>
              <a:prstDash val="solid"/>
              <a:miter lim="800000"/>
              <a:headEnd type="none" w="sm" len="sm"/>
              <a:tailEnd type="none" w="sm" len="sm"/>
            </a:ln>
          </p:spPr>
        </p:cxnSp>
        <p:cxnSp>
          <p:nvCxnSpPr>
            <p:cNvPr id="1041" name="Google Shape;1041;p18"/>
            <p:cNvCxnSpPr/>
            <p:nvPr/>
          </p:nvCxnSpPr>
          <p:spPr>
            <a:xfrm>
              <a:off x="8838947" y="3519245"/>
              <a:ext cx="1123217" cy="0"/>
            </a:xfrm>
            <a:prstGeom prst="straightConnector1">
              <a:avLst/>
            </a:prstGeom>
            <a:noFill/>
            <a:ln w="19050" cap="flat" cmpd="sng">
              <a:solidFill>
                <a:srgbClr val="7F7F7F"/>
              </a:solidFill>
              <a:prstDash val="solid"/>
              <a:miter lim="800000"/>
              <a:headEnd type="none" w="sm" len="sm"/>
              <a:tailEnd type="none" w="sm" len="sm"/>
            </a:ln>
          </p:spPr>
        </p:cxnSp>
        <p:cxnSp>
          <p:nvCxnSpPr>
            <p:cNvPr id="1042" name="Google Shape;1042;p18"/>
            <p:cNvCxnSpPr/>
            <p:nvPr/>
          </p:nvCxnSpPr>
          <p:spPr>
            <a:xfrm>
              <a:off x="8838947" y="3582421"/>
              <a:ext cx="1123217" cy="0"/>
            </a:xfrm>
            <a:prstGeom prst="straightConnector1">
              <a:avLst/>
            </a:prstGeom>
            <a:noFill/>
            <a:ln w="19050" cap="flat" cmpd="sng">
              <a:solidFill>
                <a:srgbClr val="7F7F7F"/>
              </a:solidFill>
              <a:prstDash val="solid"/>
              <a:miter lim="800000"/>
              <a:headEnd type="none" w="sm" len="sm"/>
              <a:tailEnd type="none" w="sm" len="sm"/>
            </a:ln>
          </p:spPr>
        </p:cxnSp>
        <p:cxnSp>
          <p:nvCxnSpPr>
            <p:cNvPr id="1043" name="Google Shape;1043;p18"/>
            <p:cNvCxnSpPr/>
            <p:nvPr/>
          </p:nvCxnSpPr>
          <p:spPr>
            <a:xfrm>
              <a:off x="4774995" y="4895183"/>
              <a:ext cx="1123217" cy="0"/>
            </a:xfrm>
            <a:prstGeom prst="straightConnector1">
              <a:avLst/>
            </a:prstGeom>
            <a:noFill/>
            <a:ln w="19050" cap="flat" cmpd="sng">
              <a:solidFill>
                <a:srgbClr val="7F7F7F"/>
              </a:solidFill>
              <a:prstDash val="solid"/>
              <a:miter lim="800000"/>
              <a:headEnd type="none" w="sm" len="sm"/>
              <a:tailEnd type="none" w="sm" len="sm"/>
            </a:ln>
          </p:spPr>
        </p:cxnSp>
        <p:cxnSp>
          <p:nvCxnSpPr>
            <p:cNvPr id="1044" name="Google Shape;1044;p18"/>
            <p:cNvCxnSpPr/>
            <p:nvPr/>
          </p:nvCxnSpPr>
          <p:spPr>
            <a:xfrm>
              <a:off x="4774995" y="4958359"/>
              <a:ext cx="1123217" cy="0"/>
            </a:xfrm>
            <a:prstGeom prst="straightConnector1">
              <a:avLst/>
            </a:prstGeom>
            <a:noFill/>
            <a:ln w="19050" cap="flat" cmpd="sng">
              <a:solidFill>
                <a:srgbClr val="7F7F7F"/>
              </a:solidFill>
              <a:prstDash val="solid"/>
              <a:miter lim="800000"/>
              <a:headEnd type="none" w="sm" len="sm"/>
              <a:tailEnd type="none" w="sm" len="sm"/>
            </a:ln>
          </p:spPr>
        </p:cxnSp>
        <p:sp>
          <p:nvSpPr>
            <p:cNvPr id="1045" name="Google Shape;1045;p18"/>
            <p:cNvSpPr txBox="1"/>
            <p:nvPr/>
          </p:nvSpPr>
          <p:spPr>
            <a:xfrm>
              <a:off x="4759147" y="5140950"/>
              <a:ext cx="95090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Commit 6</a:t>
              </a:r>
              <a:endParaRPr sz="1400" b="0" i="0" u="none" strike="noStrike" cap="none">
                <a:solidFill>
                  <a:srgbClr val="000000"/>
                </a:solidFill>
                <a:latin typeface="Arial"/>
                <a:ea typeface="Arial"/>
                <a:cs typeface="Arial"/>
                <a:sym typeface="Arial"/>
              </a:endParaRPr>
            </a:p>
          </p:txBody>
        </p:sp>
        <p:sp>
          <p:nvSpPr>
            <p:cNvPr id="1046" name="Google Shape;1046;p18"/>
            <p:cNvSpPr txBox="1"/>
            <p:nvPr/>
          </p:nvSpPr>
          <p:spPr>
            <a:xfrm>
              <a:off x="7016522" y="2016863"/>
              <a:ext cx="1415772"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000000"/>
                  </a:solidFill>
                  <a:latin typeface="Arial"/>
                  <a:ea typeface="Arial"/>
                  <a:cs typeface="Arial"/>
                  <a:sym typeface="Arial"/>
                </a:rPr>
                <a:t>Main Branch</a:t>
              </a:r>
              <a:endParaRPr sz="1600" b="1" i="0" u="none" strike="noStrike" cap="non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1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1.1.3 Key concepts : Merging Changes in SCM</a:t>
            </a:r>
            <a:endParaRPr/>
          </a:p>
        </p:txBody>
      </p:sp>
      <p:sp>
        <p:nvSpPr>
          <p:cNvPr id="1052" name="Google Shape;1052;p19"/>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a:t>Merging is the process of integrating changes from different branches or contributors into a unified version.</a:t>
            </a:r>
            <a:endParaRPr/>
          </a:p>
          <a:p>
            <a:pPr marL="0" lvl="0" indent="0" algn="l" rtl="0">
              <a:lnSpc>
                <a:spcPct val="90000"/>
              </a:lnSpc>
              <a:spcBef>
                <a:spcPts val="838"/>
              </a:spcBef>
              <a:spcAft>
                <a:spcPts val="0"/>
              </a:spcAft>
              <a:buClr>
                <a:schemeClr val="dk1"/>
              </a:buClr>
              <a:buSzPts val="1800"/>
              <a:buNone/>
            </a:pPr>
            <a:endParaRPr/>
          </a:p>
        </p:txBody>
      </p:sp>
      <p:sp>
        <p:nvSpPr>
          <p:cNvPr id="1053" name="Google Shape;1053;p19"/>
          <p:cNvSpPr txBox="1"/>
          <p:nvPr/>
        </p:nvSpPr>
        <p:spPr>
          <a:xfrm>
            <a:off x="511558" y="1778158"/>
            <a:ext cx="2498400" cy="720300"/>
          </a:xfrm>
          <a:prstGeom prst="rect">
            <a:avLst/>
          </a:prstGeom>
          <a:noFill/>
          <a:ln>
            <a:noFill/>
          </a:ln>
        </p:spPr>
        <p:txBody>
          <a:bodyPr spcFirstLastPara="1" wrap="square" lIns="45700" tIns="0" rIns="137150" bIns="137150" anchor="b" anchorCtr="0">
            <a:noAutofit/>
          </a:bodyPr>
          <a:lstStyle/>
          <a:p>
            <a:pPr marL="0" marR="0" lvl="0" indent="0" algn="l" rtl="0">
              <a:lnSpc>
                <a:spcPct val="115000"/>
              </a:lnSpc>
              <a:spcBef>
                <a:spcPts val="1500"/>
              </a:spcBef>
              <a:spcAft>
                <a:spcPts val="1500"/>
              </a:spcAft>
              <a:buNone/>
            </a:pPr>
            <a:r>
              <a:rPr lang="en" sz="1800" b="0" i="0" u="none" strike="noStrike" cap="none" dirty="0">
                <a:solidFill>
                  <a:schemeClr val="dk1"/>
                </a:solidFill>
                <a:latin typeface="Arial"/>
                <a:ea typeface="Arial"/>
                <a:cs typeface="Arial"/>
                <a:sym typeface="Arial"/>
              </a:rPr>
              <a:t>Types of Merging</a:t>
            </a:r>
            <a:endParaRPr sz="1800" b="0" i="0" u="none" strike="noStrike" cap="none" dirty="0">
              <a:solidFill>
                <a:schemeClr val="dk1"/>
              </a:solidFill>
              <a:latin typeface="Arial"/>
              <a:ea typeface="Arial"/>
              <a:cs typeface="Arial"/>
              <a:sym typeface="Arial"/>
            </a:endParaRPr>
          </a:p>
        </p:txBody>
      </p:sp>
      <p:sp>
        <p:nvSpPr>
          <p:cNvPr id="1054" name="Google Shape;1054;p19"/>
          <p:cNvSpPr txBox="1"/>
          <p:nvPr/>
        </p:nvSpPr>
        <p:spPr>
          <a:xfrm>
            <a:off x="762714" y="4425493"/>
            <a:ext cx="3765802" cy="720300"/>
          </a:xfrm>
          <a:prstGeom prst="rect">
            <a:avLst/>
          </a:prstGeom>
          <a:noFill/>
          <a:ln>
            <a:noFill/>
          </a:ln>
        </p:spPr>
        <p:txBody>
          <a:bodyPr spcFirstLastPara="1" wrap="square" lIns="45700" tIns="0" rIns="137150" bIns="137150" anchor="b" anchorCtr="0">
            <a:noAutofit/>
          </a:bodyPr>
          <a:lstStyle/>
          <a:p>
            <a:pPr marL="0" marR="0" lvl="0" indent="0" algn="l" rtl="0">
              <a:lnSpc>
                <a:spcPct val="115000"/>
              </a:lnSpc>
              <a:spcBef>
                <a:spcPts val="1500"/>
              </a:spcBef>
              <a:spcAft>
                <a:spcPts val="1500"/>
              </a:spcAft>
              <a:buNone/>
            </a:pPr>
            <a:r>
              <a:rPr lang="en" sz="1800" b="0" i="0" u="none" strike="noStrike" cap="none" dirty="0">
                <a:solidFill>
                  <a:schemeClr val="dk1"/>
                </a:solidFill>
                <a:latin typeface="Arial"/>
                <a:ea typeface="Arial"/>
                <a:cs typeface="Arial"/>
                <a:sym typeface="Arial"/>
              </a:rPr>
              <a:t>Importance in Collaborative Development:</a:t>
            </a:r>
            <a:endParaRPr sz="1800" b="0" i="0" u="none" strike="noStrike" cap="none" dirty="0">
              <a:solidFill>
                <a:schemeClr val="dk1"/>
              </a:solidFill>
              <a:latin typeface="Arial"/>
              <a:ea typeface="Arial"/>
              <a:cs typeface="Arial"/>
              <a:sym typeface="Arial"/>
            </a:endParaRPr>
          </a:p>
        </p:txBody>
      </p:sp>
      <p:sp>
        <p:nvSpPr>
          <p:cNvPr id="1057" name="Google Shape;1057;p19"/>
          <p:cNvSpPr txBox="1"/>
          <p:nvPr/>
        </p:nvSpPr>
        <p:spPr>
          <a:xfrm>
            <a:off x="116202" y="1932606"/>
            <a:ext cx="7038824" cy="2075923"/>
          </a:xfrm>
          <a:prstGeom prst="rect">
            <a:avLst/>
          </a:prstGeom>
          <a:noFill/>
          <a:ln>
            <a:noFill/>
          </a:ln>
        </p:spPr>
        <p:txBody>
          <a:bodyPr spcFirstLastPara="1" wrap="square" lIns="91425" tIns="91425" rIns="91425" bIns="91425" anchor="t" anchorCtr="0">
            <a:spAutoFit/>
          </a:bodyPr>
          <a:lstStyle/>
          <a:p>
            <a:pPr marL="457178" marR="0" lvl="0" indent="-323834" algn="l" rtl="0">
              <a:lnSpc>
                <a:spcPct val="115000"/>
              </a:lnSpc>
              <a:spcBef>
                <a:spcPts val="1500"/>
              </a:spcBef>
              <a:spcAft>
                <a:spcPts val="0"/>
              </a:spcAft>
              <a:buClr>
                <a:schemeClr val="dk1"/>
              </a:buClr>
              <a:buSzPts val="1500"/>
              <a:buFont typeface="Noto Sans Symbols"/>
              <a:buChar char="⭲"/>
            </a:pPr>
            <a:r>
              <a:rPr lang="en" sz="1600" b="0" i="0" u="none" strike="noStrike" cap="none" dirty="0">
                <a:solidFill>
                  <a:schemeClr val="dk1"/>
                </a:solidFill>
                <a:latin typeface="Arial"/>
                <a:ea typeface="Arial"/>
                <a:cs typeface="Arial"/>
                <a:sym typeface="Arial"/>
              </a:rPr>
              <a:t>Fast-Forward Merges : A </a:t>
            </a:r>
            <a:r>
              <a:rPr lang="en-US" sz="1600" b="0" i="0" u="none" strike="noStrike" cap="none" dirty="0">
                <a:solidFill>
                  <a:schemeClr val="dk1"/>
                </a:solidFill>
                <a:latin typeface="Arial"/>
                <a:ea typeface="Arial"/>
                <a:cs typeface="Arial"/>
                <a:sym typeface="Arial"/>
              </a:rPr>
              <a:t>merge operation that occurs when the branch being merged is a direct descendant of the branch it's being merged into</a:t>
            </a:r>
            <a:endParaRPr sz="1600" b="0" i="0" u="none" strike="noStrike" cap="none" dirty="0">
              <a:solidFill>
                <a:schemeClr val="dk1"/>
              </a:solidFill>
              <a:latin typeface="Arial"/>
              <a:ea typeface="Arial"/>
              <a:cs typeface="Arial"/>
              <a:sym typeface="Arial"/>
            </a:endParaRPr>
          </a:p>
          <a:p>
            <a:pPr marL="457178" marR="0" lvl="0" indent="-323834" algn="l" rtl="0">
              <a:lnSpc>
                <a:spcPct val="115000"/>
              </a:lnSpc>
              <a:spcBef>
                <a:spcPts val="0"/>
              </a:spcBef>
              <a:spcAft>
                <a:spcPts val="0"/>
              </a:spcAft>
              <a:buClr>
                <a:schemeClr val="dk1"/>
              </a:buClr>
              <a:buSzPts val="1500"/>
              <a:buFont typeface="Noto Sans Symbols"/>
              <a:buChar char="⭲"/>
            </a:pPr>
            <a:r>
              <a:rPr lang="en" sz="1600" b="0" i="0" u="none" strike="noStrike" cap="none" dirty="0">
                <a:solidFill>
                  <a:schemeClr val="dk1"/>
                </a:solidFill>
                <a:latin typeface="Arial"/>
                <a:ea typeface="Arial"/>
                <a:cs typeface="Arial"/>
                <a:sym typeface="Arial"/>
              </a:rPr>
              <a:t>Three-Way Merges : </a:t>
            </a:r>
            <a:r>
              <a:rPr lang="en-US" sz="1600">
                <a:solidFill>
                  <a:schemeClr val="dk1"/>
                </a:solidFill>
              </a:rPr>
              <a:t>C</a:t>
            </a:r>
            <a:r>
              <a:rPr lang="en-US" sz="1600" b="0" i="0" u="none" strike="noStrike" cap="none">
                <a:solidFill>
                  <a:schemeClr val="dk1"/>
                </a:solidFill>
                <a:latin typeface="Arial"/>
                <a:ea typeface="Arial"/>
                <a:cs typeface="Arial"/>
                <a:sym typeface="Arial"/>
              </a:rPr>
              <a:t>onsists </a:t>
            </a:r>
            <a:r>
              <a:rPr lang="en-US" sz="1600" b="0" i="0" u="none" strike="noStrike" cap="none" dirty="0">
                <a:solidFill>
                  <a:schemeClr val="dk1"/>
                </a:solidFill>
                <a:latin typeface="Arial"/>
                <a:ea typeface="Arial"/>
                <a:cs typeface="Arial"/>
                <a:sym typeface="Arial"/>
              </a:rPr>
              <a:t>of three versions of a program, where the two variants and are both evolved independently, possibly by different developers, from their ancestor</a:t>
            </a:r>
            <a:endParaRPr sz="1600" b="0" i="0" u="none" strike="noStrike" cap="none" dirty="0">
              <a:solidFill>
                <a:srgbClr val="374151"/>
              </a:solidFill>
              <a:latin typeface="Arial"/>
              <a:ea typeface="Arial"/>
              <a:cs typeface="Arial"/>
              <a:sym typeface="Arial"/>
            </a:endParaRPr>
          </a:p>
        </p:txBody>
      </p:sp>
      <p:sp>
        <p:nvSpPr>
          <p:cNvPr id="1058" name="Google Shape;1058;p19"/>
          <p:cNvSpPr txBox="1"/>
          <p:nvPr/>
        </p:nvSpPr>
        <p:spPr>
          <a:xfrm>
            <a:off x="293203" y="4568589"/>
            <a:ext cx="4439500" cy="2075923"/>
          </a:xfrm>
          <a:prstGeom prst="rect">
            <a:avLst/>
          </a:prstGeom>
          <a:noFill/>
          <a:ln>
            <a:noFill/>
          </a:ln>
        </p:spPr>
        <p:txBody>
          <a:bodyPr spcFirstLastPara="1" wrap="square" lIns="91425" tIns="91425" rIns="91425" bIns="91425" anchor="t" anchorCtr="0">
            <a:spAutoFit/>
          </a:bodyPr>
          <a:lstStyle/>
          <a:p>
            <a:pPr marL="457178" marR="0" lvl="0" indent="-304785" algn="l" rtl="0">
              <a:lnSpc>
                <a:spcPct val="115000"/>
              </a:lnSpc>
              <a:spcBef>
                <a:spcPts val="1500"/>
              </a:spcBef>
              <a:spcAft>
                <a:spcPts val="0"/>
              </a:spcAft>
              <a:buClr>
                <a:schemeClr val="dk1"/>
              </a:buClr>
              <a:buSzPts val="1600"/>
              <a:buFont typeface="Noto Sans Symbols"/>
              <a:buChar char="⭲"/>
            </a:pPr>
            <a:r>
              <a:rPr lang="en" sz="1600" b="0" i="0" u="none" strike="noStrike" cap="none" dirty="0">
                <a:solidFill>
                  <a:schemeClr val="dk1"/>
                </a:solidFill>
                <a:latin typeface="Arial"/>
                <a:ea typeface="Arial"/>
                <a:cs typeface="Arial"/>
                <a:sym typeface="Arial"/>
              </a:rPr>
              <a:t>Facilitates collaboration by allowing multiple developers to work independently on different features or fixes.</a:t>
            </a:r>
            <a:endParaRPr sz="1600" b="0" i="0" u="none" strike="noStrike" cap="none" dirty="0">
              <a:solidFill>
                <a:schemeClr val="dk1"/>
              </a:solidFill>
              <a:latin typeface="Arial"/>
              <a:ea typeface="Arial"/>
              <a:cs typeface="Arial"/>
              <a:sym typeface="Arial"/>
            </a:endParaRPr>
          </a:p>
          <a:p>
            <a:pPr marL="457178" marR="0" lvl="0" indent="-304785" algn="l" rtl="0">
              <a:lnSpc>
                <a:spcPct val="115000"/>
              </a:lnSpc>
              <a:spcBef>
                <a:spcPts val="0"/>
              </a:spcBef>
              <a:spcAft>
                <a:spcPts val="0"/>
              </a:spcAft>
              <a:buClr>
                <a:schemeClr val="dk1"/>
              </a:buClr>
              <a:buSzPts val="1600"/>
              <a:buFont typeface="Noto Sans Symbols"/>
              <a:buChar char="⭲"/>
            </a:pPr>
            <a:r>
              <a:rPr lang="en" sz="1600" b="0" i="0" u="none" strike="noStrike" cap="none" dirty="0">
                <a:solidFill>
                  <a:schemeClr val="dk1"/>
                </a:solidFill>
                <a:latin typeface="Arial"/>
                <a:ea typeface="Arial"/>
                <a:cs typeface="Arial"/>
                <a:sym typeface="Arial"/>
              </a:rPr>
              <a:t>Ensures that changes are smoothly integrated, preventing conflicts and maintaining code stability.</a:t>
            </a:r>
            <a:endParaRPr sz="1600" b="0" i="0" u="none" strike="noStrike" cap="none" dirty="0">
              <a:solidFill>
                <a:schemeClr val="dk1"/>
              </a:solidFill>
              <a:latin typeface="Arial"/>
              <a:ea typeface="Arial"/>
              <a:cs typeface="Arial"/>
              <a:sym typeface="Arial"/>
            </a:endParaRPr>
          </a:p>
        </p:txBody>
      </p:sp>
      <p:sp>
        <p:nvSpPr>
          <p:cNvPr id="1059" name="Google Shape;1059;p19"/>
          <p:cNvSpPr/>
          <p:nvPr/>
        </p:nvSpPr>
        <p:spPr>
          <a:xfrm>
            <a:off x="7834644" y="2458756"/>
            <a:ext cx="1139952" cy="548736"/>
          </a:xfrm>
          <a:prstGeom prst="rect">
            <a:avLst/>
          </a:prstGeom>
          <a:solidFill>
            <a:srgbClr val="28568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Master tip</a:t>
            </a:r>
            <a:endParaRPr sz="1600" b="0" i="0" u="none" strike="noStrike" cap="none">
              <a:solidFill>
                <a:schemeClr val="lt1"/>
              </a:solidFill>
              <a:latin typeface="Arial"/>
              <a:ea typeface="Arial"/>
              <a:cs typeface="Arial"/>
              <a:sym typeface="Arial"/>
            </a:endParaRPr>
          </a:p>
        </p:txBody>
      </p:sp>
      <p:sp>
        <p:nvSpPr>
          <p:cNvPr id="1060" name="Google Shape;1060;p19"/>
          <p:cNvSpPr/>
          <p:nvPr/>
        </p:nvSpPr>
        <p:spPr>
          <a:xfrm>
            <a:off x="9900471" y="2535840"/>
            <a:ext cx="1327354" cy="548736"/>
          </a:xfrm>
          <a:prstGeom prst="rect">
            <a:avLst/>
          </a:prstGeom>
          <a:solidFill>
            <a:srgbClr val="28568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New merge commit</a:t>
            </a:r>
            <a:endParaRPr sz="1600" b="0" i="0" u="none" strike="noStrike" cap="none">
              <a:solidFill>
                <a:schemeClr val="lt1"/>
              </a:solidFill>
              <a:latin typeface="Arial"/>
              <a:ea typeface="Arial"/>
              <a:cs typeface="Arial"/>
              <a:sym typeface="Arial"/>
            </a:endParaRPr>
          </a:p>
        </p:txBody>
      </p:sp>
      <p:sp>
        <p:nvSpPr>
          <p:cNvPr id="1061" name="Google Shape;1061;p19"/>
          <p:cNvSpPr/>
          <p:nvPr/>
        </p:nvSpPr>
        <p:spPr>
          <a:xfrm>
            <a:off x="8648681" y="5393658"/>
            <a:ext cx="1232740" cy="548736"/>
          </a:xfrm>
          <a:prstGeom prst="rect">
            <a:avLst/>
          </a:prstGeom>
          <a:solidFill>
            <a:srgbClr val="28568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chemeClr val="lt1"/>
                </a:solidFill>
                <a:latin typeface="Arial"/>
                <a:ea typeface="Arial"/>
                <a:cs typeface="Arial"/>
                <a:sym typeface="Arial"/>
              </a:rPr>
              <a:t>Feature tip</a:t>
            </a:r>
            <a:endParaRPr sz="1600" b="0" i="0" u="none" strike="noStrike" cap="none">
              <a:solidFill>
                <a:schemeClr val="lt1"/>
              </a:solidFill>
              <a:latin typeface="Arial"/>
              <a:ea typeface="Arial"/>
              <a:cs typeface="Arial"/>
              <a:sym typeface="Arial"/>
            </a:endParaRPr>
          </a:p>
        </p:txBody>
      </p:sp>
      <p:sp>
        <p:nvSpPr>
          <p:cNvPr id="1062" name="Google Shape;1062;p19"/>
          <p:cNvSpPr/>
          <p:nvPr/>
        </p:nvSpPr>
        <p:spPr>
          <a:xfrm>
            <a:off x="5448898" y="4533524"/>
            <a:ext cx="1232740" cy="548736"/>
          </a:xfrm>
          <a:prstGeom prst="rect">
            <a:avLst/>
          </a:prstGeom>
          <a:solidFill>
            <a:srgbClr val="6299D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600" b="0" i="0" u="none" strike="noStrike" cap="none">
                <a:solidFill>
                  <a:schemeClr val="dk1"/>
                </a:solidFill>
                <a:latin typeface="Arial"/>
                <a:ea typeface="Arial"/>
                <a:cs typeface="Arial"/>
                <a:sym typeface="Arial"/>
              </a:rPr>
              <a:t>Common base</a:t>
            </a:r>
            <a:endParaRPr sz="1600" b="0" i="0" u="none" strike="noStrike" cap="none">
              <a:solidFill>
                <a:schemeClr val="dk1"/>
              </a:solidFill>
              <a:latin typeface="Arial"/>
              <a:ea typeface="Arial"/>
              <a:cs typeface="Arial"/>
              <a:sym typeface="Arial"/>
            </a:endParaRPr>
          </a:p>
        </p:txBody>
      </p:sp>
      <p:sp>
        <p:nvSpPr>
          <p:cNvPr id="1063" name="Google Shape;1063;p19"/>
          <p:cNvSpPr/>
          <p:nvPr/>
        </p:nvSpPr>
        <p:spPr>
          <a:xfrm>
            <a:off x="5787138" y="3544212"/>
            <a:ext cx="548892" cy="548892"/>
          </a:xfrm>
          <a:prstGeom prst="ellipse">
            <a:avLst/>
          </a:prstGeom>
          <a:solidFill>
            <a:srgbClr val="6299D0"/>
          </a:solidFill>
          <a:ln w="28575"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64" name="Google Shape;1064;p19"/>
          <p:cNvSpPr/>
          <p:nvPr/>
        </p:nvSpPr>
        <p:spPr>
          <a:xfrm>
            <a:off x="10294424" y="3544212"/>
            <a:ext cx="548892" cy="548892"/>
          </a:xfrm>
          <a:prstGeom prst="ellipse">
            <a:avLst/>
          </a:prstGeom>
          <a:solidFill>
            <a:srgbClr val="6299D0"/>
          </a:solidFill>
          <a:ln w="28575"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065" name="Google Shape;1065;p19"/>
          <p:cNvCxnSpPr>
            <a:stCxn id="1063" idx="6"/>
            <a:endCxn id="1064" idx="2"/>
          </p:cNvCxnSpPr>
          <p:nvPr/>
        </p:nvCxnSpPr>
        <p:spPr>
          <a:xfrm>
            <a:off x="6336030" y="3818658"/>
            <a:ext cx="3958500" cy="0"/>
          </a:xfrm>
          <a:prstGeom prst="straightConnector1">
            <a:avLst/>
          </a:prstGeom>
          <a:noFill/>
          <a:ln w="57150" cap="flat" cmpd="sng">
            <a:solidFill>
              <a:srgbClr val="8B99A7"/>
            </a:solidFill>
            <a:prstDash val="solid"/>
            <a:miter lim="800000"/>
            <a:headEnd type="none" w="sm" len="sm"/>
            <a:tailEnd type="none" w="sm" len="sm"/>
          </a:ln>
        </p:spPr>
      </p:cxnSp>
      <p:sp>
        <p:nvSpPr>
          <p:cNvPr id="1066" name="Google Shape;1066;p19"/>
          <p:cNvSpPr/>
          <p:nvPr/>
        </p:nvSpPr>
        <p:spPr>
          <a:xfrm>
            <a:off x="7208268" y="3544212"/>
            <a:ext cx="548892" cy="548892"/>
          </a:xfrm>
          <a:prstGeom prst="ellipse">
            <a:avLst/>
          </a:prstGeom>
          <a:solidFill>
            <a:srgbClr val="6299D0"/>
          </a:solidFill>
          <a:ln w="28575"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67" name="Google Shape;1067;p19"/>
          <p:cNvSpPr/>
          <p:nvPr/>
        </p:nvSpPr>
        <p:spPr>
          <a:xfrm>
            <a:off x="8130174" y="3544212"/>
            <a:ext cx="548892" cy="548892"/>
          </a:xfrm>
          <a:prstGeom prst="ellipse">
            <a:avLst/>
          </a:prstGeom>
          <a:solidFill>
            <a:srgbClr val="6299D0"/>
          </a:solidFill>
          <a:ln w="28575"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68" name="Google Shape;1068;p19"/>
          <p:cNvSpPr/>
          <p:nvPr/>
        </p:nvSpPr>
        <p:spPr>
          <a:xfrm>
            <a:off x="6555740" y="3820160"/>
            <a:ext cx="3632200" cy="946667"/>
          </a:xfrm>
          <a:custGeom>
            <a:avLst/>
            <a:gdLst/>
            <a:ahLst/>
            <a:cxnLst/>
            <a:rect l="l" t="t" r="r" b="b"/>
            <a:pathLst>
              <a:path w="3632200" h="946667" extrusionOk="0">
                <a:moveTo>
                  <a:pt x="0" y="0"/>
                </a:moveTo>
                <a:cubicBezTo>
                  <a:pt x="579120" y="5080"/>
                  <a:pt x="338243" y="734483"/>
                  <a:pt x="782320" y="881380"/>
                </a:cubicBezTo>
                <a:cubicBezTo>
                  <a:pt x="1226397" y="1028277"/>
                  <a:pt x="2037080" y="881380"/>
                  <a:pt x="2664460" y="881380"/>
                </a:cubicBezTo>
                <a:cubicBezTo>
                  <a:pt x="3383280" y="985520"/>
                  <a:pt x="2928620" y="15240"/>
                  <a:pt x="3632200" y="5080"/>
                </a:cubicBezTo>
                <a:lnTo>
                  <a:pt x="3632200" y="5080"/>
                </a:lnTo>
              </a:path>
            </a:pathLst>
          </a:custGeom>
          <a:noFill/>
          <a:ln w="57150"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69" name="Google Shape;1069;p19"/>
          <p:cNvSpPr/>
          <p:nvPr/>
        </p:nvSpPr>
        <p:spPr>
          <a:xfrm>
            <a:off x="9004165" y="4446075"/>
            <a:ext cx="482735" cy="482735"/>
          </a:xfrm>
          <a:prstGeom prst="ellipse">
            <a:avLst/>
          </a:prstGeom>
          <a:solidFill>
            <a:srgbClr val="285684"/>
          </a:solidFill>
          <a:ln w="28575"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70" name="Google Shape;1070;p19"/>
          <p:cNvSpPr/>
          <p:nvPr/>
        </p:nvSpPr>
        <p:spPr>
          <a:xfrm>
            <a:off x="8100817" y="4446075"/>
            <a:ext cx="482735" cy="482735"/>
          </a:xfrm>
          <a:prstGeom prst="ellipse">
            <a:avLst/>
          </a:prstGeom>
          <a:solidFill>
            <a:srgbClr val="285684"/>
          </a:solidFill>
          <a:ln w="28575"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71" name="Google Shape;1071;p19"/>
          <p:cNvSpPr/>
          <p:nvPr/>
        </p:nvSpPr>
        <p:spPr>
          <a:xfrm>
            <a:off x="7223268" y="4446075"/>
            <a:ext cx="482735" cy="482735"/>
          </a:xfrm>
          <a:prstGeom prst="ellipse">
            <a:avLst/>
          </a:prstGeom>
          <a:solidFill>
            <a:srgbClr val="285684"/>
          </a:solidFill>
          <a:ln w="28575"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072" name="Google Shape;1072;p19"/>
          <p:cNvCxnSpPr>
            <a:stCxn id="1062" idx="0"/>
            <a:endCxn id="1063" idx="4"/>
          </p:cNvCxnSpPr>
          <p:nvPr/>
        </p:nvCxnSpPr>
        <p:spPr>
          <a:xfrm rot="10800000">
            <a:off x="6061668" y="4093124"/>
            <a:ext cx="3600" cy="440400"/>
          </a:xfrm>
          <a:prstGeom prst="straightConnector1">
            <a:avLst/>
          </a:prstGeom>
          <a:noFill/>
          <a:ln w="28575" cap="flat" cmpd="sng">
            <a:solidFill>
              <a:srgbClr val="8B99A7"/>
            </a:solidFill>
            <a:prstDash val="solid"/>
            <a:miter lim="800000"/>
            <a:headEnd type="none" w="sm" len="sm"/>
            <a:tailEnd type="stealth" w="med" len="med"/>
          </a:ln>
        </p:spPr>
      </p:cxnSp>
      <p:cxnSp>
        <p:nvCxnSpPr>
          <p:cNvPr id="1073" name="Google Shape;1073;p19"/>
          <p:cNvCxnSpPr>
            <a:stCxn id="1059" idx="2"/>
            <a:endCxn id="1067" idx="0"/>
          </p:cNvCxnSpPr>
          <p:nvPr/>
        </p:nvCxnSpPr>
        <p:spPr>
          <a:xfrm>
            <a:off x="8404620" y="3007492"/>
            <a:ext cx="0" cy="536700"/>
          </a:xfrm>
          <a:prstGeom prst="straightConnector1">
            <a:avLst/>
          </a:prstGeom>
          <a:noFill/>
          <a:ln w="28575" cap="flat" cmpd="sng">
            <a:solidFill>
              <a:srgbClr val="8B99A7"/>
            </a:solidFill>
            <a:prstDash val="solid"/>
            <a:miter lim="800000"/>
            <a:headEnd type="none" w="sm" len="sm"/>
            <a:tailEnd type="stealth" w="med" len="med"/>
          </a:ln>
        </p:spPr>
      </p:cxnSp>
      <p:cxnSp>
        <p:nvCxnSpPr>
          <p:cNvPr id="1074" name="Google Shape;1074;p19"/>
          <p:cNvCxnSpPr>
            <a:stCxn id="1060" idx="2"/>
            <a:endCxn id="1064" idx="0"/>
          </p:cNvCxnSpPr>
          <p:nvPr/>
        </p:nvCxnSpPr>
        <p:spPr>
          <a:xfrm>
            <a:off x="10564148" y="3084576"/>
            <a:ext cx="4800" cy="459600"/>
          </a:xfrm>
          <a:prstGeom prst="straightConnector1">
            <a:avLst/>
          </a:prstGeom>
          <a:noFill/>
          <a:ln w="28575" cap="flat" cmpd="sng">
            <a:solidFill>
              <a:srgbClr val="8B99A7"/>
            </a:solidFill>
            <a:prstDash val="solid"/>
            <a:miter lim="800000"/>
            <a:headEnd type="none" w="sm" len="sm"/>
            <a:tailEnd type="stealth" w="med" len="med"/>
          </a:ln>
        </p:spPr>
      </p:cxnSp>
      <p:cxnSp>
        <p:nvCxnSpPr>
          <p:cNvPr id="1075" name="Google Shape;1075;p19"/>
          <p:cNvCxnSpPr>
            <a:stCxn id="1061" idx="0"/>
            <a:endCxn id="1069" idx="4"/>
          </p:cNvCxnSpPr>
          <p:nvPr/>
        </p:nvCxnSpPr>
        <p:spPr>
          <a:xfrm rot="10800000">
            <a:off x="9245551" y="4928958"/>
            <a:ext cx="19500" cy="464700"/>
          </a:xfrm>
          <a:prstGeom prst="straightConnector1">
            <a:avLst/>
          </a:prstGeom>
          <a:noFill/>
          <a:ln w="28575" cap="flat" cmpd="sng">
            <a:solidFill>
              <a:srgbClr val="8B99A7"/>
            </a:solidFill>
            <a:prstDash val="solid"/>
            <a:miter lim="800000"/>
            <a:headEnd type="none" w="sm" len="sm"/>
            <a:tailEnd type="stealth"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20"/>
          <p:cNvSpPr txBox="1">
            <a:spLocks noGrp="1"/>
          </p:cNvSpPr>
          <p:nvPr>
            <p:ph type="title"/>
          </p:nvPr>
        </p:nvSpPr>
        <p:spPr>
          <a:xfrm>
            <a:off x="208635" y="633245"/>
            <a:ext cx="10515600" cy="492172"/>
          </a:xfrm>
          <a:prstGeom prst="rect">
            <a:avLst/>
          </a:prstGeom>
          <a:noFill/>
          <a:ln>
            <a:noFill/>
          </a:ln>
        </p:spPr>
        <p:txBody>
          <a:bodyPr spcFirstLastPara="1" wrap="square" lIns="91425" tIns="91425" rIns="91425" bIns="91425" anchor="t" anchorCtr="0">
            <a:normAutofit fontScale="90000"/>
          </a:bodyPr>
          <a:lstStyle/>
          <a:p>
            <a:pPr marL="0" lvl="0" indent="0" algn="l" rtl="0">
              <a:lnSpc>
                <a:spcPct val="90000"/>
              </a:lnSpc>
              <a:spcBef>
                <a:spcPts val="0"/>
              </a:spcBef>
              <a:spcAft>
                <a:spcPts val="0"/>
              </a:spcAft>
              <a:buClr>
                <a:schemeClr val="dk2"/>
              </a:buClr>
              <a:buSzPct val="100000"/>
              <a:buFont typeface="Arial"/>
              <a:buNone/>
            </a:pPr>
            <a:r>
              <a:rPr lang="en"/>
              <a:t>1.1.3 Key concepts : Example of Merging Changes in SCM</a:t>
            </a:r>
            <a:endParaRPr/>
          </a:p>
        </p:txBody>
      </p:sp>
      <p:sp>
        <p:nvSpPr>
          <p:cNvPr id="1081" name="Google Shape;1081;p2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 i="1"/>
              <a:t>Scenario: Team Collaboration on "Project Proposal"</a:t>
            </a:r>
            <a:endParaRPr/>
          </a:p>
          <a:p>
            <a:pPr marL="0" lvl="0" indent="0" algn="l" rtl="0">
              <a:lnSpc>
                <a:spcPct val="90000"/>
              </a:lnSpc>
              <a:spcBef>
                <a:spcPts val="838"/>
              </a:spcBef>
              <a:spcAft>
                <a:spcPts val="0"/>
              </a:spcAft>
              <a:buClr>
                <a:schemeClr val="dk1"/>
              </a:buClr>
              <a:buSzPts val="1800"/>
              <a:buNone/>
            </a:pPr>
            <a:endParaRPr/>
          </a:p>
        </p:txBody>
      </p:sp>
      <p:grpSp>
        <p:nvGrpSpPr>
          <p:cNvPr id="1082" name="Google Shape;1082;p20"/>
          <p:cNvGrpSpPr/>
          <p:nvPr/>
        </p:nvGrpSpPr>
        <p:grpSpPr>
          <a:xfrm>
            <a:off x="744099" y="3034186"/>
            <a:ext cx="1288364" cy="1175510"/>
            <a:chOff x="2550160" y="3393336"/>
            <a:chExt cx="1666800" cy="1520797"/>
          </a:xfrm>
        </p:grpSpPr>
        <p:sp>
          <p:nvSpPr>
            <p:cNvPr id="1083" name="Google Shape;1083;p20"/>
            <p:cNvSpPr/>
            <p:nvPr/>
          </p:nvSpPr>
          <p:spPr>
            <a:xfrm>
              <a:off x="2697328" y="3545840"/>
              <a:ext cx="1368293" cy="1368293"/>
            </a:xfrm>
            <a:prstGeom prst="ellipse">
              <a:avLst/>
            </a:prstGeom>
            <a:solidFill>
              <a:srgbClr val="6299D0"/>
            </a:solidFill>
            <a:ln w="12700" cap="flat" cmpd="sng">
              <a:solidFill>
                <a:srgbClr val="1CC0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800" b="1" i="0" u="none" strike="noStrike" cap="none">
                  <a:solidFill>
                    <a:schemeClr val="lt1"/>
                  </a:solidFill>
                  <a:latin typeface="Arial"/>
                  <a:ea typeface="Arial"/>
                  <a:cs typeface="Arial"/>
                  <a:sym typeface="Arial"/>
                </a:rPr>
                <a:t>01</a:t>
              </a:r>
              <a:endParaRPr sz="2800" b="1" i="0" u="none" strike="noStrike" cap="none">
                <a:solidFill>
                  <a:schemeClr val="lt1"/>
                </a:solidFill>
                <a:latin typeface="Arial"/>
                <a:ea typeface="Arial"/>
                <a:cs typeface="Arial"/>
                <a:sym typeface="Arial"/>
              </a:endParaRPr>
            </a:p>
          </p:txBody>
        </p:sp>
        <p:sp>
          <p:nvSpPr>
            <p:cNvPr id="1084" name="Google Shape;1084;p20"/>
            <p:cNvSpPr/>
            <p:nvPr/>
          </p:nvSpPr>
          <p:spPr>
            <a:xfrm>
              <a:off x="2550160" y="3393336"/>
              <a:ext cx="1666800" cy="828144"/>
            </a:xfrm>
            <a:custGeom>
              <a:avLst/>
              <a:gdLst/>
              <a:ahLst/>
              <a:cxnLst/>
              <a:rect l="l" t="t" r="r" b="b"/>
              <a:pathLst>
                <a:path w="1666800" h="828144" extrusionOk="0">
                  <a:moveTo>
                    <a:pt x="0" y="807824"/>
                  </a:moveTo>
                  <a:cubicBezTo>
                    <a:pt x="13547" y="331997"/>
                    <a:pt x="458959" y="-6837"/>
                    <a:pt x="843280" y="104"/>
                  </a:cubicBezTo>
                  <a:cubicBezTo>
                    <a:pt x="1385228" y="9892"/>
                    <a:pt x="1681480" y="497097"/>
                    <a:pt x="1666240" y="828144"/>
                  </a:cubicBezTo>
                  <a:lnTo>
                    <a:pt x="1666240" y="828144"/>
                  </a:lnTo>
                </a:path>
              </a:pathLst>
            </a:custGeom>
            <a:noFill/>
            <a:ln w="38100" cap="flat" cmpd="sng">
              <a:solidFill>
                <a:srgbClr val="6299D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1085" name="Google Shape;1085;p20"/>
          <p:cNvGrpSpPr/>
          <p:nvPr/>
        </p:nvGrpSpPr>
        <p:grpSpPr>
          <a:xfrm>
            <a:off x="10004749" y="3034186"/>
            <a:ext cx="1288364" cy="1175510"/>
            <a:chOff x="2550160" y="3393336"/>
            <a:chExt cx="1666800" cy="1520797"/>
          </a:xfrm>
        </p:grpSpPr>
        <p:sp>
          <p:nvSpPr>
            <p:cNvPr id="1086" name="Google Shape;1086;p20"/>
            <p:cNvSpPr/>
            <p:nvPr/>
          </p:nvSpPr>
          <p:spPr>
            <a:xfrm>
              <a:off x="2697328" y="3545840"/>
              <a:ext cx="1368293" cy="1368293"/>
            </a:xfrm>
            <a:prstGeom prst="ellipse">
              <a:avLst/>
            </a:prstGeom>
            <a:solidFill>
              <a:srgbClr val="566A7C"/>
            </a:solidFill>
            <a:ln w="12700" cap="flat" cmpd="sng">
              <a:solidFill>
                <a:srgbClr val="566A7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800" b="1" i="0" u="none" strike="noStrike" cap="none">
                  <a:solidFill>
                    <a:schemeClr val="lt1"/>
                  </a:solidFill>
                  <a:latin typeface="Arial"/>
                  <a:ea typeface="Arial"/>
                  <a:cs typeface="Arial"/>
                  <a:sym typeface="Arial"/>
                </a:rPr>
                <a:t>06</a:t>
              </a:r>
              <a:endParaRPr sz="2800" b="1" i="0" u="none" strike="noStrike" cap="none">
                <a:solidFill>
                  <a:schemeClr val="lt1"/>
                </a:solidFill>
                <a:latin typeface="Arial"/>
                <a:ea typeface="Arial"/>
                <a:cs typeface="Arial"/>
                <a:sym typeface="Arial"/>
              </a:endParaRPr>
            </a:p>
          </p:txBody>
        </p:sp>
        <p:sp>
          <p:nvSpPr>
            <p:cNvPr id="1087" name="Google Shape;1087;p20"/>
            <p:cNvSpPr/>
            <p:nvPr/>
          </p:nvSpPr>
          <p:spPr>
            <a:xfrm>
              <a:off x="2550160" y="3393336"/>
              <a:ext cx="1666800" cy="828144"/>
            </a:xfrm>
            <a:custGeom>
              <a:avLst/>
              <a:gdLst/>
              <a:ahLst/>
              <a:cxnLst/>
              <a:rect l="l" t="t" r="r" b="b"/>
              <a:pathLst>
                <a:path w="1666800" h="828144" extrusionOk="0">
                  <a:moveTo>
                    <a:pt x="0" y="807824"/>
                  </a:moveTo>
                  <a:cubicBezTo>
                    <a:pt x="13547" y="331997"/>
                    <a:pt x="458959" y="-6837"/>
                    <a:pt x="843280" y="104"/>
                  </a:cubicBezTo>
                  <a:cubicBezTo>
                    <a:pt x="1385228" y="9892"/>
                    <a:pt x="1681480" y="497097"/>
                    <a:pt x="1666240" y="828144"/>
                  </a:cubicBezTo>
                  <a:lnTo>
                    <a:pt x="1666240" y="828144"/>
                  </a:lnTo>
                </a:path>
              </a:pathLst>
            </a:custGeom>
            <a:noFill/>
            <a:ln w="38100" cap="flat" cmpd="sng">
              <a:solidFill>
                <a:srgbClr val="566A7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cxnSp>
        <p:nvCxnSpPr>
          <p:cNvPr id="1088" name="Google Shape;1088;p20"/>
          <p:cNvCxnSpPr>
            <a:stCxn id="1083" idx="6"/>
            <a:endCxn id="1086" idx="2"/>
          </p:cNvCxnSpPr>
          <p:nvPr/>
        </p:nvCxnSpPr>
        <p:spPr>
          <a:xfrm>
            <a:off x="1915485" y="3680880"/>
            <a:ext cx="8202900" cy="0"/>
          </a:xfrm>
          <a:prstGeom prst="straightConnector1">
            <a:avLst/>
          </a:prstGeom>
          <a:noFill/>
          <a:ln w="28575" cap="flat" cmpd="sng">
            <a:solidFill>
              <a:srgbClr val="8B99A7"/>
            </a:solidFill>
            <a:prstDash val="solid"/>
            <a:miter lim="800000"/>
            <a:headEnd type="none" w="sm" len="sm"/>
            <a:tailEnd type="none" w="sm" len="sm"/>
          </a:ln>
        </p:spPr>
      </p:cxnSp>
      <p:grpSp>
        <p:nvGrpSpPr>
          <p:cNvPr id="1089" name="Google Shape;1089;p20"/>
          <p:cNvGrpSpPr/>
          <p:nvPr/>
        </p:nvGrpSpPr>
        <p:grpSpPr>
          <a:xfrm>
            <a:off x="2596229" y="3034186"/>
            <a:ext cx="1288364" cy="1175510"/>
            <a:chOff x="2550160" y="3393336"/>
            <a:chExt cx="1666800" cy="1520797"/>
          </a:xfrm>
        </p:grpSpPr>
        <p:sp>
          <p:nvSpPr>
            <p:cNvPr id="1090" name="Google Shape;1090;p20"/>
            <p:cNvSpPr/>
            <p:nvPr/>
          </p:nvSpPr>
          <p:spPr>
            <a:xfrm>
              <a:off x="2697328" y="3545840"/>
              <a:ext cx="1368293" cy="1368293"/>
            </a:xfrm>
            <a:prstGeom prst="ellipse">
              <a:avLst/>
            </a:prstGeom>
            <a:solidFill>
              <a:srgbClr val="8B99A7"/>
            </a:solidFill>
            <a:ln w="12700"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800" b="1" i="0" u="none" strike="noStrike" cap="none">
                  <a:solidFill>
                    <a:schemeClr val="lt1"/>
                  </a:solidFill>
                  <a:latin typeface="Arial"/>
                  <a:ea typeface="Arial"/>
                  <a:cs typeface="Arial"/>
                  <a:sym typeface="Arial"/>
                </a:rPr>
                <a:t>02</a:t>
              </a:r>
              <a:endParaRPr sz="2800" b="1" i="0" u="none" strike="noStrike" cap="none">
                <a:solidFill>
                  <a:schemeClr val="lt1"/>
                </a:solidFill>
                <a:latin typeface="Arial"/>
                <a:ea typeface="Arial"/>
                <a:cs typeface="Arial"/>
                <a:sym typeface="Arial"/>
              </a:endParaRPr>
            </a:p>
          </p:txBody>
        </p:sp>
        <p:sp>
          <p:nvSpPr>
            <p:cNvPr id="1091" name="Google Shape;1091;p20"/>
            <p:cNvSpPr/>
            <p:nvPr/>
          </p:nvSpPr>
          <p:spPr>
            <a:xfrm>
              <a:off x="2550160" y="3393336"/>
              <a:ext cx="1666800" cy="828144"/>
            </a:xfrm>
            <a:custGeom>
              <a:avLst/>
              <a:gdLst/>
              <a:ahLst/>
              <a:cxnLst/>
              <a:rect l="l" t="t" r="r" b="b"/>
              <a:pathLst>
                <a:path w="1666800" h="828144" extrusionOk="0">
                  <a:moveTo>
                    <a:pt x="0" y="807824"/>
                  </a:moveTo>
                  <a:cubicBezTo>
                    <a:pt x="13547" y="331997"/>
                    <a:pt x="458959" y="-6837"/>
                    <a:pt x="843280" y="104"/>
                  </a:cubicBezTo>
                  <a:cubicBezTo>
                    <a:pt x="1385228" y="9892"/>
                    <a:pt x="1681480" y="497097"/>
                    <a:pt x="1666240" y="828144"/>
                  </a:cubicBezTo>
                  <a:lnTo>
                    <a:pt x="1666240" y="828144"/>
                  </a:lnTo>
                </a:path>
              </a:pathLst>
            </a:custGeom>
            <a:noFill/>
            <a:ln w="38100" cap="flat" cmpd="sng">
              <a:solidFill>
                <a:srgbClr val="8B99A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1092" name="Google Shape;1092;p20"/>
          <p:cNvGrpSpPr/>
          <p:nvPr/>
        </p:nvGrpSpPr>
        <p:grpSpPr>
          <a:xfrm>
            <a:off x="4448359" y="3034186"/>
            <a:ext cx="1288364" cy="1175510"/>
            <a:chOff x="2550160" y="3393336"/>
            <a:chExt cx="1666800" cy="1520797"/>
          </a:xfrm>
        </p:grpSpPr>
        <p:sp>
          <p:nvSpPr>
            <p:cNvPr id="1093" name="Google Shape;1093;p20"/>
            <p:cNvSpPr/>
            <p:nvPr/>
          </p:nvSpPr>
          <p:spPr>
            <a:xfrm>
              <a:off x="2697328" y="3545840"/>
              <a:ext cx="1368293" cy="1368293"/>
            </a:xfrm>
            <a:prstGeom prst="ellipse">
              <a:avLst/>
            </a:prstGeom>
            <a:solidFill>
              <a:srgbClr val="6299D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800" b="1" i="0" u="none" strike="noStrike" cap="none">
                  <a:solidFill>
                    <a:srgbClr val="595959"/>
                  </a:solidFill>
                  <a:latin typeface="Arial"/>
                  <a:ea typeface="Arial"/>
                  <a:cs typeface="Arial"/>
                  <a:sym typeface="Arial"/>
                </a:rPr>
                <a:t>03</a:t>
              </a:r>
              <a:endParaRPr sz="2800" b="1" i="0" u="none" strike="noStrike" cap="none">
                <a:solidFill>
                  <a:srgbClr val="595959"/>
                </a:solidFill>
                <a:latin typeface="Arial"/>
                <a:ea typeface="Arial"/>
                <a:cs typeface="Arial"/>
                <a:sym typeface="Arial"/>
              </a:endParaRPr>
            </a:p>
          </p:txBody>
        </p:sp>
        <p:sp>
          <p:nvSpPr>
            <p:cNvPr id="1094" name="Google Shape;1094;p20"/>
            <p:cNvSpPr/>
            <p:nvPr/>
          </p:nvSpPr>
          <p:spPr>
            <a:xfrm>
              <a:off x="2550160" y="3393336"/>
              <a:ext cx="1666800" cy="828144"/>
            </a:xfrm>
            <a:custGeom>
              <a:avLst/>
              <a:gdLst/>
              <a:ahLst/>
              <a:cxnLst/>
              <a:rect l="l" t="t" r="r" b="b"/>
              <a:pathLst>
                <a:path w="1666800" h="828144" extrusionOk="0">
                  <a:moveTo>
                    <a:pt x="0" y="807824"/>
                  </a:moveTo>
                  <a:cubicBezTo>
                    <a:pt x="13547" y="331997"/>
                    <a:pt x="458959" y="-6837"/>
                    <a:pt x="843280" y="104"/>
                  </a:cubicBezTo>
                  <a:cubicBezTo>
                    <a:pt x="1385228" y="9892"/>
                    <a:pt x="1681480" y="497097"/>
                    <a:pt x="1666240" y="828144"/>
                  </a:cubicBezTo>
                  <a:lnTo>
                    <a:pt x="1666240" y="828144"/>
                  </a:lnTo>
                </a:path>
              </a:pathLst>
            </a:custGeom>
            <a:noFill/>
            <a:ln w="38100" cap="flat" cmpd="sng">
              <a:solidFill>
                <a:srgbClr val="397BB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1095" name="Google Shape;1095;p20"/>
          <p:cNvGrpSpPr/>
          <p:nvPr/>
        </p:nvGrpSpPr>
        <p:grpSpPr>
          <a:xfrm>
            <a:off x="6300489" y="3034186"/>
            <a:ext cx="1288364" cy="1175510"/>
            <a:chOff x="2550160" y="3393336"/>
            <a:chExt cx="1666800" cy="1520797"/>
          </a:xfrm>
        </p:grpSpPr>
        <p:sp>
          <p:nvSpPr>
            <p:cNvPr id="1096" name="Google Shape;1096;p20"/>
            <p:cNvSpPr/>
            <p:nvPr/>
          </p:nvSpPr>
          <p:spPr>
            <a:xfrm>
              <a:off x="2697328" y="3545840"/>
              <a:ext cx="1368293" cy="1368293"/>
            </a:xfrm>
            <a:prstGeom prst="ellipse">
              <a:avLst/>
            </a:prstGeom>
            <a:solidFill>
              <a:srgbClr val="22497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800" b="1" i="0" u="none" strike="noStrike" cap="none">
                  <a:solidFill>
                    <a:schemeClr val="lt1"/>
                  </a:solidFill>
                  <a:latin typeface="Arial"/>
                  <a:ea typeface="Arial"/>
                  <a:cs typeface="Arial"/>
                  <a:sym typeface="Arial"/>
                </a:rPr>
                <a:t>04</a:t>
              </a:r>
              <a:endParaRPr sz="2800" b="1" i="0" u="none" strike="noStrike" cap="none">
                <a:solidFill>
                  <a:schemeClr val="lt1"/>
                </a:solidFill>
                <a:latin typeface="Arial"/>
                <a:ea typeface="Arial"/>
                <a:cs typeface="Arial"/>
                <a:sym typeface="Arial"/>
              </a:endParaRPr>
            </a:p>
          </p:txBody>
        </p:sp>
        <p:sp>
          <p:nvSpPr>
            <p:cNvPr id="1097" name="Google Shape;1097;p20"/>
            <p:cNvSpPr/>
            <p:nvPr/>
          </p:nvSpPr>
          <p:spPr>
            <a:xfrm>
              <a:off x="2550160" y="3393336"/>
              <a:ext cx="1666800" cy="828144"/>
            </a:xfrm>
            <a:custGeom>
              <a:avLst/>
              <a:gdLst/>
              <a:ahLst/>
              <a:cxnLst/>
              <a:rect l="l" t="t" r="r" b="b"/>
              <a:pathLst>
                <a:path w="1666800" h="828144" extrusionOk="0">
                  <a:moveTo>
                    <a:pt x="0" y="807824"/>
                  </a:moveTo>
                  <a:cubicBezTo>
                    <a:pt x="13547" y="331997"/>
                    <a:pt x="458959" y="-6837"/>
                    <a:pt x="843280" y="104"/>
                  </a:cubicBezTo>
                  <a:cubicBezTo>
                    <a:pt x="1385228" y="9892"/>
                    <a:pt x="1681480" y="497097"/>
                    <a:pt x="1666240" y="828144"/>
                  </a:cubicBezTo>
                  <a:lnTo>
                    <a:pt x="1666240" y="828144"/>
                  </a:lnTo>
                </a:path>
              </a:pathLst>
            </a:custGeom>
            <a:noFill/>
            <a:ln w="38100" cap="flat" cmpd="sng">
              <a:solidFill>
                <a:srgbClr val="2249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grpSp>
        <p:nvGrpSpPr>
          <p:cNvPr id="1098" name="Google Shape;1098;p20"/>
          <p:cNvGrpSpPr/>
          <p:nvPr/>
        </p:nvGrpSpPr>
        <p:grpSpPr>
          <a:xfrm>
            <a:off x="8152619" y="3034186"/>
            <a:ext cx="1288364" cy="1175510"/>
            <a:chOff x="2550160" y="3393336"/>
            <a:chExt cx="1666800" cy="1520797"/>
          </a:xfrm>
        </p:grpSpPr>
        <p:sp>
          <p:nvSpPr>
            <p:cNvPr id="1099" name="Google Shape;1099;p20"/>
            <p:cNvSpPr/>
            <p:nvPr/>
          </p:nvSpPr>
          <p:spPr>
            <a:xfrm>
              <a:off x="2697328" y="3545840"/>
              <a:ext cx="1368293" cy="1368293"/>
            </a:xfrm>
            <a:prstGeom prst="ellipse">
              <a:avLst/>
            </a:prstGeom>
            <a:solidFill>
              <a:srgbClr val="A5A5A5"/>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2800" b="1" i="0" u="none" strike="noStrike" cap="none">
                  <a:solidFill>
                    <a:schemeClr val="lt1"/>
                  </a:solidFill>
                  <a:latin typeface="Arial"/>
                  <a:ea typeface="Arial"/>
                  <a:cs typeface="Arial"/>
                  <a:sym typeface="Arial"/>
                </a:rPr>
                <a:t>05</a:t>
              </a:r>
              <a:endParaRPr sz="2800" b="1" i="0" u="none" strike="noStrike" cap="none">
                <a:solidFill>
                  <a:schemeClr val="lt1"/>
                </a:solidFill>
                <a:latin typeface="Arial"/>
                <a:ea typeface="Arial"/>
                <a:cs typeface="Arial"/>
                <a:sym typeface="Arial"/>
              </a:endParaRPr>
            </a:p>
          </p:txBody>
        </p:sp>
        <p:sp>
          <p:nvSpPr>
            <p:cNvPr id="1100" name="Google Shape;1100;p20"/>
            <p:cNvSpPr/>
            <p:nvPr/>
          </p:nvSpPr>
          <p:spPr>
            <a:xfrm>
              <a:off x="2550160" y="3393336"/>
              <a:ext cx="1666800" cy="828144"/>
            </a:xfrm>
            <a:custGeom>
              <a:avLst/>
              <a:gdLst/>
              <a:ahLst/>
              <a:cxnLst/>
              <a:rect l="l" t="t" r="r" b="b"/>
              <a:pathLst>
                <a:path w="1666800" h="828144" extrusionOk="0">
                  <a:moveTo>
                    <a:pt x="0" y="807824"/>
                  </a:moveTo>
                  <a:cubicBezTo>
                    <a:pt x="13547" y="331997"/>
                    <a:pt x="458959" y="-6837"/>
                    <a:pt x="843280" y="104"/>
                  </a:cubicBezTo>
                  <a:cubicBezTo>
                    <a:pt x="1385228" y="9892"/>
                    <a:pt x="1681480" y="497097"/>
                    <a:pt x="1666240" y="828144"/>
                  </a:cubicBezTo>
                  <a:lnTo>
                    <a:pt x="1666240" y="828144"/>
                  </a:lnTo>
                </a:path>
              </a:pathLst>
            </a:custGeom>
            <a:noFill/>
            <a:ln w="38100"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1101" name="Google Shape;1101;p20"/>
          <p:cNvSpPr txBox="1"/>
          <p:nvPr/>
        </p:nvSpPr>
        <p:spPr>
          <a:xfrm>
            <a:off x="477584" y="4341744"/>
            <a:ext cx="1818300" cy="1569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Branch Creation -</a:t>
            </a:r>
            <a:r>
              <a:rPr lang="en" sz="1600" b="0" i="0" u="none" strike="noStrike" cap="none">
                <a:solidFill>
                  <a:schemeClr val="dk1"/>
                </a:solidFill>
                <a:latin typeface="Arial"/>
                <a:ea typeface="Arial"/>
                <a:cs typeface="Arial"/>
                <a:sym typeface="Arial"/>
              </a:rPr>
              <a:t> Alice and Bob, work on separate sections of the document.</a:t>
            </a:r>
            <a:endParaRPr/>
          </a:p>
          <a:p>
            <a:pPr marL="0" marR="0" lvl="0" indent="0" algn="ctr" rtl="0">
              <a:lnSpc>
                <a:spcPct val="100000"/>
              </a:lnSpc>
              <a:spcBef>
                <a:spcPts val="0"/>
              </a:spcBef>
              <a:spcAft>
                <a:spcPts val="0"/>
              </a:spcAft>
              <a:buNone/>
            </a:pPr>
            <a:endParaRPr sz="1600" b="0" i="0" u="none" strike="noStrike" cap="none">
              <a:solidFill>
                <a:schemeClr val="dk1"/>
              </a:solidFill>
              <a:latin typeface="Arial"/>
              <a:ea typeface="Arial"/>
              <a:cs typeface="Arial"/>
              <a:sym typeface="Arial"/>
            </a:endParaRPr>
          </a:p>
        </p:txBody>
      </p:sp>
      <p:sp>
        <p:nvSpPr>
          <p:cNvPr id="1102" name="Google Shape;1102;p20"/>
          <p:cNvSpPr txBox="1"/>
          <p:nvPr/>
        </p:nvSpPr>
        <p:spPr>
          <a:xfrm>
            <a:off x="2329714" y="4341744"/>
            <a:ext cx="1818167"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Individual Changes </a:t>
            </a:r>
            <a:r>
              <a:rPr lang="en" sz="1600" b="0" i="0" u="none" strike="noStrike" cap="none">
                <a:solidFill>
                  <a:schemeClr val="dk1"/>
                </a:solidFill>
                <a:latin typeface="Arial"/>
                <a:ea typeface="Arial"/>
                <a:cs typeface="Arial"/>
                <a:sym typeface="Arial"/>
              </a:rPr>
              <a:t>- Alice and Bob make focused changes</a:t>
            </a:r>
            <a:endParaRPr sz="1600" b="0" i="0" u="none" strike="noStrike" cap="none">
              <a:solidFill>
                <a:schemeClr val="dk1"/>
              </a:solidFill>
              <a:latin typeface="Arial"/>
              <a:ea typeface="Arial"/>
              <a:cs typeface="Arial"/>
              <a:sym typeface="Arial"/>
            </a:endParaRPr>
          </a:p>
        </p:txBody>
      </p:sp>
      <p:sp>
        <p:nvSpPr>
          <p:cNvPr id="1103" name="Google Shape;1103;p20"/>
          <p:cNvSpPr txBox="1"/>
          <p:nvPr/>
        </p:nvSpPr>
        <p:spPr>
          <a:xfrm>
            <a:off x="4181844" y="4341744"/>
            <a:ext cx="1818167"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Merge Planning - </a:t>
            </a:r>
            <a:r>
              <a:rPr lang="en" sz="1600" b="0" i="0" u="none" strike="noStrike" cap="none">
                <a:solidFill>
                  <a:schemeClr val="dk1"/>
                </a:solidFill>
                <a:latin typeface="Arial"/>
                <a:ea typeface="Arial"/>
                <a:cs typeface="Arial"/>
                <a:sym typeface="Arial"/>
              </a:rPr>
              <a:t>Intent to consolidate changes</a:t>
            </a:r>
            <a:endParaRPr/>
          </a:p>
        </p:txBody>
      </p:sp>
      <p:sp>
        <p:nvSpPr>
          <p:cNvPr id="1104" name="Google Shape;1104;p20"/>
          <p:cNvSpPr txBox="1"/>
          <p:nvPr/>
        </p:nvSpPr>
        <p:spPr>
          <a:xfrm>
            <a:off x="6033974" y="4341744"/>
            <a:ext cx="1818167"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Merging Process - </a:t>
            </a:r>
            <a:r>
              <a:rPr lang="en" sz="1600" b="0" i="0" u="none" strike="noStrike" cap="none">
                <a:solidFill>
                  <a:schemeClr val="dk1"/>
                </a:solidFill>
                <a:latin typeface="Arial"/>
                <a:ea typeface="Arial"/>
                <a:cs typeface="Arial"/>
                <a:sym typeface="Arial"/>
              </a:rPr>
              <a:t>Team meeting to integrate changes</a:t>
            </a:r>
            <a:endParaRPr/>
          </a:p>
        </p:txBody>
      </p:sp>
      <p:sp>
        <p:nvSpPr>
          <p:cNvPr id="1105" name="Google Shape;1105;p20"/>
          <p:cNvSpPr txBox="1"/>
          <p:nvPr/>
        </p:nvSpPr>
        <p:spPr>
          <a:xfrm>
            <a:off x="7886104" y="4341744"/>
            <a:ext cx="1818167" cy="132343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Review and Approval - </a:t>
            </a:r>
            <a:r>
              <a:rPr lang="en" sz="1600" b="0" i="0" u="none" strike="noStrike" cap="none">
                <a:solidFill>
                  <a:schemeClr val="dk1"/>
                </a:solidFill>
                <a:latin typeface="Arial"/>
                <a:ea typeface="Arial"/>
                <a:cs typeface="Arial"/>
                <a:sym typeface="Arial"/>
              </a:rPr>
              <a:t>Collective review of the integrated document</a:t>
            </a:r>
            <a:endParaRPr/>
          </a:p>
        </p:txBody>
      </p:sp>
      <p:sp>
        <p:nvSpPr>
          <p:cNvPr id="1106" name="Google Shape;1106;p20"/>
          <p:cNvSpPr txBox="1"/>
          <p:nvPr/>
        </p:nvSpPr>
        <p:spPr>
          <a:xfrm>
            <a:off x="9738234" y="4341744"/>
            <a:ext cx="1818167" cy="181588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600" b="1" i="0" u="none" strike="noStrike" cap="none">
                <a:solidFill>
                  <a:schemeClr val="dk1"/>
                </a:solidFill>
                <a:latin typeface="Arial"/>
                <a:ea typeface="Arial"/>
                <a:cs typeface="Arial"/>
                <a:sym typeface="Arial"/>
              </a:rPr>
              <a:t>Final Document - </a:t>
            </a:r>
            <a:r>
              <a:rPr lang="en" sz="1600" b="0" i="0" u="none" strike="noStrike" cap="none">
                <a:solidFill>
                  <a:schemeClr val="dk1"/>
                </a:solidFill>
                <a:latin typeface="Arial"/>
                <a:ea typeface="Arial"/>
                <a:cs typeface="Arial"/>
                <a:sym typeface="Arial"/>
              </a:rPr>
              <a:t>The result is a unified and cohesive "Project Proposal" document</a:t>
            </a:r>
            <a:endParaRPr/>
          </a:p>
          <a:p>
            <a:pPr marL="0" marR="0" lvl="0" indent="0" algn="ctr" rtl="0">
              <a:lnSpc>
                <a:spcPct val="100000"/>
              </a:lnSpc>
              <a:spcBef>
                <a:spcPts val="0"/>
              </a:spcBef>
              <a:spcAft>
                <a:spcPts val="0"/>
              </a:spcAft>
              <a:buNone/>
            </a:pPr>
            <a:endParaRPr sz="1600" b="1" i="0" u="none" strike="noStrike" cap="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2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 ?</a:t>
            </a:r>
            <a:endParaRPr/>
          </a:p>
          <a:p>
            <a:pPr marL="0" lvl="0" indent="0" algn="l" rtl="0">
              <a:lnSpc>
                <a:spcPct val="90000"/>
              </a:lnSpc>
              <a:spcBef>
                <a:spcPts val="0"/>
              </a:spcBef>
              <a:spcAft>
                <a:spcPts val="0"/>
              </a:spcAft>
              <a:buClr>
                <a:schemeClr val="dk2"/>
              </a:buClr>
              <a:buSzPts val="2800"/>
              <a:buFont typeface="Arial"/>
              <a:buNone/>
            </a:pPr>
            <a:endParaRPr/>
          </a:p>
        </p:txBody>
      </p:sp>
      <p:sp>
        <p:nvSpPr>
          <p:cNvPr id="1112" name="Google Shape;1112;p21"/>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AutoNum type="arabicPeriod"/>
            </a:pPr>
            <a:r>
              <a:rPr lang="en"/>
              <a:t>Which type of repository allows every contributor to have a complete copy of the repository?</a:t>
            </a:r>
            <a:endParaRPr/>
          </a:p>
          <a:p>
            <a:pPr marL="266700" lvl="0" indent="-1588" algn="l" rtl="0">
              <a:lnSpc>
                <a:spcPct val="90000"/>
              </a:lnSpc>
              <a:spcBef>
                <a:spcPts val="2800"/>
              </a:spcBef>
              <a:spcAft>
                <a:spcPts val="0"/>
              </a:spcAft>
              <a:buClr>
                <a:schemeClr val="dk1"/>
              </a:buClr>
              <a:buSzPts val="1800"/>
              <a:buNone/>
            </a:pPr>
            <a:r>
              <a:rPr lang="en" b="1"/>
              <a:t>A. Centralized repository</a:t>
            </a:r>
            <a:endParaRPr/>
          </a:p>
          <a:p>
            <a:pPr marL="266700" lvl="0" indent="-1588" algn="l" rtl="0">
              <a:lnSpc>
                <a:spcPct val="90000"/>
              </a:lnSpc>
              <a:spcBef>
                <a:spcPts val="1000"/>
              </a:spcBef>
              <a:spcAft>
                <a:spcPts val="0"/>
              </a:spcAft>
              <a:buClr>
                <a:schemeClr val="dk1"/>
              </a:buClr>
              <a:buSzPts val="1800"/>
              <a:buNone/>
            </a:pPr>
            <a:r>
              <a:rPr lang="en" b="1"/>
              <a:t>B. Local repository</a:t>
            </a:r>
            <a:endParaRPr/>
          </a:p>
          <a:p>
            <a:pPr marL="266700" lvl="0" indent="-1588" algn="l" rtl="0">
              <a:lnSpc>
                <a:spcPct val="90000"/>
              </a:lnSpc>
              <a:spcBef>
                <a:spcPts val="1000"/>
              </a:spcBef>
              <a:spcAft>
                <a:spcPts val="0"/>
              </a:spcAft>
              <a:buClr>
                <a:schemeClr val="dk1"/>
              </a:buClr>
              <a:buSzPts val="1800"/>
              <a:buNone/>
            </a:pPr>
            <a:r>
              <a:rPr lang="en" b="1"/>
              <a:t>C. Distributed repository</a:t>
            </a:r>
            <a:endParaRPr/>
          </a:p>
          <a:p>
            <a:pPr marL="266700" lvl="0" indent="-1588" algn="l" rtl="0">
              <a:lnSpc>
                <a:spcPct val="90000"/>
              </a:lnSpc>
              <a:spcBef>
                <a:spcPts val="1000"/>
              </a:spcBef>
              <a:spcAft>
                <a:spcPts val="0"/>
              </a:spcAft>
              <a:buClr>
                <a:schemeClr val="dk1"/>
              </a:buClr>
              <a:buSzPts val="1800"/>
              <a:buNone/>
            </a:pPr>
            <a:r>
              <a:rPr lang="en" b="1"/>
              <a:t>D. Remote repository</a:t>
            </a:r>
            <a:endParaRPr/>
          </a:p>
          <a:p>
            <a:pPr marL="266700" lvl="0" indent="-266700" algn="l" rtl="0">
              <a:lnSpc>
                <a:spcPct val="90000"/>
              </a:lnSpc>
              <a:spcBef>
                <a:spcPts val="1000"/>
              </a:spcBef>
              <a:spcAft>
                <a:spcPts val="0"/>
              </a:spcAft>
              <a:buClr>
                <a:schemeClr val="dk1"/>
              </a:buClr>
              <a:buSzPts val="1800"/>
              <a:buNone/>
            </a:pPr>
            <a:endParaRPr/>
          </a:p>
          <a:p>
            <a:pPr marL="266700" lvl="0" indent="-2667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p2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 ?</a:t>
            </a:r>
            <a:endParaRPr/>
          </a:p>
          <a:p>
            <a:pPr marL="0" lvl="0" indent="0" algn="l" rtl="0">
              <a:lnSpc>
                <a:spcPct val="90000"/>
              </a:lnSpc>
              <a:spcBef>
                <a:spcPts val="0"/>
              </a:spcBef>
              <a:spcAft>
                <a:spcPts val="0"/>
              </a:spcAft>
              <a:buClr>
                <a:schemeClr val="dk2"/>
              </a:buClr>
              <a:buSzPts val="2800"/>
              <a:buFont typeface="Arial"/>
              <a:buNone/>
            </a:pPr>
            <a:endParaRPr/>
          </a:p>
        </p:txBody>
      </p:sp>
      <p:sp>
        <p:nvSpPr>
          <p:cNvPr id="1118" name="Google Shape;1118;p22"/>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AutoNum type="arabicPeriod"/>
            </a:pPr>
            <a:r>
              <a:rPr lang="en"/>
              <a:t>What is a fast-forward merge in SCM?</a:t>
            </a:r>
            <a:endParaRPr/>
          </a:p>
          <a:p>
            <a:pPr marL="531813" lvl="0" indent="-265113" algn="l" rtl="0">
              <a:lnSpc>
                <a:spcPct val="90000"/>
              </a:lnSpc>
              <a:spcBef>
                <a:spcPts val="2800"/>
              </a:spcBef>
              <a:spcAft>
                <a:spcPts val="0"/>
              </a:spcAft>
              <a:buClr>
                <a:schemeClr val="dk1"/>
              </a:buClr>
              <a:buSzPts val="1800"/>
              <a:buNone/>
            </a:pPr>
            <a:r>
              <a:rPr lang="en" b="1"/>
              <a:t>A. Merging changes by combining three different branches</a:t>
            </a:r>
            <a:endParaRPr/>
          </a:p>
          <a:p>
            <a:pPr marL="531813" lvl="0" indent="-265113" algn="l" rtl="0">
              <a:lnSpc>
                <a:spcPct val="90000"/>
              </a:lnSpc>
              <a:spcBef>
                <a:spcPts val="1000"/>
              </a:spcBef>
              <a:spcAft>
                <a:spcPts val="0"/>
              </a:spcAft>
              <a:buClr>
                <a:schemeClr val="dk1"/>
              </a:buClr>
              <a:buSzPts val="1800"/>
              <a:buNone/>
            </a:pPr>
            <a:r>
              <a:rPr lang="en" b="1"/>
              <a:t>B. Merging changes without divergence in a linear development workflow</a:t>
            </a:r>
            <a:endParaRPr/>
          </a:p>
          <a:p>
            <a:pPr marL="531813" lvl="0" indent="-265113" algn="l" rtl="0">
              <a:lnSpc>
                <a:spcPct val="90000"/>
              </a:lnSpc>
              <a:spcBef>
                <a:spcPts val="1000"/>
              </a:spcBef>
              <a:spcAft>
                <a:spcPts val="0"/>
              </a:spcAft>
              <a:buClr>
                <a:schemeClr val="dk1"/>
              </a:buClr>
              <a:buSzPts val="1800"/>
              <a:buNone/>
            </a:pPr>
            <a:r>
              <a:rPr lang="en" b="1"/>
              <a:t>C. Merging changes offline</a:t>
            </a:r>
            <a:endParaRPr/>
          </a:p>
          <a:p>
            <a:pPr marL="531813" lvl="0" indent="-265113" algn="l" rtl="0">
              <a:lnSpc>
                <a:spcPct val="90000"/>
              </a:lnSpc>
              <a:spcBef>
                <a:spcPts val="1000"/>
              </a:spcBef>
              <a:spcAft>
                <a:spcPts val="0"/>
              </a:spcAft>
              <a:buClr>
                <a:schemeClr val="dk1"/>
              </a:buClr>
              <a:buSzPts val="1800"/>
              <a:buNone/>
            </a:pPr>
            <a:r>
              <a:rPr lang="en" b="1"/>
              <a:t>D. Merging changes backward in time</a:t>
            </a:r>
            <a:endParaRPr/>
          </a:p>
          <a:p>
            <a:pPr marL="266700" lvl="0" indent="-266700" algn="l" rtl="0">
              <a:lnSpc>
                <a:spcPct val="90000"/>
              </a:lnSpc>
              <a:spcBef>
                <a:spcPts val="1000"/>
              </a:spcBef>
              <a:spcAft>
                <a:spcPts val="0"/>
              </a:spcAft>
              <a:buClr>
                <a:schemeClr val="dk1"/>
              </a:buClr>
              <a:buSzPts val="1800"/>
              <a:buNone/>
            </a:pPr>
            <a:endParaRPr/>
          </a:p>
          <a:p>
            <a:pPr marL="266700" lvl="0" indent="-2667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2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 ?</a:t>
            </a:r>
            <a:endParaRPr/>
          </a:p>
          <a:p>
            <a:pPr marL="0" lvl="0" indent="0" algn="l" rtl="0">
              <a:lnSpc>
                <a:spcPct val="90000"/>
              </a:lnSpc>
              <a:spcBef>
                <a:spcPts val="0"/>
              </a:spcBef>
              <a:spcAft>
                <a:spcPts val="0"/>
              </a:spcAft>
              <a:buClr>
                <a:schemeClr val="dk2"/>
              </a:buClr>
              <a:buSzPts val="2800"/>
              <a:buFont typeface="Arial"/>
              <a:buNone/>
            </a:pPr>
            <a:endParaRPr/>
          </a:p>
        </p:txBody>
      </p:sp>
      <p:sp>
        <p:nvSpPr>
          <p:cNvPr id="1124" name="Google Shape;1124;p23"/>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AutoNum type="arabicPeriod"/>
            </a:pPr>
            <a:r>
              <a:rPr lang="en"/>
              <a:t>What term is used to represent a snapshot of the project at a specific point in time in version control?</a:t>
            </a:r>
            <a:endParaRPr/>
          </a:p>
          <a:p>
            <a:pPr marL="531813" lvl="0" indent="-265113" algn="l" rtl="0">
              <a:lnSpc>
                <a:spcPct val="90000"/>
              </a:lnSpc>
              <a:spcBef>
                <a:spcPts val="2800"/>
              </a:spcBef>
              <a:spcAft>
                <a:spcPts val="0"/>
              </a:spcAft>
              <a:buClr>
                <a:schemeClr val="dk1"/>
              </a:buClr>
              <a:buSzPts val="1800"/>
              <a:buNone/>
            </a:pPr>
            <a:r>
              <a:rPr lang="en" b="1"/>
              <a:t>A. Commit</a:t>
            </a:r>
            <a:endParaRPr/>
          </a:p>
          <a:p>
            <a:pPr marL="531813" lvl="0" indent="-265113" algn="l" rtl="0">
              <a:lnSpc>
                <a:spcPct val="90000"/>
              </a:lnSpc>
              <a:spcBef>
                <a:spcPts val="1000"/>
              </a:spcBef>
              <a:spcAft>
                <a:spcPts val="0"/>
              </a:spcAft>
              <a:buClr>
                <a:schemeClr val="dk1"/>
              </a:buClr>
              <a:buSzPts val="1800"/>
              <a:buNone/>
            </a:pPr>
            <a:r>
              <a:rPr lang="en" b="1"/>
              <a:t>B. Revision</a:t>
            </a:r>
            <a:endParaRPr/>
          </a:p>
          <a:p>
            <a:pPr marL="531813" lvl="0" indent="-265113" algn="l" rtl="0">
              <a:lnSpc>
                <a:spcPct val="90000"/>
              </a:lnSpc>
              <a:spcBef>
                <a:spcPts val="1000"/>
              </a:spcBef>
              <a:spcAft>
                <a:spcPts val="0"/>
              </a:spcAft>
              <a:buClr>
                <a:schemeClr val="dk1"/>
              </a:buClr>
              <a:buSzPts val="1800"/>
              <a:buNone/>
            </a:pPr>
            <a:r>
              <a:rPr lang="en" b="1"/>
              <a:t>C. Merge</a:t>
            </a:r>
            <a:endParaRPr/>
          </a:p>
          <a:p>
            <a:pPr marL="531813" lvl="0" indent="-265113" algn="l" rtl="0">
              <a:lnSpc>
                <a:spcPct val="90000"/>
              </a:lnSpc>
              <a:spcBef>
                <a:spcPts val="1000"/>
              </a:spcBef>
              <a:spcAft>
                <a:spcPts val="0"/>
              </a:spcAft>
              <a:buClr>
                <a:schemeClr val="dk1"/>
              </a:buClr>
              <a:buSzPts val="1800"/>
              <a:buNone/>
            </a:pPr>
            <a:r>
              <a:rPr lang="en" b="1"/>
              <a:t>D. Branch</a:t>
            </a:r>
            <a:endParaRPr/>
          </a:p>
          <a:p>
            <a:pPr marL="266700" lvl="0" indent="-266700" algn="l" rtl="0">
              <a:lnSpc>
                <a:spcPct val="90000"/>
              </a:lnSpc>
              <a:spcBef>
                <a:spcPts val="1000"/>
              </a:spcBef>
              <a:spcAft>
                <a:spcPts val="0"/>
              </a:spcAft>
              <a:buClr>
                <a:schemeClr val="dk1"/>
              </a:buClr>
              <a:buSzPts val="1800"/>
              <a:buNone/>
            </a:pPr>
            <a:endParaRPr/>
          </a:p>
          <a:p>
            <a:pPr marL="266700" lvl="0" indent="-2667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2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800"/>
              <a:buFont typeface="Arial"/>
              <a:buNone/>
            </a:pPr>
            <a:r>
              <a:rPr lang="en"/>
              <a:t>In a nutshell, we learnt:</a:t>
            </a:r>
            <a:endParaRPr/>
          </a:p>
        </p:txBody>
      </p:sp>
      <p:sp>
        <p:nvSpPr>
          <p:cNvPr id="1130" name="Google Shape;1130;p24"/>
          <p:cNvSpPr txBox="1">
            <a:spLocks noGrp="1"/>
          </p:cNvSpPr>
          <p:nvPr>
            <p:ph type="body" idx="1"/>
          </p:nvPr>
        </p:nvSpPr>
        <p:spPr>
          <a:xfrm>
            <a:off x="6213746" y="1967241"/>
            <a:ext cx="5285919"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1800"/>
              <a:buFont typeface="Arial"/>
              <a:buAutoNum type="arabicPeriod"/>
            </a:pPr>
            <a:r>
              <a:rPr lang="en"/>
              <a:t>The purpose of Source Code Management (SCM) in software development.</a:t>
            </a:r>
            <a:endParaRPr/>
          </a:p>
          <a:p>
            <a:pPr marL="342900" lvl="0" indent="-342900" algn="l" rtl="0">
              <a:lnSpc>
                <a:spcPct val="100000"/>
              </a:lnSpc>
              <a:spcBef>
                <a:spcPts val="0"/>
              </a:spcBef>
              <a:spcAft>
                <a:spcPts val="0"/>
              </a:spcAft>
              <a:buClr>
                <a:schemeClr val="dk1"/>
              </a:buClr>
              <a:buSzPts val="1800"/>
              <a:buFont typeface="Arial"/>
              <a:buAutoNum type="arabicPeriod"/>
            </a:pPr>
            <a:r>
              <a:rPr lang="en"/>
              <a:t>The significance of version control, branching, and merging in SCM.</a:t>
            </a:r>
            <a:endParaRPr/>
          </a:p>
          <a:p>
            <a:pPr marL="342900" lvl="0" indent="-342900" algn="l" rtl="0">
              <a:lnSpc>
                <a:spcPct val="100000"/>
              </a:lnSpc>
              <a:spcBef>
                <a:spcPts val="0"/>
              </a:spcBef>
              <a:spcAft>
                <a:spcPts val="0"/>
              </a:spcAft>
              <a:buClr>
                <a:schemeClr val="dk1"/>
              </a:buClr>
              <a:buSzPts val="1800"/>
              <a:buFont typeface="Arial"/>
              <a:buAutoNum type="arabicPeriod"/>
            </a:pPr>
            <a:r>
              <a:rPr lang="en"/>
              <a:t>The impact of SCM on collaboration, risk mitigation, and code traceability in the DevOps lifecycle.</a:t>
            </a:r>
            <a:endParaRPr/>
          </a:p>
          <a:p>
            <a:pPr marL="342900" lvl="0" indent="-342900" algn="l" rtl="0">
              <a:lnSpc>
                <a:spcPct val="100000"/>
              </a:lnSpc>
              <a:spcBef>
                <a:spcPts val="0"/>
              </a:spcBef>
              <a:spcAft>
                <a:spcPts val="0"/>
              </a:spcAft>
              <a:buClr>
                <a:schemeClr val="dk1"/>
              </a:buClr>
              <a:buSzPts val="1800"/>
              <a:buFont typeface="Arial"/>
              <a:buAutoNum type="arabicPeriod"/>
            </a:pPr>
            <a:r>
              <a:rPr lang="en"/>
              <a:t>To develop and optimize SCM processes for efficient code management and continuous improvement in software development practices.</a:t>
            </a:r>
            <a:endParaRPr/>
          </a:p>
          <a:p>
            <a:pPr marL="342900" lvl="0" indent="-228600" algn="l" rtl="0">
              <a:lnSpc>
                <a:spcPct val="100000"/>
              </a:lnSpc>
              <a:spcBef>
                <a:spcPts val="0"/>
              </a:spcBef>
              <a:spcAft>
                <a:spcPts val="0"/>
              </a:spcAft>
              <a:buClr>
                <a:schemeClr val="dk1"/>
              </a:buClr>
              <a:buSzPts val="1800"/>
              <a:buFont typeface="Arial"/>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25"/>
          <p:cNvSpPr txBox="1">
            <a:spLocks noGrp="1"/>
          </p:cNvSpPr>
          <p:nvPr>
            <p:ph type="body" idx="1"/>
          </p:nvPr>
        </p:nvSpPr>
        <p:spPr>
          <a:xfrm>
            <a:off x="571925" y="2422525"/>
            <a:ext cx="11192181" cy="40005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 b="1"/>
              <a:t>Module 2: </a:t>
            </a:r>
            <a:r>
              <a:rPr lang="en"/>
              <a:t>Types of SCM Systems </a:t>
            </a:r>
            <a:endParaRPr/>
          </a:p>
          <a:p>
            <a:pPr marL="0" lvl="0" indent="0" algn="r" rtl="0">
              <a:lnSpc>
                <a:spcPct val="100000"/>
              </a:lnSpc>
              <a:spcBef>
                <a:spcPts val="0"/>
              </a:spcBef>
              <a:spcAft>
                <a:spcPts val="0"/>
              </a:spcAft>
              <a:buClr>
                <a:schemeClr val="dk1"/>
              </a:buClr>
              <a:buSzPts val="1400"/>
              <a:buFont typeface="Arial"/>
              <a:buNone/>
            </a:pPr>
            <a:endParaRPr/>
          </a:p>
        </p:txBody>
      </p:sp>
    </p:spTree>
  </p:cSld>
  <p:clrMapOvr>
    <a:masterClrMapping/>
  </p:clrMapOvr>
</p:sld>
</file>

<file path=ppt/theme/theme1.xml><?xml version="1.0" encoding="utf-8"?>
<a:theme xmlns:a="http://schemas.openxmlformats.org/drawingml/2006/main" name="1_Office Theme">
  <a:themeElements>
    <a:clrScheme name="Digital_Mint">
      <a:dk1>
        <a:srgbClr val="000000"/>
      </a:dk1>
      <a:lt1>
        <a:srgbClr val="FFFFFF"/>
      </a:lt1>
      <a:dk2>
        <a:srgbClr val="44546A"/>
      </a:dk2>
      <a:lt2>
        <a:srgbClr val="E7E6E6"/>
      </a:lt2>
      <a:accent1>
        <a:srgbClr val="1CC083"/>
      </a:accent1>
      <a:accent2>
        <a:srgbClr val="96E2C0"/>
      </a:accent2>
      <a:accent3>
        <a:srgbClr val="56687C"/>
      </a:accent3>
      <a:accent4>
        <a:srgbClr val="44546A"/>
      </a:accent4>
      <a:accent5>
        <a:srgbClr val="1CC083"/>
      </a:accent5>
      <a:accent6>
        <a:srgbClr val="96E2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5373</Words>
  <Application>Microsoft Office PowerPoint</Application>
  <PresentationFormat>Widescreen</PresentationFormat>
  <Paragraphs>592</Paragraphs>
  <Slides>25</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Roboto</vt:lpstr>
      <vt:lpstr>Lato Light</vt:lpstr>
      <vt:lpstr>Open Sans</vt:lpstr>
      <vt:lpstr>Arial</vt:lpstr>
      <vt:lpstr>Calibri</vt:lpstr>
      <vt:lpstr>Noto Sans Symbols</vt:lpstr>
      <vt:lpstr>1_Office Theme</vt:lpstr>
      <vt:lpstr>2_Custom Design</vt:lpstr>
      <vt:lpstr>PowerPoint Presentation</vt:lpstr>
      <vt:lpstr>Module Objectives </vt:lpstr>
      <vt:lpstr>1.1.Introduction to Source Code Management </vt:lpstr>
      <vt:lpstr>1.1.1 Understanding SCM with an Example</vt:lpstr>
      <vt:lpstr>1.1.1 Definition of Source Code Management (SCM)</vt:lpstr>
      <vt:lpstr>1.1.1 Importance of Tracking Changes</vt:lpstr>
      <vt:lpstr>1.1.1 Controlling Changes with SCM</vt:lpstr>
      <vt:lpstr>What did you grasp? </vt:lpstr>
      <vt:lpstr>What did you grasp? </vt:lpstr>
      <vt:lpstr>1.1.2 Importance of SCM in DevOps</vt:lpstr>
      <vt:lpstr>1.1.2 Continuous Integration with SCM</vt:lpstr>
      <vt:lpstr>What did you grasp? </vt:lpstr>
      <vt:lpstr>What did you grasp? </vt:lpstr>
      <vt:lpstr>1.1.3 Key concepts</vt:lpstr>
      <vt:lpstr>1.1.3 Key concepts : Repositories in SCM</vt:lpstr>
      <vt:lpstr>1.1.3 Key concepts : Version Control in SCM</vt:lpstr>
      <vt:lpstr>1.1.3 Key concepts : Examples of Version Control in SCM</vt:lpstr>
      <vt:lpstr>1.1.3 Key concepts : Branching Strategies in SCM</vt:lpstr>
      <vt:lpstr>1.1.3 Key concepts : Merging Changes in SCM</vt:lpstr>
      <vt:lpstr>1.1.3 Key concepts : Example of Merging Changes in SCM</vt:lpstr>
      <vt:lpstr>What did you grasp ? </vt:lpstr>
      <vt:lpstr>What did you grasp ? </vt:lpstr>
      <vt:lpstr>What did you grasp ? </vt:lpstr>
      <vt:lpstr>In a nutshell, we learnt: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Rashid</dc:creator>
  <cp:lastModifiedBy>Arjun Arora</cp:lastModifiedBy>
  <cp:revision>3</cp:revision>
  <dcterms:modified xsi:type="dcterms:W3CDTF">2025-04-16T09:18:39Z</dcterms:modified>
</cp:coreProperties>
</file>