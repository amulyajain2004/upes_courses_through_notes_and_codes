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6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Lst>
  <p:sldSz cy="6858000" cx="12192000"/>
  <p:notesSz cx="6858000" cy="9144000"/>
  <p:embeddedFontLst>
    <p:embeddedFont>
      <p:font typeface="Roboto"/>
      <p:regular r:id="rId43"/>
      <p:bold r:id="rId44"/>
      <p:italic r:id="rId45"/>
      <p:boldItalic r:id="rId46"/>
    </p:embeddedFont>
    <p:embeddedFont>
      <p:font typeface="Open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07">
          <p15:clr>
            <a:srgbClr val="747775"/>
          </p15:clr>
        </p15:guide>
        <p15:guide id="2" pos="1368">
          <p15:clr>
            <a:srgbClr val="747775"/>
          </p15:clr>
        </p15:guide>
        <p15:guide id="3" pos="4634">
          <p15:clr>
            <a:srgbClr val="747775"/>
          </p15:clr>
        </p15:guide>
        <p15:guide id="4" orient="horz" pos="2908">
          <p15:clr>
            <a:srgbClr val="747775"/>
          </p15:clr>
        </p15:guide>
      </p15:sldGuideLst>
    </p:ext>
    <p:ext uri="GoogleSlidesCustomDataVersion2">
      <go:slidesCustomData xmlns:go="http://customooxmlschemas.google.com/" r:id="rId51" roundtripDataSignature="AMtx7mhRA+Ezw7PSxGnEUoHP0XNU3iQhv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Pooja Pahw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03CBBC-101D-4AEF-92D8-41F000404E68}">
  <a:tblStyle styleId="{8303CBBC-101D-4AEF-92D8-41F000404E6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5"/>
          </a:solidFill>
        </a:fill>
      </a:tcStyle>
    </a:lastCol>
    <a:firstCol>
      <a:tcTxStyle b="on" i="off">
        <a:font>
          <a:latin typeface="Calibri"/>
          <a:ea typeface="Calibri"/>
          <a:cs typeface="Calibri"/>
        </a:font>
        <a:schemeClr val="lt1"/>
      </a:tcTxStyle>
      <a:tcStyle>
        <a:fill>
          <a:solidFill>
            <a:schemeClr val="accent5"/>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5"/>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5"/>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07" orient="horz"/>
        <p:guide pos="1368"/>
        <p:guide pos="4634"/>
        <p:guide pos="290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OpenSans-bold.fntdata"/><Relationship Id="rId47" Type="http://schemas.openxmlformats.org/officeDocument/2006/relationships/font" Target="fonts/OpenSans-regular.fntdata"/><Relationship Id="rId49" Type="http://schemas.openxmlformats.org/officeDocument/2006/relationships/font" Target="fonts/OpenSans-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customschemas.google.com/relationships/presentationmetadata" Target="metadata"/><Relationship Id="rId50" Type="http://schemas.openxmlformats.org/officeDocument/2006/relationships/font" Target="fonts/OpenSans-boldItalic.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1-02T12:45:59.594">
    <p:pos x="6000" y="0"/>
    <p:text>For slides 10, 11, and 12, please use the same line design.</p:text>
    <p:extLst>
      <p:ext uri="{C676402C-5697-4E1C-873F-D02D1690AC5C}">
        <p15:threadingInfo timeZoneBias="0"/>
      </p:ext>
      <p:ext uri="http://customooxmlschemas.google.com/">
        <go:slidesCustomData xmlns:go="http://customooxmlschemas.google.com/" commentPostId="AAABDhAjxBM"/>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6" name="Google Shape;7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a:t>
            </a:r>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Introduce the module to the participants.</a:t>
            </a:r>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a:p>
          <a:p>
            <a:pPr indent="0" lvl="0" marL="0" rtl="0" algn="l">
              <a:lnSpc>
                <a:spcPct val="115000"/>
              </a:lnSpc>
              <a:spcBef>
                <a:spcPts val="1600"/>
              </a:spcBef>
              <a:spcAft>
                <a:spcPts val="0"/>
              </a:spcAft>
              <a:buClr>
                <a:schemeClr val="dk1"/>
              </a:buClr>
              <a:buSzPts val="1100"/>
              <a:buFont typeface="Arial"/>
              <a:buNone/>
            </a:pPr>
            <a:r>
              <a:rPr lang="en" sz="1200">
                <a:solidFill>
                  <a:schemeClr val="dk1"/>
                </a:solidFill>
                <a:latin typeface="Calibri"/>
                <a:ea typeface="Calibri"/>
                <a:cs typeface="Calibri"/>
                <a:sym typeface="Calibri"/>
              </a:rPr>
              <a:t>Source Code Management (SCM) is pivotal in software development, ensuring stability, collaboration, and traceability by systematically tracking and controlling changes. In the DevOps context, SCM becomes integral for fostering efficient collaboration, automation, and continuous integration. Key SCM concepts—repositories, version control, branching, and merging—form the foundation for streamlined development processes, minimizing errors and ensuring agile, dependable software delivery.</a:t>
            </a:r>
            <a:endParaRPr/>
          </a:p>
          <a:p>
            <a:pPr indent="0" lvl="1" marL="0" rtl="0" algn="l">
              <a:lnSpc>
                <a:spcPct val="115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We will learn how!</a:t>
            </a:r>
            <a:endParaRPr sz="1200">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4" name="Google Shape;73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Notes to the Facilitator:</a:t>
            </a:r>
            <a:endParaRPr b="1"/>
          </a:p>
          <a:p>
            <a:pPr indent="0" lvl="0" marL="0" rtl="0" algn="l">
              <a:lnSpc>
                <a:spcPct val="100000"/>
              </a:lnSpc>
              <a:spcBef>
                <a:spcPts val="0"/>
              </a:spcBef>
              <a:spcAft>
                <a:spcPts val="0"/>
              </a:spcAft>
              <a:buClr>
                <a:schemeClr val="dk1"/>
              </a:buClr>
              <a:buSzPts val="1100"/>
              <a:buFont typeface="Arial"/>
              <a:buNone/>
            </a:pPr>
            <a:r>
              <a:rPr lang="en"/>
              <a:t>Explain the module objectives to the participants. </a:t>
            </a:r>
            <a:endParaRPr/>
          </a:p>
          <a:p>
            <a:pPr indent="0" lvl="0" marL="0" rtl="0" algn="l">
              <a:lnSpc>
                <a:spcPct val="100000"/>
              </a:lnSpc>
              <a:spcBef>
                <a:spcPts val="0"/>
              </a:spcBef>
              <a:spcAft>
                <a:spcPts val="0"/>
              </a:spcAft>
              <a:buClr>
                <a:schemeClr val="dk1"/>
              </a:buClr>
              <a:buSzPts val="1100"/>
              <a:buFont typeface="Arial"/>
              <a:buNone/>
            </a:pPr>
            <a:r>
              <a:rPr b="1" lang="en"/>
              <a:t>Notes to the Participants:</a:t>
            </a:r>
            <a:endParaRPr b="1"/>
          </a:p>
          <a:p>
            <a:pPr indent="0" lvl="0" marL="0" rtl="0" algn="l">
              <a:lnSpc>
                <a:spcPct val="100000"/>
              </a:lnSpc>
              <a:spcBef>
                <a:spcPts val="0"/>
              </a:spcBef>
              <a:spcAft>
                <a:spcPts val="0"/>
              </a:spcAft>
              <a:buClr>
                <a:schemeClr val="dk1"/>
              </a:buClr>
              <a:buSzPts val="1100"/>
              <a:buFont typeface="Arial"/>
              <a:buNone/>
            </a:pPr>
            <a:r>
              <a:rPr lang="en"/>
              <a:t>You will be informed about the module objectives.</a:t>
            </a:r>
            <a:endParaRPr/>
          </a:p>
          <a:p>
            <a:pPr indent="0" lvl="0" marL="0" rtl="0" algn="l">
              <a:lnSpc>
                <a:spcPct val="100000"/>
              </a:lnSpc>
              <a:spcBef>
                <a:spcPts val="0"/>
              </a:spcBef>
              <a:spcAft>
                <a:spcPts val="0"/>
              </a:spcAft>
              <a:buSzPts val="1100"/>
              <a:buNone/>
            </a:pPr>
            <a:r>
              <a:rPr lang="en"/>
              <a:t>At the end of this module, you will be able to learn:</a:t>
            </a:r>
            <a:endParaRPr/>
          </a:p>
          <a:p>
            <a:pPr indent="-298450" lvl="0" marL="457200" rtl="0" algn="l">
              <a:lnSpc>
                <a:spcPct val="100000"/>
              </a:lnSpc>
              <a:spcBef>
                <a:spcPts val="0"/>
              </a:spcBef>
              <a:spcAft>
                <a:spcPts val="0"/>
              </a:spcAft>
              <a:buSzPts val="1100"/>
              <a:buChar char="●"/>
            </a:pPr>
            <a:r>
              <a:rPr lang="en"/>
              <a:t>Understand the key characteristics of centralized and distributed Software Configuration Management (SCM) systems</a:t>
            </a:r>
            <a:endParaRPr/>
          </a:p>
          <a:p>
            <a:pPr indent="-298450" lvl="0" marL="457200" rtl="0" algn="l">
              <a:lnSpc>
                <a:spcPct val="100000"/>
              </a:lnSpc>
              <a:spcBef>
                <a:spcPts val="0"/>
              </a:spcBef>
              <a:spcAft>
                <a:spcPts val="0"/>
              </a:spcAft>
              <a:buSzPts val="1100"/>
              <a:buChar char="●"/>
            </a:pPr>
            <a:r>
              <a:rPr lang="en"/>
              <a:t>Explain the advantages and disadvantages of both centralized and distributed SCM systems.</a:t>
            </a:r>
            <a:endParaRPr/>
          </a:p>
          <a:p>
            <a:pPr indent="-298450" lvl="0" marL="457200" rtl="0" algn="l">
              <a:lnSpc>
                <a:spcPct val="100000"/>
              </a:lnSpc>
              <a:spcBef>
                <a:spcPts val="0"/>
              </a:spcBef>
              <a:spcAft>
                <a:spcPts val="0"/>
              </a:spcAft>
              <a:buSzPts val="1100"/>
              <a:buChar char="●"/>
            </a:pPr>
            <a:r>
              <a:rPr lang="en"/>
              <a:t>Explore widely-used SCM tools like Git, SVN, and Mercurial.</a:t>
            </a:r>
            <a:endParaRPr/>
          </a:p>
          <a:p>
            <a:pPr indent="-298450" lvl="0" marL="457200" rtl="0" algn="l">
              <a:lnSpc>
                <a:spcPct val="100000"/>
              </a:lnSpc>
              <a:spcBef>
                <a:spcPts val="0"/>
              </a:spcBef>
              <a:spcAft>
                <a:spcPts val="0"/>
              </a:spcAft>
              <a:buSzPts val="1100"/>
              <a:buChar char="●"/>
            </a:pPr>
            <a:r>
              <a:rPr lang="en"/>
              <a:t>Compare and contrast the features of widely-used SCM tools such as Git, SVN, and Mercurial.</a:t>
            </a:r>
            <a:endParaRPr/>
          </a:p>
          <a:p>
            <a:pPr indent="0" lvl="0" marL="45720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1" name="Google Shape;74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Inform the participants about the topics that they will be learning in this module.</a:t>
            </a:r>
            <a:endParaRPr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You will learn about the following topics in this module:</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Centralized vs. Distributed SCM</a:t>
            </a: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Popular SCM tools</a:t>
            </a:r>
            <a:endParaRPr b="1" sz="500">
              <a:solidFill>
                <a:schemeClr val="dk1"/>
              </a:solidFill>
              <a:latin typeface="Calibri"/>
              <a:ea typeface="Calibri"/>
              <a:cs typeface="Calibri"/>
              <a:sym typeface="Calibri"/>
            </a:endParaRPr>
          </a:p>
          <a:p>
            <a:pPr indent="0" lvl="0" marL="0" rtl="0" algn="l">
              <a:lnSpc>
                <a:spcPct val="115000"/>
              </a:lnSpc>
              <a:spcBef>
                <a:spcPts val="160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160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160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8" name="Google Shape;74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Explain to the participants the two primary types of software configuration.</a:t>
            </a:r>
            <a:endParaRPr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SzPts val="1100"/>
              <a:buNone/>
            </a:pPr>
            <a:r>
              <a:rPr b="1" lang="en" sz="1200">
                <a:solidFill>
                  <a:schemeClr val="dk1"/>
                </a:solidFill>
                <a:latin typeface="Calibri"/>
                <a:ea typeface="Calibri"/>
                <a:cs typeface="Calibri"/>
                <a:sym typeface="Calibri"/>
              </a:rPr>
              <a:t>Notes to the Participants:</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en">
                <a:solidFill>
                  <a:srgbClr val="252525"/>
                </a:solidFill>
              </a:rPr>
              <a:t>There are two primary types of Software Configuration management (SCM) systems: centralized SCM and distributed SCM. These two approaches manage version control and collaborative development within a software project using distinct paradigms.</a:t>
            </a:r>
            <a:endParaRPr>
              <a:solidFill>
                <a:srgbClr val="252525"/>
              </a:solidFill>
            </a:endParaRPr>
          </a:p>
          <a:p>
            <a:pPr indent="0" lvl="0" marL="0" rtl="0" algn="l">
              <a:lnSpc>
                <a:spcPct val="115000"/>
              </a:lnSpc>
              <a:spcBef>
                <a:spcPts val="1200"/>
              </a:spcBef>
              <a:spcAft>
                <a:spcPts val="0"/>
              </a:spcAft>
              <a:buSzPts val="1100"/>
              <a:buNone/>
            </a:pPr>
            <a:r>
              <a:rPr b="1" lang="en">
                <a:solidFill>
                  <a:srgbClr val="252525"/>
                </a:solidFill>
              </a:rPr>
              <a:t>Centralized SCM:</a:t>
            </a:r>
            <a:endParaRPr b="1">
              <a:solidFill>
                <a:srgbClr val="252525"/>
              </a:solidFill>
            </a:endParaRPr>
          </a:p>
          <a:p>
            <a:pPr indent="0" lvl="0" marL="0" rtl="0" algn="l">
              <a:lnSpc>
                <a:spcPct val="115000"/>
              </a:lnSpc>
              <a:spcBef>
                <a:spcPts val="1200"/>
              </a:spcBef>
              <a:spcAft>
                <a:spcPts val="0"/>
              </a:spcAft>
              <a:buSzPts val="1100"/>
              <a:buNone/>
            </a:pPr>
            <a:r>
              <a:rPr lang="en">
                <a:solidFill>
                  <a:srgbClr val="252525"/>
                </a:solidFill>
              </a:rPr>
              <a:t>In a centralized SCM system, all project assets and version history are stored in a single, central repository. This repository serves as the authoritative source for the project, and team members interact with it for versioning and collaboration.</a:t>
            </a:r>
            <a:endParaRPr>
              <a:solidFill>
                <a:srgbClr val="252525"/>
              </a:solidFill>
            </a:endParaRPr>
          </a:p>
          <a:p>
            <a:pPr indent="0" lvl="0" marL="0" rtl="0" algn="l">
              <a:lnSpc>
                <a:spcPct val="115000"/>
              </a:lnSpc>
              <a:spcBef>
                <a:spcPts val="1200"/>
              </a:spcBef>
              <a:spcAft>
                <a:spcPts val="0"/>
              </a:spcAft>
              <a:buSzPts val="1100"/>
              <a:buNone/>
            </a:pPr>
            <a:r>
              <a:rPr b="1" lang="en">
                <a:solidFill>
                  <a:srgbClr val="252525"/>
                </a:solidFill>
              </a:rPr>
              <a:t>Distributed SCM:</a:t>
            </a:r>
            <a:endParaRPr b="1">
              <a:solidFill>
                <a:srgbClr val="252525"/>
              </a:solidFill>
            </a:endParaRPr>
          </a:p>
          <a:p>
            <a:pPr indent="0" lvl="0" marL="0" rtl="0" algn="l">
              <a:lnSpc>
                <a:spcPct val="115000"/>
              </a:lnSpc>
              <a:spcBef>
                <a:spcPts val="1200"/>
              </a:spcBef>
              <a:spcAft>
                <a:spcPts val="0"/>
              </a:spcAft>
              <a:buSzPts val="1100"/>
              <a:buNone/>
            </a:pPr>
            <a:r>
              <a:rPr lang="en">
                <a:solidFill>
                  <a:srgbClr val="252525"/>
                </a:solidFill>
              </a:rPr>
              <a:t>Distributed SCM, on the other hand, takes a different approach. In this model, each developer maintains a complete copy of the project repository on their local machine. Collaboration is often peer-to-peer, allowing for increased flexibility and reduced dependency on a central server.</a:t>
            </a:r>
            <a:endParaRPr sz="1200">
              <a:solidFill>
                <a:srgbClr val="374151"/>
              </a:solidFill>
              <a:latin typeface="Calibri"/>
              <a:ea typeface="Calibri"/>
              <a:cs typeface="Calibri"/>
              <a:sym typeface="Calibri"/>
            </a:endParaRPr>
          </a:p>
          <a:p>
            <a:pPr indent="0" lvl="0" marL="0" rtl="0" algn="l">
              <a:lnSpc>
                <a:spcPct val="100000"/>
              </a:lnSpc>
              <a:spcBef>
                <a:spcPts val="1200"/>
              </a:spcBef>
              <a:spcAft>
                <a:spcPts val="0"/>
              </a:spcAft>
              <a:buSzPts val="1100"/>
              <a:buNone/>
            </a:pPr>
            <a:r>
              <a:t/>
            </a:r>
            <a:endParaRPr sz="1200">
              <a:solidFill>
                <a:srgbClr val="37415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8" name="Google Shape;81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200">
                <a:solidFill>
                  <a:srgbClr val="374151"/>
                </a:solidFill>
                <a:latin typeface="Calibri"/>
                <a:ea typeface="Calibri"/>
                <a:cs typeface="Calibri"/>
                <a:sym typeface="Calibri"/>
              </a:rPr>
              <a:t>Explain to the participants the essence of centralized software configuration management (SCM): a version control system centered around a single authoritative repository, fostering centralized control, collaboration, and efficient project coordination.</a:t>
            </a:r>
            <a:endParaRPr b="1"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indent="0" lvl="0" marL="0" rtl="0" algn="l">
              <a:lnSpc>
                <a:spcPct val="115000"/>
              </a:lnSpc>
              <a:spcBef>
                <a:spcPts val="1200"/>
              </a:spcBef>
              <a:spcAft>
                <a:spcPts val="0"/>
              </a:spcAft>
              <a:buSzPts val="1100"/>
              <a:buNone/>
            </a:pPr>
            <a:r>
              <a:rPr lang="en" sz="1200">
                <a:solidFill>
                  <a:srgbClr val="252525"/>
                </a:solidFill>
                <a:latin typeface="Calibri"/>
                <a:ea typeface="Calibri"/>
                <a:cs typeface="Calibri"/>
                <a:sym typeface="Calibri"/>
              </a:rPr>
              <a:t>Centralized Software Configuration Management (SCM) is a version control system where a single, central repository holds the entire version history and source code of a project. This repository acts as the authoritative source, and all team members interact with it for versioning collaboration, and project development.</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b="1" lang="en" sz="1200">
                <a:solidFill>
                  <a:srgbClr val="252525"/>
                </a:solidFill>
                <a:latin typeface="Calibri"/>
                <a:ea typeface="Calibri"/>
                <a:cs typeface="Calibri"/>
                <a:sym typeface="Calibri"/>
              </a:rPr>
              <a:t>Characteristics:</a:t>
            </a:r>
            <a:endParaRPr b="1"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Single Repository:</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One central location stores all project assets, including source code, documents, and configuration files. This single repository serves as the centralized hub for the project.</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Centralized Control:</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Administration and version control are concentrated on a central server or repository. This means that there is a designated source of truth for the project, and changes are managed centrally.</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Collaboration:</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Developers typically check out and check in code directly from and to the central repository. This centralized approach ensures that everyone is working on the latest version of the code.</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Coordination:</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Centralized coordination facilitates project management. Changes are managed and tracked from a central point, allowing for clear oversight of the development process.</a:t>
            </a:r>
            <a:endParaRPr sz="1200">
              <a:solidFill>
                <a:srgbClr val="374151"/>
              </a:solidFill>
              <a:latin typeface="Calibri"/>
              <a:ea typeface="Calibri"/>
              <a:cs typeface="Calibri"/>
              <a:sym typeface="Calibri"/>
            </a:endParaRPr>
          </a:p>
          <a:p>
            <a:pPr indent="0" lvl="0" marL="0" rtl="0" algn="l">
              <a:lnSpc>
                <a:spcPct val="100000"/>
              </a:lnSpc>
              <a:spcBef>
                <a:spcPts val="1200"/>
              </a:spcBef>
              <a:spcAft>
                <a:spcPts val="0"/>
              </a:spcAft>
              <a:buSzPts val="11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5" name="Google Shape;82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 sz="1200">
                <a:solidFill>
                  <a:srgbClr val="252525"/>
                </a:solidFill>
                <a:latin typeface="Calibri"/>
                <a:ea typeface="Calibri"/>
                <a:cs typeface="Calibri"/>
                <a:sym typeface="Calibri"/>
              </a:rPr>
              <a:t>Elaborate on the advantages and considerations of centralized SCM with examples.</a:t>
            </a:r>
            <a:endParaRPr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Let's elaborate on the advantages and considerations of centralized SCM with examples:</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 sz="1200">
                <a:solidFill>
                  <a:srgbClr val="252525"/>
                </a:solidFill>
                <a:latin typeface="Calibri"/>
                <a:ea typeface="Calibri"/>
                <a:cs typeface="Calibri"/>
                <a:sym typeface="Calibri"/>
              </a:rPr>
              <a:t>Advantages:</a:t>
            </a:r>
            <a:endParaRPr b="1"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Control:</a:t>
            </a:r>
            <a:endParaRPr b="1"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Centralized SCM provides a clear and centralized authority over versioning, making it easier to manage and track changes across the entire project.</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Imagine a scenario where multiple developers are working on different features simultaneously. With centralized control, the project manager or administrator can ensure that changes are integrated smoothly, preventing conflicts and maintaining a coherent codebase.</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Coordination:</a:t>
            </a:r>
            <a:endParaRPr b="1"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The centralized nature of centralized SCM simplifies project management, ensuring that all team members are working from the same codebase.</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Consider a software development project with a team spread across different locations. Centralized coordination ensures that everyone is contributing to the latest version of the code, reducing the chances of divergence and maintaining a unified development direction.</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 </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 sz="1200">
                <a:solidFill>
                  <a:srgbClr val="252525"/>
                </a:solidFill>
                <a:latin typeface="Calibri"/>
                <a:ea typeface="Calibri"/>
                <a:cs typeface="Calibri"/>
                <a:sym typeface="Calibri"/>
              </a:rPr>
              <a:t>Considerations:</a:t>
            </a:r>
            <a:endParaRPr b="1"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Single Point of Failure:</a:t>
            </a:r>
            <a:endParaRPr b="1"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There is a potential for a single point of failure in centralized SCM. If the central server experiences issues or downtime, it can disrupt collaboration and version control.</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Suppose the central server hosting the repository encounters technical difficulties or undergoes maintenance. During this period, team members may face challenges in accessing the latest code or contributing changes, affecting the overall progress of the project.</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Limited Offline Functionality:</a:t>
            </a:r>
            <a:endParaRPr b="1"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Developers not connected to the central server may face challenges in collaboration. The system relies on a continuous connection for effective collaboration.</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In situations where developers need to work offline, such as during travel or in areas with limited connectivity, the dependency on a continuous online connection can hinder their ability to commit changes or synchronize with the central repository. This limitation can slow down individual development efforts.</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These examples illustrate how the advantages of control and coordination in centralized SCM contribute to a streamlined development process, while the considerations highlight potential challenges that teams may face, emphasizing the importance of a reliable and continuously accessible central server.</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a:solidFill>
                <a:srgbClr val="252525"/>
              </a:solidFill>
            </a:endParaRPr>
          </a:p>
          <a:p>
            <a:pPr indent="0" lvl="0" marL="0" rtl="0" algn="l">
              <a:lnSpc>
                <a:spcPct val="100000"/>
              </a:lnSpc>
              <a:spcBef>
                <a:spcPts val="120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8" name="Google Shape;83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Explore Distributed SCM with its key features, where developers maintain local copies for decentralized control, enabling flexible, peer-to-peer collaboration and seamless offline functionality.</a:t>
            </a:r>
            <a:endParaRPr sz="1200">
              <a:latin typeface="Calibri"/>
              <a:ea typeface="Calibri"/>
              <a:cs typeface="Calibri"/>
              <a:sym typeface="Calibri"/>
            </a:endParaRPr>
          </a:p>
          <a:p>
            <a:pPr indent="0" lvl="0" marL="0" rtl="0" algn="l">
              <a:lnSpc>
                <a:spcPct val="115000"/>
              </a:lnSpc>
              <a:spcBef>
                <a:spcPts val="16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rPr lang="en" sz="1200">
                <a:solidFill>
                  <a:srgbClr val="374151"/>
                </a:solidFill>
                <a:latin typeface="Calibri"/>
                <a:ea typeface="Calibri"/>
                <a:cs typeface="Calibri"/>
                <a:sym typeface="Calibri"/>
              </a:rPr>
              <a:t>Distributed Software Configuration Management (Distributed SCM) is a version control system where each developer maintains a complete copy of the project repository on their local machine. Unlike Centralized SCM, which relies on a single central repository, Distributed SCM allows for decentralization of control, with each developer possessing their own full-fledged copy of the project, including the entire version history.</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rPr b="1" lang="en" sz="1200">
                <a:solidFill>
                  <a:srgbClr val="374151"/>
                </a:solidFill>
                <a:latin typeface="Calibri"/>
                <a:ea typeface="Calibri"/>
                <a:cs typeface="Calibri"/>
                <a:sym typeface="Calibri"/>
              </a:rPr>
              <a:t>Characteristics</a:t>
            </a:r>
            <a:r>
              <a:rPr lang="en" sz="1200">
                <a:solidFill>
                  <a:srgbClr val="374151"/>
                </a:solidFill>
                <a:latin typeface="Calibri"/>
                <a:ea typeface="Calibri"/>
                <a:cs typeface="Calibri"/>
                <a:sym typeface="Calibri"/>
              </a:rPr>
              <a:t>:</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Complete Repository Copy:</a:t>
            </a:r>
            <a:endParaRPr b="1" sz="1200">
              <a:solidFill>
                <a:srgbClr val="374151"/>
              </a:solidFill>
              <a:latin typeface="Calibri"/>
              <a:ea typeface="Calibri"/>
              <a:cs typeface="Calibri"/>
              <a:sym typeface="Calibri"/>
            </a:endParaRPr>
          </a:p>
          <a:p>
            <a:pPr indent="-304800" lvl="2" marL="13716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Every developer has a full copy of the project repository on their local machine. Picture each developer possessing a snapshot of the entire project's history and source code on their personal workstation. This local copy provides independence and autonomy for individual developers.</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Arial"/>
              <a:buNone/>
            </a:pPr>
            <a:r>
              <a:rPr b="1" lang="en" sz="1200">
                <a:solidFill>
                  <a:srgbClr val="374151"/>
                </a:solidFill>
                <a:latin typeface="Calibri"/>
                <a:ea typeface="Calibri"/>
                <a:cs typeface="Calibri"/>
                <a:sym typeface="Calibri"/>
              </a:rPr>
              <a:t>Decentralized Control</a:t>
            </a:r>
            <a:r>
              <a:rPr lang="en" sz="1200">
                <a:solidFill>
                  <a:srgbClr val="374151"/>
                </a:solidFill>
                <a:latin typeface="Calibri"/>
                <a:ea typeface="Calibri"/>
                <a:cs typeface="Calibri"/>
                <a:sym typeface="Calibri"/>
              </a:rPr>
              <a:t>:</a:t>
            </a:r>
            <a:endParaRPr sz="1200">
              <a:solidFill>
                <a:srgbClr val="374151"/>
              </a:solidFill>
              <a:latin typeface="Calibri"/>
              <a:ea typeface="Calibri"/>
              <a:cs typeface="Calibri"/>
              <a:sym typeface="Calibri"/>
            </a:endParaRPr>
          </a:p>
          <a:p>
            <a:pPr indent="-304800" lvl="2" marL="13716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Control in a Distributed SCM system is distributed among team members, reducing reliance on a central server.Unlike a centralized approach where a central server manages version control, each developer has the authority to manage and control their local repository. This decentralization fosters greater flexibility.</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Peer-to-Peer Collaboration:</a:t>
            </a:r>
            <a:endParaRPr b="1" sz="1200">
              <a:solidFill>
                <a:srgbClr val="374151"/>
              </a:solidFill>
              <a:latin typeface="Calibri"/>
              <a:ea typeface="Calibri"/>
              <a:cs typeface="Calibri"/>
              <a:sym typeface="Calibri"/>
            </a:endParaRPr>
          </a:p>
          <a:p>
            <a:pPr indent="-304800" lvl="2" marL="13716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Developers can work independently, pulling and pushing changes directly between their local repositories.</a:t>
            </a:r>
            <a:r>
              <a:rPr i="1" lang="en" sz="1200">
                <a:solidFill>
                  <a:srgbClr val="374151"/>
                </a:solidFill>
                <a:latin typeface="Calibri"/>
                <a:ea typeface="Calibri"/>
                <a:cs typeface="Calibri"/>
                <a:sym typeface="Calibri"/>
              </a:rPr>
              <a:t> </a:t>
            </a:r>
            <a:r>
              <a:rPr lang="en" sz="1200">
                <a:solidFill>
                  <a:srgbClr val="374151"/>
                </a:solidFill>
                <a:latin typeface="Calibri"/>
                <a:ea typeface="Calibri"/>
                <a:cs typeface="Calibri"/>
                <a:sym typeface="Calibri"/>
              </a:rPr>
              <a:t>Imagine a collaborative environment where developers seamlessly share changes with each other without the need for a central authority. Peer-to-peer collaboration enables more agile and parallel development.</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Enhanced Offline Functionality:</a:t>
            </a:r>
            <a:endParaRPr b="1" sz="1200">
              <a:solidFill>
                <a:srgbClr val="374151"/>
              </a:solidFill>
              <a:latin typeface="Calibri"/>
              <a:ea typeface="Calibri"/>
              <a:cs typeface="Calibri"/>
              <a:sym typeface="Calibri"/>
            </a:endParaRPr>
          </a:p>
          <a:p>
            <a:pPr indent="-304800" lvl="2" marL="13716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Developers can work offline and synchronize changes later when they reconnect to the network. In scenarios where internet connectivity is limited or absent, developers can continue their work locally. When they regain connectivity, they sync their changes with others, ensuring seamless collaboration even in offline environments.</a:t>
            </a:r>
            <a:endParaRPr sz="1200">
              <a:solidFill>
                <a:srgbClr val="374151"/>
              </a:solidFill>
              <a:latin typeface="Calibri"/>
              <a:ea typeface="Calibri"/>
              <a:cs typeface="Calibri"/>
              <a:sym typeface="Calibri"/>
            </a:endParaRPr>
          </a:p>
          <a:p>
            <a:pPr indent="0" lvl="0" marL="0" rtl="0" algn="l">
              <a:lnSpc>
                <a:spcPct val="100000"/>
              </a:lnSpc>
              <a:spcBef>
                <a:spcPts val="150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6" name="Google Shape;84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Emphasize on the advantages and considerations of Distributed SCM with example.</a:t>
            </a:r>
            <a:endParaRPr sz="1200">
              <a:solidFill>
                <a:srgbClr val="374151"/>
              </a:solidFill>
              <a:latin typeface="Calibri"/>
              <a:ea typeface="Calibri"/>
              <a:cs typeface="Calibri"/>
              <a:sym typeface="Calibri"/>
            </a:endParaRPr>
          </a:p>
          <a:p>
            <a:pPr indent="0" lvl="0" marL="0" rtl="0" algn="l">
              <a:lnSpc>
                <a:spcPct val="115000"/>
              </a:lnSpc>
              <a:spcBef>
                <a:spcPts val="16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Let's delve into the advantages and considerations of Distributed Software Configuration Management (Distributed SCM):</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 sz="1200">
                <a:solidFill>
                  <a:srgbClr val="252525"/>
                </a:solidFill>
                <a:latin typeface="Calibri"/>
                <a:ea typeface="Calibri"/>
                <a:cs typeface="Calibri"/>
                <a:sym typeface="Calibri"/>
              </a:rPr>
              <a:t>Advantages:</a:t>
            </a:r>
            <a:endParaRPr b="1"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Decentralized Control:</a:t>
            </a:r>
            <a:endParaRPr b="1"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Distributed SCM provides each developer with their own repository, allowing for decentralized control. This means that developers have the autonomy to manage their version history and collaborate without a central authority.</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 sz="1200">
                <a:solidFill>
                  <a:srgbClr val="252525"/>
                </a:solidFill>
                <a:latin typeface="Calibri"/>
                <a:ea typeface="Calibri"/>
                <a:cs typeface="Calibri"/>
                <a:sym typeface="Calibri"/>
              </a:rPr>
              <a:t>Example:</a:t>
            </a:r>
            <a:r>
              <a:rPr lang="en" sz="1200">
                <a:solidFill>
                  <a:srgbClr val="252525"/>
                </a:solidFill>
                <a:latin typeface="Calibri"/>
                <a:ea typeface="Calibri"/>
                <a:cs typeface="Calibri"/>
                <a:sym typeface="Calibri"/>
              </a:rPr>
              <a:t> Imagine a team of developers working on different features simultaneously. With decentralized control, each developer can independently manage and version their code without waiting for approvals or conflicts.</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Enhanced Collaboration:</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Peer-to-peer collaboration is a key strength of Distributed SCM. Developers can directly share changes with each other, fostering more agile and parallel development.</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 sz="1200">
                <a:solidFill>
                  <a:srgbClr val="252525"/>
                </a:solidFill>
                <a:latin typeface="Calibri"/>
                <a:ea typeface="Calibri"/>
                <a:cs typeface="Calibri"/>
                <a:sym typeface="Calibri"/>
              </a:rPr>
              <a:t>Example:</a:t>
            </a:r>
            <a:r>
              <a:rPr lang="en" sz="1200">
                <a:solidFill>
                  <a:srgbClr val="252525"/>
                </a:solidFill>
                <a:latin typeface="Calibri"/>
                <a:ea typeface="Calibri"/>
                <a:cs typeface="Calibri"/>
                <a:sym typeface="Calibri"/>
              </a:rPr>
              <a:t> In a distributed environment, developers can seamlessly collaborate without a central server acting as a bottleneck. This allows for faster integration of changes and a more dynamic development process.</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Improved Flexibility:</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Distributed SCM offers greater flexibility, as developers can work independently on their local repositories. This independence enables parallel development and experimentation with new features.</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 sz="1200">
                <a:solidFill>
                  <a:srgbClr val="252525"/>
                </a:solidFill>
                <a:latin typeface="Calibri"/>
                <a:ea typeface="Calibri"/>
                <a:cs typeface="Calibri"/>
                <a:sym typeface="Calibri"/>
              </a:rPr>
              <a:t>Example:</a:t>
            </a:r>
            <a:r>
              <a:rPr lang="en" sz="1200">
                <a:solidFill>
                  <a:srgbClr val="252525"/>
                </a:solidFill>
                <a:latin typeface="Calibri"/>
                <a:ea typeface="Calibri"/>
                <a:cs typeface="Calibri"/>
                <a:sym typeface="Calibri"/>
              </a:rPr>
              <a:t> Consider a scenario where a developer wants to experiment with a new feature. With a local repository, they can make changes, test, and iterate without affecting the main codebase until they are ready to share their work.</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Enhanced Offline Functionality:</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Developers can work offline and synchronize changes later when they reconnect to the network. This feature is particularly advantageous in situations with limited or no internet connectivity.</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 sz="1200">
                <a:solidFill>
                  <a:srgbClr val="252525"/>
                </a:solidFill>
                <a:latin typeface="Calibri"/>
                <a:ea typeface="Calibri"/>
                <a:cs typeface="Calibri"/>
                <a:sym typeface="Calibri"/>
              </a:rPr>
              <a:t>Example:</a:t>
            </a:r>
            <a:r>
              <a:rPr lang="en" sz="1200">
                <a:solidFill>
                  <a:srgbClr val="252525"/>
                </a:solidFill>
                <a:latin typeface="Calibri"/>
                <a:ea typeface="Calibri"/>
                <a:cs typeface="Calibri"/>
                <a:sym typeface="Calibri"/>
              </a:rPr>
              <a:t> If a developer is traveling or working in an environment with poor connectivity, they can continue making changes locally. Once they are back online, they can sync their changes with the rest of the team.</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 sz="1200">
                <a:solidFill>
                  <a:srgbClr val="252525"/>
                </a:solidFill>
                <a:latin typeface="Calibri"/>
                <a:ea typeface="Calibri"/>
                <a:cs typeface="Calibri"/>
                <a:sym typeface="Calibri"/>
              </a:rPr>
              <a:t>Considerations:</a:t>
            </a:r>
            <a:endParaRPr b="1"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Potential for Divergence:</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The decentralized nature of distributed SCM introduces the risk of divergence if not managed effectively. Developers may work on different branches, leading to conflicts during integration.</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 sz="1200">
                <a:solidFill>
                  <a:srgbClr val="252525"/>
                </a:solidFill>
                <a:latin typeface="Calibri"/>
                <a:ea typeface="Calibri"/>
                <a:cs typeface="Calibri"/>
                <a:sym typeface="Calibri"/>
              </a:rPr>
              <a:t>Example:</a:t>
            </a:r>
            <a:r>
              <a:rPr lang="en" sz="1200">
                <a:solidFill>
                  <a:srgbClr val="252525"/>
                </a:solidFill>
                <a:latin typeface="Calibri"/>
                <a:ea typeface="Calibri"/>
                <a:cs typeface="Calibri"/>
                <a:sym typeface="Calibri"/>
              </a:rPr>
              <a:t> If developers are not diligent in communicating and merging changes, the project may face difficulties in consolidating divergent code, resulting in integration issues.</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Learning Curve:</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Adopting distributed SCM may have a steeper learning curve for teams accustomed to centralized models. Understanding the workflows and managing multiple repositories can pose initial challenges.</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 sz="1200">
                <a:solidFill>
                  <a:srgbClr val="252525"/>
                </a:solidFill>
                <a:latin typeface="Calibri"/>
                <a:ea typeface="Calibri"/>
                <a:cs typeface="Calibri"/>
                <a:sym typeface="Calibri"/>
              </a:rPr>
              <a:t>Example:</a:t>
            </a:r>
            <a:r>
              <a:rPr lang="en" sz="1200">
                <a:solidFill>
                  <a:srgbClr val="252525"/>
                </a:solidFill>
                <a:latin typeface="Calibri"/>
                <a:ea typeface="Calibri"/>
                <a:cs typeface="Calibri"/>
                <a:sym typeface="Calibri"/>
              </a:rPr>
              <a:t> A team transitioning from a centralized to a distributed model may need training and guidance to adapt to the new processes and collaborative dynamics.</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Network Dependency for Synchronization:</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While offline functionality is an advantage, synchronization with the central repository depends on network connectivity. This reliance on network availability can impact collaboration.</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 sz="1200">
                <a:solidFill>
                  <a:srgbClr val="252525"/>
                </a:solidFill>
                <a:latin typeface="Calibri"/>
                <a:ea typeface="Calibri"/>
                <a:cs typeface="Calibri"/>
                <a:sym typeface="Calibri"/>
              </a:rPr>
              <a:t>Example: If a developer lacks internet access when they need to push changes to the central repository, they must wait until connectivity is restored, potentially causing delays in collaborative development.</a:t>
            </a:r>
            <a:endParaRPr i="1"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b="1" lang="en" sz="1200">
                <a:solidFill>
                  <a:srgbClr val="252525"/>
                </a:solidFill>
                <a:latin typeface="Calibri"/>
                <a:ea typeface="Calibri"/>
                <a:cs typeface="Calibri"/>
                <a:sym typeface="Calibri"/>
              </a:rPr>
              <a:t>Complex branching and merging:</a:t>
            </a:r>
            <a:endParaRPr b="1" sz="1200">
              <a:solidFill>
                <a:srgbClr val="252525"/>
              </a:solidFill>
              <a:latin typeface="Calibri"/>
              <a:ea typeface="Calibri"/>
              <a:cs typeface="Calibri"/>
              <a:sym typeface="Calibri"/>
            </a:endParaRPr>
          </a:p>
          <a:p>
            <a:pPr indent="-304800" lvl="1" marL="9144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Distributed SCM allows for extensive branching and parallel development, but managing complex branching structures and merging can become challenging.</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 sz="1200">
                <a:solidFill>
                  <a:srgbClr val="252525"/>
                </a:solidFill>
                <a:latin typeface="Calibri"/>
                <a:ea typeface="Calibri"/>
                <a:cs typeface="Calibri"/>
                <a:sym typeface="Calibri"/>
              </a:rPr>
              <a:t>Example:</a:t>
            </a:r>
            <a:r>
              <a:rPr lang="en" sz="1200">
                <a:solidFill>
                  <a:srgbClr val="252525"/>
                </a:solidFill>
                <a:latin typeface="Calibri"/>
                <a:ea typeface="Calibri"/>
                <a:cs typeface="Calibri"/>
                <a:sym typeface="Calibri"/>
              </a:rPr>
              <a:t> In a project with multiple feature branches, merging changes back into the main branch requires careful coordination to avoid conflicts and ensure a stable codebase.</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en" sz="1200">
                <a:solidFill>
                  <a:srgbClr val="252525"/>
                </a:solidFill>
                <a:latin typeface="Calibri"/>
                <a:ea typeface="Calibri"/>
                <a:cs typeface="Calibri"/>
                <a:sym typeface="Calibri"/>
              </a:rPr>
              <a:t>These advantages and considerations provide a nuanced understanding of the dynamics associated with distributed SCM, helping teams make informed decisions based on their project requirements and collaboration preferences.</a:t>
            </a:r>
            <a:endParaRPr sz="1200">
              <a:latin typeface="Calibri"/>
              <a:ea typeface="Calibri"/>
              <a:cs typeface="Calibri"/>
              <a:sym typeface="Calibri"/>
            </a:endParaRPr>
          </a:p>
          <a:p>
            <a:pPr indent="0" lvl="0" marL="0" rtl="0" algn="l">
              <a:lnSpc>
                <a:spcPct val="100000"/>
              </a:lnSpc>
              <a:spcBef>
                <a:spcPts val="1200"/>
              </a:spcBef>
              <a:spcAft>
                <a:spcPts val="0"/>
              </a:spcAft>
              <a:buSzPts val="1100"/>
              <a:buNone/>
            </a:pPr>
            <a:r>
              <a:t/>
            </a:r>
            <a:endParaRPr sz="1200">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9" name="Google Shape;85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As we delve into the impact of project size, team distribution, and collaboration preferences on tool and methodology selection, encourage participants to reflect on their own experiences, fostering a dynamic discussion on effective decision-making in software development projects.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indent="0" lvl="0" marL="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Let’s explore the analogy of "Choosing the Right Tool" and how it relates to the diverse landscape of projects. Just as a carpenter selects specific tools for woodworking or a chef chooses utensils for cooking, software developers need to carefully choose their tools for effective project management and collaboration.</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SzPts val="1100"/>
              <a:buNone/>
            </a:pPr>
            <a:r>
              <a:t/>
            </a:r>
            <a:endParaRPr sz="1200">
              <a:solidFill>
                <a:srgbClr val="374151"/>
              </a:solidFill>
              <a:latin typeface="Calibri"/>
              <a:ea typeface="Calibri"/>
              <a:cs typeface="Calibri"/>
              <a:sym typeface="Calibri"/>
            </a:endParaRPr>
          </a:p>
          <a:p>
            <a:pPr indent="0" lvl="0" marL="0" rtl="0" algn="l">
              <a:lnSpc>
                <a:spcPct val="100000"/>
              </a:lnSpc>
              <a:spcBef>
                <a:spcPts val="150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8" name="Google Shape;8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252525"/>
                </a:solidFill>
                <a:latin typeface="Calibri"/>
                <a:ea typeface="Calibri"/>
                <a:cs typeface="Calibri"/>
                <a:sym typeface="Calibri"/>
              </a:rPr>
              <a:t>Explain to the participants the impact of project size on tool and methodology selection.</a:t>
            </a:r>
            <a:endParaRPr sz="1200">
              <a:solidFill>
                <a:srgbClr val="37415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indent="0" lvl="0" marL="0" rtl="0" algn="l">
              <a:lnSpc>
                <a:spcPct val="150000"/>
              </a:lnSpc>
              <a:spcBef>
                <a:spcPts val="12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Project Size:</a:t>
            </a:r>
            <a:endParaRPr b="1" sz="1200">
              <a:solidFill>
                <a:schemeClr val="dk1"/>
              </a:solidFill>
              <a:latin typeface="Calibri"/>
              <a:ea typeface="Calibri"/>
              <a:cs typeface="Calibri"/>
              <a:sym typeface="Calibri"/>
            </a:endParaRPr>
          </a:p>
          <a:p>
            <a:pPr indent="-304800" lvl="0" marL="457200" rtl="0" algn="l">
              <a:lnSpc>
                <a:spcPct val="115000"/>
              </a:lnSpc>
              <a:spcBef>
                <a:spcPts val="200"/>
              </a:spcBef>
              <a:spcAft>
                <a:spcPts val="0"/>
              </a:spcAft>
              <a:buClr>
                <a:srgbClr val="374151"/>
              </a:buClr>
              <a:buSzPts val="1200"/>
              <a:buFont typeface="Calibri"/>
              <a:buChar char="●"/>
            </a:pPr>
            <a:r>
              <a:rPr b="1" lang="en" sz="1200">
                <a:solidFill>
                  <a:srgbClr val="374151"/>
                </a:solidFill>
                <a:latin typeface="Calibri"/>
                <a:ea typeface="Calibri"/>
                <a:cs typeface="Calibri"/>
                <a:sym typeface="Calibri"/>
              </a:rPr>
              <a:t>Analogy:</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Think about the tools a carpenter would use for a small craft project versus a large construction job.</a:t>
            </a:r>
            <a:endParaRPr sz="1200">
              <a:solidFill>
                <a:srgbClr val="374151"/>
              </a:solidFill>
              <a:latin typeface="Calibri"/>
              <a:ea typeface="Calibri"/>
              <a:cs typeface="Calibri"/>
              <a:sym typeface="Calibri"/>
            </a:endParaRPr>
          </a:p>
          <a:p>
            <a:pPr indent="-304800" lvl="0" marL="457200" rtl="0" algn="l">
              <a:lnSpc>
                <a:spcPct val="115000"/>
              </a:lnSpc>
              <a:spcBef>
                <a:spcPts val="0"/>
              </a:spcBef>
              <a:spcAft>
                <a:spcPts val="0"/>
              </a:spcAft>
              <a:buClr>
                <a:srgbClr val="374151"/>
              </a:buClr>
              <a:buSzPts val="1200"/>
              <a:buFont typeface="Calibri"/>
              <a:buChar char="●"/>
            </a:pPr>
            <a:r>
              <a:rPr b="1" lang="en" sz="1200">
                <a:solidFill>
                  <a:srgbClr val="374151"/>
                </a:solidFill>
                <a:latin typeface="Calibri"/>
                <a:ea typeface="Calibri"/>
                <a:cs typeface="Calibri"/>
                <a:sym typeface="Calibri"/>
              </a:rPr>
              <a:t>SCM Connection:</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Similarly, project size influences the choice between Centralized and Distributed SCM. Smaller projects may benefit from the simplicity of a centralized system, while larger, complex projects might require the flexibility of a distributed approach.</a:t>
            </a:r>
            <a:endParaRPr sz="1200">
              <a:solidFill>
                <a:srgbClr val="374151"/>
              </a:solidFill>
              <a:latin typeface="Calibri"/>
              <a:ea typeface="Calibri"/>
              <a:cs typeface="Calibri"/>
              <a:sym typeface="Calibri"/>
            </a:endParaRPr>
          </a:p>
          <a:p>
            <a:pPr indent="0" lvl="0" marL="0" rtl="0" algn="l">
              <a:lnSpc>
                <a:spcPct val="100000"/>
              </a:lnSpc>
              <a:spcBef>
                <a:spcPts val="150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3" name="Google Shape;88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252525"/>
                </a:solidFill>
                <a:latin typeface="Calibri"/>
                <a:ea typeface="Calibri"/>
                <a:cs typeface="Calibri"/>
                <a:sym typeface="Calibri"/>
              </a:rPr>
              <a:t>Explain to the participants the impact of </a:t>
            </a:r>
            <a:r>
              <a:rPr lang="en" sz="1200">
                <a:solidFill>
                  <a:srgbClr val="374151"/>
                </a:solidFill>
                <a:latin typeface="Calibri"/>
                <a:ea typeface="Calibri"/>
                <a:cs typeface="Calibri"/>
                <a:sym typeface="Calibri"/>
              </a:rPr>
              <a:t>team distribution</a:t>
            </a:r>
            <a:r>
              <a:rPr lang="en" sz="1200">
                <a:solidFill>
                  <a:srgbClr val="252525"/>
                </a:solidFill>
                <a:latin typeface="Calibri"/>
                <a:ea typeface="Calibri"/>
                <a:cs typeface="Calibri"/>
                <a:sym typeface="Calibri"/>
              </a:rPr>
              <a:t> on tool and methodology selection.</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indent="0" lvl="0" marL="0" rtl="0" algn="l">
              <a:lnSpc>
                <a:spcPct val="150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2. </a:t>
            </a:r>
            <a:r>
              <a:rPr b="1" lang="en" sz="1200">
                <a:solidFill>
                  <a:schemeClr val="dk1"/>
                </a:solidFill>
                <a:latin typeface="Calibri"/>
                <a:ea typeface="Calibri"/>
                <a:cs typeface="Calibri"/>
                <a:sym typeface="Calibri"/>
              </a:rPr>
              <a:t>Team Distribution:</a:t>
            </a:r>
            <a:endParaRPr b="1" sz="1200">
              <a:solidFill>
                <a:schemeClr val="dk1"/>
              </a:solidFill>
              <a:latin typeface="Calibri"/>
              <a:ea typeface="Calibri"/>
              <a:cs typeface="Calibri"/>
              <a:sym typeface="Calibri"/>
            </a:endParaRPr>
          </a:p>
          <a:p>
            <a:pPr indent="-304800" lvl="0" marL="457200" rtl="0" algn="l">
              <a:lnSpc>
                <a:spcPct val="115000"/>
              </a:lnSpc>
              <a:spcBef>
                <a:spcPts val="200"/>
              </a:spcBef>
              <a:spcAft>
                <a:spcPts val="0"/>
              </a:spcAft>
              <a:buClr>
                <a:srgbClr val="374151"/>
              </a:buClr>
              <a:buSzPts val="1200"/>
              <a:buFont typeface="Calibri"/>
              <a:buChar char="●"/>
            </a:pPr>
            <a:r>
              <a:rPr b="1" lang="en" sz="1200">
                <a:solidFill>
                  <a:srgbClr val="374151"/>
                </a:solidFill>
                <a:latin typeface="Calibri"/>
                <a:ea typeface="Calibri"/>
                <a:cs typeface="Calibri"/>
                <a:sym typeface="Calibri"/>
              </a:rPr>
              <a:t>Analogy:</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Consider a team working in a shared workspace versus a team spread across different locations.</a:t>
            </a:r>
            <a:endParaRPr sz="1200">
              <a:solidFill>
                <a:srgbClr val="374151"/>
              </a:solidFill>
              <a:latin typeface="Calibri"/>
              <a:ea typeface="Calibri"/>
              <a:cs typeface="Calibri"/>
              <a:sym typeface="Calibri"/>
            </a:endParaRPr>
          </a:p>
          <a:p>
            <a:pPr indent="-304800" lvl="0" marL="457200" rtl="0" algn="l">
              <a:lnSpc>
                <a:spcPct val="115000"/>
              </a:lnSpc>
              <a:spcBef>
                <a:spcPts val="0"/>
              </a:spcBef>
              <a:spcAft>
                <a:spcPts val="0"/>
              </a:spcAft>
              <a:buClr>
                <a:srgbClr val="374151"/>
              </a:buClr>
              <a:buSzPts val="1200"/>
              <a:buFont typeface="Calibri"/>
              <a:buChar char="●"/>
            </a:pPr>
            <a:r>
              <a:rPr b="1" lang="en" sz="1200">
                <a:solidFill>
                  <a:srgbClr val="374151"/>
                </a:solidFill>
                <a:latin typeface="Calibri"/>
                <a:ea typeface="Calibri"/>
                <a:cs typeface="Calibri"/>
                <a:sym typeface="Calibri"/>
              </a:rPr>
              <a:t>SCM Connection:</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Centralized SCM, like a shared workspace, suits co-located teams where immediate coordination is crucial. Distributed SCM, with its flexibility, caters to teams operating remotely, allowing each member to work independently.</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SzPts val="1100"/>
              <a:buNone/>
            </a:pPr>
            <a:r>
              <a:t/>
            </a:r>
            <a:endParaRPr sz="1200">
              <a:solidFill>
                <a:srgbClr val="374151"/>
              </a:solidFill>
              <a:latin typeface="Calibri"/>
              <a:ea typeface="Calibri"/>
              <a:cs typeface="Calibri"/>
              <a:sym typeface="Calibri"/>
            </a:endParaRPr>
          </a:p>
          <a:p>
            <a:pPr indent="0" lvl="0" marL="0" rtl="0" algn="l">
              <a:lnSpc>
                <a:spcPct val="100000"/>
              </a:lnSpc>
              <a:spcBef>
                <a:spcPts val="1500"/>
              </a:spcBef>
              <a:spcAft>
                <a:spcPts val="0"/>
              </a:spcAft>
              <a:buSzPts val="1100"/>
              <a:buNone/>
            </a:pPr>
            <a:r>
              <a:t/>
            </a:r>
            <a:endParaRPr sz="1200">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0" name="Google Shape;90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252525"/>
                </a:solidFill>
                <a:latin typeface="Calibri"/>
                <a:ea typeface="Calibri"/>
                <a:cs typeface="Calibri"/>
                <a:sym typeface="Calibri"/>
              </a:rPr>
              <a:t>Explain to the participants the impact of </a:t>
            </a:r>
            <a:r>
              <a:rPr lang="en" sz="1200">
                <a:solidFill>
                  <a:srgbClr val="374151"/>
                </a:solidFill>
                <a:latin typeface="Calibri"/>
                <a:ea typeface="Calibri"/>
                <a:cs typeface="Calibri"/>
                <a:sym typeface="Calibri"/>
              </a:rPr>
              <a:t>collaboration preferences</a:t>
            </a:r>
            <a:r>
              <a:rPr lang="en" sz="1200">
                <a:solidFill>
                  <a:srgbClr val="252525"/>
                </a:solidFill>
                <a:latin typeface="Calibri"/>
                <a:ea typeface="Calibri"/>
                <a:cs typeface="Calibri"/>
                <a:sym typeface="Calibri"/>
              </a:rPr>
              <a:t> on tool and methodology selection.</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Participants:</a:t>
            </a:r>
            <a:endParaRPr sz="1200">
              <a:solidFill>
                <a:srgbClr val="374151"/>
              </a:solidFill>
              <a:latin typeface="Calibri"/>
              <a:ea typeface="Calibri"/>
              <a:cs typeface="Calibri"/>
              <a:sym typeface="Calibri"/>
            </a:endParaRPr>
          </a:p>
          <a:p>
            <a:pPr indent="0" lvl="0" marL="0" rtl="0" algn="l">
              <a:lnSpc>
                <a:spcPct val="150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3. </a:t>
            </a:r>
            <a:r>
              <a:rPr b="1" lang="en" sz="1200">
                <a:solidFill>
                  <a:schemeClr val="dk1"/>
                </a:solidFill>
                <a:latin typeface="Calibri"/>
                <a:ea typeface="Calibri"/>
                <a:cs typeface="Calibri"/>
                <a:sym typeface="Calibri"/>
              </a:rPr>
              <a:t>Collaboration Preferences:</a:t>
            </a:r>
            <a:endParaRPr b="1" sz="1200">
              <a:solidFill>
                <a:schemeClr val="dk1"/>
              </a:solidFill>
              <a:latin typeface="Calibri"/>
              <a:ea typeface="Calibri"/>
              <a:cs typeface="Calibri"/>
              <a:sym typeface="Calibri"/>
            </a:endParaRPr>
          </a:p>
          <a:p>
            <a:pPr indent="-304800" lvl="0" marL="457200" rtl="0" algn="l">
              <a:lnSpc>
                <a:spcPct val="115000"/>
              </a:lnSpc>
              <a:spcBef>
                <a:spcPts val="200"/>
              </a:spcBef>
              <a:spcAft>
                <a:spcPts val="0"/>
              </a:spcAft>
              <a:buClr>
                <a:srgbClr val="374151"/>
              </a:buClr>
              <a:buSzPts val="1200"/>
              <a:buFont typeface="Calibri"/>
              <a:buChar char="●"/>
            </a:pPr>
            <a:r>
              <a:rPr b="1" lang="en" sz="1200">
                <a:solidFill>
                  <a:srgbClr val="374151"/>
                </a:solidFill>
                <a:latin typeface="Calibri"/>
                <a:ea typeface="Calibri"/>
                <a:cs typeface="Calibri"/>
                <a:sym typeface="Calibri"/>
              </a:rPr>
              <a:t>Analogy:</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Think about a group project where team members prefer to work on separate parts independently versus a project where constant communication and shared decision-making are crucial.</a:t>
            </a:r>
            <a:endParaRPr sz="1200">
              <a:solidFill>
                <a:srgbClr val="374151"/>
              </a:solidFill>
              <a:latin typeface="Calibri"/>
              <a:ea typeface="Calibri"/>
              <a:cs typeface="Calibri"/>
              <a:sym typeface="Calibri"/>
            </a:endParaRPr>
          </a:p>
          <a:p>
            <a:pPr indent="-304800" lvl="0" marL="457200" rtl="0" algn="l">
              <a:lnSpc>
                <a:spcPct val="115000"/>
              </a:lnSpc>
              <a:spcBef>
                <a:spcPts val="0"/>
              </a:spcBef>
              <a:spcAft>
                <a:spcPts val="0"/>
              </a:spcAft>
              <a:buClr>
                <a:srgbClr val="374151"/>
              </a:buClr>
              <a:buSzPts val="1200"/>
              <a:buFont typeface="Calibri"/>
              <a:buChar char="●"/>
            </a:pPr>
            <a:r>
              <a:rPr b="1" lang="en" sz="1200">
                <a:solidFill>
                  <a:srgbClr val="374151"/>
                </a:solidFill>
                <a:latin typeface="Calibri"/>
                <a:ea typeface="Calibri"/>
                <a:cs typeface="Calibri"/>
                <a:sym typeface="Calibri"/>
              </a:rPr>
              <a:t>SCM Connection:</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Centralized SCM offers clear coordination for projects requiring tight control and centralized decision-making. Distributed SCM allows for more autonomy, ideal for projects where independent work and parallel development are preferred.</a:t>
            </a:r>
            <a:endParaRPr sz="1200">
              <a:solidFill>
                <a:srgbClr val="374151"/>
              </a:solidFill>
              <a:latin typeface="Calibri"/>
              <a:ea typeface="Calibri"/>
              <a:cs typeface="Calibri"/>
              <a:sym typeface="Calibri"/>
            </a:endParaRPr>
          </a:p>
          <a:p>
            <a:pPr indent="0" lvl="0" marL="45720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In essence, just as a skilled professional considers the nature of their project, the size of their team, and their preferred way of working to choose the right tools, software developers should carefully evaluate project requirements when selecting a Software Configuration Management (SCM) system. The diversity across projects demands a thoughtful approach to ensure efficient collaboration, streamlined development, and successful project outcomes.</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00000"/>
              </a:lnSpc>
              <a:spcBef>
                <a:spcPts val="150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8" name="Google Shape;91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Answer: </a:t>
            </a:r>
            <a:r>
              <a:rPr lang="en" sz="1200">
                <a:solidFill>
                  <a:schemeClr val="dk1"/>
                </a:solidFill>
              </a:rPr>
              <a:t>C</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Attempt the question on the screen. You will get one attempt.</a:t>
            </a:r>
            <a:endParaRPr sz="13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4" name="Google Shape;92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Answer: </a:t>
            </a:r>
            <a:r>
              <a:rPr lang="en" sz="1200">
                <a:solidFill>
                  <a:schemeClr val="dk1"/>
                </a:solidFill>
              </a:rPr>
              <a:t>D</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Attempt the question on the screen. You will get one attempt.</a:t>
            </a:r>
            <a:endParaRPr sz="13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0" name="Google Shape;93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Answer: </a:t>
            </a:r>
            <a:r>
              <a:rPr lang="en" sz="1200">
                <a:solidFill>
                  <a:schemeClr val="dk1"/>
                </a:solidFill>
              </a:rPr>
              <a:t>D</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3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Answer: </a:t>
            </a:r>
            <a:r>
              <a:rPr lang="en" sz="1200">
                <a:solidFill>
                  <a:schemeClr val="dk1"/>
                </a:solidFill>
              </a:rPr>
              <a:t>B</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3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2" name="Google Shape;94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200">
                <a:solidFill>
                  <a:srgbClr val="252525"/>
                </a:solidFill>
                <a:latin typeface="Calibri"/>
                <a:ea typeface="Calibri"/>
                <a:cs typeface="Calibri"/>
                <a:sym typeface="Calibri"/>
              </a:rPr>
              <a:t>Notes to the Facilitator:</a:t>
            </a:r>
            <a:endParaRPr b="1"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Use this introduction to set the stage for a comprehensive exploration of Git, SVN, and Mercurial. Emphasize the significance of SCM tools in the development process and invite participants to actively engage in the discussion throughout the presentation.</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 sz="1200">
                <a:solidFill>
                  <a:srgbClr val="252525"/>
                </a:solidFill>
                <a:latin typeface="Calibri"/>
                <a:ea typeface="Calibri"/>
                <a:cs typeface="Calibri"/>
                <a:sym typeface="Calibri"/>
              </a:rPr>
              <a:t>Notes to the Participants:</a:t>
            </a:r>
            <a:endParaRPr b="1"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Software Configuration Management (SCM) tools play a crucial role in the software development lifecycle by managing version control, facilitating collaboration, and tracking changes.</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The choice of an SCM tool significantly impacts a team's ability to coordinate efforts and maintain a streamlined development process.</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 sz="1200">
                <a:solidFill>
                  <a:srgbClr val="252525"/>
                </a:solidFill>
                <a:latin typeface="Calibri"/>
                <a:ea typeface="Calibri"/>
                <a:cs typeface="Calibri"/>
                <a:sym typeface="Calibri"/>
              </a:rPr>
              <a:t>Key Criteria:</a:t>
            </a:r>
            <a:br>
              <a:rPr b="1" lang="en" sz="1200">
                <a:solidFill>
                  <a:srgbClr val="252525"/>
                </a:solidFill>
                <a:latin typeface="Calibri"/>
                <a:ea typeface="Calibri"/>
                <a:cs typeface="Calibri"/>
                <a:sym typeface="Calibri"/>
              </a:rPr>
            </a:br>
            <a:r>
              <a:rPr lang="en" sz="1200">
                <a:solidFill>
                  <a:srgbClr val="252525"/>
                </a:solidFill>
                <a:latin typeface="Calibri"/>
                <a:ea typeface="Calibri"/>
                <a:cs typeface="Calibri"/>
                <a:sym typeface="Calibri"/>
              </a:rPr>
              <a:t>a. Distributed vs. Centralized Control:</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Understanding the control structure of the SCM tool is crucial. Some tools, like Git, offer distributed control, allowing each developer to have a complete copy of the repository. Others, like SVN, have centralized control with a single authoritative repository.</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This criterion is vital for teams deciding between the flexibility of distributed control and the centralized authority of versioning.</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b. Popularity and Community Support:</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Popularity within the development community and the availability of strong community support contribute to the success and reliability of an SCM tool.</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A widely used tool with an active community ensures ongoing development, frequent updates, and a wealth of resources for troubleshooting.</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c. Ease of Use and Flexibility:</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The ease of use and flexibility of an SCM tool are key considerations. A tool should be user-friendly and adaptable to different project structures and workflows.</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Teams benefit from tools that streamline processes without compromising flexibility, especially in diverse development environments.</a:t>
            </a:r>
            <a:endParaRPr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 sz="1200">
                <a:solidFill>
                  <a:srgbClr val="252525"/>
                </a:solidFill>
                <a:latin typeface="Calibri"/>
                <a:ea typeface="Calibri"/>
                <a:cs typeface="Calibri"/>
                <a:sym typeface="Calibri"/>
              </a:rPr>
              <a:t>Importance of Tool Selection:</a:t>
            </a:r>
            <a:endParaRPr b="1" sz="1200">
              <a:solidFill>
                <a:srgbClr val="252525"/>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Selecting the right Software Configuration Management (SCM) tool is crucial in the context of software development projects. The chosen SCM tool serves as the backbone for version control, collaboration, and project management, influencing the overall efficiency and success of the development process. A well-suited tool aligns with the unique needs of a project, providing a seamless and user-friendly environment that fosters effective collaboration among team members. Furthermore, the diverse range of SCM tools available, each offering distinct features and functionalities, further emphasizes the significance of this decision. Teams must carefully weigh factors such as distributed vs. centralized control, popularity and community support, ease of use, and flexibility to make an informed selection. The right SCM tool streamlines workflows, enhances communication, and contributes to the overall success of the project by providing a foundation for efficient version control and collaborative development. As teams navigate the ever-evolving landscape of software development, the thoughtful consideration and selection of an SCM tool become paramount for achieving project goals and delivering high-quality software products.</a:t>
            </a:r>
            <a:endParaRPr b="1" sz="1300">
              <a:solidFill>
                <a:schemeClr val="dk1"/>
              </a:solidFill>
              <a:latin typeface="Calibri"/>
              <a:ea typeface="Calibri"/>
              <a:cs typeface="Calibri"/>
              <a:sym typeface="Calibri"/>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Clr>
                <a:schemeClr val="dk1"/>
              </a:buClr>
              <a:buSzPts val="1100"/>
              <a:buFont typeface="Arial"/>
              <a:buNone/>
            </a:pPr>
            <a:r>
              <a:t/>
            </a:r>
            <a:endParaRPr b="1" sz="12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6" name="Google Shape;95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rPr>
              <a:t>Notes to the Facilitator:</a:t>
            </a:r>
            <a:endParaRPr b="1" sz="1200">
              <a:solidFill>
                <a:schemeClr val="dk1"/>
              </a:solidFill>
            </a:endParaRPr>
          </a:p>
          <a:p>
            <a:pPr indent="0" lvl="0" marL="0" rtl="0" algn="l">
              <a:lnSpc>
                <a:spcPct val="115000"/>
              </a:lnSpc>
              <a:spcBef>
                <a:spcPts val="0"/>
              </a:spcBef>
              <a:spcAft>
                <a:spcPts val="0"/>
              </a:spcAft>
              <a:buSzPts val="1100"/>
              <a:buNone/>
            </a:pPr>
            <a:r>
              <a:rPr lang="en" sz="1200">
                <a:solidFill>
                  <a:schemeClr val="dk1"/>
                </a:solidFill>
              </a:rPr>
              <a:t>This detailed content highlights key features of Git, emphasizing its distributed nature, strong community support, efficiency, security, and versatility. </a:t>
            </a:r>
            <a:endParaRPr b="1" sz="1200">
              <a:solidFill>
                <a:schemeClr val="dk1"/>
              </a:solidFill>
            </a:endParaRPr>
          </a:p>
          <a:p>
            <a:pPr indent="0" lvl="0" marL="0" rtl="0" algn="l">
              <a:lnSpc>
                <a:spcPct val="115000"/>
              </a:lnSpc>
              <a:spcBef>
                <a:spcPts val="1600"/>
              </a:spcBef>
              <a:spcAft>
                <a:spcPts val="0"/>
              </a:spcAft>
              <a:buSzPts val="1100"/>
              <a:buNone/>
            </a:pPr>
            <a:r>
              <a:rPr b="1" lang="en" sz="1200">
                <a:solidFill>
                  <a:schemeClr val="dk1"/>
                </a:solidFill>
              </a:rPr>
              <a:t>Notes to the Participants:</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is a widely adopted distributed version control system renowned for its speed, flexibility, and collaborative features. Git, developed by Linus Torvalds in 2005, stands as a prominent distributed version control system, celebrated for its efficiency, speed, and collaborative capabilities.</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As a foundational tool in modern software development, Git has gained widespread adoption across diverse projects.</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252525"/>
                </a:solidFill>
              </a:rPr>
              <a:t>Key Features:</a:t>
            </a:r>
            <a:endParaRPr b="1">
              <a:solidFill>
                <a:srgbClr val="252525"/>
              </a:solidFill>
            </a:endParaRPr>
          </a:p>
          <a:p>
            <a:pPr indent="-298450" lvl="0" marL="457200" rtl="0" algn="l">
              <a:lnSpc>
                <a:spcPct val="115000"/>
              </a:lnSpc>
              <a:spcBef>
                <a:spcPts val="1200"/>
              </a:spcBef>
              <a:spcAft>
                <a:spcPts val="0"/>
              </a:spcAft>
              <a:buClr>
                <a:srgbClr val="252525"/>
              </a:buClr>
              <a:buSzPts val="1100"/>
              <a:buAutoNum type="arabicPeriod"/>
            </a:pPr>
            <a:r>
              <a:rPr lang="en">
                <a:solidFill>
                  <a:srgbClr val="252525"/>
                </a:solidFill>
              </a:rPr>
              <a:t>Distributed Control:</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operates on a distributed version control model, allowing each developer to have a complete copy of the project repository on their local machine. This decentralized approach empowers developers to work independently, enhancing flexibility and parallel development.</a:t>
            </a:r>
            <a:endParaRPr>
              <a:solidFill>
                <a:srgbClr val="252525"/>
              </a:solidFill>
            </a:endParaRPr>
          </a:p>
          <a:p>
            <a:pPr indent="-298450" lvl="0" marL="457200" rtl="0" algn="l">
              <a:lnSpc>
                <a:spcPct val="115000"/>
              </a:lnSpc>
              <a:spcBef>
                <a:spcPts val="1200"/>
              </a:spcBef>
              <a:spcAft>
                <a:spcPts val="0"/>
              </a:spcAft>
              <a:buClr>
                <a:srgbClr val="252525"/>
              </a:buClr>
              <a:buSzPts val="1100"/>
              <a:buAutoNum type="arabicPeriod" startAt="2"/>
            </a:pPr>
            <a:r>
              <a:rPr lang="en">
                <a:solidFill>
                  <a:srgbClr val="252525"/>
                </a:solidFill>
              </a:rPr>
              <a:t>Branching and Merging:</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excels in its branching and merging capabilities, facilitating the creation of isolated branches for features or bug fixes. Developers can work on separate tasks simultaneously, and Git enables the seamless integration of changes, minimizing conflicts.</a:t>
            </a:r>
            <a:endParaRPr>
              <a:solidFill>
                <a:srgbClr val="252525"/>
              </a:solidFill>
            </a:endParaRPr>
          </a:p>
          <a:p>
            <a:pPr indent="-298450" lvl="0" marL="457200" rtl="0" algn="l">
              <a:lnSpc>
                <a:spcPct val="115000"/>
              </a:lnSpc>
              <a:spcBef>
                <a:spcPts val="1200"/>
              </a:spcBef>
              <a:spcAft>
                <a:spcPts val="0"/>
              </a:spcAft>
              <a:buClr>
                <a:srgbClr val="252525"/>
              </a:buClr>
              <a:buSzPts val="1100"/>
              <a:buAutoNum type="arabicPeriod" startAt="3"/>
            </a:pPr>
            <a:r>
              <a:rPr lang="en">
                <a:solidFill>
                  <a:srgbClr val="252525"/>
                </a:solidFill>
              </a:rPr>
              <a:t>Strong community support:</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benefits from a robust and active community of developers and contributors. Community support ensures continuous development, frequent updates, and a vast pool of resources for troubleshooting and learning.</a:t>
            </a:r>
            <a:endParaRPr>
              <a:solidFill>
                <a:srgbClr val="252525"/>
              </a:solidFill>
            </a:endParaRPr>
          </a:p>
          <a:p>
            <a:pPr indent="-298450" lvl="0" marL="457200" rtl="0" algn="l">
              <a:lnSpc>
                <a:spcPct val="115000"/>
              </a:lnSpc>
              <a:spcBef>
                <a:spcPts val="1200"/>
              </a:spcBef>
              <a:spcAft>
                <a:spcPts val="0"/>
              </a:spcAft>
              <a:buClr>
                <a:srgbClr val="252525"/>
              </a:buClr>
              <a:buSzPts val="1100"/>
              <a:buAutoNum type="arabicPeriod" startAt="4"/>
            </a:pPr>
            <a:r>
              <a:rPr lang="en">
                <a:solidFill>
                  <a:srgbClr val="252525"/>
                </a:solidFill>
              </a:rPr>
              <a:t>Speed and Efficiency:</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is renowned for its speed and efficiency in handling version control operations. The rapid execution of commands and operations contributes to a smooth and responsive development workflow.</a:t>
            </a:r>
            <a:endParaRPr>
              <a:solidFill>
                <a:srgbClr val="252525"/>
              </a:solidFill>
            </a:endParaRPr>
          </a:p>
          <a:p>
            <a:pPr indent="-298450" lvl="0" marL="457200" rtl="0" algn="l">
              <a:lnSpc>
                <a:spcPct val="115000"/>
              </a:lnSpc>
              <a:spcBef>
                <a:spcPts val="1200"/>
              </a:spcBef>
              <a:spcAft>
                <a:spcPts val="0"/>
              </a:spcAft>
              <a:buClr>
                <a:srgbClr val="252525"/>
              </a:buClr>
              <a:buSzPts val="1100"/>
              <a:buAutoNum type="arabicPeriod" startAt="5"/>
            </a:pPr>
            <a:r>
              <a:rPr lang="en">
                <a:solidFill>
                  <a:srgbClr val="252525"/>
                </a:solidFill>
              </a:rPr>
              <a:t>Security and Integrity:</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ensures data integrity and security through mechanisms like cryptographic hash functions. Developers can trust the integrity of their codebase, and the system provides safeguards against data corruption.</a:t>
            </a:r>
            <a:endParaRPr>
              <a:solidFill>
                <a:srgbClr val="252525"/>
              </a:solidFill>
            </a:endParaRPr>
          </a:p>
          <a:p>
            <a:pPr indent="0" lvl="0" marL="457200" rtl="0" algn="l">
              <a:lnSpc>
                <a:spcPct val="115000"/>
              </a:lnSpc>
              <a:spcBef>
                <a:spcPts val="12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Clr>
                <a:schemeClr val="dk1"/>
              </a:buClr>
              <a:buSzPts val="11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SzPts val="1100"/>
              <a:buNone/>
            </a:pPr>
            <a:r>
              <a:t/>
            </a:r>
            <a:endParaRPr b="1" sz="12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4" name="Google Shape;96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rPr>
              <a:t>Notes to the Facilitator:</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Exploring diverse use cases of Git and fostering interactive discussions on its versatility in collaborative development, open-source projects, enterprise-level applications, CI/CD workflows, documentation versioning, web development, academic research, and custom configuration management.</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252525"/>
                </a:solidFill>
              </a:rPr>
              <a:t>Notes to the Participants:</a:t>
            </a:r>
            <a:endParaRPr b="1">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is a versatile distributed version control system that caters to a wide range of use cases across various industries. Here are some prominent use cases where Git is particularly beneficial:</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252525"/>
                </a:solidFill>
              </a:rPr>
              <a:t>Collaborative Software Development:</a:t>
            </a:r>
            <a:endParaRPr b="1">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excels at collaborative software development, enabling multiple developers to work on a project simultaneously.</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Benefits:</a:t>
            </a:r>
            <a:endParaRPr>
              <a:solidFill>
                <a:srgbClr val="252525"/>
              </a:solidFill>
            </a:endParaRPr>
          </a:p>
          <a:p>
            <a:pPr indent="-298450" lvl="0" marL="457200" rtl="0" algn="l">
              <a:lnSpc>
                <a:spcPct val="115000"/>
              </a:lnSpc>
              <a:spcBef>
                <a:spcPts val="1200"/>
              </a:spcBef>
              <a:spcAft>
                <a:spcPts val="0"/>
              </a:spcAft>
              <a:buClr>
                <a:srgbClr val="252525"/>
              </a:buClr>
              <a:buSzPts val="1100"/>
              <a:buChar char="●"/>
            </a:pPr>
            <a:r>
              <a:rPr b="1" lang="en">
                <a:solidFill>
                  <a:srgbClr val="252525"/>
                </a:solidFill>
              </a:rPr>
              <a:t>Parallel Development: </a:t>
            </a:r>
            <a:r>
              <a:rPr lang="en">
                <a:solidFill>
                  <a:srgbClr val="252525"/>
                </a:solidFill>
              </a:rPr>
              <a:t>Developers can work on different features or bug fixes in isolated branches, minimizing conflicts.</a:t>
            </a:r>
            <a:endParaRPr>
              <a:solidFill>
                <a:srgbClr val="252525"/>
              </a:solidFill>
            </a:endParaRPr>
          </a:p>
          <a:p>
            <a:pPr indent="-298450" lvl="0" marL="457200" rtl="0" algn="l">
              <a:lnSpc>
                <a:spcPct val="115000"/>
              </a:lnSpc>
              <a:spcBef>
                <a:spcPts val="0"/>
              </a:spcBef>
              <a:spcAft>
                <a:spcPts val="0"/>
              </a:spcAft>
              <a:buClr>
                <a:srgbClr val="252525"/>
              </a:buClr>
              <a:buSzPts val="1100"/>
              <a:buChar char="●"/>
            </a:pPr>
            <a:r>
              <a:rPr b="1" lang="en">
                <a:solidFill>
                  <a:srgbClr val="252525"/>
                </a:solidFill>
              </a:rPr>
              <a:t>Efficient Merging: </a:t>
            </a:r>
            <a:r>
              <a:rPr lang="en">
                <a:solidFill>
                  <a:srgbClr val="252525"/>
                </a:solidFill>
              </a:rPr>
              <a:t>Git's robust merging capabilities facilitate the seamless integration of changes from multiple contributors.</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252525"/>
                </a:solidFill>
              </a:rPr>
              <a:t>Open-Source Projects:</a:t>
            </a:r>
            <a:endParaRPr b="1">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is the go-to version control system for open-source projects, providing a decentralized and adaptable framework.</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Benefits:</a:t>
            </a:r>
            <a:endParaRPr>
              <a:solidFill>
                <a:srgbClr val="252525"/>
              </a:solidFill>
            </a:endParaRPr>
          </a:p>
          <a:p>
            <a:pPr indent="-298450" lvl="0" marL="457200" rtl="0" algn="l">
              <a:lnSpc>
                <a:spcPct val="115000"/>
              </a:lnSpc>
              <a:spcBef>
                <a:spcPts val="1200"/>
              </a:spcBef>
              <a:spcAft>
                <a:spcPts val="0"/>
              </a:spcAft>
              <a:buClr>
                <a:srgbClr val="252525"/>
              </a:buClr>
              <a:buSzPts val="1100"/>
              <a:buChar char="●"/>
            </a:pPr>
            <a:r>
              <a:rPr b="1" lang="en">
                <a:solidFill>
                  <a:srgbClr val="252525"/>
                </a:solidFill>
              </a:rPr>
              <a:t>Widespread Adoption: </a:t>
            </a:r>
            <a:r>
              <a:rPr lang="en">
                <a:solidFill>
                  <a:srgbClr val="252525"/>
                </a:solidFill>
              </a:rPr>
              <a:t>Git is widely adopted across the open-source community, fostering collaboration among contributors worldwide.</a:t>
            </a:r>
            <a:endParaRPr>
              <a:solidFill>
                <a:srgbClr val="252525"/>
              </a:solidFill>
            </a:endParaRPr>
          </a:p>
          <a:p>
            <a:pPr indent="-298450" lvl="0" marL="457200" rtl="0" algn="l">
              <a:lnSpc>
                <a:spcPct val="115000"/>
              </a:lnSpc>
              <a:spcBef>
                <a:spcPts val="0"/>
              </a:spcBef>
              <a:spcAft>
                <a:spcPts val="0"/>
              </a:spcAft>
              <a:buClr>
                <a:srgbClr val="252525"/>
              </a:buClr>
              <a:buSzPts val="1100"/>
              <a:buChar char="●"/>
            </a:pPr>
            <a:r>
              <a:rPr b="1" lang="en">
                <a:solidFill>
                  <a:srgbClr val="252525"/>
                </a:solidFill>
              </a:rPr>
              <a:t>Forking and Pull Requests:</a:t>
            </a:r>
            <a:r>
              <a:rPr lang="en">
                <a:solidFill>
                  <a:srgbClr val="252525"/>
                </a:solidFill>
              </a:rPr>
              <a:t> Git's branching model supports forking, allowing contributors to propose changes via pull requests.</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252525"/>
                </a:solidFill>
              </a:rPr>
              <a:t>Enterprise Software Development:</a:t>
            </a:r>
            <a:endParaRPr b="1">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 Git is extensively used in enterprise-level software development for managing large and complex codebases.</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Benefits:</a:t>
            </a:r>
            <a:endParaRPr>
              <a:solidFill>
                <a:srgbClr val="252525"/>
              </a:solidFill>
            </a:endParaRPr>
          </a:p>
          <a:p>
            <a:pPr indent="-298450" lvl="0" marL="457200" rtl="0" algn="l">
              <a:lnSpc>
                <a:spcPct val="115000"/>
              </a:lnSpc>
              <a:spcBef>
                <a:spcPts val="1200"/>
              </a:spcBef>
              <a:spcAft>
                <a:spcPts val="0"/>
              </a:spcAft>
              <a:buClr>
                <a:srgbClr val="252525"/>
              </a:buClr>
              <a:buSzPts val="1100"/>
              <a:buChar char="●"/>
            </a:pPr>
            <a:r>
              <a:rPr b="1" lang="en">
                <a:solidFill>
                  <a:srgbClr val="252525"/>
                </a:solidFill>
              </a:rPr>
              <a:t>Scalability:</a:t>
            </a:r>
            <a:r>
              <a:rPr lang="en">
                <a:solidFill>
                  <a:srgbClr val="252525"/>
                </a:solidFill>
              </a:rPr>
              <a:t> Git's distributed nature accommodates the scalability needs of enterprise projects, handling vast amounts of code and multiple contributors.</a:t>
            </a:r>
            <a:endParaRPr>
              <a:solidFill>
                <a:srgbClr val="252525"/>
              </a:solidFill>
            </a:endParaRPr>
          </a:p>
          <a:p>
            <a:pPr indent="-298450" lvl="0" marL="457200" rtl="0" algn="l">
              <a:lnSpc>
                <a:spcPct val="115000"/>
              </a:lnSpc>
              <a:spcBef>
                <a:spcPts val="0"/>
              </a:spcBef>
              <a:spcAft>
                <a:spcPts val="0"/>
              </a:spcAft>
              <a:buClr>
                <a:srgbClr val="252525"/>
              </a:buClr>
              <a:buSzPts val="1100"/>
              <a:buChar char="●"/>
            </a:pPr>
            <a:r>
              <a:rPr b="1" lang="en">
                <a:solidFill>
                  <a:srgbClr val="252525"/>
                </a:solidFill>
              </a:rPr>
              <a:t>Security: </a:t>
            </a:r>
            <a:r>
              <a:rPr lang="en">
                <a:solidFill>
                  <a:srgbClr val="252525"/>
                </a:solidFill>
              </a:rPr>
              <a:t>Git's cryptographic integrity checks and access control features ensure the security of proprietary code.</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252525"/>
                </a:solidFill>
              </a:rPr>
              <a:t>Continuous Integration and Continuous Deployment (CI/CD):</a:t>
            </a:r>
            <a:endParaRPr b="1">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integrates seamlessly with CI/CD pipelines, automating testing and deployment processes.</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Benefits:</a:t>
            </a:r>
            <a:endParaRPr>
              <a:solidFill>
                <a:srgbClr val="252525"/>
              </a:solidFill>
            </a:endParaRPr>
          </a:p>
          <a:p>
            <a:pPr indent="-298450" lvl="0" marL="457200" rtl="0" algn="l">
              <a:lnSpc>
                <a:spcPct val="115000"/>
              </a:lnSpc>
              <a:spcBef>
                <a:spcPts val="1200"/>
              </a:spcBef>
              <a:spcAft>
                <a:spcPts val="0"/>
              </a:spcAft>
              <a:buClr>
                <a:srgbClr val="252525"/>
              </a:buClr>
              <a:buSzPts val="1100"/>
              <a:buChar char="●"/>
            </a:pPr>
            <a:r>
              <a:rPr b="1" lang="en">
                <a:solidFill>
                  <a:srgbClr val="252525"/>
                </a:solidFill>
              </a:rPr>
              <a:t>Automated Testing:</a:t>
            </a:r>
            <a:r>
              <a:rPr lang="en">
                <a:solidFill>
                  <a:srgbClr val="252525"/>
                </a:solidFill>
              </a:rPr>
              <a:t> CI/CD workflows leverage Git to trigger automated testing upon code changes, ensuring code quality.</a:t>
            </a:r>
            <a:endParaRPr>
              <a:solidFill>
                <a:srgbClr val="252525"/>
              </a:solidFill>
            </a:endParaRPr>
          </a:p>
          <a:p>
            <a:pPr indent="-298450" lvl="0" marL="457200" rtl="0" algn="l">
              <a:lnSpc>
                <a:spcPct val="115000"/>
              </a:lnSpc>
              <a:spcBef>
                <a:spcPts val="0"/>
              </a:spcBef>
              <a:spcAft>
                <a:spcPts val="0"/>
              </a:spcAft>
              <a:buClr>
                <a:srgbClr val="252525"/>
              </a:buClr>
              <a:buSzPts val="1100"/>
              <a:buChar char="●"/>
            </a:pPr>
            <a:r>
              <a:rPr b="1" lang="en">
                <a:solidFill>
                  <a:srgbClr val="252525"/>
                </a:solidFill>
              </a:rPr>
              <a:t>Efficient Deployments: </a:t>
            </a:r>
            <a:r>
              <a:rPr lang="en">
                <a:solidFill>
                  <a:srgbClr val="252525"/>
                </a:solidFill>
              </a:rPr>
              <a:t>Git integrates with deployment tools, streamlining the process of deploying new releases.</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252525"/>
                </a:solidFill>
              </a:rPr>
              <a:t>Documentation Versioning:</a:t>
            </a:r>
            <a:endParaRPr b="1">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Git is not limited to code versioning; it is also used for versioning documentation and other project-related files.</a:t>
            </a:r>
            <a:endParaRPr>
              <a:solidFill>
                <a:srgbClr val="252525"/>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252525"/>
                </a:solidFill>
              </a:rPr>
              <a:t>Benefits:</a:t>
            </a:r>
            <a:endParaRPr>
              <a:solidFill>
                <a:srgbClr val="252525"/>
              </a:solidFill>
            </a:endParaRPr>
          </a:p>
          <a:p>
            <a:pPr indent="-298450" lvl="0" marL="457200" rtl="0" algn="l">
              <a:lnSpc>
                <a:spcPct val="115000"/>
              </a:lnSpc>
              <a:spcBef>
                <a:spcPts val="1200"/>
              </a:spcBef>
              <a:spcAft>
                <a:spcPts val="0"/>
              </a:spcAft>
              <a:buClr>
                <a:srgbClr val="252525"/>
              </a:buClr>
              <a:buSzPts val="1100"/>
              <a:buChar char="●"/>
            </a:pPr>
            <a:r>
              <a:rPr b="1" lang="en">
                <a:solidFill>
                  <a:srgbClr val="252525"/>
                </a:solidFill>
              </a:rPr>
              <a:t>Document History: </a:t>
            </a:r>
            <a:r>
              <a:rPr lang="en">
                <a:solidFill>
                  <a:srgbClr val="252525"/>
                </a:solidFill>
              </a:rPr>
              <a:t>Git tracks changes to documentation, allowing teams to review the history of edits and roll back to previous versions if needed.</a:t>
            </a:r>
            <a:endParaRPr>
              <a:solidFill>
                <a:srgbClr val="252525"/>
              </a:solidFill>
            </a:endParaRPr>
          </a:p>
          <a:p>
            <a:pPr indent="-298450" lvl="0" marL="457200" rtl="0" algn="l">
              <a:lnSpc>
                <a:spcPct val="115000"/>
              </a:lnSpc>
              <a:spcBef>
                <a:spcPts val="0"/>
              </a:spcBef>
              <a:spcAft>
                <a:spcPts val="0"/>
              </a:spcAft>
              <a:buClr>
                <a:srgbClr val="252525"/>
              </a:buClr>
              <a:buSzPts val="1100"/>
              <a:buChar char="●"/>
            </a:pPr>
            <a:r>
              <a:rPr b="1" lang="en">
                <a:solidFill>
                  <a:srgbClr val="252525"/>
                </a:solidFill>
              </a:rPr>
              <a:t>Collaborative Editing:</a:t>
            </a:r>
            <a:r>
              <a:rPr lang="en">
                <a:solidFill>
                  <a:srgbClr val="252525"/>
                </a:solidFill>
              </a:rPr>
              <a:t> Multiple contributors can collaborate on documentation, and Git ensures a systematic approach to versioning.</a:t>
            </a:r>
            <a:endParaRPr>
              <a:solidFill>
                <a:srgbClr val="252525"/>
              </a:solidFill>
            </a:endParaRPr>
          </a:p>
          <a:p>
            <a:pPr indent="0" lvl="0" marL="0" rtl="0" algn="l">
              <a:lnSpc>
                <a:spcPct val="115000"/>
              </a:lnSpc>
              <a:spcBef>
                <a:spcPts val="1200"/>
              </a:spcBef>
              <a:spcAft>
                <a:spcPts val="0"/>
              </a:spcAft>
              <a:buSzPts val="1100"/>
              <a:buNone/>
            </a:pPr>
            <a:r>
              <a:rPr lang="en">
                <a:solidFill>
                  <a:srgbClr val="252525"/>
                </a:solidFill>
              </a:rPr>
              <a:t>These use cases highlight Git's flexibility and effectiveness across diverse scenarios, showcasing its adaptability to different project requirements and collaboration needs.</a:t>
            </a:r>
            <a:endParaRPr sz="1200">
              <a:solidFill>
                <a:schemeClr val="dk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228600" lvl="0" marL="457200" rtl="0" algn="l">
              <a:lnSpc>
                <a:spcPct val="115000"/>
              </a:lnSpc>
              <a:spcBef>
                <a:spcPts val="1500"/>
              </a:spcBef>
              <a:spcAft>
                <a:spcPts val="0"/>
              </a:spcAft>
              <a:buClr>
                <a:srgbClr val="374151"/>
              </a:buClr>
              <a:buSzPts val="12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SzPts val="1100"/>
              <a:buNone/>
            </a:pPr>
            <a:r>
              <a:t/>
            </a:r>
            <a:endParaRPr b="1" sz="120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2" name="Google Shape;97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200">
                <a:solidFill>
                  <a:srgbClr val="374151"/>
                </a:solidFill>
                <a:latin typeface="Calibri"/>
                <a:ea typeface="Calibri"/>
                <a:cs typeface="Calibri"/>
                <a:sym typeface="Calibri"/>
              </a:rPr>
              <a:t>Emphasize SVN's centralized control, atomic commits, and linear version history, fostering participant discussion on its suitability for specific use cases and its continued relevance in certain development environments.</a:t>
            </a:r>
            <a:endParaRPr b="1"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SzPts val="1100"/>
              <a:buNone/>
            </a:pPr>
            <a:r>
              <a:rPr b="1" lang="en" sz="1200">
                <a:solidFill>
                  <a:schemeClr val="dk1"/>
                </a:solidFill>
                <a:latin typeface="Calibri"/>
                <a:ea typeface="Calibri"/>
                <a:cs typeface="Calibri"/>
                <a:sym typeface="Calibri"/>
              </a:rPr>
              <a:t>Notes to the Participants:</a:t>
            </a:r>
            <a:endParaRPr b="1" sz="1200">
              <a:solidFill>
                <a:schemeClr val="dk1"/>
              </a:solidFill>
              <a:latin typeface="Calibri"/>
              <a:ea typeface="Calibri"/>
              <a:cs typeface="Calibri"/>
              <a:sym typeface="Calibri"/>
            </a:endParaRPr>
          </a:p>
          <a:p>
            <a:pPr indent="0" lvl="0" marL="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Subversion (SVN) stands as a centralized version control system, recognized for its simplicity and structured approach to versioning code. Originally conceived as a successor to CVS (Concurrent Versions System), SVN has found widespread usage in managing project histories and versioning.</a:t>
            </a:r>
            <a:endParaRPr sz="1200">
              <a:solidFill>
                <a:srgbClr val="37415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200">
                <a:solidFill>
                  <a:srgbClr val="374151"/>
                </a:solidFill>
                <a:latin typeface="Calibri"/>
                <a:ea typeface="Calibri"/>
                <a:cs typeface="Calibri"/>
                <a:sym typeface="Calibri"/>
              </a:rPr>
              <a:t>Key Features:</a:t>
            </a:r>
            <a:endParaRPr b="1" sz="1200">
              <a:solidFill>
                <a:srgbClr val="37415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a. </a:t>
            </a:r>
            <a:r>
              <a:rPr b="1" lang="en" sz="1200">
                <a:solidFill>
                  <a:srgbClr val="374151"/>
                </a:solidFill>
                <a:latin typeface="Calibri"/>
                <a:ea typeface="Calibri"/>
                <a:cs typeface="Calibri"/>
                <a:sym typeface="Calibri"/>
              </a:rPr>
              <a:t>Centralized Control:</a:t>
            </a:r>
            <a:endParaRPr b="1" sz="1200">
              <a:solidFill>
                <a:srgbClr val="374151"/>
              </a:solidFill>
              <a:latin typeface="Calibri"/>
              <a:ea typeface="Calibri"/>
              <a:cs typeface="Calibri"/>
              <a:sym typeface="Calibri"/>
            </a:endParaRPr>
          </a:p>
          <a:p>
            <a:pPr indent="0" lvl="0" marL="457200" rtl="0" algn="l">
              <a:lnSpc>
                <a:spcPct val="115000"/>
              </a:lnSpc>
              <a:spcBef>
                <a:spcPts val="0"/>
              </a:spcBef>
              <a:spcAft>
                <a:spcPts val="0"/>
              </a:spcAft>
              <a:buSzPts val="1100"/>
              <a:buNone/>
            </a:pPr>
            <a:r>
              <a:rPr lang="en" sz="1200">
                <a:solidFill>
                  <a:srgbClr val="374151"/>
                </a:solidFill>
                <a:latin typeface="Calibri"/>
                <a:ea typeface="Calibri"/>
                <a:cs typeface="Calibri"/>
                <a:sym typeface="Calibri"/>
              </a:rPr>
              <a:t>SVN follows a centralized control model, where a single repository serves as the central authoritative source for versioned code. This centralized structure simplifies version control by having a clear point of authority for code changes.</a:t>
            </a:r>
            <a:endParaRPr sz="1200">
              <a:solidFill>
                <a:srgbClr val="37415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b. </a:t>
            </a:r>
            <a:r>
              <a:rPr b="1" lang="en" sz="1200">
                <a:solidFill>
                  <a:srgbClr val="374151"/>
                </a:solidFill>
                <a:latin typeface="Calibri"/>
                <a:ea typeface="Calibri"/>
                <a:cs typeface="Calibri"/>
                <a:sym typeface="Calibri"/>
              </a:rPr>
              <a:t>Atomic Commits:</a:t>
            </a:r>
            <a:endParaRPr b="1" sz="1200">
              <a:solidFill>
                <a:srgbClr val="374151"/>
              </a:solidFill>
              <a:latin typeface="Calibri"/>
              <a:ea typeface="Calibri"/>
              <a:cs typeface="Calibri"/>
              <a:sym typeface="Calibri"/>
            </a:endParaRPr>
          </a:p>
          <a:p>
            <a:pPr indent="0" lvl="0" marL="457200" rtl="0" algn="l">
              <a:lnSpc>
                <a:spcPct val="115000"/>
              </a:lnSpc>
              <a:spcBef>
                <a:spcPts val="0"/>
              </a:spcBef>
              <a:spcAft>
                <a:spcPts val="0"/>
              </a:spcAft>
              <a:buSzPts val="1100"/>
              <a:buNone/>
            </a:pPr>
            <a:r>
              <a:rPr lang="en" sz="1200">
                <a:solidFill>
                  <a:srgbClr val="374151"/>
                </a:solidFill>
                <a:latin typeface="Calibri"/>
                <a:ea typeface="Calibri"/>
                <a:cs typeface="Calibri"/>
                <a:sym typeface="Calibri"/>
              </a:rPr>
              <a:t>SVN supports atomic commits, meaning that changes are committed as a single, indivisible unit.Atomic commits enhance the integrity of the versioned codebase, ensuring that changes are consistent and complete.</a:t>
            </a:r>
            <a:endParaRPr sz="1200">
              <a:solidFill>
                <a:srgbClr val="37415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c. </a:t>
            </a:r>
            <a:r>
              <a:rPr b="1" lang="en" sz="1200">
                <a:solidFill>
                  <a:srgbClr val="374151"/>
                </a:solidFill>
                <a:latin typeface="Calibri"/>
                <a:ea typeface="Calibri"/>
                <a:cs typeface="Calibri"/>
                <a:sym typeface="Calibri"/>
              </a:rPr>
              <a:t>Linear Version History:</a:t>
            </a:r>
            <a:endParaRPr b="1" sz="1200">
              <a:solidFill>
                <a:srgbClr val="374151"/>
              </a:solidFill>
              <a:latin typeface="Calibri"/>
              <a:ea typeface="Calibri"/>
              <a:cs typeface="Calibri"/>
              <a:sym typeface="Calibri"/>
            </a:endParaRPr>
          </a:p>
          <a:p>
            <a:pPr indent="0" lvl="0" marL="457200" rtl="0" algn="l">
              <a:lnSpc>
                <a:spcPct val="115000"/>
              </a:lnSpc>
              <a:spcBef>
                <a:spcPts val="0"/>
              </a:spcBef>
              <a:spcAft>
                <a:spcPts val="0"/>
              </a:spcAft>
              <a:buSzPts val="1100"/>
              <a:buNone/>
            </a:pPr>
            <a:r>
              <a:rPr lang="en" sz="1200">
                <a:solidFill>
                  <a:srgbClr val="374151"/>
                </a:solidFill>
                <a:latin typeface="Calibri"/>
                <a:ea typeface="Calibri"/>
                <a:cs typeface="Calibri"/>
                <a:sym typeface="Calibri"/>
              </a:rPr>
              <a:t>SVN maintains a linear version history, providing a chronological record of changes made to the codebase over time.Developers can easily trace the evolution of the project, understanding the sequential order of changes for better context.</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Clr>
                <a:schemeClr val="dk1"/>
              </a:buClr>
              <a:buSzPts val="11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228600" lvl="0" marL="457200" rtl="0" algn="l">
              <a:lnSpc>
                <a:spcPct val="115000"/>
              </a:lnSpc>
              <a:spcBef>
                <a:spcPts val="1500"/>
              </a:spcBef>
              <a:spcAft>
                <a:spcPts val="0"/>
              </a:spcAft>
              <a:buClr>
                <a:srgbClr val="374151"/>
              </a:buClr>
              <a:buSzPts val="12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SzPts val="1100"/>
              <a:buNone/>
            </a:pPr>
            <a:r>
              <a:t/>
            </a:r>
            <a:endParaRPr b="1" sz="120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0" name="Google Shape;98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200">
                <a:solidFill>
                  <a:schemeClr val="dk1"/>
                </a:solidFill>
                <a:latin typeface="Calibri"/>
                <a:ea typeface="Calibri"/>
                <a:cs typeface="Calibri"/>
                <a:sym typeface="Calibri"/>
              </a:rPr>
              <a:t>Highlight SVN's suitability for specific use cases, emphasizing its centralized control, clear versioning approach, and relevance in scenarios such as small to medium-sized projects, legacy systems, and environments with limited internet access.</a:t>
            </a:r>
            <a:endParaRPr b="1"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SzPts val="1100"/>
              <a:buNone/>
            </a:pPr>
            <a:r>
              <a:rPr b="1" lang="en" sz="1200">
                <a:solidFill>
                  <a:schemeClr val="dk1"/>
                </a:solidFill>
                <a:latin typeface="Calibri"/>
                <a:ea typeface="Calibri"/>
                <a:cs typeface="Calibri"/>
                <a:sym typeface="Calibri"/>
              </a:rPr>
              <a:t>Notes to the Participants: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Subversion (SVN) is a centralized version control system that is well-suited for various use cases, particularly in scenarios where a centralized control structure and linear version history are preferred. Here are some common use cases for SVN:</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Small to Medium-Sized Projects:</a:t>
            </a:r>
            <a:endParaRPr b="1" sz="1200">
              <a:solidFill>
                <a:srgbClr val="374151"/>
              </a:solidFill>
              <a:latin typeface="Calibri"/>
              <a:ea typeface="Calibri"/>
              <a:cs typeface="Calibri"/>
              <a:sym typeface="Calibri"/>
            </a:endParaRPr>
          </a:p>
          <a:p>
            <a:pPr indent="0" lvl="0" marL="91440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SVN is effective for small to medium-sized projects with a straightforward versioning approach, providing a centralized repository for easy collaboration and version control.</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Legacy Projects:</a:t>
            </a:r>
            <a:endParaRPr b="1" sz="1200">
              <a:solidFill>
                <a:srgbClr val="374151"/>
              </a:solidFill>
              <a:latin typeface="Calibri"/>
              <a:ea typeface="Calibri"/>
              <a:cs typeface="Calibri"/>
              <a:sym typeface="Calibri"/>
            </a:endParaRPr>
          </a:p>
          <a:p>
            <a:pPr indent="0" lvl="0" marL="91440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In scenarios where legacy projects were initially set up with SVN, it remains a practical choice due to its stability and the seamless continuation of version control practices.</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Clear Versioning Approach:</a:t>
            </a:r>
            <a:endParaRPr b="1" sz="1200">
              <a:solidFill>
                <a:srgbClr val="374151"/>
              </a:solidFill>
              <a:latin typeface="Calibri"/>
              <a:ea typeface="Calibri"/>
              <a:cs typeface="Calibri"/>
              <a:sym typeface="Calibri"/>
            </a:endParaRPr>
          </a:p>
          <a:p>
            <a:pPr indent="0" lvl="0" marL="91440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SVN's linear version history simplifies tracking changes over time, making it suitable for projects that prioritize a clear and sequential record of code evolution.</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Centralized Control Requirements:</a:t>
            </a:r>
            <a:endParaRPr b="1" sz="1200">
              <a:solidFill>
                <a:srgbClr val="374151"/>
              </a:solidFill>
              <a:latin typeface="Calibri"/>
              <a:ea typeface="Calibri"/>
              <a:cs typeface="Calibri"/>
              <a:sym typeface="Calibri"/>
            </a:endParaRPr>
          </a:p>
          <a:p>
            <a:pPr indent="0" lvl="0" marL="91440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Projects that benefit from a centralized control model, where a single repository acts as the authoritative source for versioned code, find SVN particularly useful.</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Environments with Limited Internet Access:</a:t>
            </a:r>
            <a:endParaRPr b="1" sz="1200">
              <a:solidFill>
                <a:srgbClr val="374151"/>
              </a:solidFill>
              <a:latin typeface="Calibri"/>
              <a:ea typeface="Calibri"/>
              <a:cs typeface="Calibri"/>
              <a:sym typeface="Calibri"/>
            </a:endParaRPr>
          </a:p>
          <a:p>
            <a:pPr indent="0" lvl="0" marL="91440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In situations where a reliable internet connection is not consistently available, SVN's centralized nature eliminates the need for continuous online access, making it practical for certain development environments.</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Projects with Strict Change Management:</a:t>
            </a:r>
            <a:endParaRPr b="1" sz="1200">
              <a:solidFill>
                <a:srgbClr val="374151"/>
              </a:solidFill>
              <a:latin typeface="Calibri"/>
              <a:ea typeface="Calibri"/>
              <a:cs typeface="Calibri"/>
              <a:sym typeface="Calibri"/>
            </a:endParaRPr>
          </a:p>
          <a:p>
            <a:pPr indent="0" lvl="0" marL="91440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SVN's support for atomic commits ensures that changes are committed as a single, indivisible unit, making it suitable for projects that require strict change management and consistency.</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Industries with Regulatory Compliance Requirements:</a:t>
            </a:r>
            <a:endParaRPr b="1" sz="1200">
              <a:solidFill>
                <a:srgbClr val="374151"/>
              </a:solidFill>
              <a:latin typeface="Calibri"/>
              <a:ea typeface="Calibri"/>
              <a:cs typeface="Calibri"/>
              <a:sym typeface="Calibri"/>
            </a:endParaRPr>
          </a:p>
          <a:p>
            <a:pPr indent="0" lvl="0" marL="91440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SVN's structured and linear versioning can be advantageous in industries with regulatory compliance requirements, providing a clear audit trail of code changes.</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It's important to note that while SVN has its strengths, the choice of version control system ultimately depends on the specific needs and preferences of the development team and the project's characteristics. In recent years, distributed version control systems like Git have become more popular for their flexibility and collaborative features, but SVN continues to serve certain use cases effectively.</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SzPts val="1100"/>
              <a:buNone/>
            </a:pPr>
            <a:r>
              <a:t/>
            </a:r>
            <a:endParaRPr sz="1200">
              <a:solidFill>
                <a:srgbClr val="374151"/>
              </a:solidFill>
              <a:latin typeface="Calibri"/>
              <a:ea typeface="Calibri"/>
              <a:cs typeface="Calibri"/>
              <a:sym typeface="Calibri"/>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228600" lvl="0" marL="457200" rtl="0" algn="l">
              <a:lnSpc>
                <a:spcPct val="115000"/>
              </a:lnSpc>
              <a:spcBef>
                <a:spcPts val="1500"/>
              </a:spcBef>
              <a:spcAft>
                <a:spcPts val="0"/>
              </a:spcAft>
              <a:buClr>
                <a:srgbClr val="374151"/>
              </a:buClr>
              <a:buSzPts val="12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SzPts val="1100"/>
              <a:buNone/>
            </a:pPr>
            <a:r>
              <a:t/>
            </a:r>
            <a:endParaRPr b="1"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7" name="Google Shape;98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Emphasize Mercurial's strengths in distributed control, intuitive interface, efficient handling of large projects, and robust support for branching and merging, fostering seamless collaboration and ease of use for diverse development teams</a:t>
            </a:r>
            <a:endParaRPr b="1"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SzPts val="1100"/>
              <a:buNone/>
            </a:pPr>
            <a:r>
              <a:rPr b="1" lang="en" sz="1200">
                <a:solidFill>
                  <a:schemeClr val="dk1"/>
                </a:solidFill>
                <a:latin typeface="Calibri"/>
                <a:ea typeface="Calibri"/>
                <a:cs typeface="Calibri"/>
                <a:sym typeface="Calibri"/>
              </a:rPr>
              <a:t>Notes to the Participants:</a:t>
            </a:r>
            <a:endParaRPr b="1" sz="1200">
              <a:solidFill>
                <a:schemeClr val="dk1"/>
              </a:solidFill>
              <a:latin typeface="Calibri"/>
              <a:ea typeface="Calibri"/>
              <a:cs typeface="Calibri"/>
              <a:sym typeface="Calibri"/>
            </a:endParaRPr>
          </a:p>
          <a:p>
            <a:pPr indent="0" lvl="0" marL="0" rtl="0" algn="l">
              <a:lnSpc>
                <a:spcPct val="160000"/>
              </a:lnSpc>
              <a:spcBef>
                <a:spcPts val="0"/>
              </a:spcBef>
              <a:spcAft>
                <a:spcPts val="0"/>
              </a:spcAft>
              <a:buClr>
                <a:schemeClr val="dk1"/>
              </a:buClr>
              <a:buSzPts val="1100"/>
              <a:buFont typeface="Arial"/>
              <a:buNone/>
            </a:pPr>
            <a:r>
              <a:t/>
            </a:r>
            <a:endParaRPr b="1" sz="1200">
              <a:solidFill>
                <a:schemeClr val="dk1"/>
              </a:solidFill>
              <a:latin typeface="Calibri"/>
              <a:ea typeface="Calibri"/>
              <a:cs typeface="Calibri"/>
              <a:sym typeface="Calibri"/>
            </a:endParaRPr>
          </a:p>
          <a:p>
            <a:pPr indent="0" lvl="0" marL="0" rtl="0" algn="l">
              <a:lnSpc>
                <a:spcPct val="160000"/>
              </a:lnSpc>
              <a:spcBef>
                <a:spcPts val="4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Distributed Control:</a:t>
            </a:r>
            <a:endParaRPr b="1" sz="1200">
              <a:solidFill>
                <a:schemeClr val="dk1"/>
              </a:solidFill>
              <a:latin typeface="Calibri"/>
              <a:ea typeface="Calibri"/>
              <a:cs typeface="Calibri"/>
              <a:sym typeface="Calibri"/>
            </a:endParaRPr>
          </a:p>
          <a:p>
            <a:pPr indent="0" lvl="0" marL="0" rtl="0" algn="l">
              <a:lnSpc>
                <a:spcPct val="115000"/>
              </a:lnSpc>
              <a:spcBef>
                <a:spcPts val="400"/>
              </a:spcBef>
              <a:spcAft>
                <a:spcPts val="0"/>
              </a:spcAft>
              <a:buClr>
                <a:schemeClr val="dk1"/>
              </a:buClr>
              <a:buSzPts val="1100"/>
              <a:buFont typeface="Arial"/>
              <a:buNone/>
            </a:pPr>
            <a:r>
              <a:rPr lang="en" sz="1200">
                <a:solidFill>
                  <a:srgbClr val="374151"/>
                </a:solidFill>
                <a:latin typeface="Calibri"/>
                <a:ea typeface="Calibri"/>
                <a:cs typeface="Calibri"/>
                <a:sym typeface="Calibri"/>
              </a:rPr>
              <a:t>Mercurial employs a distributed version control model, a key feature that significantly impacts collaboration and development workflows. In this model, each developer possesses a complete copy of the repository on their local machine. This decentralization empowers developers to work independently and contribute changes without constant reliance on a central repository. The distributed nature of Mercurial ensures that developers can commit changes, create branches, and perform other version control operations locally. This capability enhances flexibility, allowing teams to work seamlessly, whether online or offline. Decentralized collaboration becomes a defining strength, as developers can manage their code versions autonomously and synchronize changes when convenient.</a:t>
            </a:r>
            <a:endParaRPr sz="1200">
              <a:solidFill>
                <a:srgbClr val="374151"/>
              </a:solidFill>
              <a:latin typeface="Calibri"/>
              <a:ea typeface="Calibri"/>
              <a:cs typeface="Calibri"/>
              <a:sym typeface="Calibri"/>
            </a:endParaRPr>
          </a:p>
          <a:p>
            <a:pPr indent="0" lvl="0" marL="0" rtl="0" algn="l">
              <a:lnSpc>
                <a:spcPct val="160000"/>
              </a:lnSpc>
              <a:spcBef>
                <a:spcPts val="15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Intuitive Interface:</a:t>
            </a:r>
            <a:endParaRPr b="1" sz="1200">
              <a:solidFill>
                <a:schemeClr val="dk1"/>
              </a:solidFill>
              <a:latin typeface="Calibri"/>
              <a:ea typeface="Calibri"/>
              <a:cs typeface="Calibri"/>
              <a:sym typeface="Calibri"/>
            </a:endParaRPr>
          </a:p>
          <a:p>
            <a:pPr indent="0" lvl="0" marL="0" rtl="0" algn="l">
              <a:lnSpc>
                <a:spcPct val="115000"/>
              </a:lnSpc>
              <a:spcBef>
                <a:spcPts val="400"/>
              </a:spcBef>
              <a:spcAft>
                <a:spcPts val="0"/>
              </a:spcAft>
              <a:buClr>
                <a:schemeClr val="dk1"/>
              </a:buClr>
              <a:buSzPts val="1100"/>
              <a:buFont typeface="Arial"/>
              <a:buNone/>
            </a:pPr>
            <a:r>
              <a:rPr lang="en" sz="1200">
                <a:solidFill>
                  <a:srgbClr val="374151"/>
                </a:solidFill>
                <a:latin typeface="Calibri"/>
                <a:ea typeface="Calibri"/>
                <a:cs typeface="Calibri"/>
                <a:sym typeface="Calibri"/>
              </a:rPr>
              <a:t>One of Mercurial's standout features is its intuitive and user-friendly interface, designed to cater to developers of various skill levels. The interface's simplicity and straightforward design contribute to a positive user experience, making version control more accessible. This design choice aids in reducing the learning curve for new users, allowing them to quickly grasp essential concepts and commands. Mercurial's intuitive interface supports a smoother onboarding process for developers, fostering efficiency in day-to-day version control tasks. The clarity of the interface enhances collaboration within teams, as developers can focus on coding and collaboration rather than struggling with complex version control commands.</a:t>
            </a:r>
            <a:endParaRPr sz="1200">
              <a:solidFill>
                <a:srgbClr val="374151"/>
              </a:solidFill>
              <a:latin typeface="Calibri"/>
              <a:ea typeface="Calibri"/>
              <a:cs typeface="Calibri"/>
              <a:sym typeface="Calibri"/>
            </a:endParaRPr>
          </a:p>
          <a:p>
            <a:pPr indent="0" lvl="0" marL="0" rtl="0" algn="l">
              <a:lnSpc>
                <a:spcPct val="160000"/>
              </a:lnSpc>
              <a:spcBef>
                <a:spcPts val="15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Efficient Handling of Large Projects:</a:t>
            </a:r>
            <a:endParaRPr b="1" sz="1200">
              <a:solidFill>
                <a:schemeClr val="dk1"/>
              </a:solidFill>
              <a:latin typeface="Calibri"/>
              <a:ea typeface="Calibri"/>
              <a:cs typeface="Calibri"/>
              <a:sym typeface="Calibri"/>
            </a:endParaRPr>
          </a:p>
          <a:p>
            <a:pPr indent="0" lvl="0" marL="0" rtl="0" algn="l">
              <a:lnSpc>
                <a:spcPct val="115000"/>
              </a:lnSpc>
              <a:spcBef>
                <a:spcPts val="400"/>
              </a:spcBef>
              <a:spcAft>
                <a:spcPts val="0"/>
              </a:spcAft>
              <a:buClr>
                <a:schemeClr val="dk1"/>
              </a:buClr>
              <a:buSzPts val="1100"/>
              <a:buFont typeface="Arial"/>
              <a:buNone/>
            </a:pPr>
            <a:r>
              <a:rPr lang="en" sz="1200">
                <a:solidFill>
                  <a:srgbClr val="374151"/>
                </a:solidFill>
                <a:latin typeface="Calibri"/>
                <a:ea typeface="Calibri"/>
                <a:cs typeface="Calibri"/>
                <a:sym typeface="Calibri"/>
              </a:rPr>
              <a:t>Mercurial excels in efficiently managing large projects, offering robust performance and responsiveness even when dealing with extensive codebases. This capability is crucial for projects of varying sizes and complexities, where the volume of code changes and the size of the repository can pose challenges. Mercurial's efficiency ensures that version control operations, such as committing changes, navigating the codebase, and handling merges, remain swift and responsive. This feature makes Mercurial a suitable choice for diverse development scenarios, providing developers with a reliable and efficient tool for versioning and collaborating on substantial codebases.</a:t>
            </a:r>
            <a:endParaRPr sz="1200">
              <a:solidFill>
                <a:srgbClr val="374151"/>
              </a:solidFill>
              <a:latin typeface="Calibri"/>
              <a:ea typeface="Calibri"/>
              <a:cs typeface="Calibri"/>
              <a:sym typeface="Calibri"/>
            </a:endParaRPr>
          </a:p>
          <a:p>
            <a:pPr indent="0" lvl="0" marL="0" rtl="0" algn="l">
              <a:lnSpc>
                <a:spcPct val="160000"/>
              </a:lnSpc>
              <a:spcBef>
                <a:spcPts val="1500"/>
              </a:spcBef>
              <a:spcAft>
                <a:spcPts val="0"/>
              </a:spcAft>
              <a:buClr>
                <a:schemeClr val="dk1"/>
              </a:buClr>
              <a:buSzPts val="1100"/>
              <a:buFont typeface="Arial"/>
              <a:buNone/>
            </a:pPr>
            <a:r>
              <a:rPr b="1" lang="en" sz="1200">
                <a:solidFill>
                  <a:schemeClr val="dk1"/>
                </a:solidFill>
                <a:latin typeface="Calibri"/>
                <a:ea typeface="Calibri"/>
                <a:cs typeface="Calibri"/>
                <a:sym typeface="Calibri"/>
              </a:rPr>
              <a:t>Branching and Merging:</a:t>
            </a:r>
            <a:endParaRPr b="1" sz="1200">
              <a:solidFill>
                <a:schemeClr val="dk1"/>
              </a:solidFill>
              <a:latin typeface="Calibri"/>
              <a:ea typeface="Calibri"/>
              <a:cs typeface="Calibri"/>
              <a:sym typeface="Calibri"/>
            </a:endParaRPr>
          </a:p>
          <a:p>
            <a:pPr indent="0" lvl="0" marL="0" rtl="0" algn="l">
              <a:lnSpc>
                <a:spcPct val="115000"/>
              </a:lnSpc>
              <a:spcBef>
                <a:spcPts val="400"/>
              </a:spcBef>
              <a:spcAft>
                <a:spcPts val="0"/>
              </a:spcAft>
              <a:buClr>
                <a:schemeClr val="dk1"/>
              </a:buClr>
              <a:buSzPts val="1100"/>
              <a:buFont typeface="Arial"/>
              <a:buNone/>
            </a:pPr>
            <a:r>
              <a:rPr lang="en" sz="1200">
                <a:solidFill>
                  <a:srgbClr val="374151"/>
                </a:solidFill>
                <a:latin typeface="Calibri"/>
                <a:ea typeface="Calibri"/>
                <a:cs typeface="Calibri"/>
                <a:sym typeface="Calibri"/>
              </a:rPr>
              <a:t>Mercurial's support for branching and merging is a key strength that enhances collaboration and project management. Developers can create branches for specific features, bug fixes, or experiments without disrupting the main codebase. The system facilitates the seamless merging of changes from different branches, streamlining parallel development efforts. This capability is particularly valuable for teams working on multiple features simultaneously or addressing separate issues. Mercurial's branching and merging features contribute to a more organized development process, allowing for the isolation of changes, collaborative experimentation, and the integration of code changes in a controlled and efficient manner.</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Clr>
                <a:schemeClr val="dk1"/>
              </a:buClr>
              <a:buSzPts val="1100"/>
              <a:buFont typeface="Arial"/>
              <a:buNone/>
            </a:pPr>
            <a:r>
              <a:t/>
            </a:r>
            <a:endParaRPr b="1"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7" name="Google Shape;99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Notes to the Facilitator: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Highlight Mercurial's applicability in diverse scenarios, emphasizing its strengths in decentralized collaboration, simplicity for small to medium-sized projects, efficient handling of large codebases, and support for branching, making it a versatile and user-friendly version control choice.</a:t>
            </a:r>
            <a:endParaRPr b="1"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SzPts val="1100"/>
              <a:buNone/>
            </a:pPr>
            <a:r>
              <a:rPr b="1" lang="en" sz="1200">
                <a:solidFill>
                  <a:schemeClr val="dk1"/>
                </a:solidFill>
                <a:latin typeface="Calibri"/>
                <a:ea typeface="Calibri"/>
                <a:cs typeface="Calibri"/>
                <a:sym typeface="Calibri"/>
              </a:rPr>
              <a:t>Notes to the Participants: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200">
                <a:solidFill>
                  <a:srgbClr val="374151"/>
                </a:solidFill>
                <a:latin typeface="Calibri"/>
                <a:ea typeface="Calibri"/>
                <a:cs typeface="Calibri"/>
                <a:sym typeface="Calibri"/>
              </a:rPr>
              <a:t>Mercurial, with its focus on simplicity, intuitive interface, and efficient distributed control, is well-suited for a variety of use cases in software development. Here are some common Mercurial use cases:</a:t>
            </a:r>
            <a:endParaRPr sz="1200">
              <a:solidFill>
                <a:srgbClr val="374151"/>
              </a:solidFill>
              <a:latin typeface="Calibri"/>
              <a:ea typeface="Calibri"/>
              <a:cs typeface="Calibri"/>
              <a:sym typeface="Calibri"/>
            </a:endParaRPr>
          </a:p>
          <a:p>
            <a:pPr indent="-228600" lvl="0" marL="457200" rtl="0" algn="l">
              <a:lnSpc>
                <a:spcPct val="115000"/>
              </a:lnSpc>
              <a:spcBef>
                <a:spcPts val="150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Decentralized Collaboration:</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Mercurial's distributed version control model makes it ideal for projects with geographically dispersed teams. Developers can work independently, commit changes locally, and synchronize seamlessly, fostering effective collaboration without constant reliance on a central server.</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Open Source Projects:</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Mercurial is well-received in the open-source community due to its simplicity and user-friendly nature. It facilitates contributions from a diverse group of developers, allowing them to fork repositories, make changes, and submit pull requests with relative ease.</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Small to Medium-Sized Projects:</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The simplicity and efficiency of Mercurial make it suitable for small to medium-sized projects where a straightforward version control approach is preferred. Its ease of use benefits teams with varying levels of experience.</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Projects with Limited Learning Resources:</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Mercurial is a practical choice for projects with team members who may have limited experience with version control. Its intuitive interface and reduced learning curve make it accessible, enabling quicker adoption and integration into the development process.</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Efficient Handling of Large Codebases:</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Mercurial's efficiency in managing large projects makes it suitable for codebases with substantial complexity and volume. It provides responsive performance, even when dealing with extensive code histories and significant numbers of files.</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Arial"/>
              <a:buNone/>
            </a:pPr>
            <a:r>
              <a:rPr b="1" lang="en" sz="1200">
                <a:solidFill>
                  <a:srgbClr val="374151"/>
                </a:solidFill>
                <a:latin typeface="Calibri"/>
                <a:ea typeface="Calibri"/>
                <a:cs typeface="Calibri"/>
                <a:sym typeface="Calibri"/>
              </a:rPr>
              <a:t>Projects Emphasizing User Experience</a:t>
            </a:r>
            <a:r>
              <a:rPr lang="en" sz="1200">
                <a:solidFill>
                  <a:srgbClr val="374151"/>
                </a:solidFill>
                <a:latin typeface="Calibri"/>
                <a:ea typeface="Calibri"/>
                <a:cs typeface="Calibri"/>
                <a:sym typeface="Calibri"/>
              </a:rPr>
              <a:t>:</a:t>
            </a:r>
            <a:endParaRPr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Development teams that prioritize a positive user experience may choose Mercurial for its user-friendly interface. This focus on an intuitive design contributes to a smoother onboarding process for new team members and enhances overall collaboration.</a:t>
            </a:r>
            <a:endParaRPr sz="12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200"/>
              <a:buFont typeface="Calibri"/>
              <a:buNone/>
            </a:pPr>
            <a:r>
              <a:rPr b="1" lang="en" sz="1200">
                <a:solidFill>
                  <a:srgbClr val="374151"/>
                </a:solidFill>
                <a:latin typeface="Calibri"/>
                <a:ea typeface="Calibri"/>
                <a:cs typeface="Calibri"/>
                <a:sym typeface="Calibri"/>
              </a:rPr>
              <a:t>Research and Academic Projects:</a:t>
            </a:r>
            <a:endParaRPr b="1" sz="1200">
              <a:solidFill>
                <a:srgbClr val="374151"/>
              </a:solidFill>
              <a:latin typeface="Calibri"/>
              <a:ea typeface="Calibri"/>
              <a:cs typeface="Calibri"/>
              <a:sym typeface="Calibri"/>
            </a:endParaRPr>
          </a:p>
          <a:p>
            <a:pPr indent="-304800" lvl="1" marL="914400" rtl="0" algn="l">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Mercurial's simplicity and efficiency make it applicable to research and academic projects. Its version control features aid in tracking changes to code and documentation, supporting reproducibility and collaboration in research environments.</a:t>
            </a:r>
            <a:endParaRPr sz="1200">
              <a:solidFill>
                <a:srgbClr val="374151"/>
              </a:solidFill>
              <a:latin typeface="Calibri"/>
              <a:ea typeface="Calibri"/>
              <a:cs typeface="Calibri"/>
              <a:sym typeface="Calibri"/>
            </a:endParaRPr>
          </a:p>
          <a:p>
            <a:pPr indent="0" lvl="0" marL="0" rtl="0" algn="l">
              <a:lnSpc>
                <a:spcPct val="115000"/>
              </a:lnSpc>
              <a:spcBef>
                <a:spcPts val="1500"/>
              </a:spcBef>
              <a:spcAft>
                <a:spcPts val="0"/>
              </a:spcAft>
              <a:buSzPts val="1100"/>
              <a:buNone/>
            </a:pPr>
            <a:r>
              <a:rPr lang="en" sz="1200">
                <a:solidFill>
                  <a:srgbClr val="374151"/>
                </a:solidFill>
                <a:latin typeface="Calibri"/>
                <a:ea typeface="Calibri"/>
                <a:cs typeface="Calibri"/>
                <a:sym typeface="Calibri"/>
              </a:rPr>
              <a:t>These use cases highlight Mercurial's versatility, making it a practical choice for a range of development scenarios, from small, focused projects to larger, more complex endeavors.</a:t>
            </a:r>
            <a:endParaRPr sz="1200">
              <a:solidFill>
                <a:srgbClr val="374151"/>
              </a:solidFill>
              <a:latin typeface="Calibri"/>
              <a:ea typeface="Calibri"/>
              <a:cs typeface="Calibri"/>
              <a:sym typeface="Calibri"/>
            </a:endParaRPr>
          </a:p>
          <a:p>
            <a:pPr indent="0" lvl="0" marL="0" rtl="0" algn="l">
              <a:lnSpc>
                <a:spcPct val="115000"/>
              </a:lnSpc>
              <a:spcBef>
                <a:spcPts val="0"/>
              </a:spcBef>
              <a:spcAft>
                <a:spcPts val="0"/>
              </a:spcAft>
              <a:buSzPts val="1100"/>
              <a:buNone/>
            </a:pPr>
            <a:r>
              <a:t/>
            </a:r>
            <a:endParaRPr b="1" sz="1200">
              <a:solidFill>
                <a:schemeClr val="dk1"/>
              </a:solidFill>
              <a:latin typeface="Calibri"/>
              <a:ea typeface="Calibri"/>
              <a:cs typeface="Calibri"/>
              <a:sym typeface="Calibri"/>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Clr>
                <a:schemeClr val="dk1"/>
              </a:buClr>
              <a:buSzPts val="1100"/>
              <a:buFont typeface="Arial"/>
              <a:buNone/>
            </a:pPr>
            <a:r>
              <a:t/>
            </a:r>
            <a:endParaRPr b="1"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4" name="Google Shape;100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Answer: </a:t>
            </a:r>
            <a:r>
              <a:rPr lang="en" sz="1200">
                <a:solidFill>
                  <a:schemeClr val="dk1"/>
                </a:solidFill>
              </a:rPr>
              <a:t>B</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3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0" name="Google Shape;101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Answer: </a:t>
            </a:r>
            <a:r>
              <a:rPr lang="en" sz="1200">
                <a:solidFill>
                  <a:schemeClr val="dk1"/>
                </a:solidFill>
              </a:rPr>
              <a:t>A</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3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6" name="Google Shape;101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Answer: </a:t>
            </a:r>
            <a:r>
              <a:rPr lang="en" sz="1200">
                <a:solidFill>
                  <a:schemeClr val="dk1"/>
                </a:solidFill>
              </a:rPr>
              <a:t>C</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3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2" name="Google Shape;102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rPr>
              <a:t>Notes to the Facilitator:</a:t>
            </a:r>
            <a:endParaRPr b="1" sz="1200">
              <a:solidFill>
                <a:schemeClr val="dk1"/>
              </a:solidFill>
            </a:endParaRPr>
          </a:p>
          <a:p>
            <a:pPr indent="0" lvl="0" marL="0" rtl="0" algn="l">
              <a:lnSpc>
                <a:spcPct val="115000"/>
              </a:lnSpc>
              <a:spcBef>
                <a:spcPts val="0"/>
              </a:spcBef>
              <a:spcAft>
                <a:spcPts val="0"/>
              </a:spcAft>
              <a:buSzPts val="1100"/>
              <a:buNone/>
            </a:pPr>
            <a:r>
              <a:rPr lang="en" sz="1200">
                <a:solidFill>
                  <a:srgbClr val="374151"/>
                </a:solidFill>
              </a:rPr>
              <a:t>Highlight the diverse strengths of each tool, emphasizing Git's popularity and powerful branching, SVN's stability in legacy environments, and Mercurial's scalability and user-friendly interface.</a:t>
            </a:r>
            <a:endParaRPr b="1" sz="1200">
              <a:solidFill>
                <a:schemeClr val="dk1"/>
              </a:solidFill>
            </a:endParaRPr>
          </a:p>
          <a:p>
            <a:pPr indent="0" lvl="0" marL="0" rtl="0" algn="l">
              <a:lnSpc>
                <a:spcPct val="115000"/>
              </a:lnSpc>
              <a:spcBef>
                <a:spcPts val="1600"/>
              </a:spcBef>
              <a:spcAft>
                <a:spcPts val="0"/>
              </a:spcAft>
              <a:buSzPts val="1100"/>
              <a:buNone/>
            </a:pPr>
            <a:r>
              <a:rPr b="1" lang="en" sz="1200">
                <a:solidFill>
                  <a:schemeClr val="dk1"/>
                </a:solidFill>
              </a:rPr>
              <a:t>Notes to the Participants:</a:t>
            </a:r>
            <a:endParaRPr b="1" sz="1200">
              <a:solidFill>
                <a:schemeClr val="dk1"/>
              </a:solidFill>
            </a:endParaRPr>
          </a:p>
          <a:p>
            <a:pPr indent="0" lvl="0" marL="0" rtl="0" algn="l">
              <a:lnSpc>
                <a:spcPct val="175000"/>
              </a:lnSpc>
              <a:spcBef>
                <a:spcPts val="0"/>
              </a:spcBef>
              <a:spcAft>
                <a:spcPts val="0"/>
              </a:spcAft>
              <a:buClr>
                <a:schemeClr val="dk1"/>
              </a:buClr>
              <a:buSzPts val="1100"/>
              <a:buFont typeface="Arial"/>
              <a:buNone/>
            </a:pPr>
            <a:r>
              <a:rPr lang="en">
                <a:solidFill>
                  <a:schemeClr val="dk1"/>
                </a:solidFill>
              </a:rPr>
              <a:t>This comparison provides a high-level overview of the three version control systems, taking into account factors such as version control model, branching, atomic commits, user interface, performance, community support, learning curve, use cases, customization, and integration with CI/CD. It's important to note that the choice between these tools depends on the specific needs and preferences of the development team and the nature of the project.</a:t>
            </a:r>
            <a:endParaRPr>
              <a:solidFill>
                <a:schemeClr val="dk1"/>
              </a:solidFill>
            </a:endParaRPr>
          </a:p>
          <a:p>
            <a:pPr indent="0" lvl="0" marL="0" rtl="0" algn="l">
              <a:lnSpc>
                <a:spcPct val="115000"/>
              </a:lnSpc>
              <a:spcBef>
                <a:spcPts val="0"/>
              </a:spcBef>
              <a:spcAft>
                <a:spcPts val="0"/>
              </a:spcAft>
              <a:buSzPts val="1100"/>
              <a:buNone/>
            </a:pPr>
            <a:r>
              <a:t/>
            </a:r>
            <a:endParaRPr sz="1200">
              <a:solidFill>
                <a:srgbClr val="374151"/>
              </a:solidFill>
            </a:endParaRPr>
          </a:p>
          <a:p>
            <a:pPr indent="0" lvl="0" marL="914400" rtl="0" algn="l">
              <a:lnSpc>
                <a:spcPct val="115000"/>
              </a:lnSpc>
              <a:spcBef>
                <a:spcPts val="0"/>
              </a:spcBef>
              <a:spcAft>
                <a:spcPts val="0"/>
              </a:spcAft>
              <a:buSzPts val="1100"/>
              <a:buNone/>
            </a:pPr>
            <a:r>
              <a:t/>
            </a:r>
            <a:endParaRPr sz="1200">
              <a:solidFill>
                <a:srgbClr val="374151"/>
              </a:solidFill>
            </a:endParaRPr>
          </a:p>
          <a:p>
            <a:pPr indent="0" lvl="0" marL="914400" rtl="0" algn="l">
              <a:lnSpc>
                <a:spcPct val="115000"/>
              </a:lnSpc>
              <a:spcBef>
                <a:spcPts val="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228600" lvl="0" marL="457200" rtl="0" algn="l">
              <a:lnSpc>
                <a:spcPct val="115000"/>
              </a:lnSpc>
              <a:spcBef>
                <a:spcPts val="1500"/>
              </a:spcBef>
              <a:spcAft>
                <a:spcPts val="0"/>
              </a:spcAft>
              <a:buClr>
                <a:srgbClr val="374151"/>
              </a:buClr>
              <a:buSzPts val="12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SzPts val="1100"/>
              <a:buNone/>
            </a:pPr>
            <a:r>
              <a:t/>
            </a:r>
            <a:endParaRPr b="1" sz="1200">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9" name="Google Shape;102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rPr>
              <a:t>Notes to the Facilitator:</a:t>
            </a:r>
            <a:endParaRPr b="1" sz="1200">
              <a:solidFill>
                <a:schemeClr val="dk1"/>
              </a:solidFill>
            </a:endParaRPr>
          </a:p>
          <a:p>
            <a:pPr indent="0" lvl="0" marL="0" rtl="0" algn="l">
              <a:lnSpc>
                <a:spcPct val="115000"/>
              </a:lnSpc>
              <a:spcBef>
                <a:spcPts val="0"/>
              </a:spcBef>
              <a:spcAft>
                <a:spcPts val="0"/>
              </a:spcAft>
              <a:buSzPts val="1100"/>
              <a:buNone/>
            </a:pPr>
            <a:r>
              <a:rPr lang="en" sz="1200">
                <a:solidFill>
                  <a:srgbClr val="374151"/>
                </a:solidFill>
              </a:rPr>
              <a:t>Highlight the diverse strengths of each tool, emphasizing Git's popularity and powerful branching, SVN's stability in legacy environments, and Mercurial's scalability and user-friendly interface.</a:t>
            </a:r>
            <a:endParaRPr b="1" sz="1200">
              <a:solidFill>
                <a:schemeClr val="dk1"/>
              </a:solidFill>
            </a:endParaRPr>
          </a:p>
          <a:p>
            <a:pPr indent="0" lvl="0" marL="0" rtl="0" algn="l">
              <a:lnSpc>
                <a:spcPct val="115000"/>
              </a:lnSpc>
              <a:spcBef>
                <a:spcPts val="1600"/>
              </a:spcBef>
              <a:spcAft>
                <a:spcPts val="0"/>
              </a:spcAft>
              <a:buSzPts val="1100"/>
              <a:buNone/>
            </a:pPr>
            <a:r>
              <a:rPr b="1" lang="en" sz="1200">
                <a:solidFill>
                  <a:schemeClr val="dk1"/>
                </a:solidFill>
              </a:rPr>
              <a:t>Notes to the Participants:</a:t>
            </a:r>
            <a:endParaRPr b="1" sz="1200">
              <a:solidFill>
                <a:schemeClr val="dk1"/>
              </a:solidFill>
            </a:endParaRPr>
          </a:p>
          <a:p>
            <a:pPr indent="0" lvl="0" marL="0" rtl="0" algn="l">
              <a:lnSpc>
                <a:spcPct val="175000"/>
              </a:lnSpc>
              <a:spcBef>
                <a:spcPts val="0"/>
              </a:spcBef>
              <a:spcAft>
                <a:spcPts val="0"/>
              </a:spcAft>
              <a:buClr>
                <a:schemeClr val="dk1"/>
              </a:buClr>
              <a:buSzPts val="1100"/>
              <a:buFont typeface="Arial"/>
              <a:buNone/>
            </a:pPr>
            <a:r>
              <a:rPr lang="en">
                <a:solidFill>
                  <a:schemeClr val="dk1"/>
                </a:solidFill>
              </a:rPr>
              <a:t>This comparison provides a high-level overview of the three version control systems, taking into account factors such as version control model, branching, atomic commits, user interface, performance, community support, learning curve, use cases, customization, and integration with CI/CD. It's important to note that the choice between these tools depends on the specific needs and preferences of the development team and the nature of the project.</a:t>
            </a:r>
            <a:endParaRPr>
              <a:solidFill>
                <a:schemeClr val="dk1"/>
              </a:solidFill>
            </a:endParaRPr>
          </a:p>
          <a:p>
            <a:pPr indent="0" lvl="0" marL="0" rtl="0" algn="l">
              <a:lnSpc>
                <a:spcPct val="115000"/>
              </a:lnSpc>
              <a:spcBef>
                <a:spcPts val="0"/>
              </a:spcBef>
              <a:spcAft>
                <a:spcPts val="0"/>
              </a:spcAft>
              <a:buSzPts val="1100"/>
              <a:buNone/>
            </a:pPr>
            <a:r>
              <a:t/>
            </a:r>
            <a:endParaRPr sz="1200">
              <a:solidFill>
                <a:srgbClr val="374151"/>
              </a:solidFill>
            </a:endParaRPr>
          </a:p>
          <a:p>
            <a:pPr indent="0" lvl="0" marL="914400" rtl="0" algn="l">
              <a:lnSpc>
                <a:spcPct val="115000"/>
              </a:lnSpc>
              <a:spcBef>
                <a:spcPts val="0"/>
              </a:spcBef>
              <a:spcAft>
                <a:spcPts val="0"/>
              </a:spcAft>
              <a:buSzPts val="1100"/>
              <a:buNone/>
            </a:pPr>
            <a:r>
              <a:t/>
            </a:r>
            <a:endParaRPr sz="1200">
              <a:solidFill>
                <a:srgbClr val="374151"/>
              </a:solidFill>
            </a:endParaRPr>
          </a:p>
          <a:p>
            <a:pPr indent="0" lvl="0" marL="914400" rtl="0" algn="l">
              <a:lnSpc>
                <a:spcPct val="115000"/>
              </a:lnSpc>
              <a:spcBef>
                <a:spcPts val="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228600" lvl="0" marL="457200" rtl="0" algn="l">
              <a:lnSpc>
                <a:spcPct val="115000"/>
              </a:lnSpc>
              <a:spcBef>
                <a:spcPts val="1500"/>
              </a:spcBef>
              <a:spcAft>
                <a:spcPts val="0"/>
              </a:spcAft>
              <a:buClr>
                <a:srgbClr val="374151"/>
              </a:buClr>
              <a:buSzPts val="12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SzPts val="1100"/>
              <a:buNone/>
            </a:pPr>
            <a:r>
              <a:t/>
            </a:r>
            <a:endParaRPr b="1" sz="1200">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6" name="Google Shape;103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rPr>
              <a:t>Notes to the Facilitator:</a:t>
            </a:r>
            <a:endParaRPr b="1" sz="1200">
              <a:solidFill>
                <a:schemeClr val="dk1"/>
              </a:solidFill>
            </a:endParaRPr>
          </a:p>
          <a:p>
            <a:pPr indent="0" lvl="0" marL="0" rtl="0" algn="l">
              <a:lnSpc>
                <a:spcPct val="115000"/>
              </a:lnSpc>
              <a:spcBef>
                <a:spcPts val="0"/>
              </a:spcBef>
              <a:spcAft>
                <a:spcPts val="0"/>
              </a:spcAft>
              <a:buSzPts val="1100"/>
              <a:buNone/>
            </a:pPr>
            <a:r>
              <a:rPr lang="en" sz="1200">
                <a:solidFill>
                  <a:srgbClr val="374151"/>
                </a:solidFill>
              </a:rPr>
              <a:t>Highlight the diverse strengths of each tool, emphasizing Git's popularity and powerful branching, SVN's stability in legacy environments, and Mercurial's scalability and user-friendly interface.</a:t>
            </a:r>
            <a:endParaRPr b="1" sz="1200">
              <a:solidFill>
                <a:schemeClr val="dk1"/>
              </a:solidFill>
            </a:endParaRPr>
          </a:p>
          <a:p>
            <a:pPr indent="0" lvl="0" marL="0" rtl="0" algn="l">
              <a:lnSpc>
                <a:spcPct val="115000"/>
              </a:lnSpc>
              <a:spcBef>
                <a:spcPts val="1600"/>
              </a:spcBef>
              <a:spcAft>
                <a:spcPts val="0"/>
              </a:spcAft>
              <a:buSzPts val="1100"/>
              <a:buNone/>
            </a:pPr>
            <a:r>
              <a:rPr b="1" lang="en" sz="1200">
                <a:solidFill>
                  <a:schemeClr val="dk1"/>
                </a:solidFill>
              </a:rPr>
              <a:t>Notes to the Participants:</a:t>
            </a:r>
            <a:endParaRPr b="1" sz="1200">
              <a:solidFill>
                <a:schemeClr val="dk1"/>
              </a:solidFill>
            </a:endParaRPr>
          </a:p>
          <a:p>
            <a:pPr indent="0" lvl="0" marL="0" rtl="0" algn="l">
              <a:lnSpc>
                <a:spcPct val="175000"/>
              </a:lnSpc>
              <a:spcBef>
                <a:spcPts val="0"/>
              </a:spcBef>
              <a:spcAft>
                <a:spcPts val="0"/>
              </a:spcAft>
              <a:buClr>
                <a:schemeClr val="dk1"/>
              </a:buClr>
              <a:buSzPts val="1100"/>
              <a:buFont typeface="Arial"/>
              <a:buNone/>
            </a:pPr>
            <a:r>
              <a:rPr lang="en">
                <a:solidFill>
                  <a:schemeClr val="dk1"/>
                </a:solidFill>
              </a:rPr>
              <a:t>This comparison provides a high-level overview of the three version control systems, taking into account factors such as version control model, branching, atomic commits, user interface, performance, community support, learning curve, use cases, customization, and integration with CI/CD. It's important to note that the choice between these tools depends on the specific needs and preferences of the development team and the nature of the project.</a:t>
            </a:r>
            <a:endParaRPr>
              <a:solidFill>
                <a:schemeClr val="dk1"/>
              </a:solidFill>
            </a:endParaRPr>
          </a:p>
          <a:p>
            <a:pPr indent="0" lvl="0" marL="0" rtl="0" algn="l">
              <a:lnSpc>
                <a:spcPct val="115000"/>
              </a:lnSpc>
              <a:spcBef>
                <a:spcPts val="0"/>
              </a:spcBef>
              <a:spcAft>
                <a:spcPts val="0"/>
              </a:spcAft>
              <a:buSzPts val="1100"/>
              <a:buNone/>
            </a:pPr>
            <a:r>
              <a:t/>
            </a:r>
            <a:endParaRPr sz="1200">
              <a:solidFill>
                <a:srgbClr val="374151"/>
              </a:solidFill>
            </a:endParaRPr>
          </a:p>
          <a:p>
            <a:pPr indent="0" lvl="0" marL="914400" rtl="0" algn="l">
              <a:lnSpc>
                <a:spcPct val="115000"/>
              </a:lnSpc>
              <a:spcBef>
                <a:spcPts val="0"/>
              </a:spcBef>
              <a:spcAft>
                <a:spcPts val="0"/>
              </a:spcAft>
              <a:buSzPts val="1100"/>
              <a:buNone/>
            </a:pPr>
            <a:r>
              <a:t/>
            </a:r>
            <a:endParaRPr sz="1200">
              <a:solidFill>
                <a:srgbClr val="374151"/>
              </a:solidFill>
            </a:endParaRPr>
          </a:p>
          <a:p>
            <a:pPr indent="0" lvl="0" marL="914400" rtl="0" algn="l">
              <a:lnSpc>
                <a:spcPct val="115000"/>
              </a:lnSpc>
              <a:spcBef>
                <a:spcPts val="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228600" lvl="0" marL="457200" rtl="0" algn="l">
              <a:lnSpc>
                <a:spcPct val="115000"/>
              </a:lnSpc>
              <a:spcBef>
                <a:spcPts val="1500"/>
              </a:spcBef>
              <a:spcAft>
                <a:spcPts val="0"/>
              </a:spcAft>
              <a:buClr>
                <a:srgbClr val="374151"/>
              </a:buClr>
              <a:buSzPts val="12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SzPts val="1100"/>
              <a:buNone/>
            </a:pPr>
            <a:r>
              <a:t/>
            </a:r>
            <a:endParaRPr b="1" sz="1200">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3" name="Google Shape;104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00">
                <a:solidFill>
                  <a:schemeClr val="dk1"/>
                </a:solidFill>
              </a:rPr>
              <a:t>Notes to the Facilitator:</a:t>
            </a:r>
            <a:endParaRPr b="1" sz="1200">
              <a:solidFill>
                <a:schemeClr val="dk1"/>
              </a:solidFill>
            </a:endParaRPr>
          </a:p>
          <a:p>
            <a:pPr indent="0" lvl="0" marL="0" rtl="0" algn="l">
              <a:lnSpc>
                <a:spcPct val="115000"/>
              </a:lnSpc>
              <a:spcBef>
                <a:spcPts val="0"/>
              </a:spcBef>
              <a:spcAft>
                <a:spcPts val="0"/>
              </a:spcAft>
              <a:buSzPts val="1100"/>
              <a:buNone/>
            </a:pPr>
            <a:r>
              <a:rPr lang="en" sz="1200">
                <a:solidFill>
                  <a:srgbClr val="374151"/>
                </a:solidFill>
              </a:rPr>
              <a:t>Highlight the diverse strengths of each tool, emphasizing Git's popularity and powerful branching, SVN's stability in legacy environments, and Mercurial's scalability and user-friendly interface.</a:t>
            </a:r>
            <a:endParaRPr b="1" sz="1200">
              <a:solidFill>
                <a:schemeClr val="dk1"/>
              </a:solidFill>
            </a:endParaRPr>
          </a:p>
          <a:p>
            <a:pPr indent="0" lvl="0" marL="0" rtl="0" algn="l">
              <a:lnSpc>
                <a:spcPct val="115000"/>
              </a:lnSpc>
              <a:spcBef>
                <a:spcPts val="1600"/>
              </a:spcBef>
              <a:spcAft>
                <a:spcPts val="0"/>
              </a:spcAft>
              <a:buSzPts val="1100"/>
              <a:buNone/>
            </a:pPr>
            <a:r>
              <a:rPr b="1" lang="en" sz="1200">
                <a:solidFill>
                  <a:schemeClr val="dk1"/>
                </a:solidFill>
              </a:rPr>
              <a:t>Notes to the Participants:</a:t>
            </a:r>
            <a:endParaRPr b="1" sz="1200">
              <a:solidFill>
                <a:schemeClr val="dk1"/>
              </a:solidFill>
            </a:endParaRPr>
          </a:p>
          <a:p>
            <a:pPr indent="0" lvl="0" marL="0" rtl="0" algn="l">
              <a:lnSpc>
                <a:spcPct val="175000"/>
              </a:lnSpc>
              <a:spcBef>
                <a:spcPts val="0"/>
              </a:spcBef>
              <a:spcAft>
                <a:spcPts val="0"/>
              </a:spcAft>
              <a:buClr>
                <a:schemeClr val="dk1"/>
              </a:buClr>
              <a:buSzPts val="1100"/>
              <a:buFont typeface="Arial"/>
              <a:buNone/>
            </a:pPr>
            <a:r>
              <a:rPr lang="en">
                <a:solidFill>
                  <a:schemeClr val="dk1"/>
                </a:solidFill>
              </a:rPr>
              <a:t>This comparison provides a high-level overview of the three version control systems, taking into account factors such as version control model, branching, atomic commits, user interface, performance, community support, learning curve, use cases, customization, and integration with CI/CD. It's important to note that the choice between these tools depends on the specific needs and preferences of the development team and the nature of the project.</a:t>
            </a:r>
            <a:endParaRPr>
              <a:solidFill>
                <a:schemeClr val="dk1"/>
              </a:solidFill>
            </a:endParaRPr>
          </a:p>
          <a:p>
            <a:pPr indent="0" lvl="0" marL="0" rtl="0" algn="l">
              <a:lnSpc>
                <a:spcPct val="115000"/>
              </a:lnSpc>
              <a:spcBef>
                <a:spcPts val="0"/>
              </a:spcBef>
              <a:spcAft>
                <a:spcPts val="0"/>
              </a:spcAft>
              <a:buSzPts val="1100"/>
              <a:buNone/>
            </a:pPr>
            <a:r>
              <a:t/>
            </a:r>
            <a:endParaRPr sz="1200">
              <a:solidFill>
                <a:srgbClr val="374151"/>
              </a:solidFill>
            </a:endParaRPr>
          </a:p>
          <a:p>
            <a:pPr indent="0" lvl="0" marL="914400" rtl="0" algn="l">
              <a:lnSpc>
                <a:spcPct val="115000"/>
              </a:lnSpc>
              <a:spcBef>
                <a:spcPts val="0"/>
              </a:spcBef>
              <a:spcAft>
                <a:spcPts val="0"/>
              </a:spcAft>
              <a:buSzPts val="1100"/>
              <a:buNone/>
            </a:pPr>
            <a:r>
              <a:t/>
            </a:r>
            <a:endParaRPr sz="1200">
              <a:solidFill>
                <a:srgbClr val="374151"/>
              </a:solidFill>
            </a:endParaRPr>
          </a:p>
          <a:p>
            <a:pPr indent="0" lvl="0" marL="914400" rtl="0" algn="l">
              <a:lnSpc>
                <a:spcPct val="115000"/>
              </a:lnSpc>
              <a:spcBef>
                <a:spcPts val="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228600" lvl="0" marL="457200" rtl="0" algn="l">
              <a:lnSpc>
                <a:spcPct val="115000"/>
              </a:lnSpc>
              <a:spcBef>
                <a:spcPts val="1500"/>
              </a:spcBef>
              <a:spcAft>
                <a:spcPts val="0"/>
              </a:spcAft>
              <a:buClr>
                <a:srgbClr val="374151"/>
              </a:buClr>
              <a:buSzPts val="1200"/>
              <a:buFont typeface="Arial"/>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45720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500"/>
              </a:spcBef>
              <a:spcAft>
                <a:spcPts val="0"/>
              </a:spcAft>
              <a:buSzPts val="1100"/>
              <a:buNone/>
            </a:pPr>
            <a:r>
              <a:t/>
            </a:r>
            <a:endParaRPr sz="1200">
              <a:solidFill>
                <a:srgbClr val="374151"/>
              </a:solidFill>
            </a:endParaRPr>
          </a:p>
          <a:p>
            <a:pPr indent="0" lvl="0" marL="0" rtl="0" algn="l">
              <a:lnSpc>
                <a:spcPct val="115000"/>
              </a:lnSpc>
              <a:spcBef>
                <a:spcPts val="1600"/>
              </a:spcBef>
              <a:spcAft>
                <a:spcPts val="0"/>
              </a:spcAft>
              <a:buSzPts val="1100"/>
              <a:buNone/>
            </a:pPr>
            <a:r>
              <a:t/>
            </a:r>
            <a:endParaRPr b="1" sz="1200">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0" name="Google Shape;105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Answer: </a:t>
            </a:r>
            <a:r>
              <a:rPr lang="en" sz="1200">
                <a:solidFill>
                  <a:schemeClr val="dk1"/>
                </a:solidFill>
              </a:rPr>
              <a:t>C</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3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6" name="Google Shape;105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Facilitator:</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Ask the participants to attempt the question on the screen.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lang="en" sz="1300">
                <a:solidFill>
                  <a:schemeClr val="dk1"/>
                </a:solidFill>
                <a:latin typeface="Calibri"/>
                <a:ea typeface="Calibri"/>
                <a:cs typeface="Calibri"/>
                <a:sym typeface="Calibri"/>
              </a:rPr>
              <a:t>Answer: </a:t>
            </a:r>
            <a:r>
              <a:rPr lang="en" sz="1200">
                <a:solidFill>
                  <a:schemeClr val="dk1"/>
                </a:solidFill>
              </a:rPr>
              <a:t>B</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Notes to the Participants:</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Attempt the question on the screen. You will get one attempt.</a:t>
            </a:r>
            <a:endParaRPr sz="13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2" name="Google Shape;106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latin typeface="Calibri"/>
                <a:ea typeface="Calibri"/>
                <a:cs typeface="Calibri"/>
                <a:sym typeface="Calibri"/>
              </a:rPr>
              <a:t>Notes to the Facilitator:</a:t>
            </a:r>
            <a:endParaRPr b="1" sz="1200">
              <a:latin typeface="Calibri"/>
              <a:ea typeface="Calibri"/>
              <a:cs typeface="Calibri"/>
              <a:sym typeface="Calibri"/>
            </a:endParaRPr>
          </a:p>
          <a:p>
            <a:pPr indent="-228600" lvl="0" marL="457200" rtl="0" algn="l">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Share the module summary with the participants.</a:t>
            </a:r>
            <a:endParaRPr sz="1200">
              <a:latin typeface="Calibri"/>
              <a:ea typeface="Calibri"/>
              <a:cs typeface="Calibri"/>
              <a:sym typeface="Calibri"/>
            </a:endParaRPr>
          </a:p>
          <a:p>
            <a:pPr indent="-228600" lvl="0" marL="457200" rtl="0" algn="l">
              <a:lnSpc>
                <a:spcPct val="100000"/>
              </a:lnSpc>
              <a:spcBef>
                <a:spcPts val="0"/>
              </a:spcBef>
              <a:spcAft>
                <a:spcPts val="0"/>
              </a:spcAft>
              <a:buSzPts val="1100"/>
              <a:buNone/>
            </a:pPr>
            <a:r>
              <a:rPr lang="en" sz="1200">
                <a:latin typeface="Calibri"/>
                <a:ea typeface="Calibri"/>
                <a:cs typeface="Calibri"/>
                <a:sym typeface="Calibri"/>
              </a:rPr>
              <a:t>Ask the participants if they have any questions. They can ask their queries by raising their hands.</a:t>
            </a:r>
            <a:endParaRPr sz="1200">
              <a:latin typeface="Calibri"/>
              <a:ea typeface="Calibri"/>
              <a:cs typeface="Calibri"/>
              <a:sym typeface="Calibri"/>
            </a:endParaRPr>
          </a:p>
          <a:p>
            <a:pPr indent="-228600" lvl="0" marL="457200" rtl="0" algn="l">
              <a:lnSpc>
                <a:spcPct val="100000"/>
              </a:lnSpc>
              <a:spcBef>
                <a:spcPts val="0"/>
              </a:spcBef>
              <a:spcAft>
                <a:spcPts val="0"/>
              </a:spcAft>
              <a:buSzPts val="11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100"/>
              <a:buNone/>
            </a:pPr>
            <a:r>
              <a:rPr b="1" lang="en" sz="1200">
                <a:solidFill>
                  <a:schemeClr val="dk1"/>
                </a:solidFill>
                <a:latin typeface="Calibri"/>
                <a:ea typeface="Calibri"/>
                <a:cs typeface="Calibri"/>
                <a:sym typeface="Calibri"/>
              </a:rPr>
              <a:t>Notes to the Participants:</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rgbClr val="252525"/>
                </a:solidFill>
                <a:latin typeface="Calibri"/>
                <a:ea typeface="Calibri"/>
                <a:cs typeface="Calibri"/>
                <a:sym typeface="Calibri"/>
              </a:rPr>
              <a:t>Now that you have reached the end of the module, In this module, you have learned:</a:t>
            </a:r>
            <a:endParaRPr sz="1200">
              <a:solidFill>
                <a:srgbClr val="252525"/>
              </a:solidFill>
              <a:latin typeface="Calibri"/>
              <a:ea typeface="Calibri"/>
              <a:cs typeface="Calibri"/>
              <a:sym typeface="Calibri"/>
            </a:endParaRPr>
          </a:p>
          <a:p>
            <a:pPr indent="-304800" lvl="0" marL="457200" rtl="0" algn="l">
              <a:lnSpc>
                <a:spcPct val="115000"/>
              </a:lnSpc>
              <a:spcBef>
                <a:spcPts val="120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Summarize the key differences between centralized and distributed SCM systems, highlighting their respective advantages and limitations.</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Reflect on the distinctive features of Git, SVN, and Mercurial, outlining their strengths and applications.</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Formulate recommendations for selecting an SCM system based on project requirements and team preferences.</a:t>
            </a:r>
            <a:endParaRPr sz="1200">
              <a:solidFill>
                <a:srgbClr val="252525"/>
              </a:solidFill>
              <a:latin typeface="Calibri"/>
              <a:ea typeface="Calibri"/>
              <a:cs typeface="Calibri"/>
              <a:sym typeface="Calibri"/>
            </a:endParaRPr>
          </a:p>
          <a:p>
            <a:pPr indent="-304800" lvl="0" marL="457200" rtl="0" algn="l">
              <a:lnSpc>
                <a:spcPct val="115000"/>
              </a:lnSpc>
              <a:spcBef>
                <a:spcPts val="0"/>
              </a:spcBef>
              <a:spcAft>
                <a:spcPts val="0"/>
              </a:spcAft>
              <a:buClr>
                <a:srgbClr val="252525"/>
              </a:buClr>
              <a:buSzPts val="1200"/>
              <a:buFont typeface="Calibri"/>
              <a:buChar char="●"/>
            </a:pPr>
            <a:r>
              <a:rPr lang="en" sz="1200">
                <a:solidFill>
                  <a:srgbClr val="252525"/>
                </a:solidFill>
                <a:latin typeface="Calibri"/>
                <a:ea typeface="Calibri"/>
                <a:cs typeface="Calibri"/>
                <a:sym typeface="Calibri"/>
              </a:rPr>
              <a:t>Demonstrate an understanding of the broader significance of effective SCM in streamlining collaborative development and version control practices.</a:t>
            </a:r>
            <a:endParaRPr sz="1200">
              <a:solidFill>
                <a:srgbClr val="252525"/>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457200" rtl="0" algn="l">
              <a:lnSpc>
                <a:spcPct val="115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228600" lvl="0" marL="457200" rtl="0" algn="l">
              <a:lnSpc>
                <a:spcPct val="100000"/>
              </a:lnSpc>
              <a:spcBef>
                <a:spcPts val="0"/>
              </a:spcBef>
              <a:spcAft>
                <a:spcPts val="0"/>
              </a:spcAft>
              <a:buClr>
                <a:schemeClr val="dk1"/>
              </a:buClr>
              <a:buSzPts val="1100"/>
              <a:buFont typeface="Arial"/>
              <a:buNone/>
            </a:pPr>
            <a:r>
              <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Page">
  <p:cSld name="CoverPage">
    <p:spTree>
      <p:nvGrpSpPr>
        <p:cNvPr id="11" name="Shape 11"/>
        <p:cNvGrpSpPr/>
        <p:nvPr/>
      </p:nvGrpSpPr>
      <p:grpSpPr>
        <a:xfrm>
          <a:off x="0" y="0"/>
          <a:ext cx="0" cy="0"/>
          <a:chOff x="0" y="0"/>
          <a:chExt cx="0" cy="0"/>
        </a:xfrm>
      </p:grpSpPr>
      <p:pic>
        <p:nvPicPr>
          <p:cNvPr id="12" name="Google Shape;12;p36"/>
          <p:cNvPicPr preferRelativeResize="0"/>
          <p:nvPr/>
        </p:nvPicPr>
        <p:blipFill rotWithShape="1">
          <a:blip r:embed="rId2">
            <a:alphaModFix/>
          </a:blip>
          <a:srcRect b="0" l="0" r="0" t="0"/>
          <a:stretch/>
        </p:blipFill>
        <p:spPr>
          <a:xfrm flipH="1">
            <a:off x="-3134" y="1286"/>
            <a:ext cx="12191112" cy="6851405"/>
          </a:xfrm>
          <a:prstGeom prst="rect">
            <a:avLst/>
          </a:prstGeom>
          <a:noFill/>
          <a:ln>
            <a:noFill/>
          </a:ln>
        </p:spPr>
      </p:pic>
      <p:sp>
        <p:nvSpPr>
          <p:cNvPr id="13" name="Google Shape;13;p36"/>
          <p:cNvSpPr/>
          <p:nvPr/>
        </p:nvSpPr>
        <p:spPr>
          <a:xfrm>
            <a:off x="0" y="1286"/>
            <a:ext cx="12187978" cy="3217119"/>
          </a:xfrm>
          <a:prstGeom prst="rect">
            <a:avLst/>
          </a:prstGeom>
          <a:solidFill>
            <a:srgbClr val="FFFFFF">
              <a:alpha val="2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4" name="Google Shape;14;p36"/>
          <p:cNvPicPr preferRelativeResize="0"/>
          <p:nvPr/>
        </p:nvPicPr>
        <p:blipFill rotWithShape="1">
          <a:blip r:embed="rId3">
            <a:alphaModFix/>
          </a:blip>
          <a:srcRect b="83699" l="16785" r="50449" t="2226"/>
          <a:stretch/>
        </p:blipFill>
        <p:spPr>
          <a:xfrm>
            <a:off x="320948" y="207543"/>
            <a:ext cx="3992881" cy="963777"/>
          </a:xfrm>
          <a:prstGeom prst="rect">
            <a:avLst/>
          </a:prstGeom>
          <a:noFill/>
          <a:ln>
            <a:noFill/>
          </a:ln>
        </p:spPr>
      </p:pic>
      <p:sp>
        <p:nvSpPr>
          <p:cNvPr id="15" name="Google Shape;15;p36"/>
          <p:cNvSpPr/>
          <p:nvPr/>
        </p:nvSpPr>
        <p:spPr>
          <a:xfrm>
            <a:off x="5835191" y="2955576"/>
            <a:ext cx="5519318" cy="262829"/>
          </a:xfrm>
          <a:prstGeom prst="rect">
            <a:avLst/>
          </a:prstGeom>
          <a:noFill/>
          <a:ln>
            <a:noFill/>
          </a:ln>
        </p:spPr>
        <p:txBody>
          <a:bodyPr anchorCtr="0" anchor="t" bIns="45700" lIns="91425" spcFirstLastPara="1" rIns="91425" wrap="square" tIns="45700">
            <a:spAutoFit/>
          </a:bodyPr>
          <a:lstStyle/>
          <a:p>
            <a:pPr indent="0" lvl="0" marL="0" marR="0" rtl="0" algn="r">
              <a:lnSpc>
                <a:spcPct val="166666"/>
              </a:lnSpc>
              <a:spcBef>
                <a:spcPts val="0"/>
              </a:spcBef>
              <a:spcAft>
                <a:spcPts val="0"/>
              </a:spcAft>
              <a:buNone/>
            </a:pPr>
            <a:r>
              <a:rPr b="0" i="0" lang="en" sz="900" u="none" cap="none" strike="noStrike">
                <a:solidFill>
                  <a:srgbClr val="595959"/>
                </a:solidFill>
                <a:latin typeface="Arial"/>
                <a:ea typeface="Arial"/>
                <a:cs typeface="Arial"/>
                <a:sym typeface="Arial"/>
              </a:rPr>
              <a:t>Copyright © 2023. All rights reserved.  release 2.0.0</a:t>
            </a:r>
            <a:endParaRPr/>
          </a:p>
        </p:txBody>
      </p:sp>
      <p:sp>
        <p:nvSpPr>
          <p:cNvPr id="16" name="Google Shape;16;p36"/>
          <p:cNvSpPr txBox="1"/>
          <p:nvPr>
            <p:ph idx="1" type="body"/>
          </p:nvPr>
        </p:nvSpPr>
        <p:spPr>
          <a:xfrm>
            <a:off x="4888295" y="719340"/>
            <a:ext cx="6474378" cy="1398560"/>
          </a:xfrm>
          <a:prstGeom prst="rect">
            <a:avLst/>
          </a:prstGeom>
          <a:noFill/>
          <a:ln>
            <a:noFill/>
          </a:ln>
        </p:spPr>
        <p:txBody>
          <a:bodyPr anchorCtr="0" anchor="ctr" bIns="45700" lIns="91425" spcFirstLastPara="1" rIns="91425" wrap="square" tIns="45700">
            <a:noAutofit/>
          </a:bodyPr>
          <a:lstStyle>
            <a:lvl1pPr indent="-228600" lvl="0" marL="457200" marR="0" rtl="0" algn="r">
              <a:lnSpc>
                <a:spcPct val="125000"/>
              </a:lnSpc>
              <a:spcBef>
                <a:spcPts val="0"/>
              </a:spcBef>
              <a:spcAft>
                <a:spcPts val="0"/>
              </a:spcAft>
              <a:buClr>
                <a:srgbClr val="000000"/>
              </a:buClr>
              <a:buSzPts val="3600"/>
              <a:buFont typeface="Arial"/>
              <a:buNone/>
              <a:defRPr b="1"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7" name="Google Shape;17;p36"/>
          <p:cNvSpPr txBox="1"/>
          <p:nvPr/>
        </p:nvSpPr>
        <p:spPr>
          <a:xfrm>
            <a:off x="10021944" y="380786"/>
            <a:ext cx="161996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600" u="none" cap="none" strike="noStrike">
                <a:solidFill>
                  <a:srgbClr val="7F7F7F"/>
                </a:solidFill>
                <a:latin typeface="Arial"/>
                <a:ea typeface="Arial"/>
                <a:cs typeface="Arial"/>
                <a:sym typeface="Arial"/>
              </a:rPr>
              <a:t>Semester </a:t>
            </a:r>
            <a:r>
              <a:rPr b="1" i="0" lang="en" sz="1600" u="none" cap="none" strike="noStrike">
                <a:solidFill>
                  <a:srgbClr val="000000"/>
                </a:solidFill>
                <a:latin typeface="Arial"/>
                <a:ea typeface="Arial"/>
                <a:cs typeface="Arial"/>
                <a:sym typeface="Arial"/>
              </a:rPr>
              <a:t>01</a:t>
            </a:r>
            <a:endParaRPr/>
          </a:p>
        </p:txBody>
      </p:sp>
      <p:sp>
        <p:nvSpPr>
          <p:cNvPr id="18" name="Google Shape;18;p36"/>
          <p:cNvSpPr txBox="1"/>
          <p:nvPr>
            <p:ph idx="2" type="body"/>
          </p:nvPr>
        </p:nvSpPr>
        <p:spPr>
          <a:xfrm>
            <a:off x="4884251" y="2240441"/>
            <a:ext cx="6486586" cy="70406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36"/>
          <p:cNvSpPr txBox="1"/>
          <p:nvPr>
            <p:ph idx="3" type="body"/>
          </p:nvPr>
        </p:nvSpPr>
        <p:spPr>
          <a:xfrm>
            <a:off x="4880131" y="704162"/>
            <a:ext cx="6474378" cy="430887"/>
          </a:xfrm>
          <a:prstGeom prst="rect">
            <a:avLst/>
          </a:prstGeom>
          <a:noFill/>
          <a:ln>
            <a:noFill/>
          </a:ln>
        </p:spPr>
        <p:txBody>
          <a:bodyPr anchorCtr="0" anchor="ctr" bIns="45700" lIns="91425" spcFirstLastPara="1" rIns="91425" wrap="square" tIns="45700">
            <a:spAutoFit/>
          </a:bodyPr>
          <a:lstStyle>
            <a:lvl1pPr indent="-228600" lvl="0" marL="457200" marR="0" rtl="0" algn="r">
              <a:lnSpc>
                <a:spcPct val="100000"/>
              </a:lnSpc>
              <a:spcBef>
                <a:spcPts val="0"/>
              </a:spcBef>
              <a:spcAft>
                <a:spcPts val="0"/>
              </a:spcAft>
              <a:buClr>
                <a:srgbClr val="7F7F7F"/>
              </a:buClr>
              <a:buSzPts val="2200"/>
              <a:buFont typeface="Arial"/>
              <a:buNone/>
              <a:defRPr b="1" i="0" sz="2200" u="none" cap="none" strike="noStrike">
                <a:solidFill>
                  <a:srgbClr val="7F7F7F"/>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p36"/>
          <p:cNvSpPr/>
          <p:nvPr/>
        </p:nvSpPr>
        <p:spPr>
          <a:xfrm>
            <a:off x="11429926" y="380786"/>
            <a:ext cx="103852" cy="1306959"/>
          </a:xfrm>
          <a:prstGeom prst="rect">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60141"/>
              </a:solidFill>
              <a:latin typeface="Calibri"/>
              <a:ea typeface="Calibri"/>
              <a:cs typeface="Calibri"/>
              <a:sym typeface="Calibri"/>
            </a:endParaRPr>
          </a:p>
        </p:txBody>
      </p:sp>
      <p:sp>
        <p:nvSpPr>
          <p:cNvPr id="21" name="Google Shape;21;p36"/>
          <p:cNvSpPr txBox="1"/>
          <p:nvPr/>
        </p:nvSpPr>
        <p:spPr>
          <a:xfrm>
            <a:off x="10116901" y="1983451"/>
            <a:ext cx="13131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Module # </a:t>
            </a:r>
            <a:r>
              <a:rPr b="1" i="0" lang="en" sz="1600" u="none" cap="none" strike="noStrike">
                <a:solidFill>
                  <a:srgbClr val="000000"/>
                </a:solidFill>
                <a:latin typeface="Arial"/>
                <a:ea typeface="Arial"/>
                <a:cs typeface="Arial"/>
                <a:sym typeface="Arial"/>
              </a:rPr>
              <a:t>02</a:t>
            </a:r>
            <a:endParaRPr b="1" i="0" sz="1600" u="none" cap="none" strike="noStrike">
              <a:solidFill>
                <a:srgbClr val="000000"/>
              </a:solidFill>
              <a:latin typeface="Arial"/>
              <a:ea typeface="Arial"/>
              <a:cs typeface="Arial"/>
              <a:sym typeface="Arial"/>
            </a:endParaRPr>
          </a:p>
        </p:txBody>
      </p:sp>
      <p:sp>
        <p:nvSpPr>
          <p:cNvPr id="22" name="Google Shape;22;p36"/>
          <p:cNvSpPr/>
          <p:nvPr/>
        </p:nvSpPr>
        <p:spPr>
          <a:xfrm>
            <a:off x="11429926" y="1648617"/>
            <a:ext cx="103852" cy="1306959"/>
          </a:xfrm>
          <a:prstGeom prst="rect">
            <a:avLst/>
          </a:prstGeom>
          <a:solidFill>
            <a:srgbClr val="6474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6014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nningMan-Infographic">
  <p:cSld name="RunningMan-Infographic">
    <p:spTree>
      <p:nvGrpSpPr>
        <p:cNvPr id="23" name="Shape 23"/>
        <p:cNvGrpSpPr/>
        <p:nvPr/>
      </p:nvGrpSpPr>
      <p:grpSpPr>
        <a:xfrm>
          <a:off x="0" y="0"/>
          <a:ext cx="0" cy="0"/>
          <a:chOff x="0" y="0"/>
          <a:chExt cx="0" cy="0"/>
        </a:xfrm>
      </p:grpSpPr>
      <p:sp>
        <p:nvSpPr>
          <p:cNvPr id="24" name="Google Shape;24;p40"/>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 name="Google Shape;25;p40"/>
          <p:cNvSpPr txBox="1"/>
          <p:nvPr>
            <p:ph idx="1" type="body"/>
          </p:nvPr>
        </p:nvSpPr>
        <p:spPr>
          <a:xfrm>
            <a:off x="6213746" y="1967241"/>
            <a:ext cx="5285919" cy="374940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p40"/>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grpSp>
        <p:nvGrpSpPr>
          <p:cNvPr id="27" name="Google Shape;27;p40"/>
          <p:cNvGrpSpPr/>
          <p:nvPr/>
        </p:nvGrpSpPr>
        <p:grpSpPr>
          <a:xfrm flipH="1">
            <a:off x="0" y="1967241"/>
            <a:ext cx="6132405" cy="3823634"/>
            <a:chOff x="6625864" y="1832110"/>
            <a:chExt cx="6820169" cy="4367731"/>
          </a:xfrm>
        </p:grpSpPr>
        <p:sp>
          <p:nvSpPr>
            <p:cNvPr id="28" name="Google Shape;28;p40"/>
            <p:cNvSpPr/>
            <p:nvPr/>
          </p:nvSpPr>
          <p:spPr>
            <a:xfrm>
              <a:off x="8676704" y="2559253"/>
              <a:ext cx="4769328" cy="727141"/>
            </a:xfrm>
            <a:custGeom>
              <a:rect b="b" l="l" r="r" t="t"/>
              <a:pathLst>
                <a:path extrusionOk="0" h="120000" w="120000">
                  <a:moveTo>
                    <a:pt x="3056" y="0"/>
                  </a:moveTo>
                  <a:lnTo>
                    <a:pt x="30729" y="0"/>
                  </a:lnTo>
                  <a:lnTo>
                    <a:pt x="31059" y="1124"/>
                  </a:lnTo>
                  <a:cubicBezTo>
                    <a:pt x="31475" y="2886"/>
                    <a:pt x="31840" y="4840"/>
                    <a:pt x="32174" y="7124"/>
                  </a:cubicBezTo>
                  <a:cubicBezTo>
                    <a:pt x="33513" y="15906"/>
                    <a:pt x="35923" y="41198"/>
                    <a:pt x="36994" y="41901"/>
                  </a:cubicBezTo>
                  <a:cubicBezTo>
                    <a:pt x="38119" y="42252"/>
                    <a:pt x="38868" y="47170"/>
                    <a:pt x="39939" y="49629"/>
                  </a:cubicBezTo>
                  <a:cubicBezTo>
                    <a:pt x="41064" y="52088"/>
                    <a:pt x="41921" y="61221"/>
                    <a:pt x="43420" y="50683"/>
                  </a:cubicBezTo>
                  <a:cubicBezTo>
                    <a:pt x="44973" y="40144"/>
                    <a:pt x="44223" y="18365"/>
                    <a:pt x="44009" y="7475"/>
                  </a:cubicBezTo>
                  <a:cubicBezTo>
                    <a:pt x="43942" y="4753"/>
                    <a:pt x="43818" y="2491"/>
                    <a:pt x="43628" y="565"/>
                  </a:cubicBezTo>
                  <a:lnTo>
                    <a:pt x="43539" y="0"/>
                  </a:lnTo>
                  <a:lnTo>
                    <a:pt x="120000" y="0"/>
                  </a:lnTo>
                  <a:lnTo>
                    <a:pt x="120000" y="119999"/>
                  </a:lnTo>
                  <a:lnTo>
                    <a:pt x="7713" y="119999"/>
                  </a:lnTo>
                  <a:lnTo>
                    <a:pt x="7648" y="118480"/>
                  </a:lnTo>
                  <a:cubicBezTo>
                    <a:pt x="6577" y="86514"/>
                    <a:pt x="848" y="23985"/>
                    <a:pt x="312" y="15203"/>
                  </a:cubicBezTo>
                  <a:cubicBezTo>
                    <a:pt x="-276" y="6421"/>
                    <a:pt x="44" y="3259"/>
                    <a:pt x="633" y="3259"/>
                  </a:cubicBezTo>
                  <a:cubicBezTo>
                    <a:pt x="834" y="3259"/>
                    <a:pt x="1652" y="2370"/>
                    <a:pt x="2738" y="573"/>
                  </a:cubicBezTo>
                  <a:lnTo>
                    <a:pt x="3056" y="0"/>
                  </a:lnTo>
                  <a:close/>
                </a:path>
              </a:pathLst>
            </a:custGeom>
            <a:solidFill>
              <a:srgbClr val="2C96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 name="Google Shape;29;p40"/>
            <p:cNvSpPr/>
            <p:nvPr/>
          </p:nvSpPr>
          <p:spPr>
            <a:xfrm>
              <a:off x="7565934" y="1832111"/>
              <a:ext cx="5880099" cy="727143"/>
            </a:xfrm>
            <a:custGeom>
              <a:rect b="b" l="l" r="r" t="t"/>
              <a:pathLst>
                <a:path extrusionOk="0" h="120000" w="120000">
                  <a:moveTo>
                    <a:pt x="34007" y="85837"/>
                  </a:moveTo>
                  <a:cubicBezTo>
                    <a:pt x="34641" y="85606"/>
                    <a:pt x="35365" y="85672"/>
                    <a:pt x="36603" y="89888"/>
                  </a:cubicBezTo>
                  <a:cubicBezTo>
                    <a:pt x="38297" y="95859"/>
                    <a:pt x="40295" y="99372"/>
                    <a:pt x="43249" y="106749"/>
                  </a:cubicBezTo>
                  <a:cubicBezTo>
                    <a:pt x="44726" y="110438"/>
                    <a:pt x="45833" y="113248"/>
                    <a:pt x="46707" y="116278"/>
                  </a:cubicBezTo>
                  <a:lnTo>
                    <a:pt x="47593" y="120000"/>
                  </a:lnTo>
                  <a:lnTo>
                    <a:pt x="25147" y="120000"/>
                  </a:lnTo>
                  <a:lnTo>
                    <a:pt x="25832" y="118473"/>
                  </a:lnTo>
                  <a:cubicBezTo>
                    <a:pt x="27156" y="115268"/>
                    <a:pt x="28698" y="110438"/>
                    <a:pt x="29784" y="103939"/>
                  </a:cubicBezTo>
                  <a:cubicBezTo>
                    <a:pt x="31956" y="90941"/>
                    <a:pt x="32564" y="86024"/>
                    <a:pt x="33389" y="86024"/>
                  </a:cubicBezTo>
                  <a:cubicBezTo>
                    <a:pt x="33595" y="86024"/>
                    <a:pt x="33796" y="85914"/>
                    <a:pt x="34007" y="85837"/>
                  </a:cubicBezTo>
                  <a:close/>
                  <a:moveTo>
                    <a:pt x="0" y="0"/>
                  </a:moveTo>
                  <a:lnTo>
                    <a:pt x="120000" y="0"/>
                  </a:lnTo>
                  <a:lnTo>
                    <a:pt x="120000" y="120000"/>
                  </a:lnTo>
                  <a:lnTo>
                    <a:pt x="57982" y="120000"/>
                  </a:lnTo>
                  <a:lnTo>
                    <a:pt x="57425" y="115663"/>
                  </a:lnTo>
                  <a:cubicBezTo>
                    <a:pt x="56887" y="112897"/>
                    <a:pt x="56105" y="110965"/>
                    <a:pt x="55019" y="108857"/>
                  </a:cubicBezTo>
                  <a:cubicBezTo>
                    <a:pt x="52804" y="104642"/>
                    <a:pt x="52457" y="108857"/>
                    <a:pt x="49416" y="94103"/>
                  </a:cubicBezTo>
                  <a:cubicBezTo>
                    <a:pt x="46376" y="79700"/>
                    <a:pt x="39296" y="52652"/>
                    <a:pt x="38341" y="47734"/>
                  </a:cubicBezTo>
                  <a:cubicBezTo>
                    <a:pt x="37385" y="43167"/>
                    <a:pt x="34605" y="37898"/>
                    <a:pt x="31261" y="44221"/>
                  </a:cubicBezTo>
                  <a:cubicBezTo>
                    <a:pt x="27916" y="50544"/>
                    <a:pt x="24268" y="61785"/>
                    <a:pt x="23616" y="61785"/>
                  </a:cubicBezTo>
                  <a:cubicBezTo>
                    <a:pt x="22965" y="61785"/>
                    <a:pt x="21532" y="64947"/>
                    <a:pt x="21532" y="69162"/>
                  </a:cubicBezTo>
                  <a:cubicBezTo>
                    <a:pt x="21532" y="69162"/>
                    <a:pt x="17622" y="65649"/>
                    <a:pt x="15842" y="75485"/>
                  </a:cubicBezTo>
                  <a:cubicBezTo>
                    <a:pt x="14017" y="85321"/>
                    <a:pt x="13887" y="90941"/>
                    <a:pt x="12758" y="94806"/>
                  </a:cubicBezTo>
                  <a:cubicBezTo>
                    <a:pt x="11585" y="98318"/>
                    <a:pt x="10890" y="98318"/>
                    <a:pt x="10282" y="97265"/>
                  </a:cubicBezTo>
                  <a:cubicBezTo>
                    <a:pt x="10282" y="97265"/>
                    <a:pt x="6938" y="87077"/>
                    <a:pt x="7589" y="71270"/>
                  </a:cubicBezTo>
                  <a:cubicBezTo>
                    <a:pt x="8241" y="55813"/>
                    <a:pt x="8371" y="30872"/>
                    <a:pt x="5157" y="10849"/>
                  </a:cubicBezTo>
                  <a:cubicBezTo>
                    <a:pt x="3951" y="3472"/>
                    <a:pt x="2551" y="245"/>
                    <a:pt x="1186" y="0"/>
                  </a:cubicBezTo>
                  <a:lnTo>
                    <a:pt x="0" y="623"/>
                  </a:lnTo>
                  <a:close/>
                </a:path>
              </a:pathLst>
            </a:custGeom>
            <a:solidFill>
              <a:srgbClr val="1E4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Google Shape;30;p40"/>
            <p:cNvSpPr/>
            <p:nvPr/>
          </p:nvSpPr>
          <p:spPr>
            <a:xfrm>
              <a:off x="9898038" y="2559253"/>
              <a:ext cx="542487" cy="337204"/>
            </a:xfrm>
            <a:custGeom>
              <a:rect b="b" l="l" r="r" t="t"/>
              <a:pathLst>
                <a:path extrusionOk="0" h="120000" w="120000">
                  <a:moveTo>
                    <a:pt x="0" y="0"/>
                  </a:moveTo>
                  <a:lnTo>
                    <a:pt x="112616" y="0"/>
                  </a:lnTo>
                  <a:lnTo>
                    <a:pt x="113404" y="1218"/>
                  </a:lnTo>
                  <a:cubicBezTo>
                    <a:pt x="115074" y="5372"/>
                    <a:pt x="116163" y="10249"/>
                    <a:pt x="116751" y="16119"/>
                  </a:cubicBezTo>
                  <a:cubicBezTo>
                    <a:pt x="118634" y="39602"/>
                    <a:pt x="125225" y="86567"/>
                    <a:pt x="111572" y="109292"/>
                  </a:cubicBezTo>
                  <a:cubicBezTo>
                    <a:pt x="98390" y="132017"/>
                    <a:pt x="90857" y="112322"/>
                    <a:pt x="80971" y="107020"/>
                  </a:cubicBezTo>
                  <a:cubicBezTo>
                    <a:pt x="71555" y="101717"/>
                    <a:pt x="64964" y="91112"/>
                    <a:pt x="55077" y="90355"/>
                  </a:cubicBezTo>
                  <a:cubicBezTo>
                    <a:pt x="45661" y="88840"/>
                    <a:pt x="24476" y="34299"/>
                    <a:pt x="12706" y="15362"/>
                  </a:cubicBezTo>
                  <a:cubicBezTo>
                    <a:pt x="9763" y="10438"/>
                    <a:pt x="6556" y="6225"/>
                    <a:pt x="2900" y="2425"/>
                  </a:cubicBez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 name="Google Shape;31;p40"/>
            <p:cNvSpPr/>
            <p:nvPr/>
          </p:nvSpPr>
          <p:spPr>
            <a:xfrm>
              <a:off x="9308468" y="4013537"/>
              <a:ext cx="4137563" cy="727141"/>
            </a:xfrm>
            <a:custGeom>
              <a:rect b="b" l="l" r="r" t="t"/>
              <a:pathLst>
                <a:path extrusionOk="0" h="120000" w="120000">
                  <a:moveTo>
                    <a:pt x="2944" y="0"/>
                  </a:moveTo>
                  <a:lnTo>
                    <a:pt x="120000" y="0"/>
                  </a:lnTo>
                  <a:lnTo>
                    <a:pt x="120000" y="119999"/>
                  </a:lnTo>
                  <a:lnTo>
                    <a:pt x="8271" y="119999"/>
                  </a:lnTo>
                  <a:lnTo>
                    <a:pt x="8003" y="116458"/>
                  </a:lnTo>
                  <a:cubicBezTo>
                    <a:pt x="6446" y="97506"/>
                    <a:pt x="3101" y="64573"/>
                    <a:pt x="0" y="47448"/>
                  </a:cubicBezTo>
                  <a:cubicBezTo>
                    <a:pt x="0" y="47448"/>
                    <a:pt x="3308" y="30773"/>
                    <a:pt x="3018" y="2600"/>
                  </a:cubicBezTo>
                  <a:lnTo>
                    <a:pt x="2944" y="0"/>
                  </a:lnTo>
                  <a:close/>
                </a:path>
              </a:pathLst>
            </a:custGeom>
            <a:gradFill>
              <a:gsLst>
                <a:gs pos="0">
                  <a:schemeClr val="accent4"/>
                </a:gs>
                <a:gs pos="41000">
                  <a:srgbClr val="8296B0"/>
                </a:gs>
                <a:gs pos="83000">
                  <a:srgbClr val="ACB8CA"/>
                </a:gs>
                <a:gs pos="100000">
                  <a:srgbClr val="D5DBE5"/>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 name="Google Shape;32;p40"/>
            <p:cNvSpPr/>
            <p:nvPr/>
          </p:nvSpPr>
          <p:spPr>
            <a:xfrm>
              <a:off x="8983260" y="3286396"/>
              <a:ext cx="4462773" cy="727141"/>
            </a:xfrm>
            <a:custGeom>
              <a:rect b="b" l="l" r="r" t="t"/>
              <a:pathLst>
                <a:path extrusionOk="0" h="120000" w="120000">
                  <a:moveTo>
                    <a:pt x="0" y="0"/>
                  </a:moveTo>
                  <a:lnTo>
                    <a:pt x="120000" y="0"/>
                  </a:lnTo>
                  <a:lnTo>
                    <a:pt x="120000" y="120000"/>
                  </a:lnTo>
                  <a:lnTo>
                    <a:pt x="11474" y="120000"/>
                  </a:lnTo>
                  <a:lnTo>
                    <a:pt x="11205" y="109837"/>
                  </a:lnTo>
                  <a:cubicBezTo>
                    <a:pt x="9717" y="73655"/>
                    <a:pt x="7485" y="62414"/>
                    <a:pt x="5539" y="55037"/>
                  </a:cubicBezTo>
                  <a:cubicBezTo>
                    <a:pt x="3837" y="48582"/>
                    <a:pt x="1740" y="34328"/>
                    <a:pt x="437" y="9685"/>
                  </a:cubicBezTo>
                  <a:lnTo>
                    <a:pt x="0" y="0"/>
                  </a:lnTo>
                  <a:close/>
                </a:path>
              </a:pathLst>
            </a:custGeom>
            <a:solidFill>
              <a:srgbClr val="AFEA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 name="Google Shape;33;p40"/>
            <p:cNvSpPr/>
            <p:nvPr/>
          </p:nvSpPr>
          <p:spPr>
            <a:xfrm>
              <a:off x="10167877" y="5467819"/>
              <a:ext cx="3278156" cy="727141"/>
            </a:xfrm>
            <a:custGeom>
              <a:rect b="b" l="l" r="r" t="t"/>
              <a:pathLst>
                <a:path extrusionOk="0" h="120000" w="120000">
                  <a:moveTo>
                    <a:pt x="0" y="0"/>
                  </a:moveTo>
                  <a:lnTo>
                    <a:pt x="120000" y="0"/>
                  </a:lnTo>
                  <a:lnTo>
                    <a:pt x="120000" y="119999"/>
                  </a:lnTo>
                  <a:lnTo>
                    <a:pt x="0" y="119999"/>
                  </a:lnTo>
                  <a:lnTo>
                    <a:pt x="0" y="0"/>
                  </a:lnTo>
                  <a:close/>
                </a:path>
              </a:pathLst>
            </a:custGeom>
            <a:solidFill>
              <a:srgbClr val="71DA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 name="Google Shape;34;p40"/>
            <p:cNvSpPr/>
            <p:nvPr/>
          </p:nvSpPr>
          <p:spPr>
            <a:xfrm>
              <a:off x="9593681" y="4740680"/>
              <a:ext cx="3852352" cy="727138"/>
            </a:xfrm>
            <a:custGeom>
              <a:rect b="b" l="l" r="r" t="t"/>
              <a:pathLst>
                <a:path extrusionOk="0" h="120000" w="120000">
                  <a:moveTo>
                    <a:pt x="0" y="0"/>
                  </a:moveTo>
                  <a:lnTo>
                    <a:pt x="120000" y="0"/>
                  </a:lnTo>
                  <a:lnTo>
                    <a:pt x="120000" y="120000"/>
                  </a:lnTo>
                  <a:lnTo>
                    <a:pt x="17886" y="120000"/>
                  </a:lnTo>
                  <a:lnTo>
                    <a:pt x="17886" y="110928"/>
                  </a:lnTo>
                  <a:lnTo>
                    <a:pt x="17510" y="108667"/>
                  </a:lnTo>
                  <a:cubicBezTo>
                    <a:pt x="16026" y="99577"/>
                    <a:pt x="14286" y="88160"/>
                    <a:pt x="13258" y="78851"/>
                  </a:cubicBezTo>
                  <a:cubicBezTo>
                    <a:pt x="11203" y="60233"/>
                    <a:pt x="6960" y="33184"/>
                    <a:pt x="1524" y="20187"/>
                  </a:cubicBezTo>
                  <a:cubicBezTo>
                    <a:pt x="1524" y="20187"/>
                    <a:pt x="861" y="18079"/>
                    <a:pt x="662" y="9648"/>
                  </a:cubicBezTo>
                  <a:cubicBezTo>
                    <a:pt x="637" y="8594"/>
                    <a:pt x="539" y="6876"/>
                    <a:pt x="377" y="4632"/>
                  </a:cubicBezTo>
                  <a:lnTo>
                    <a:pt x="0" y="0"/>
                  </a:lnTo>
                  <a:close/>
                </a:path>
              </a:pathLst>
            </a:custGeom>
            <a:solidFill>
              <a:srgbClr val="008BB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 name="Google Shape;35;p40"/>
            <p:cNvSpPr/>
            <p:nvPr/>
          </p:nvSpPr>
          <p:spPr>
            <a:xfrm>
              <a:off x="10167877" y="6194962"/>
              <a:ext cx="3278156" cy="4879"/>
            </a:xfrm>
            <a:custGeom>
              <a:rect b="b" l="l" r="r" t="t"/>
              <a:pathLst>
                <a:path extrusionOk="0" h="120000" w="120000">
                  <a:moveTo>
                    <a:pt x="0" y="0"/>
                  </a:moveTo>
                  <a:lnTo>
                    <a:pt x="120000" y="0"/>
                  </a:lnTo>
                  <a:lnTo>
                    <a:pt x="120000" y="122"/>
                  </a:lnTo>
                  <a:lnTo>
                    <a:pt x="120000" y="120000"/>
                  </a:lnTo>
                  <a:lnTo>
                    <a:pt x="3889" y="120000"/>
                  </a:lnTo>
                  <a:lnTo>
                    <a:pt x="3889" y="106718"/>
                  </a:lnTo>
                  <a:lnTo>
                    <a:pt x="0" y="106718"/>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 name="Google Shape;36;p40"/>
            <p:cNvSpPr/>
            <p:nvPr/>
          </p:nvSpPr>
          <p:spPr>
            <a:xfrm>
              <a:off x="8125821" y="5963555"/>
              <a:ext cx="524061" cy="176511"/>
            </a:xfrm>
            <a:custGeom>
              <a:rect b="b" l="l" r="r" t="t"/>
              <a:pathLst>
                <a:path extrusionOk="0" h="120000" w="120000">
                  <a:moveTo>
                    <a:pt x="17967" y="0"/>
                  </a:moveTo>
                  <a:lnTo>
                    <a:pt x="120000" y="0"/>
                  </a:lnTo>
                  <a:lnTo>
                    <a:pt x="114365" y="10088"/>
                  </a:lnTo>
                  <a:cubicBezTo>
                    <a:pt x="63194" y="104150"/>
                    <a:pt x="4712" y="149011"/>
                    <a:pt x="814" y="99809"/>
                  </a:cubicBezTo>
                  <a:cubicBezTo>
                    <a:pt x="-1744" y="62908"/>
                    <a:pt x="1727" y="34960"/>
                    <a:pt x="11231" y="12303"/>
                  </a:cubicBezTo>
                  <a:lnTo>
                    <a:pt x="17967"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 name="Google Shape;37;p40"/>
            <p:cNvSpPr/>
            <p:nvPr/>
          </p:nvSpPr>
          <p:spPr>
            <a:xfrm>
              <a:off x="10076514" y="5963553"/>
              <a:ext cx="197611" cy="231412"/>
            </a:xfrm>
            <a:custGeom>
              <a:rect b="b" l="l" r="r" t="t"/>
              <a:pathLst>
                <a:path extrusionOk="0" h="120000" w="120000">
                  <a:moveTo>
                    <a:pt x="44039" y="0"/>
                  </a:moveTo>
                  <a:lnTo>
                    <a:pt x="119999" y="0"/>
                  </a:lnTo>
                  <a:lnTo>
                    <a:pt x="119999" y="88431"/>
                  </a:lnTo>
                  <a:lnTo>
                    <a:pt x="99120" y="103121"/>
                  </a:lnTo>
                  <a:cubicBezTo>
                    <a:pt x="57682" y="127594"/>
                    <a:pt x="19878" y="123041"/>
                    <a:pt x="5339" y="104829"/>
                  </a:cubicBezTo>
                  <a:cubicBezTo>
                    <a:pt x="-14046" y="79441"/>
                    <a:pt x="24725" y="66196"/>
                    <a:pt x="36357" y="47431"/>
                  </a:cubicBezTo>
                  <a:cubicBezTo>
                    <a:pt x="38942" y="42464"/>
                    <a:pt x="40881" y="33219"/>
                    <a:pt x="42335" y="21733"/>
                  </a:cubicBezTo>
                  <a:lnTo>
                    <a:pt x="44039"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 name="Google Shape;38;p40"/>
            <p:cNvSpPr/>
            <p:nvPr/>
          </p:nvSpPr>
          <p:spPr>
            <a:xfrm>
              <a:off x="6625864" y="2559251"/>
              <a:ext cx="3814660" cy="727143"/>
            </a:xfrm>
            <a:custGeom>
              <a:rect b="b" l="l" r="r" t="t"/>
              <a:pathLst>
                <a:path extrusionOk="0" h="120000" w="120000">
                  <a:moveTo>
                    <a:pt x="6569" y="21185"/>
                  </a:moveTo>
                  <a:cubicBezTo>
                    <a:pt x="7692" y="20791"/>
                    <a:pt x="8322" y="33777"/>
                    <a:pt x="9669" y="40847"/>
                  </a:cubicBezTo>
                  <a:cubicBezTo>
                    <a:pt x="11209" y="48926"/>
                    <a:pt x="10875" y="73165"/>
                    <a:pt x="10808" y="77732"/>
                  </a:cubicBezTo>
                  <a:cubicBezTo>
                    <a:pt x="10749" y="81420"/>
                    <a:pt x="14279" y="109583"/>
                    <a:pt x="15700" y="118449"/>
                  </a:cubicBezTo>
                  <a:lnTo>
                    <a:pt x="15989" y="120000"/>
                  </a:lnTo>
                  <a:lnTo>
                    <a:pt x="8525" y="120000"/>
                  </a:lnTo>
                  <a:lnTo>
                    <a:pt x="8524" y="119990"/>
                  </a:lnTo>
                  <a:cubicBezTo>
                    <a:pt x="7669" y="112091"/>
                    <a:pt x="6975" y="105571"/>
                    <a:pt x="6590" y="101970"/>
                  </a:cubicBezTo>
                  <a:cubicBezTo>
                    <a:pt x="4983" y="87216"/>
                    <a:pt x="4648" y="89675"/>
                    <a:pt x="1970" y="77732"/>
                  </a:cubicBezTo>
                  <a:cubicBezTo>
                    <a:pt x="-640" y="65437"/>
                    <a:pt x="95" y="60519"/>
                    <a:pt x="95" y="57006"/>
                  </a:cubicBezTo>
                  <a:cubicBezTo>
                    <a:pt x="95" y="53493"/>
                    <a:pt x="1367" y="45062"/>
                    <a:pt x="1836" y="42603"/>
                  </a:cubicBezTo>
                  <a:cubicBezTo>
                    <a:pt x="2372" y="40144"/>
                    <a:pt x="3778" y="34524"/>
                    <a:pt x="4112" y="31714"/>
                  </a:cubicBezTo>
                  <a:cubicBezTo>
                    <a:pt x="4447" y="28903"/>
                    <a:pt x="4983" y="26093"/>
                    <a:pt x="5384" y="25039"/>
                  </a:cubicBezTo>
                  <a:cubicBezTo>
                    <a:pt x="5786" y="23985"/>
                    <a:pt x="6054" y="22229"/>
                    <a:pt x="6054" y="22229"/>
                  </a:cubicBezTo>
                  <a:cubicBezTo>
                    <a:pt x="6238" y="21570"/>
                    <a:pt x="6409" y="21241"/>
                    <a:pt x="6569" y="21185"/>
                  </a:cubicBezTo>
                  <a:close/>
                  <a:moveTo>
                    <a:pt x="102934" y="0"/>
                  </a:moveTo>
                  <a:lnTo>
                    <a:pt x="118950" y="0"/>
                  </a:lnTo>
                  <a:lnTo>
                    <a:pt x="119062" y="565"/>
                  </a:lnTo>
                  <a:cubicBezTo>
                    <a:pt x="119299" y="2491"/>
                    <a:pt x="119454" y="4753"/>
                    <a:pt x="119538" y="7475"/>
                  </a:cubicBezTo>
                  <a:cubicBezTo>
                    <a:pt x="119805" y="18365"/>
                    <a:pt x="120743" y="40144"/>
                    <a:pt x="118801" y="50683"/>
                  </a:cubicBezTo>
                  <a:cubicBezTo>
                    <a:pt x="116926" y="61221"/>
                    <a:pt x="115855" y="52088"/>
                    <a:pt x="114449" y="49629"/>
                  </a:cubicBezTo>
                  <a:cubicBezTo>
                    <a:pt x="113110" y="47170"/>
                    <a:pt x="112173" y="42252"/>
                    <a:pt x="110767" y="41901"/>
                  </a:cubicBezTo>
                  <a:cubicBezTo>
                    <a:pt x="109428" y="41198"/>
                    <a:pt x="106415" y="15906"/>
                    <a:pt x="104741" y="7124"/>
                  </a:cubicBezTo>
                  <a:cubicBezTo>
                    <a:pt x="104323" y="4840"/>
                    <a:pt x="103867" y="2886"/>
                    <a:pt x="103347" y="1124"/>
                  </a:cubicBezTo>
                  <a:close/>
                  <a:moveTo>
                    <a:pt x="24322" y="0"/>
                  </a:moveTo>
                  <a:lnTo>
                    <a:pt x="68335" y="0"/>
                  </a:lnTo>
                  <a:lnTo>
                    <a:pt x="67938" y="573"/>
                  </a:lnTo>
                  <a:cubicBezTo>
                    <a:pt x="66581" y="2370"/>
                    <a:pt x="65558" y="3259"/>
                    <a:pt x="65306" y="3259"/>
                  </a:cubicBezTo>
                  <a:cubicBezTo>
                    <a:pt x="64570" y="3259"/>
                    <a:pt x="64168" y="6421"/>
                    <a:pt x="64905" y="15203"/>
                  </a:cubicBezTo>
                  <a:cubicBezTo>
                    <a:pt x="65574" y="23985"/>
                    <a:pt x="72738" y="86514"/>
                    <a:pt x="74077" y="118480"/>
                  </a:cubicBezTo>
                  <a:lnTo>
                    <a:pt x="74157" y="119999"/>
                  </a:lnTo>
                  <a:lnTo>
                    <a:pt x="39407" y="119999"/>
                  </a:lnTo>
                  <a:lnTo>
                    <a:pt x="39209" y="119120"/>
                  </a:lnTo>
                  <a:cubicBezTo>
                    <a:pt x="37298" y="110598"/>
                    <a:pt x="35848" y="104078"/>
                    <a:pt x="35848" y="104078"/>
                  </a:cubicBezTo>
                  <a:cubicBezTo>
                    <a:pt x="35848" y="104078"/>
                    <a:pt x="35848" y="104078"/>
                    <a:pt x="35379" y="106537"/>
                  </a:cubicBezTo>
                  <a:cubicBezTo>
                    <a:pt x="35362" y="107064"/>
                    <a:pt x="34718" y="111477"/>
                    <a:pt x="33721" y="117992"/>
                  </a:cubicBezTo>
                  <a:lnTo>
                    <a:pt x="33409" y="119999"/>
                  </a:lnTo>
                  <a:lnTo>
                    <a:pt x="21293" y="119999"/>
                  </a:lnTo>
                  <a:lnTo>
                    <a:pt x="21604" y="117492"/>
                  </a:lnTo>
                  <a:cubicBezTo>
                    <a:pt x="22909" y="107744"/>
                    <a:pt x="23763" y="106097"/>
                    <a:pt x="25068" y="99511"/>
                  </a:cubicBezTo>
                  <a:cubicBezTo>
                    <a:pt x="26809" y="90378"/>
                    <a:pt x="27613" y="90729"/>
                    <a:pt x="28416" y="69652"/>
                  </a:cubicBezTo>
                  <a:cubicBezTo>
                    <a:pt x="28525" y="67017"/>
                    <a:pt x="28697" y="64388"/>
                    <a:pt x="28916" y="61804"/>
                  </a:cubicBezTo>
                  <a:lnTo>
                    <a:pt x="29572" y="55412"/>
                  </a:lnTo>
                  <a:lnTo>
                    <a:pt x="29693" y="54229"/>
                  </a:lnTo>
                  <a:cubicBezTo>
                    <a:pt x="31454" y="39508"/>
                    <a:pt x="34241" y="27849"/>
                    <a:pt x="34241" y="27849"/>
                  </a:cubicBezTo>
                  <a:cubicBezTo>
                    <a:pt x="34241" y="27849"/>
                    <a:pt x="33236" y="18716"/>
                    <a:pt x="31897" y="13447"/>
                  </a:cubicBezTo>
                  <a:cubicBezTo>
                    <a:pt x="31228" y="10812"/>
                    <a:pt x="30592" y="11076"/>
                    <a:pt x="29914" y="12086"/>
                  </a:cubicBezTo>
                  <a:lnTo>
                    <a:pt x="29572" y="12670"/>
                  </a:lnTo>
                  <a:lnTo>
                    <a:pt x="29572" y="12670"/>
                  </a:lnTo>
                  <a:lnTo>
                    <a:pt x="28856" y="13892"/>
                  </a:lnTo>
                  <a:cubicBezTo>
                    <a:pt x="28487" y="14501"/>
                    <a:pt x="28098" y="15028"/>
                    <a:pt x="27680" y="15203"/>
                  </a:cubicBezTo>
                  <a:cubicBezTo>
                    <a:pt x="25939" y="15906"/>
                    <a:pt x="25537" y="10285"/>
                    <a:pt x="25336" y="7124"/>
                  </a:cubicBezTo>
                  <a:cubicBezTo>
                    <a:pt x="25135" y="3962"/>
                    <a:pt x="24734" y="2206"/>
                    <a:pt x="24332" y="98"/>
                  </a:cubicBezTo>
                  <a:close/>
                </a:path>
              </a:pathLst>
            </a:custGeom>
            <a:solidFill>
              <a:srgbClr val="3066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40"/>
            <p:cNvSpPr/>
            <p:nvPr/>
          </p:nvSpPr>
          <p:spPr>
            <a:xfrm>
              <a:off x="7297396" y="1832110"/>
              <a:ext cx="3109750" cy="727141"/>
            </a:xfrm>
            <a:custGeom>
              <a:rect b="b" l="l" r="r" t="t"/>
              <a:pathLst>
                <a:path extrusionOk="0" h="120000" w="120000">
                  <a:moveTo>
                    <a:pt x="12605" y="0"/>
                  </a:moveTo>
                  <a:cubicBezTo>
                    <a:pt x="15186" y="245"/>
                    <a:pt x="17834" y="3472"/>
                    <a:pt x="20113" y="10849"/>
                  </a:cubicBezTo>
                  <a:cubicBezTo>
                    <a:pt x="26191" y="30872"/>
                    <a:pt x="25945" y="55813"/>
                    <a:pt x="24713" y="71270"/>
                  </a:cubicBezTo>
                  <a:cubicBezTo>
                    <a:pt x="23481" y="87077"/>
                    <a:pt x="29805" y="97265"/>
                    <a:pt x="29805" y="97265"/>
                  </a:cubicBezTo>
                  <a:cubicBezTo>
                    <a:pt x="30954" y="98318"/>
                    <a:pt x="32269" y="98318"/>
                    <a:pt x="34486" y="94806"/>
                  </a:cubicBezTo>
                  <a:cubicBezTo>
                    <a:pt x="36621" y="90941"/>
                    <a:pt x="36868" y="85321"/>
                    <a:pt x="40317" y="75485"/>
                  </a:cubicBezTo>
                  <a:cubicBezTo>
                    <a:pt x="43684" y="65649"/>
                    <a:pt x="51076" y="69162"/>
                    <a:pt x="51076" y="69162"/>
                  </a:cubicBezTo>
                  <a:cubicBezTo>
                    <a:pt x="51076" y="64946"/>
                    <a:pt x="53786" y="61785"/>
                    <a:pt x="55018" y="61785"/>
                  </a:cubicBezTo>
                  <a:cubicBezTo>
                    <a:pt x="56250" y="61785"/>
                    <a:pt x="63149" y="50544"/>
                    <a:pt x="69473" y="44221"/>
                  </a:cubicBezTo>
                  <a:cubicBezTo>
                    <a:pt x="75797" y="37898"/>
                    <a:pt x="81053" y="43167"/>
                    <a:pt x="82860" y="47734"/>
                  </a:cubicBezTo>
                  <a:cubicBezTo>
                    <a:pt x="84666" y="52652"/>
                    <a:pt x="98053" y="79700"/>
                    <a:pt x="103802" y="94103"/>
                  </a:cubicBezTo>
                  <a:cubicBezTo>
                    <a:pt x="109551" y="108857"/>
                    <a:pt x="110208" y="104642"/>
                    <a:pt x="114397" y="108857"/>
                  </a:cubicBezTo>
                  <a:cubicBezTo>
                    <a:pt x="116450" y="110965"/>
                    <a:pt x="117928" y="112897"/>
                    <a:pt x="118945" y="115663"/>
                  </a:cubicBezTo>
                  <a:lnTo>
                    <a:pt x="120000" y="119999"/>
                  </a:lnTo>
                  <a:lnTo>
                    <a:pt x="100354" y="119999"/>
                  </a:lnTo>
                  <a:lnTo>
                    <a:pt x="98680" y="116278"/>
                  </a:lnTo>
                  <a:cubicBezTo>
                    <a:pt x="97027" y="113248"/>
                    <a:pt x="94933" y="110438"/>
                    <a:pt x="92140" y="106749"/>
                  </a:cubicBezTo>
                  <a:cubicBezTo>
                    <a:pt x="86555" y="99372"/>
                    <a:pt x="82777" y="95859"/>
                    <a:pt x="79574" y="89888"/>
                  </a:cubicBezTo>
                  <a:cubicBezTo>
                    <a:pt x="76454" y="84267"/>
                    <a:pt x="75057" y="86024"/>
                    <a:pt x="73497" y="86024"/>
                  </a:cubicBezTo>
                  <a:cubicBezTo>
                    <a:pt x="71937" y="86024"/>
                    <a:pt x="70787" y="90941"/>
                    <a:pt x="66680" y="103939"/>
                  </a:cubicBezTo>
                  <a:cubicBezTo>
                    <a:pt x="64627" y="110438"/>
                    <a:pt x="61712" y="115268"/>
                    <a:pt x="59207" y="118473"/>
                  </a:cubicBezTo>
                  <a:lnTo>
                    <a:pt x="57912" y="119999"/>
                  </a:lnTo>
                  <a:lnTo>
                    <a:pt x="3922" y="119999"/>
                  </a:lnTo>
                  <a:lnTo>
                    <a:pt x="3730" y="118485"/>
                  </a:lnTo>
                  <a:cubicBezTo>
                    <a:pt x="3657" y="116871"/>
                    <a:pt x="3873" y="115356"/>
                    <a:pt x="3441" y="114829"/>
                  </a:cubicBezTo>
                  <a:cubicBezTo>
                    <a:pt x="2867" y="113775"/>
                    <a:pt x="2456" y="107101"/>
                    <a:pt x="2456" y="104993"/>
                  </a:cubicBezTo>
                  <a:cubicBezTo>
                    <a:pt x="2456" y="102885"/>
                    <a:pt x="2456" y="103237"/>
                    <a:pt x="1142" y="101831"/>
                  </a:cubicBezTo>
                  <a:cubicBezTo>
                    <a:pt x="-253" y="100426"/>
                    <a:pt x="1799" y="80754"/>
                    <a:pt x="1717" y="78296"/>
                  </a:cubicBezTo>
                  <a:cubicBezTo>
                    <a:pt x="1635" y="75836"/>
                    <a:pt x="649" y="77593"/>
                    <a:pt x="156" y="71270"/>
                  </a:cubicBezTo>
                  <a:cubicBezTo>
                    <a:pt x="-335" y="64947"/>
                    <a:pt x="321" y="30170"/>
                    <a:pt x="2292" y="18226"/>
                  </a:cubicBezTo>
                  <a:cubicBezTo>
                    <a:pt x="3811" y="9620"/>
                    <a:pt x="6747" y="2857"/>
                    <a:pt x="10063" y="706"/>
                  </a:cubicBezTo>
                  <a:lnTo>
                    <a:pt x="10362" y="623"/>
                  </a:lnTo>
                  <a:lnTo>
                    <a:pt x="10362" y="622"/>
                  </a:lnTo>
                  <a:lnTo>
                    <a:pt x="12605" y="0"/>
                  </a:lnTo>
                  <a:close/>
                </a:path>
              </a:pathLst>
            </a:custGeom>
            <a:solidFill>
              <a:srgbClr val="3066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 name="Google Shape;40;p40"/>
            <p:cNvSpPr/>
            <p:nvPr/>
          </p:nvSpPr>
          <p:spPr>
            <a:xfrm>
              <a:off x="7777039" y="4013537"/>
              <a:ext cx="1816641" cy="727141"/>
            </a:xfrm>
            <a:custGeom>
              <a:rect b="b" l="l" r="r" t="t"/>
              <a:pathLst>
                <a:path extrusionOk="0" h="120000" w="120000">
                  <a:moveTo>
                    <a:pt x="35488" y="0"/>
                  </a:moveTo>
                  <a:lnTo>
                    <a:pt x="107866" y="0"/>
                  </a:lnTo>
                  <a:lnTo>
                    <a:pt x="108035" y="2600"/>
                  </a:lnTo>
                  <a:cubicBezTo>
                    <a:pt x="108694" y="30773"/>
                    <a:pt x="101160" y="47448"/>
                    <a:pt x="101160" y="47448"/>
                  </a:cubicBezTo>
                  <a:cubicBezTo>
                    <a:pt x="108224" y="64572"/>
                    <a:pt x="115842" y="97505"/>
                    <a:pt x="119388" y="116458"/>
                  </a:cubicBezTo>
                  <a:lnTo>
                    <a:pt x="120000" y="119999"/>
                  </a:lnTo>
                  <a:lnTo>
                    <a:pt x="84908" y="119999"/>
                  </a:lnTo>
                  <a:lnTo>
                    <a:pt x="81530" y="112567"/>
                  </a:lnTo>
                  <a:cubicBezTo>
                    <a:pt x="74377" y="96803"/>
                    <a:pt x="68121" y="82927"/>
                    <a:pt x="68121" y="82927"/>
                  </a:cubicBezTo>
                  <a:cubicBezTo>
                    <a:pt x="63904" y="88196"/>
                    <a:pt x="29178" y="90655"/>
                    <a:pt x="29178" y="90655"/>
                  </a:cubicBezTo>
                  <a:cubicBezTo>
                    <a:pt x="31111" y="94080"/>
                    <a:pt x="32728" y="98647"/>
                    <a:pt x="34094" y="103823"/>
                  </a:cubicBezTo>
                  <a:lnTo>
                    <a:pt x="37377" y="119999"/>
                  </a:lnTo>
                  <a:lnTo>
                    <a:pt x="7167" y="119999"/>
                  </a:lnTo>
                  <a:lnTo>
                    <a:pt x="2466" y="99086"/>
                  </a:lnTo>
                  <a:cubicBezTo>
                    <a:pt x="-4140" y="65714"/>
                    <a:pt x="4153" y="42881"/>
                    <a:pt x="8371" y="38665"/>
                  </a:cubicBezTo>
                  <a:cubicBezTo>
                    <a:pt x="12448" y="34450"/>
                    <a:pt x="20462" y="13022"/>
                    <a:pt x="28335" y="6347"/>
                  </a:cubicBezTo>
                  <a:cubicBezTo>
                    <a:pt x="30303" y="4679"/>
                    <a:pt x="32693" y="2549"/>
                    <a:pt x="35171" y="293"/>
                  </a:cubicBezTo>
                  <a:lnTo>
                    <a:pt x="35488" y="0"/>
                  </a:lnTo>
                  <a:close/>
                </a:path>
              </a:pathLst>
            </a:custGeom>
            <a:solidFill>
              <a:srgbClr val="3066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 name="Google Shape;41;p40"/>
            <p:cNvSpPr/>
            <p:nvPr/>
          </p:nvSpPr>
          <p:spPr>
            <a:xfrm>
              <a:off x="6896878" y="3286394"/>
              <a:ext cx="2513113" cy="727144"/>
            </a:xfrm>
            <a:custGeom>
              <a:rect b="b" l="l" r="r" t="t"/>
              <a:pathLst>
                <a:path extrusionOk="0" h="120000" w="120000">
                  <a:moveTo>
                    <a:pt x="46875" y="0"/>
                  </a:moveTo>
                  <a:lnTo>
                    <a:pt x="99623" y="0"/>
                  </a:lnTo>
                  <a:lnTo>
                    <a:pt x="100400" y="9685"/>
                  </a:lnTo>
                  <a:cubicBezTo>
                    <a:pt x="102714" y="34328"/>
                    <a:pt x="106437" y="48582"/>
                    <a:pt x="109461" y="55037"/>
                  </a:cubicBezTo>
                  <a:cubicBezTo>
                    <a:pt x="112916" y="62414"/>
                    <a:pt x="116879" y="73655"/>
                    <a:pt x="119522" y="109837"/>
                  </a:cubicBezTo>
                  <a:lnTo>
                    <a:pt x="120000" y="119999"/>
                  </a:lnTo>
                  <a:lnTo>
                    <a:pt x="67680" y="119999"/>
                  </a:lnTo>
                  <a:lnTo>
                    <a:pt x="72774" y="113482"/>
                  </a:lnTo>
                  <a:cubicBezTo>
                    <a:pt x="76127" y="109134"/>
                    <a:pt x="78770" y="105622"/>
                    <a:pt x="78770" y="105622"/>
                  </a:cubicBezTo>
                  <a:cubicBezTo>
                    <a:pt x="78770" y="105622"/>
                    <a:pt x="62916" y="44498"/>
                    <a:pt x="59969" y="37473"/>
                  </a:cubicBezTo>
                  <a:cubicBezTo>
                    <a:pt x="58546" y="33960"/>
                    <a:pt x="53922" y="20611"/>
                    <a:pt x="49654" y="8141"/>
                  </a:cubicBezTo>
                  <a:close/>
                  <a:moveTo>
                    <a:pt x="0" y="0"/>
                  </a:moveTo>
                  <a:lnTo>
                    <a:pt x="11329" y="0"/>
                  </a:lnTo>
                  <a:lnTo>
                    <a:pt x="11594" y="939"/>
                  </a:lnTo>
                  <a:cubicBezTo>
                    <a:pt x="12814" y="3750"/>
                    <a:pt x="17590" y="10424"/>
                    <a:pt x="17590" y="10424"/>
                  </a:cubicBezTo>
                  <a:cubicBezTo>
                    <a:pt x="18022" y="7658"/>
                    <a:pt x="18422" y="5237"/>
                    <a:pt x="18797" y="3102"/>
                  </a:cubicBezTo>
                  <a:lnTo>
                    <a:pt x="19380" y="0"/>
                  </a:lnTo>
                  <a:lnTo>
                    <a:pt x="37772" y="0"/>
                  </a:lnTo>
                  <a:lnTo>
                    <a:pt x="35625" y="9118"/>
                  </a:lnTo>
                  <a:cubicBezTo>
                    <a:pt x="34653" y="13204"/>
                    <a:pt x="33600" y="17592"/>
                    <a:pt x="32517" y="22060"/>
                  </a:cubicBezTo>
                  <a:lnTo>
                    <a:pt x="31947" y="24390"/>
                  </a:lnTo>
                  <a:lnTo>
                    <a:pt x="29232" y="35480"/>
                  </a:lnTo>
                  <a:cubicBezTo>
                    <a:pt x="25963" y="48692"/>
                    <a:pt x="22900" y="60613"/>
                    <a:pt x="21452" y="65224"/>
                  </a:cubicBezTo>
                  <a:cubicBezTo>
                    <a:pt x="17692" y="77168"/>
                    <a:pt x="14846" y="75411"/>
                    <a:pt x="12103" y="66629"/>
                  </a:cubicBezTo>
                  <a:cubicBezTo>
                    <a:pt x="10324" y="60921"/>
                    <a:pt x="5806" y="34904"/>
                    <a:pt x="2098" y="12678"/>
                  </a:cubicBezTo>
                  <a:close/>
                </a:path>
              </a:pathLst>
            </a:custGeom>
            <a:solidFill>
              <a:srgbClr val="3066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 name="Google Shape;42;p40"/>
            <p:cNvSpPr/>
            <p:nvPr/>
          </p:nvSpPr>
          <p:spPr>
            <a:xfrm>
              <a:off x="8125822" y="5467823"/>
              <a:ext cx="2385160" cy="727143"/>
            </a:xfrm>
            <a:custGeom>
              <a:rect b="b" l="l" r="r" t="t"/>
              <a:pathLst>
                <a:path extrusionOk="0" h="120000" w="120000">
                  <a:moveTo>
                    <a:pt x="91906" y="0"/>
                  </a:moveTo>
                  <a:lnTo>
                    <a:pt x="105217" y="0"/>
                  </a:lnTo>
                  <a:lnTo>
                    <a:pt x="105217" y="0"/>
                  </a:lnTo>
                  <a:cubicBezTo>
                    <a:pt x="106012" y="2827"/>
                    <a:pt x="106507" y="4517"/>
                    <a:pt x="106507" y="4517"/>
                  </a:cubicBezTo>
                  <a:cubicBezTo>
                    <a:pt x="106507" y="4517"/>
                    <a:pt x="106507" y="4517"/>
                    <a:pt x="107150" y="4517"/>
                  </a:cubicBezTo>
                  <a:cubicBezTo>
                    <a:pt x="107792" y="4517"/>
                    <a:pt x="108435" y="11894"/>
                    <a:pt x="109934" y="12597"/>
                  </a:cubicBezTo>
                  <a:cubicBezTo>
                    <a:pt x="111540" y="12948"/>
                    <a:pt x="113681" y="12597"/>
                    <a:pt x="118286" y="20676"/>
                  </a:cubicBezTo>
                  <a:cubicBezTo>
                    <a:pt x="122783" y="29107"/>
                    <a:pt x="117322" y="49481"/>
                    <a:pt x="114538" y="60371"/>
                  </a:cubicBezTo>
                  <a:cubicBezTo>
                    <a:pt x="111861" y="71261"/>
                    <a:pt x="114431" y="84259"/>
                    <a:pt x="109827" y="103579"/>
                  </a:cubicBezTo>
                  <a:cubicBezTo>
                    <a:pt x="105222" y="122900"/>
                    <a:pt x="100189" y="122900"/>
                    <a:pt x="98583" y="115171"/>
                  </a:cubicBezTo>
                  <a:cubicBezTo>
                    <a:pt x="96977" y="107092"/>
                    <a:pt x="100189" y="102877"/>
                    <a:pt x="101153" y="96905"/>
                  </a:cubicBezTo>
                  <a:cubicBezTo>
                    <a:pt x="102010" y="90582"/>
                    <a:pt x="102010" y="62479"/>
                    <a:pt x="102010" y="54048"/>
                  </a:cubicBezTo>
                  <a:cubicBezTo>
                    <a:pt x="102010" y="45969"/>
                    <a:pt x="99975" y="40699"/>
                    <a:pt x="99975" y="36484"/>
                  </a:cubicBezTo>
                  <a:cubicBezTo>
                    <a:pt x="99975" y="32269"/>
                    <a:pt x="98262" y="17164"/>
                    <a:pt x="95050" y="8381"/>
                  </a:cubicBezTo>
                  <a:cubicBezTo>
                    <a:pt x="94662" y="7284"/>
                    <a:pt x="94193" y="6005"/>
                    <a:pt x="93656" y="4575"/>
                  </a:cubicBezTo>
                  <a:close/>
                  <a:moveTo>
                    <a:pt x="16536" y="0"/>
                  </a:moveTo>
                  <a:lnTo>
                    <a:pt x="28710" y="0"/>
                  </a:lnTo>
                  <a:lnTo>
                    <a:pt x="28822" y="829"/>
                  </a:lnTo>
                  <a:cubicBezTo>
                    <a:pt x="29411" y="5922"/>
                    <a:pt x="29946" y="11016"/>
                    <a:pt x="30803" y="12597"/>
                  </a:cubicBezTo>
                  <a:cubicBezTo>
                    <a:pt x="32623" y="15758"/>
                    <a:pt x="33480" y="26648"/>
                    <a:pt x="37549" y="41753"/>
                  </a:cubicBezTo>
                  <a:cubicBezTo>
                    <a:pt x="41511" y="56858"/>
                    <a:pt x="36371" y="61425"/>
                    <a:pt x="25128" y="84258"/>
                  </a:cubicBezTo>
                  <a:cubicBezTo>
                    <a:pt x="13884" y="107092"/>
                    <a:pt x="1035" y="117982"/>
                    <a:pt x="178" y="106038"/>
                  </a:cubicBezTo>
                  <a:cubicBezTo>
                    <a:pt x="-570" y="94094"/>
                    <a:pt x="1035" y="86015"/>
                    <a:pt x="4997" y="79692"/>
                  </a:cubicBezTo>
                  <a:cubicBezTo>
                    <a:pt x="8959" y="73369"/>
                    <a:pt x="15919" y="30161"/>
                    <a:pt x="15919" y="30161"/>
                  </a:cubicBezTo>
                  <a:cubicBezTo>
                    <a:pt x="15919" y="30161"/>
                    <a:pt x="17204" y="23486"/>
                    <a:pt x="16561" y="16110"/>
                  </a:cubicBezTo>
                  <a:cubicBezTo>
                    <a:pt x="16240" y="12421"/>
                    <a:pt x="16267" y="7767"/>
                    <a:pt x="16374" y="4034"/>
                  </a:cubicBezTo>
                  <a:close/>
                </a:path>
              </a:pathLst>
            </a:custGeom>
            <a:solidFill>
              <a:srgbClr val="3066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 name="Google Shape;43;p40"/>
            <p:cNvSpPr/>
            <p:nvPr/>
          </p:nvSpPr>
          <p:spPr>
            <a:xfrm>
              <a:off x="7885553" y="4740680"/>
              <a:ext cx="2331607" cy="727143"/>
            </a:xfrm>
            <a:custGeom>
              <a:rect b="b" l="l" r="r" t="t"/>
              <a:pathLst>
                <a:path extrusionOk="0" h="120000" w="120000">
                  <a:moveTo>
                    <a:pt x="60570" y="0"/>
                  </a:moveTo>
                  <a:lnTo>
                    <a:pt x="87911" y="0"/>
                  </a:lnTo>
                  <a:lnTo>
                    <a:pt x="88535" y="4632"/>
                  </a:lnTo>
                  <a:cubicBezTo>
                    <a:pt x="88802" y="6876"/>
                    <a:pt x="88965" y="8594"/>
                    <a:pt x="89006" y="9648"/>
                  </a:cubicBezTo>
                  <a:cubicBezTo>
                    <a:pt x="89334" y="18078"/>
                    <a:pt x="90430" y="20186"/>
                    <a:pt x="90430" y="20186"/>
                  </a:cubicBezTo>
                  <a:cubicBezTo>
                    <a:pt x="99412" y="33184"/>
                    <a:pt x="106422" y="60232"/>
                    <a:pt x="109818" y="78850"/>
                  </a:cubicBezTo>
                  <a:cubicBezTo>
                    <a:pt x="111940" y="90487"/>
                    <a:pt x="115902" y="105416"/>
                    <a:pt x="118575" y="114977"/>
                  </a:cubicBezTo>
                  <a:lnTo>
                    <a:pt x="120000" y="119999"/>
                  </a:lnTo>
                  <a:lnTo>
                    <a:pt x="106383" y="119999"/>
                  </a:lnTo>
                  <a:lnTo>
                    <a:pt x="106330" y="119863"/>
                  </a:lnTo>
                  <a:cubicBezTo>
                    <a:pt x="102273" y="109653"/>
                    <a:pt x="96153" y="95097"/>
                    <a:pt x="90649" y="82715"/>
                  </a:cubicBezTo>
                  <a:cubicBezTo>
                    <a:pt x="83310" y="65853"/>
                    <a:pt x="86267" y="72527"/>
                    <a:pt x="81995" y="68663"/>
                  </a:cubicBezTo>
                  <a:cubicBezTo>
                    <a:pt x="77833" y="64448"/>
                    <a:pt x="76080" y="45478"/>
                    <a:pt x="74875" y="41263"/>
                  </a:cubicBezTo>
                  <a:cubicBezTo>
                    <a:pt x="73780" y="37399"/>
                    <a:pt x="72575" y="33535"/>
                    <a:pt x="72575" y="33535"/>
                  </a:cubicBezTo>
                  <a:cubicBezTo>
                    <a:pt x="70480" y="27870"/>
                    <a:pt x="66429" y="16525"/>
                    <a:pt x="62183" y="4556"/>
                  </a:cubicBezTo>
                  <a:close/>
                  <a:moveTo>
                    <a:pt x="0" y="0"/>
                  </a:moveTo>
                  <a:lnTo>
                    <a:pt x="23537" y="0"/>
                  </a:lnTo>
                  <a:lnTo>
                    <a:pt x="23639" y="646"/>
                  </a:lnTo>
                  <a:cubicBezTo>
                    <a:pt x="25090" y="12370"/>
                    <a:pt x="25967" y="24402"/>
                    <a:pt x="26679" y="32481"/>
                  </a:cubicBezTo>
                  <a:cubicBezTo>
                    <a:pt x="28212" y="48640"/>
                    <a:pt x="38837" y="109763"/>
                    <a:pt x="38837" y="109763"/>
                  </a:cubicBezTo>
                  <a:cubicBezTo>
                    <a:pt x="38837" y="109763"/>
                    <a:pt x="38837" y="109763"/>
                    <a:pt x="39495" y="109061"/>
                  </a:cubicBezTo>
                  <a:cubicBezTo>
                    <a:pt x="40042" y="109851"/>
                    <a:pt x="40480" y="111520"/>
                    <a:pt x="40857" y="113627"/>
                  </a:cubicBezTo>
                  <a:lnTo>
                    <a:pt x="41735" y="120000"/>
                  </a:lnTo>
                  <a:lnTo>
                    <a:pt x="29282" y="120000"/>
                  </a:lnTo>
                  <a:lnTo>
                    <a:pt x="29308" y="119363"/>
                  </a:lnTo>
                  <a:cubicBezTo>
                    <a:pt x="29369" y="118194"/>
                    <a:pt x="29417" y="117492"/>
                    <a:pt x="29417" y="117492"/>
                  </a:cubicBezTo>
                  <a:cubicBezTo>
                    <a:pt x="29417" y="117492"/>
                    <a:pt x="19887" y="77797"/>
                    <a:pt x="13753" y="56368"/>
                  </a:cubicBezTo>
                  <a:cubicBezTo>
                    <a:pt x="9071" y="40561"/>
                    <a:pt x="4573" y="23765"/>
                    <a:pt x="398" y="2276"/>
                  </a:cubicBezTo>
                  <a:close/>
                </a:path>
              </a:pathLst>
            </a:custGeom>
            <a:solidFill>
              <a:srgbClr val="3066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of-Module">
  <p:cSld name="End-of-Module">
    <p:spTree>
      <p:nvGrpSpPr>
        <p:cNvPr id="44" name="Shape 44"/>
        <p:cNvGrpSpPr/>
        <p:nvPr/>
      </p:nvGrpSpPr>
      <p:grpSpPr>
        <a:xfrm>
          <a:off x="0" y="0"/>
          <a:ext cx="0" cy="0"/>
          <a:chOff x="0" y="0"/>
          <a:chExt cx="0" cy="0"/>
        </a:xfrm>
      </p:grpSpPr>
      <p:pic>
        <p:nvPicPr>
          <p:cNvPr id="45" name="Google Shape;45;p41"/>
          <p:cNvPicPr preferRelativeResize="0"/>
          <p:nvPr/>
        </p:nvPicPr>
        <p:blipFill rotWithShape="1">
          <a:blip r:embed="rId2">
            <a:alphaModFix/>
          </a:blip>
          <a:srcRect b="0" l="0" r="0" t="0"/>
          <a:stretch/>
        </p:blipFill>
        <p:spPr>
          <a:xfrm flipH="1">
            <a:off x="-3134" y="1286"/>
            <a:ext cx="12191112" cy="6851405"/>
          </a:xfrm>
          <a:prstGeom prst="rect">
            <a:avLst/>
          </a:prstGeom>
          <a:noFill/>
          <a:ln>
            <a:noFill/>
          </a:ln>
        </p:spPr>
      </p:pic>
      <p:sp>
        <p:nvSpPr>
          <p:cNvPr id="46" name="Google Shape;46;p41"/>
          <p:cNvSpPr/>
          <p:nvPr/>
        </p:nvSpPr>
        <p:spPr>
          <a:xfrm>
            <a:off x="-3134" y="0"/>
            <a:ext cx="12195134" cy="29386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7" name="Google Shape;47;p41"/>
          <p:cNvPicPr preferRelativeResize="0"/>
          <p:nvPr/>
        </p:nvPicPr>
        <p:blipFill rotWithShape="1">
          <a:blip r:embed="rId3">
            <a:alphaModFix/>
          </a:blip>
          <a:srcRect b="83699" l="16785" r="50449" t="2226"/>
          <a:stretch/>
        </p:blipFill>
        <p:spPr>
          <a:xfrm>
            <a:off x="320948" y="207543"/>
            <a:ext cx="3992881" cy="963777"/>
          </a:xfrm>
          <a:prstGeom prst="rect">
            <a:avLst/>
          </a:prstGeom>
          <a:noFill/>
          <a:ln>
            <a:noFill/>
          </a:ln>
        </p:spPr>
      </p:pic>
      <p:sp>
        <p:nvSpPr>
          <p:cNvPr id="48" name="Google Shape;48;p41"/>
          <p:cNvSpPr/>
          <p:nvPr/>
        </p:nvSpPr>
        <p:spPr>
          <a:xfrm>
            <a:off x="0" y="1447588"/>
            <a:ext cx="12192000" cy="1491049"/>
          </a:xfrm>
          <a:prstGeom prst="rect">
            <a:avLst/>
          </a:prstGeom>
          <a:solidFill>
            <a:srgbClr val="F2F2F2">
              <a:alpha val="44313"/>
            </a:srgbClr>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 name="Google Shape;49;p41"/>
          <p:cNvSpPr/>
          <p:nvPr/>
        </p:nvSpPr>
        <p:spPr>
          <a:xfrm>
            <a:off x="12075283" y="1449583"/>
            <a:ext cx="116718" cy="1489054"/>
          </a:xfrm>
          <a:prstGeom prst="rect">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60141"/>
              </a:solidFill>
              <a:latin typeface="Calibri"/>
              <a:ea typeface="Calibri"/>
              <a:cs typeface="Calibri"/>
              <a:sym typeface="Calibri"/>
            </a:endParaRPr>
          </a:p>
        </p:txBody>
      </p:sp>
      <p:sp>
        <p:nvSpPr>
          <p:cNvPr id="50" name="Google Shape;50;p41"/>
          <p:cNvSpPr txBox="1"/>
          <p:nvPr/>
        </p:nvSpPr>
        <p:spPr>
          <a:xfrm>
            <a:off x="571924" y="1713956"/>
            <a:ext cx="11192183" cy="707886"/>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None/>
            </a:pPr>
            <a:r>
              <a:rPr b="0" i="0" lang="en" sz="3200" u="none" cap="none" strike="noStrike">
                <a:solidFill>
                  <a:schemeClr val="dk1"/>
                </a:solidFill>
                <a:latin typeface="Arial"/>
                <a:ea typeface="Arial"/>
                <a:cs typeface="Arial"/>
                <a:sym typeface="Arial"/>
              </a:rPr>
              <a:t>End of Module</a:t>
            </a:r>
            <a:endParaRPr/>
          </a:p>
        </p:txBody>
      </p:sp>
      <p:sp>
        <p:nvSpPr>
          <p:cNvPr id="51" name="Google Shape;51;p41"/>
          <p:cNvSpPr txBox="1"/>
          <p:nvPr>
            <p:ph idx="1" type="body"/>
          </p:nvPr>
        </p:nvSpPr>
        <p:spPr>
          <a:xfrm>
            <a:off x="571925" y="2422525"/>
            <a:ext cx="11192181" cy="40005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p:cSld name="Definition">
    <p:spTree>
      <p:nvGrpSpPr>
        <p:cNvPr id="52" name="Shape 52"/>
        <p:cNvGrpSpPr/>
        <p:nvPr/>
      </p:nvGrpSpPr>
      <p:grpSpPr>
        <a:xfrm>
          <a:off x="0" y="0"/>
          <a:ext cx="0" cy="0"/>
          <a:chOff x="0" y="0"/>
          <a:chExt cx="0" cy="0"/>
        </a:xfrm>
      </p:grpSpPr>
      <p:sp>
        <p:nvSpPr>
          <p:cNvPr id="53" name="Google Shape;53;p42"/>
          <p:cNvSpPr/>
          <p:nvPr>
            <p:ph idx="2" type="pic"/>
          </p:nvPr>
        </p:nvSpPr>
        <p:spPr>
          <a:xfrm>
            <a:off x="0" y="1450975"/>
            <a:ext cx="12192000" cy="2822575"/>
          </a:xfrm>
          <a:prstGeom prst="rect">
            <a:avLst/>
          </a:prstGeom>
          <a:noFill/>
          <a:ln>
            <a:noFill/>
          </a:ln>
        </p:spPr>
      </p:sp>
      <p:sp>
        <p:nvSpPr>
          <p:cNvPr id="54" name="Google Shape;54;p42"/>
          <p:cNvSpPr txBox="1"/>
          <p:nvPr>
            <p:ph idx="1" type="body"/>
          </p:nvPr>
        </p:nvSpPr>
        <p:spPr>
          <a:xfrm>
            <a:off x="2207738" y="4565682"/>
            <a:ext cx="7375007" cy="874953"/>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800"/>
              <a:buFont typeface="Arial"/>
              <a:buNone/>
              <a:defRPr b="0" i="1" sz="18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800"/>
              <a:buFont typeface="Arial"/>
              <a:buNone/>
              <a:defRPr b="0" i="1" sz="18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42"/>
          <p:cNvSpPr txBox="1"/>
          <p:nvPr>
            <p:ph idx="3" type="body"/>
          </p:nvPr>
        </p:nvSpPr>
        <p:spPr>
          <a:xfrm>
            <a:off x="207963" y="6206597"/>
            <a:ext cx="11622793" cy="3651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900"/>
              <a:buFont typeface="Arial"/>
              <a:buNone/>
              <a:defRPr b="0" i="1" sz="9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42"/>
          <p:cNvSpPr txBox="1"/>
          <p:nvPr>
            <p:ph idx="4" type="body"/>
          </p:nvPr>
        </p:nvSpPr>
        <p:spPr>
          <a:xfrm>
            <a:off x="8522430" y="3132903"/>
            <a:ext cx="3308326" cy="457200"/>
          </a:xfrm>
          <a:prstGeom prst="rect">
            <a:avLst/>
          </a:prstGeom>
          <a:solidFill>
            <a:srgbClr val="7F7F7F">
              <a:alpha val="57647"/>
            </a:srgbClr>
          </a:solid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 name="Google Shape;57;p42"/>
          <p:cNvSpPr txBox="1"/>
          <p:nvPr>
            <p:ph idx="5" type="body"/>
          </p:nvPr>
        </p:nvSpPr>
        <p:spPr>
          <a:xfrm>
            <a:off x="8522429" y="3590102"/>
            <a:ext cx="3308327" cy="544575"/>
          </a:xfrm>
          <a:prstGeom prst="rect">
            <a:avLst/>
          </a:prstGeom>
          <a:solidFill>
            <a:srgbClr val="7F7F7F">
              <a:alpha val="57647"/>
            </a:srgbClr>
          </a:solid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100"/>
              <a:buFont typeface="Arial"/>
              <a:buNone/>
              <a:defRPr b="0" i="0" sz="11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8" name="Google Shape;58;p42"/>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42"/>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Graph-Infographic">
  <p:cSld name="BarGraph-Infographic">
    <p:spTree>
      <p:nvGrpSpPr>
        <p:cNvPr id="60" name="Shape 60"/>
        <p:cNvGrpSpPr/>
        <p:nvPr/>
      </p:nvGrpSpPr>
      <p:grpSpPr>
        <a:xfrm>
          <a:off x="0" y="0"/>
          <a:ext cx="0" cy="0"/>
          <a:chOff x="0" y="0"/>
          <a:chExt cx="0" cy="0"/>
        </a:xfrm>
      </p:grpSpPr>
      <p:sp>
        <p:nvSpPr>
          <p:cNvPr id="61" name="Google Shape;61;p43"/>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43"/>
          <p:cNvSpPr/>
          <p:nvPr/>
        </p:nvSpPr>
        <p:spPr>
          <a:xfrm>
            <a:off x="2941313" y="1605063"/>
            <a:ext cx="508000" cy="3149600"/>
          </a:xfrm>
          <a:prstGeom prst="roundRect">
            <a:avLst>
              <a:gd fmla="val 50000" name="adj"/>
            </a:avLst>
          </a:prstGeom>
          <a:gradFill>
            <a:gsLst>
              <a:gs pos="0">
                <a:srgbClr val="5E697B"/>
              </a:gs>
              <a:gs pos="50000">
                <a:srgbClr val="42536A"/>
              </a:gs>
              <a:gs pos="100000">
                <a:srgbClr val="38495F"/>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grpSp>
        <p:nvGrpSpPr>
          <p:cNvPr id="63" name="Google Shape;63;p43"/>
          <p:cNvGrpSpPr/>
          <p:nvPr/>
        </p:nvGrpSpPr>
        <p:grpSpPr>
          <a:xfrm>
            <a:off x="638049" y="4989635"/>
            <a:ext cx="4348480" cy="128151"/>
            <a:chOff x="4800600" y="3954464"/>
            <a:chExt cx="3261360" cy="96113"/>
          </a:xfrm>
        </p:grpSpPr>
        <p:cxnSp>
          <p:nvCxnSpPr>
            <p:cNvPr id="64" name="Google Shape;64;p43"/>
            <p:cNvCxnSpPr/>
            <p:nvPr/>
          </p:nvCxnSpPr>
          <p:spPr>
            <a:xfrm>
              <a:off x="4800600" y="4004857"/>
              <a:ext cx="3261360" cy="1587"/>
            </a:xfrm>
            <a:prstGeom prst="straightConnector1">
              <a:avLst/>
            </a:prstGeom>
            <a:noFill/>
            <a:ln cap="flat" cmpd="sng" w="12700">
              <a:solidFill>
                <a:srgbClr val="CCCCCA"/>
              </a:solidFill>
              <a:prstDash val="dot"/>
              <a:miter lim="8000"/>
              <a:headEnd len="med" w="med" type="oval"/>
              <a:tailEnd len="med" w="med" type="oval"/>
            </a:ln>
          </p:spPr>
        </p:cxnSp>
        <p:sp>
          <p:nvSpPr>
            <p:cNvPr id="65" name="Google Shape;65;p43"/>
            <p:cNvSpPr/>
            <p:nvPr/>
          </p:nvSpPr>
          <p:spPr>
            <a:xfrm>
              <a:off x="4943044" y="3954464"/>
              <a:ext cx="96113" cy="96113"/>
            </a:xfrm>
            <a:prstGeom prst="ellipse">
              <a:avLst/>
            </a:prstGeom>
            <a:gradFill>
              <a:gsLst>
                <a:gs pos="0">
                  <a:srgbClr val="4AC990"/>
                </a:gs>
                <a:gs pos="50000">
                  <a:srgbClr val="12C884"/>
                </a:gs>
                <a:gs pos="100000">
                  <a:srgbClr val="08B876"/>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656D78"/>
                </a:solidFill>
                <a:latin typeface="Arial"/>
                <a:ea typeface="Arial"/>
                <a:cs typeface="Arial"/>
                <a:sym typeface="Arial"/>
              </a:endParaRPr>
            </a:p>
          </p:txBody>
        </p:sp>
        <p:sp>
          <p:nvSpPr>
            <p:cNvPr id="66" name="Google Shape;66;p43"/>
            <p:cNvSpPr/>
            <p:nvPr/>
          </p:nvSpPr>
          <p:spPr>
            <a:xfrm>
              <a:off x="5519116" y="3954464"/>
              <a:ext cx="96113" cy="96113"/>
            </a:xfrm>
            <a:prstGeom prst="ellipse">
              <a:avLst/>
            </a:prstGeom>
            <a:gradFill>
              <a:gsLst>
                <a:gs pos="0">
                  <a:srgbClr val="A1E6C7"/>
                </a:gs>
                <a:gs pos="50000">
                  <a:srgbClr val="92E4BF"/>
                </a:gs>
                <a:gs pos="100000">
                  <a:srgbClr val="7CCFA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656D78"/>
                </a:solidFill>
                <a:latin typeface="Arial"/>
                <a:ea typeface="Arial"/>
                <a:cs typeface="Arial"/>
                <a:sym typeface="Arial"/>
              </a:endParaRPr>
            </a:p>
          </p:txBody>
        </p:sp>
        <p:sp>
          <p:nvSpPr>
            <p:cNvPr id="67" name="Google Shape;67;p43"/>
            <p:cNvSpPr/>
            <p:nvPr/>
          </p:nvSpPr>
          <p:spPr>
            <a:xfrm>
              <a:off x="6095187" y="3954464"/>
              <a:ext cx="96113" cy="96113"/>
            </a:xfrm>
            <a:prstGeom prst="ellipse">
              <a:avLst/>
            </a:prstGeom>
            <a:gradFill>
              <a:gsLst>
                <a:gs pos="0">
                  <a:srgbClr val="6A798A"/>
                </a:gs>
                <a:gs pos="50000">
                  <a:srgbClr val="54677D"/>
                </a:gs>
                <a:gs pos="100000">
                  <a:srgbClr val="485A6F"/>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656D78"/>
                </a:solidFill>
                <a:latin typeface="Arial"/>
                <a:ea typeface="Arial"/>
                <a:cs typeface="Arial"/>
                <a:sym typeface="Arial"/>
              </a:endParaRPr>
            </a:p>
          </p:txBody>
        </p:sp>
        <p:sp>
          <p:nvSpPr>
            <p:cNvPr id="68" name="Google Shape;68;p43"/>
            <p:cNvSpPr/>
            <p:nvPr/>
          </p:nvSpPr>
          <p:spPr>
            <a:xfrm>
              <a:off x="6671260" y="3954464"/>
              <a:ext cx="96113" cy="96113"/>
            </a:xfrm>
            <a:prstGeom prst="ellipse">
              <a:avLst/>
            </a:prstGeom>
            <a:gradFill>
              <a:gsLst>
                <a:gs pos="0">
                  <a:srgbClr val="5E697B"/>
                </a:gs>
                <a:gs pos="50000">
                  <a:srgbClr val="42536A"/>
                </a:gs>
                <a:gs pos="100000">
                  <a:srgbClr val="38495F"/>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656D78"/>
                </a:solidFill>
                <a:latin typeface="Arial"/>
                <a:ea typeface="Arial"/>
                <a:cs typeface="Arial"/>
                <a:sym typeface="Arial"/>
              </a:endParaRPr>
            </a:p>
          </p:txBody>
        </p:sp>
        <p:sp>
          <p:nvSpPr>
            <p:cNvPr id="69" name="Google Shape;69;p43"/>
            <p:cNvSpPr/>
            <p:nvPr/>
          </p:nvSpPr>
          <p:spPr>
            <a:xfrm>
              <a:off x="7247332" y="3954464"/>
              <a:ext cx="96113" cy="96113"/>
            </a:xfrm>
            <a:prstGeom prst="ellipse">
              <a:avLst/>
            </a:prstGeom>
            <a:gradFill>
              <a:gsLst>
                <a:gs pos="0">
                  <a:srgbClr val="4AC990"/>
                </a:gs>
                <a:gs pos="50000">
                  <a:srgbClr val="12C884"/>
                </a:gs>
                <a:gs pos="100000">
                  <a:srgbClr val="08B876"/>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656D78"/>
                </a:solidFill>
                <a:latin typeface="Arial"/>
                <a:ea typeface="Arial"/>
                <a:cs typeface="Arial"/>
                <a:sym typeface="Arial"/>
              </a:endParaRPr>
            </a:p>
          </p:txBody>
        </p:sp>
        <p:sp>
          <p:nvSpPr>
            <p:cNvPr id="70" name="Google Shape;70;p43"/>
            <p:cNvSpPr/>
            <p:nvPr/>
          </p:nvSpPr>
          <p:spPr>
            <a:xfrm>
              <a:off x="7823403" y="3954464"/>
              <a:ext cx="96113" cy="96113"/>
            </a:xfrm>
            <a:prstGeom prst="ellipse">
              <a:avLst/>
            </a:prstGeom>
            <a:gradFill>
              <a:gsLst>
                <a:gs pos="0">
                  <a:srgbClr val="A1E6C7"/>
                </a:gs>
                <a:gs pos="50000">
                  <a:srgbClr val="92E4BF"/>
                </a:gs>
                <a:gs pos="100000">
                  <a:srgbClr val="7CCFA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656D78"/>
                </a:solidFill>
                <a:latin typeface="Arial"/>
                <a:ea typeface="Arial"/>
                <a:cs typeface="Arial"/>
                <a:sym typeface="Arial"/>
              </a:endParaRPr>
            </a:p>
          </p:txBody>
        </p:sp>
      </p:grpSp>
      <p:sp>
        <p:nvSpPr>
          <p:cNvPr id="71" name="Google Shape;71;p43"/>
          <p:cNvSpPr/>
          <p:nvPr/>
        </p:nvSpPr>
        <p:spPr>
          <a:xfrm>
            <a:off x="638050" y="3685578"/>
            <a:ext cx="508000" cy="1069084"/>
          </a:xfrm>
          <a:prstGeom prst="roundRect">
            <a:avLst>
              <a:gd fmla="val 50000" name="adj"/>
            </a:avLst>
          </a:prstGeom>
          <a:gradFill>
            <a:gsLst>
              <a:gs pos="0">
                <a:srgbClr val="4AC990"/>
              </a:gs>
              <a:gs pos="50000">
                <a:srgbClr val="12C884"/>
              </a:gs>
              <a:gs pos="100000">
                <a:srgbClr val="08B876"/>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72" name="Google Shape;72;p43"/>
          <p:cNvSpPr/>
          <p:nvPr/>
        </p:nvSpPr>
        <p:spPr>
          <a:xfrm>
            <a:off x="1406149" y="2824264"/>
            <a:ext cx="508000" cy="1930399"/>
          </a:xfrm>
          <a:prstGeom prst="roundRect">
            <a:avLst>
              <a:gd fmla="val 50000" name="adj"/>
            </a:avLst>
          </a:prstGeom>
          <a:gradFill>
            <a:gsLst>
              <a:gs pos="0">
                <a:srgbClr val="A1E6C7"/>
              </a:gs>
              <a:gs pos="50000">
                <a:srgbClr val="92E4BF"/>
              </a:gs>
              <a:gs pos="100000">
                <a:srgbClr val="7CCFA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73" name="Google Shape;73;p43"/>
          <p:cNvSpPr/>
          <p:nvPr/>
        </p:nvSpPr>
        <p:spPr>
          <a:xfrm>
            <a:off x="2174244" y="2417864"/>
            <a:ext cx="508000" cy="2336800"/>
          </a:xfrm>
          <a:prstGeom prst="roundRect">
            <a:avLst>
              <a:gd fmla="val 50000" name="adj"/>
            </a:avLst>
          </a:prstGeom>
          <a:gradFill>
            <a:gsLst>
              <a:gs pos="0">
                <a:srgbClr val="6A798A"/>
              </a:gs>
              <a:gs pos="50000">
                <a:srgbClr val="54677D"/>
              </a:gs>
              <a:gs pos="100000">
                <a:srgbClr val="485A6F"/>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74" name="Google Shape;74;p43"/>
          <p:cNvSpPr/>
          <p:nvPr/>
        </p:nvSpPr>
        <p:spPr>
          <a:xfrm>
            <a:off x="3710437" y="3266700"/>
            <a:ext cx="508000" cy="1487964"/>
          </a:xfrm>
          <a:prstGeom prst="roundRect">
            <a:avLst>
              <a:gd fmla="val 50000" name="adj"/>
            </a:avLst>
          </a:prstGeom>
          <a:gradFill>
            <a:gsLst>
              <a:gs pos="0">
                <a:srgbClr val="4AC990"/>
              </a:gs>
              <a:gs pos="50000">
                <a:srgbClr val="12C884"/>
              </a:gs>
              <a:gs pos="100000">
                <a:srgbClr val="08B876"/>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75" name="Google Shape;75;p43"/>
          <p:cNvSpPr/>
          <p:nvPr/>
        </p:nvSpPr>
        <p:spPr>
          <a:xfrm>
            <a:off x="4478532" y="2824264"/>
            <a:ext cx="508000" cy="1930399"/>
          </a:xfrm>
          <a:prstGeom prst="roundRect">
            <a:avLst>
              <a:gd fmla="val 50000" name="adj"/>
            </a:avLst>
          </a:prstGeom>
          <a:gradFill>
            <a:gsLst>
              <a:gs pos="0">
                <a:srgbClr val="A1E6C7"/>
              </a:gs>
              <a:gs pos="50000">
                <a:srgbClr val="92E4BF"/>
              </a:gs>
              <a:gs pos="100000">
                <a:srgbClr val="7CCFA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grpSp>
        <p:nvGrpSpPr>
          <p:cNvPr id="76" name="Google Shape;76;p43"/>
          <p:cNvGrpSpPr/>
          <p:nvPr/>
        </p:nvGrpSpPr>
        <p:grpSpPr>
          <a:xfrm>
            <a:off x="8797949" y="3162820"/>
            <a:ext cx="616688" cy="616688"/>
            <a:chOff x="8998834" y="3241078"/>
            <a:chExt cx="616688" cy="616688"/>
          </a:xfrm>
        </p:grpSpPr>
        <p:sp>
          <p:nvSpPr>
            <p:cNvPr id="77" name="Google Shape;77;p43"/>
            <p:cNvSpPr/>
            <p:nvPr/>
          </p:nvSpPr>
          <p:spPr>
            <a:xfrm>
              <a:off x="8998834" y="3241078"/>
              <a:ext cx="616688" cy="616688"/>
            </a:xfrm>
            <a:prstGeom prst="roundRect">
              <a:avLst>
                <a:gd fmla="val 50000" name="adj"/>
              </a:avLst>
            </a:prstGeom>
            <a:gradFill>
              <a:gsLst>
                <a:gs pos="0">
                  <a:srgbClr val="4AC990"/>
                </a:gs>
                <a:gs pos="50000">
                  <a:srgbClr val="12C884"/>
                </a:gs>
                <a:gs pos="100000">
                  <a:srgbClr val="08B876"/>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 name="Google Shape;78;p43"/>
            <p:cNvSpPr/>
            <p:nvPr/>
          </p:nvSpPr>
          <p:spPr>
            <a:xfrm>
              <a:off x="9167514" y="3404228"/>
              <a:ext cx="279327" cy="279327"/>
            </a:xfrm>
            <a:custGeom>
              <a:rect b="b" l="l" r="r" t="t"/>
              <a:pathLst>
                <a:path extrusionOk="0" h="120000" w="120000">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8"/>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24188" y="98183"/>
                  </a:moveTo>
                  <a:lnTo>
                    <a:pt x="40938" y="73050"/>
                  </a:lnTo>
                  <a:lnTo>
                    <a:pt x="49305" y="85594"/>
                  </a:lnTo>
                  <a:cubicBezTo>
                    <a:pt x="49716" y="86577"/>
                    <a:pt x="50683" y="87272"/>
                    <a:pt x="51816" y="87272"/>
                  </a:cubicBezTo>
                  <a:cubicBezTo>
                    <a:pt x="52572" y="87272"/>
                    <a:pt x="53255" y="86972"/>
                    <a:pt x="53744" y="86472"/>
                  </a:cubicBezTo>
                  <a:lnTo>
                    <a:pt x="62211" y="78011"/>
                  </a:lnTo>
                  <a:lnTo>
                    <a:pt x="74311" y="98183"/>
                  </a:lnTo>
                  <a:cubicBezTo>
                    <a:pt x="74311" y="98183"/>
                    <a:pt x="24188" y="98183"/>
                    <a:pt x="24188" y="98183"/>
                  </a:cubicBezTo>
                  <a:close/>
                  <a:moveTo>
                    <a:pt x="81622" y="99900"/>
                  </a:moveTo>
                  <a:lnTo>
                    <a:pt x="81611" y="99872"/>
                  </a:lnTo>
                  <a:cubicBezTo>
                    <a:pt x="81583" y="99816"/>
                    <a:pt x="81538" y="99772"/>
                    <a:pt x="81516" y="99716"/>
                  </a:cubicBezTo>
                  <a:lnTo>
                    <a:pt x="65261" y="72627"/>
                  </a:lnTo>
                  <a:lnTo>
                    <a:pt x="65250" y="72627"/>
                  </a:lnTo>
                  <a:cubicBezTo>
                    <a:pt x="64850" y="71622"/>
                    <a:pt x="63877" y="70911"/>
                    <a:pt x="62727" y="70911"/>
                  </a:cubicBezTo>
                  <a:cubicBezTo>
                    <a:pt x="61972" y="70911"/>
                    <a:pt x="61294" y="71216"/>
                    <a:pt x="60800" y="71711"/>
                  </a:cubicBezTo>
                  <a:lnTo>
                    <a:pt x="52205" y="80300"/>
                  </a:lnTo>
                  <a:lnTo>
                    <a:pt x="43422" y="67133"/>
                  </a:lnTo>
                  <a:cubicBezTo>
                    <a:pt x="43011" y="66150"/>
                    <a:pt x="42044" y="65455"/>
                    <a:pt x="40911" y="65455"/>
                  </a:cubicBezTo>
                  <a:cubicBezTo>
                    <a:pt x="39961" y="65455"/>
                    <a:pt x="39172" y="65966"/>
                    <a:pt x="38683" y="66700"/>
                  </a:cubicBezTo>
                  <a:lnTo>
                    <a:pt x="38638" y="66666"/>
                  </a:lnTo>
                  <a:lnTo>
                    <a:pt x="16822" y="99394"/>
                  </a:lnTo>
                  <a:lnTo>
                    <a:pt x="16866" y="99427"/>
                  </a:lnTo>
                  <a:cubicBezTo>
                    <a:pt x="16572" y="99855"/>
                    <a:pt x="16361" y="100350"/>
                    <a:pt x="16361" y="100911"/>
                  </a:cubicBezTo>
                  <a:cubicBezTo>
                    <a:pt x="16361" y="102416"/>
                    <a:pt x="17583" y="103638"/>
                    <a:pt x="19088" y="103638"/>
                  </a:cubicBezTo>
                  <a:lnTo>
                    <a:pt x="79088" y="103638"/>
                  </a:lnTo>
                  <a:cubicBezTo>
                    <a:pt x="80600" y="103638"/>
                    <a:pt x="81816" y="102416"/>
                    <a:pt x="81816" y="100911"/>
                  </a:cubicBezTo>
                  <a:cubicBezTo>
                    <a:pt x="81816" y="100550"/>
                    <a:pt x="81738" y="100216"/>
                    <a:pt x="81616" y="99905"/>
                  </a:cubicBezTo>
                  <a:cubicBezTo>
                    <a:pt x="81616" y="99905"/>
                    <a:pt x="81622" y="99900"/>
                    <a:pt x="81622" y="99900"/>
                  </a:cubicBezTo>
                  <a:close/>
                  <a:moveTo>
                    <a:pt x="27272" y="43638"/>
                  </a:moveTo>
                  <a:cubicBezTo>
                    <a:pt x="30283" y="43638"/>
                    <a:pt x="32727" y="46083"/>
                    <a:pt x="32727" y="49088"/>
                  </a:cubicBezTo>
                  <a:cubicBezTo>
                    <a:pt x="32727" y="52105"/>
                    <a:pt x="30283" y="54544"/>
                    <a:pt x="27272" y="54544"/>
                  </a:cubicBezTo>
                  <a:cubicBezTo>
                    <a:pt x="24261" y="54544"/>
                    <a:pt x="21816" y="52105"/>
                    <a:pt x="21816" y="49088"/>
                  </a:cubicBezTo>
                  <a:cubicBezTo>
                    <a:pt x="21816" y="46083"/>
                    <a:pt x="24261" y="43638"/>
                    <a:pt x="27272" y="43638"/>
                  </a:cubicBezTo>
                  <a:moveTo>
                    <a:pt x="27272" y="60000"/>
                  </a:moveTo>
                  <a:cubicBezTo>
                    <a:pt x="33300" y="60000"/>
                    <a:pt x="38183" y="55116"/>
                    <a:pt x="38183" y="49088"/>
                  </a:cubicBezTo>
                  <a:cubicBezTo>
                    <a:pt x="38183" y="43066"/>
                    <a:pt x="33300" y="38183"/>
                    <a:pt x="27272" y="38183"/>
                  </a:cubicBezTo>
                  <a:cubicBezTo>
                    <a:pt x="21250" y="38183"/>
                    <a:pt x="16361" y="43066"/>
                    <a:pt x="16361" y="49088"/>
                  </a:cubicBezTo>
                  <a:cubicBezTo>
                    <a:pt x="16361" y="55116"/>
                    <a:pt x="21250" y="60000"/>
                    <a:pt x="27272" y="60000"/>
                  </a:cubicBezTo>
                  <a:moveTo>
                    <a:pt x="92727" y="109088"/>
                  </a:moveTo>
                  <a:cubicBezTo>
                    <a:pt x="92727" y="112105"/>
                    <a:pt x="90283" y="114550"/>
                    <a:pt x="87272" y="114550"/>
                  </a:cubicBezTo>
                  <a:lnTo>
                    <a:pt x="10911" y="114550"/>
                  </a:lnTo>
                  <a:cubicBezTo>
                    <a:pt x="7900" y="114550"/>
                    <a:pt x="5455" y="112105"/>
                    <a:pt x="5455" y="109088"/>
                  </a:cubicBezTo>
                  <a:lnTo>
                    <a:pt x="5455" y="32727"/>
                  </a:lnTo>
                  <a:cubicBezTo>
                    <a:pt x="5455" y="29716"/>
                    <a:pt x="7900" y="27272"/>
                    <a:pt x="10911" y="27272"/>
                  </a:cubicBezTo>
                  <a:lnTo>
                    <a:pt x="87272" y="27272"/>
                  </a:lnTo>
                  <a:cubicBezTo>
                    <a:pt x="90283" y="27272"/>
                    <a:pt x="92727" y="29716"/>
                    <a:pt x="92727" y="32727"/>
                  </a:cubicBezTo>
                  <a:cubicBezTo>
                    <a:pt x="92727" y="32727"/>
                    <a:pt x="92727" y="109088"/>
                    <a:pt x="92727" y="109088"/>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grpSp>
        <p:nvGrpSpPr>
          <p:cNvPr id="79" name="Google Shape;79;p43"/>
          <p:cNvGrpSpPr/>
          <p:nvPr/>
        </p:nvGrpSpPr>
        <p:grpSpPr>
          <a:xfrm>
            <a:off x="8754275" y="1601639"/>
            <a:ext cx="616688" cy="616688"/>
            <a:chOff x="8998834" y="2145924"/>
            <a:chExt cx="616688" cy="616688"/>
          </a:xfrm>
        </p:grpSpPr>
        <p:sp>
          <p:nvSpPr>
            <p:cNvPr id="80" name="Google Shape;80;p43"/>
            <p:cNvSpPr/>
            <p:nvPr/>
          </p:nvSpPr>
          <p:spPr>
            <a:xfrm>
              <a:off x="8998834" y="2145924"/>
              <a:ext cx="616688" cy="616688"/>
            </a:xfrm>
            <a:prstGeom prst="roundRect">
              <a:avLst>
                <a:gd fmla="val 50000" name="adj"/>
              </a:avLst>
            </a:prstGeom>
            <a:gradFill>
              <a:gsLst>
                <a:gs pos="0">
                  <a:srgbClr val="5E697B"/>
                </a:gs>
                <a:gs pos="50000">
                  <a:srgbClr val="42536A"/>
                </a:gs>
                <a:gs pos="100000">
                  <a:srgbClr val="38495F"/>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 name="Google Shape;81;p43"/>
            <p:cNvSpPr/>
            <p:nvPr/>
          </p:nvSpPr>
          <p:spPr>
            <a:xfrm>
              <a:off x="9167514" y="2308301"/>
              <a:ext cx="279327" cy="272980"/>
            </a:xfrm>
            <a:custGeom>
              <a:rect b="b" l="l" r="r" t="t"/>
              <a:pathLst>
                <a:path extrusionOk="0" h="120000" w="120000">
                  <a:moveTo>
                    <a:pt x="41833" y="23623"/>
                  </a:moveTo>
                  <a:lnTo>
                    <a:pt x="37111" y="20832"/>
                  </a:lnTo>
                  <a:lnTo>
                    <a:pt x="34383" y="25667"/>
                  </a:lnTo>
                  <a:lnTo>
                    <a:pt x="39111" y="28459"/>
                  </a:lnTo>
                  <a:cubicBezTo>
                    <a:pt x="39111" y="28459"/>
                    <a:pt x="41833" y="23623"/>
                    <a:pt x="41833" y="23623"/>
                  </a:cubicBezTo>
                  <a:close/>
                  <a:moveTo>
                    <a:pt x="47288" y="13953"/>
                  </a:moveTo>
                  <a:lnTo>
                    <a:pt x="42566" y="11167"/>
                  </a:lnTo>
                  <a:lnTo>
                    <a:pt x="39838" y="16002"/>
                  </a:lnTo>
                  <a:lnTo>
                    <a:pt x="44561" y="18794"/>
                  </a:lnTo>
                  <a:cubicBezTo>
                    <a:pt x="44561" y="18794"/>
                    <a:pt x="47288" y="13953"/>
                    <a:pt x="47288" y="13953"/>
                  </a:cubicBezTo>
                  <a:close/>
                  <a:moveTo>
                    <a:pt x="114544" y="47439"/>
                  </a:moveTo>
                  <a:lnTo>
                    <a:pt x="5455" y="47439"/>
                  </a:lnTo>
                  <a:lnTo>
                    <a:pt x="5455" y="36277"/>
                  </a:lnTo>
                  <a:lnTo>
                    <a:pt x="114544" y="36277"/>
                  </a:lnTo>
                  <a:cubicBezTo>
                    <a:pt x="114544" y="36277"/>
                    <a:pt x="114544" y="47439"/>
                    <a:pt x="114544" y="47439"/>
                  </a:cubicBezTo>
                  <a:close/>
                  <a:moveTo>
                    <a:pt x="103638" y="114416"/>
                  </a:moveTo>
                  <a:lnTo>
                    <a:pt x="16361" y="114416"/>
                  </a:lnTo>
                  <a:lnTo>
                    <a:pt x="16361" y="53023"/>
                  </a:lnTo>
                  <a:lnTo>
                    <a:pt x="103638" y="53023"/>
                  </a:lnTo>
                  <a:cubicBezTo>
                    <a:pt x="103638" y="53023"/>
                    <a:pt x="103638" y="114416"/>
                    <a:pt x="103638" y="114416"/>
                  </a:cubicBezTo>
                  <a:close/>
                  <a:moveTo>
                    <a:pt x="37838" y="8375"/>
                  </a:moveTo>
                  <a:cubicBezTo>
                    <a:pt x="39350" y="5707"/>
                    <a:pt x="42683" y="4790"/>
                    <a:pt x="45294" y="6332"/>
                  </a:cubicBezTo>
                  <a:lnTo>
                    <a:pt x="54744" y="11916"/>
                  </a:lnTo>
                  <a:lnTo>
                    <a:pt x="44144" y="30699"/>
                  </a:lnTo>
                  <a:lnTo>
                    <a:pt x="31994" y="30699"/>
                  </a:lnTo>
                  <a:lnTo>
                    <a:pt x="31655" y="30502"/>
                  </a:lnTo>
                  <a:lnTo>
                    <a:pt x="31544" y="30699"/>
                  </a:lnTo>
                  <a:lnTo>
                    <a:pt x="25250" y="30699"/>
                  </a:lnTo>
                  <a:cubicBezTo>
                    <a:pt x="25250" y="30699"/>
                    <a:pt x="37838" y="8375"/>
                    <a:pt x="37838" y="8375"/>
                  </a:cubicBezTo>
                  <a:close/>
                  <a:moveTo>
                    <a:pt x="86538" y="30699"/>
                  </a:moveTo>
                  <a:lnTo>
                    <a:pt x="50438" y="30699"/>
                  </a:lnTo>
                  <a:lnTo>
                    <a:pt x="59466" y="14702"/>
                  </a:lnTo>
                  <a:cubicBezTo>
                    <a:pt x="59466" y="14702"/>
                    <a:pt x="86538" y="30699"/>
                    <a:pt x="86538" y="30699"/>
                  </a:cubicBezTo>
                  <a:close/>
                  <a:moveTo>
                    <a:pt x="88500" y="15529"/>
                  </a:moveTo>
                  <a:cubicBezTo>
                    <a:pt x="91411" y="14730"/>
                    <a:pt x="94394" y="16497"/>
                    <a:pt x="95177" y="19475"/>
                  </a:cubicBezTo>
                  <a:lnTo>
                    <a:pt x="98116" y="30699"/>
                  </a:lnTo>
                  <a:lnTo>
                    <a:pt x="97444" y="30699"/>
                  </a:lnTo>
                  <a:lnTo>
                    <a:pt x="90438" y="26556"/>
                  </a:lnTo>
                  <a:lnTo>
                    <a:pt x="91322" y="26308"/>
                  </a:lnTo>
                  <a:lnTo>
                    <a:pt x="89911" y="20916"/>
                  </a:lnTo>
                  <a:lnTo>
                    <a:pt x="84644" y="22363"/>
                  </a:lnTo>
                  <a:lnTo>
                    <a:pt x="84883" y="23275"/>
                  </a:lnTo>
                  <a:lnTo>
                    <a:pt x="78200" y="19329"/>
                  </a:lnTo>
                  <a:lnTo>
                    <a:pt x="77961" y="18417"/>
                  </a:lnTo>
                  <a:cubicBezTo>
                    <a:pt x="77961" y="18417"/>
                    <a:pt x="88500" y="15529"/>
                    <a:pt x="88500" y="15529"/>
                  </a:cubicBezTo>
                  <a:close/>
                  <a:moveTo>
                    <a:pt x="114544" y="30699"/>
                  </a:moveTo>
                  <a:lnTo>
                    <a:pt x="103766" y="30699"/>
                  </a:lnTo>
                  <a:lnTo>
                    <a:pt x="100450" y="18028"/>
                  </a:lnTo>
                  <a:cubicBezTo>
                    <a:pt x="98888" y="12073"/>
                    <a:pt x="92911" y="8544"/>
                    <a:pt x="87088" y="10137"/>
                  </a:cubicBezTo>
                  <a:lnTo>
                    <a:pt x="70394" y="14719"/>
                  </a:lnTo>
                  <a:lnTo>
                    <a:pt x="48022" y="1497"/>
                  </a:lnTo>
                  <a:cubicBezTo>
                    <a:pt x="42800" y="-1581"/>
                    <a:pt x="36133" y="247"/>
                    <a:pt x="33116" y="5583"/>
                  </a:cubicBezTo>
                  <a:lnTo>
                    <a:pt x="18944" y="30699"/>
                  </a:lnTo>
                  <a:lnTo>
                    <a:pt x="5455" y="30699"/>
                  </a:lnTo>
                  <a:cubicBezTo>
                    <a:pt x="2444" y="30699"/>
                    <a:pt x="0" y="33198"/>
                    <a:pt x="0" y="36277"/>
                  </a:cubicBezTo>
                  <a:lnTo>
                    <a:pt x="0" y="47439"/>
                  </a:lnTo>
                  <a:cubicBezTo>
                    <a:pt x="0" y="50529"/>
                    <a:pt x="2444" y="53023"/>
                    <a:pt x="5455" y="53023"/>
                  </a:cubicBezTo>
                  <a:lnTo>
                    <a:pt x="10911" y="53023"/>
                  </a:lnTo>
                  <a:lnTo>
                    <a:pt x="10911" y="114416"/>
                  </a:lnTo>
                  <a:cubicBezTo>
                    <a:pt x="10911" y="117500"/>
                    <a:pt x="13350" y="120000"/>
                    <a:pt x="16361" y="120000"/>
                  </a:cubicBezTo>
                  <a:lnTo>
                    <a:pt x="103638" y="120000"/>
                  </a:lnTo>
                  <a:cubicBezTo>
                    <a:pt x="106650" y="120000"/>
                    <a:pt x="109088" y="117500"/>
                    <a:pt x="109088" y="114416"/>
                  </a:cubicBezTo>
                  <a:lnTo>
                    <a:pt x="109088" y="53023"/>
                  </a:lnTo>
                  <a:lnTo>
                    <a:pt x="114544" y="53023"/>
                  </a:lnTo>
                  <a:cubicBezTo>
                    <a:pt x="117555" y="53023"/>
                    <a:pt x="120000" y="50529"/>
                    <a:pt x="120000" y="47439"/>
                  </a:cubicBezTo>
                  <a:lnTo>
                    <a:pt x="120000" y="36277"/>
                  </a:lnTo>
                  <a:cubicBezTo>
                    <a:pt x="120000" y="33198"/>
                    <a:pt x="117555" y="30699"/>
                    <a:pt x="114544" y="30699"/>
                  </a:cubicBezTo>
                  <a:moveTo>
                    <a:pt x="43638" y="69768"/>
                  </a:moveTo>
                  <a:lnTo>
                    <a:pt x="76361" y="69768"/>
                  </a:lnTo>
                  <a:lnTo>
                    <a:pt x="76361" y="75346"/>
                  </a:lnTo>
                  <a:lnTo>
                    <a:pt x="43638" y="75346"/>
                  </a:lnTo>
                  <a:cubicBezTo>
                    <a:pt x="43638" y="75346"/>
                    <a:pt x="43638" y="69768"/>
                    <a:pt x="43638" y="69768"/>
                  </a:cubicBezTo>
                  <a:close/>
                  <a:moveTo>
                    <a:pt x="43638" y="80930"/>
                  </a:moveTo>
                  <a:lnTo>
                    <a:pt x="76361" y="80930"/>
                  </a:lnTo>
                  <a:cubicBezTo>
                    <a:pt x="79377" y="80930"/>
                    <a:pt x="81816" y="78431"/>
                    <a:pt x="81816" y="75346"/>
                  </a:cubicBezTo>
                  <a:lnTo>
                    <a:pt x="81816" y="69768"/>
                  </a:lnTo>
                  <a:cubicBezTo>
                    <a:pt x="81816" y="66684"/>
                    <a:pt x="79377" y="64184"/>
                    <a:pt x="76361" y="64184"/>
                  </a:cubicBezTo>
                  <a:lnTo>
                    <a:pt x="43638" y="64184"/>
                  </a:lnTo>
                  <a:cubicBezTo>
                    <a:pt x="40622" y="64184"/>
                    <a:pt x="38183" y="66684"/>
                    <a:pt x="38183" y="69768"/>
                  </a:cubicBezTo>
                  <a:lnTo>
                    <a:pt x="38183" y="75346"/>
                  </a:lnTo>
                  <a:cubicBezTo>
                    <a:pt x="38183" y="78431"/>
                    <a:pt x="40622" y="80930"/>
                    <a:pt x="43638" y="80930"/>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grpSp>
        <p:nvGrpSpPr>
          <p:cNvPr id="82" name="Google Shape;82;p43"/>
          <p:cNvGrpSpPr/>
          <p:nvPr/>
        </p:nvGrpSpPr>
        <p:grpSpPr>
          <a:xfrm>
            <a:off x="5852665" y="3159323"/>
            <a:ext cx="616688" cy="616688"/>
            <a:chOff x="5866603" y="3248975"/>
            <a:chExt cx="616688" cy="616688"/>
          </a:xfrm>
        </p:grpSpPr>
        <p:sp>
          <p:nvSpPr>
            <p:cNvPr id="83" name="Google Shape;83;p43"/>
            <p:cNvSpPr/>
            <p:nvPr/>
          </p:nvSpPr>
          <p:spPr>
            <a:xfrm>
              <a:off x="5866603" y="3248975"/>
              <a:ext cx="616688" cy="616688"/>
            </a:xfrm>
            <a:prstGeom prst="roundRect">
              <a:avLst>
                <a:gd fmla="val 50000" name="adj"/>
              </a:avLst>
            </a:prstGeom>
            <a:gradFill>
              <a:gsLst>
                <a:gs pos="0">
                  <a:srgbClr val="A1E6C7"/>
                </a:gs>
                <a:gs pos="50000">
                  <a:srgbClr val="92E4BF"/>
                </a:gs>
                <a:gs pos="100000">
                  <a:srgbClr val="7CCFA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 name="Google Shape;84;p43"/>
            <p:cNvSpPr/>
            <p:nvPr/>
          </p:nvSpPr>
          <p:spPr>
            <a:xfrm>
              <a:off x="6035283" y="3417655"/>
              <a:ext cx="279327" cy="279327"/>
            </a:xfrm>
            <a:custGeom>
              <a:rect b="b" l="l" r="r" t="t"/>
              <a:pathLst>
                <a:path extrusionOk="0" h="120000" w="120000">
                  <a:moveTo>
                    <a:pt x="114544" y="109088"/>
                  </a:moveTo>
                  <a:cubicBezTo>
                    <a:pt x="114544" y="112100"/>
                    <a:pt x="112100" y="114550"/>
                    <a:pt x="109088" y="114550"/>
                  </a:cubicBezTo>
                  <a:lnTo>
                    <a:pt x="10911" y="114550"/>
                  </a:lnTo>
                  <a:cubicBezTo>
                    <a:pt x="7900" y="114550"/>
                    <a:pt x="5455" y="112100"/>
                    <a:pt x="5455" y="109088"/>
                  </a:cubicBezTo>
                  <a:lnTo>
                    <a:pt x="5455" y="10911"/>
                  </a:lnTo>
                  <a:cubicBezTo>
                    <a:pt x="5455" y="7900"/>
                    <a:pt x="7900" y="5455"/>
                    <a:pt x="10911" y="5455"/>
                  </a:cubicBezTo>
                  <a:lnTo>
                    <a:pt x="109088" y="5455"/>
                  </a:lnTo>
                  <a:cubicBezTo>
                    <a:pt x="112100" y="5455"/>
                    <a:pt x="114544" y="7900"/>
                    <a:pt x="114544" y="10911"/>
                  </a:cubicBezTo>
                  <a:cubicBezTo>
                    <a:pt x="114544" y="10911"/>
                    <a:pt x="114544" y="109088"/>
                    <a:pt x="114544" y="109088"/>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moveTo>
                    <a:pt x="43638" y="35455"/>
                  </a:moveTo>
                  <a:cubicBezTo>
                    <a:pt x="40627" y="35455"/>
                    <a:pt x="38183" y="33016"/>
                    <a:pt x="38183" y="30000"/>
                  </a:cubicBezTo>
                  <a:cubicBezTo>
                    <a:pt x="38183" y="26988"/>
                    <a:pt x="40627" y="24544"/>
                    <a:pt x="43638" y="24544"/>
                  </a:cubicBezTo>
                  <a:cubicBezTo>
                    <a:pt x="46644" y="24544"/>
                    <a:pt x="49088" y="26988"/>
                    <a:pt x="49088" y="30000"/>
                  </a:cubicBezTo>
                  <a:cubicBezTo>
                    <a:pt x="49088" y="33016"/>
                    <a:pt x="46644" y="35455"/>
                    <a:pt x="43638" y="35455"/>
                  </a:cubicBezTo>
                  <a:moveTo>
                    <a:pt x="100911" y="27272"/>
                  </a:moveTo>
                  <a:lnTo>
                    <a:pt x="54161" y="27272"/>
                  </a:lnTo>
                  <a:cubicBezTo>
                    <a:pt x="52944" y="22577"/>
                    <a:pt x="48711" y="19088"/>
                    <a:pt x="43638" y="19088"/>
                  </a:cubicBezTo>
                  <a:cubicBezTo>
                    <a:pt x="38561" y="19088"/>
                    <a:pt x="34333" y="22577"/>
                    <a:pt x="33111" y="27272"/>
                  </a:cubicBezTo>
                  <a:lnTo>
                    <a:pt x="19088" y="27272"/>
                  </a:lnTo>
                  <a:cubicBezTo>
                    <a:pt x="17583" y="27272"/>
                    <a:pt x="16361" y="28494"/>
                    <a:pt x="16361" y="30000"/>
                  </a:cubicBezTo>
                  <a:cubicBezTo>
                    <a:pt x="16361" y="31511"/>
                    <a:pt x="17583" y="32727"/>
                    <a:pt x="19088" y="32727"/>
                  </a:cubicBezTo>
                  <a:lnTo>
                    <a:pt x="33111" y="32727"/>
                  </a:lnTo>
                  <a:cubicBezTo>
                    <a:pt x="34333" y="37427"/>
                    <a:pt x="38561" y="40911"/>
                    <a:pt x="43638" y="40911"/>
                  </a:cubicBezTo>
                  <a:cubicBezTo>
                    <a:pt x="48711" y="40911"/>
                    <a:pt x="52944" y="37427"/>
                    <a:pt x="54161" y="32727"/>
                  </a:cubicBezTo>
                  <a:lnTo>
                    <a:pt x="100911" y="32727"/>
                  </a:lnTo>
                  <a:cubicBezTo>
                    <a:pt x="102416" y="32727"/>
                    <a:pt x="103638" y="31511"/>
                    <a:pt x="103638" y="30000"/>
                  </a:cubicBezTo>
                  <a:cubicBezTo>
                    <a:pt x="103638" y="28494"/>
                    <a:pt x="102416" y="27272"/>
                    <a:pt x="100911" y="27272"/>
                  </a:cubicBezTo>
                  <a:moveTo>
                    <a:pt x="81816" y="65455"/>
                  </a:moveTo>
                  <a:cubicBezTo>
                    <a:pt x="78811" y="65455"/>
                    <a:pt x="76361" y="63011"/>
                    <a:pt x="76361" y="60000"/>
                  </a:cubicBezTo>
                  <a:cubicBezTo>
                    <a:pt x="76361" y="56988"/>
                    <a:pt x="78811" y="54544"/>
                    <a:pt x="81816" y="54544"/>
                  </a:cubicBezTo>
                  <a:cubicBezTo>
                    <a:pt x="84827" y="54544"/>
                    <a:pt x="87272" y="56988"/>
                    <a:pt x="87272" y="60000"/>
                  </a:cubicBezTo>
                  <a:cubicBezTo>
                    <a:pt x="87272" y="63011"/>
                    <a:pt x="84827" y="65455"/>
                    <a:pt x="81816" y="65455"/>
                  </a:cubicBezTo>
                  <a:moveTo>
                    <a:pt x="100911" y="57277"/>
                  </a:moveTo>
                  <a:lnTo>
                    <a:pt x="92338" y="57277"/>
                  </a:lnTo>
                  <a:cubicBezTo>
                    <a:pt x="91122" y="52577"/>
                    <a:pt x="86894" y="49088"/>
                    <a:pt x="81816" y="49088"/>
                  </a:cubicBezTo>
                  <a:cubicBezTo>
                    <a:pt x="76744" y="49088"/>
                    <a:pt x="72511" y="52577"/>
                    <a:pt x="71294" y="57277"/>
                  </a:cubicBezTo>
                  <a:lnTo>
                    <a:pt x="19088" y="57277"/>
                  </a:lnTo>
                  <a:cubicBezTo>
                    <a:pt x="17583" y="57277"/>
                    <a:pt x="16361" y="58494"/>
                    <a:pt x="16361" y="60000"/>
                  </a:cubicBezTo>
                  <a:cubicBezTo>
                    <a:pt x="16361" y="61511"/>
                    <a:pt x="17583" y="62727"/>
                    <a:pt x="19088" y="62727"/>
                  </a:cubicBezTo>
                  <a:lnTo>
                    <a:pt x="71294" y="62727"/>
                  </a:lnTo>
                  <a:cubicBezTo>
                    <a:pt x="72511" y="67427"/>
                    <a:pt x="76744" y="70911"/>
                    <a:pt x="81816" y="70911"/>
                  </a:cubicBezTo>
                  <a:cubicBezTo>
                    <a:pt x="86894" y="70911"/>
                    <a:pt x="91122" y="67427"/>
                    <a:pt x="92338" y="62727"/>
                  </a:cubicBezTo>
                  <a:lnTo>
                    <a:pt x="100911" y="62727"/>
                  </a:lnTo>
                  <a:cubicBezTo>
                    <a:pt x="102416" y="62727"/>
                    <a:pt x="103638" y="61511"/>
                    <a:pt x="103638" y="60000"/>
                  </a:cubicBezTo>
                  <a:cubicBezTo>
                    <a:pt x="103638" y="58494"/>
                    <a:pt x="102416" y="57277"/>
                    <a:pt x="100911" y="57277"/>
                  </a:cubicBezTo>
                  <a:moveTo>
                    <a:pt x="54544" y="95455"/>
                  </a:moveTo>
                  <a:cubicBezTo>
                    <a:pt x="51533" y="95455"/>
                    <a:pt x="49088" y="93016"/>
                    <a:pt x="49088" y="90000"/>
                  </a:cubicBezTo>
                  <a:cubicBezTo>
                    <a:pt x="49088" y="86988"/>
                    <a:pt x="51533" y="84544"/>
                    <a:pt x="54544" y="84544"/>
                  </a:cubicBezTo>
                  <a:cubicBezTo>
                    <a:pt x="57555" y="84544"/>
                    <a:pt x="60000" y="86988"/>
                    <a:pt x="60000" y="90000"/>
                  </a:cubicBezTo>
                  <a:cubicBezTo>
                    <a:pt x="60000" y="93016"/>
                    <a:pt x="57555" y="95455"/>
                    <a:pt x="54544" y="95455"/>
                  </a:cubicBezTo>
                  <a:moveTo>
                    <a:pt x="100911" y="87272"/>
                  </a:moveTo>
                  <a:lnTo>
                    <a:pt x="65066" y="87272"/>
                  </a:lnTo>
                  <a:cubicBezTo>
                    <a:pt x="63850" y="82572"/>
                    <a:pt x="59622" y="79094"/>
                    <a:pt x="54544" y="79094"/>
                  </a:cubicBezTo>
                  <a:cubicBezTo>
                    <a:pt x="49466" y="79094"/>
                    <a:pt x="45238" y="82572"/>
                    <a:pt x="44022" y="87272"/>
                  </a:cubicBezTo>
                  <a:lnTo>
                    <a:pt x="19088" y="87272"/>
                  </a:lnTo>
                  <a:cubicBezTo>
                    <a:pt x="17583" y="87272"/>
                    <a:pt x="16361" y="88494"/>
                    <a:pt x="16361" y="90000"/>
                  </a:cubicBezTo>
                  <a:cubicBezTo>
                    <a:pt x="16361" y="91511"/>
                    <a:pt x="17583" y="92727"/>
                    <a:pt x="19088" y="92727"/>
                  </a:cubicBezTo>
                  <a:lnTo>
                    <a:pt x="44022" y="92727"/>
                  </a:lnTo>
                  <a:cubicBezTo>
                    <a:pt x="45238" y="97427"/>
                    <a:pt x="49466" y="100911"/>
                    <a:pt x="54544" y="100911"/>
                  </a:cubicBezTo>
                  <a:cubicBezTo>
                    <a:pt x="59622" y="100911"/>
                    <a:pt x="63850" y="97427"/>
                    <a:pt x="65066" y="92727"/>
                  </a:cubicBezTo>
                  <a:lnTo>
                    <a:pt x="100911" y="92727"/>
                  </a:lnTo>
                  <a:cubicBezTo>
                    <a:pt x="102416" y="92727"/>
                    <a:pt x="103638" y="91511"/>
                    <a:pt x="103638" y="90000"/>
                  </a:cubicBezTo>
                  <a:cubicBezTo>
                    <a:pt x="103638" y="88494"/>
                    <a:pt x="102416" y="87272"/>
                    <a:pt x="100911" y="87272"/>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grpSp>
        <p:nvGrpSpPr>
          <p:cNvPr id="85" name="Google Shape;85;p43"/>
          <p:cNvGrpSpPr/>
          <p:nvPr/>
        </p:nvGrpSpPr>
        <p:grpSpPr>
          <a:xfrm>
            <a:off x="8806369" y="4754662"/>
            <a:ext cx="616688" cy="616688"/>
            <a:chOff x="8998834" y="4446928"/>
            <a:chExt cx="616688" cy="616688"/>
          </a:xfrm>
        </p:grpSpPr>
        <p:sp>
          <p:nvSpPr>
            <p:cNvPr id="86" name="Google Shape;86;p43"/>
            <p:cNvSpPr/>
            <p:nvPr/>
          </p:nvSpPr>
          <p:spPr>
            <a:xfrm>
              <a:off x="8998834" y="4446928"/>
              <a:ext cx="616688" cy="616688"/>
            </a:xfrm>
            <a:prstGeom prst="roundRect">
              <a:avLst>
                <a:gd fmla="val 50000" name="adj"/>
              </a:avLst>
            </a:prstGeom>
            <a:gradFill>
              <a:gsLst>
                <a:gs pos="0">
                  <a:srgbClr val="A1E6C7"/>
                </a:gs>
                <a:gs pos="50000">
                  <a:srgbClr val="92E4BF"/>
                </a:gs>
                <a:gs pos="100000">
                  <a:srgbClr val="7CCFA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43"/>
            <p:cNvSpPr/>
            <p:nvPr/>
          </p:nvSpPr>
          <p:spPr>
            <a:xfrm>
              <a:off x="9167514" y="4640392"/>
              <a:ext cx="279327" cy="253935"/>
            </a:xfrm>
            <a:custGeom>
              <a:rect b="b" l="l" r="r" t="t"/>
              <a:pathLst>
                <a:path extrusionOk="0" h="120000" w="120000">
                  <a:moveTo>
                    <a:pt x="92727" y="114000"/>
                  </a:moveTo>
                  <a:lnTo>
                    <a:pt x="81816" y="114000"/>
                  </a:lnTo>
                  <a:lnTo>
                    <a:pt x="81816" y="102000"/>
                  </a:lnTo>
                  <a:cubicBezTo>
                    <a:pt x="83327" y="102000"/>
                    <a:pt x="84544" y="100661"/>
                    <a:pt x="84544" y="99000"/>
                  </a:cubicBezTo>
                  <a:cubicBezTo>
                    <a:pt x="84544" y="97344"/>
                    <a:pt x="83327" y="96000"/>
                    <a:pt x="81816" y="96000"/>
                  </a:cubicBezTo>
                  <a:lnTo>
                    <a:pt x="81816" y="42000"/>
                  </a:lnTo>
                  <a:lnTo>
                    <a:pt x="92727" y="42000"/>
                  </a:lnTo>
                  <a:cubicBezTo>
                    <a:pt x="92727" y="42000"/>
                    <a:pt x="92727" y="114000"/>
                    <a:pt x="92727" y="114000"/>
                  </a:cubicBezTo>
                  <a:close/>
                  <a:moveTo>
                    <a:pt x="76361" y="96000"/>
                  </a:moveTo>
                  <a:cubicBezTo>
                    <a:pt x="74855" y="96000"/>
                    <a:pt x="73638" y="97344"/>
                    <a:pt x="73638" y="99000"/>
                  </a:cubicBezTo>
                  <a:cubicBezTo>
                    <a:pt x="73638" y="100661"/>
                    <a:pt x="74855" y="102000"/>
                    <a:pt x="76361" y="102000"/>
                  </a:cubicBezTo>
                  <a:lnTo>
                    <a:pt x="76361" y="114000"/>
                  </a:lnTo>
                  <a:lnTo>
                    <a:pt x="21816" y="114000"/>
                  </a:lnTo>
                  <a:lnTo>
                    <a:pt x="21816" y="102000"/>
                  </a:lnTo>
                  <a:cubicBezTo>
                    <a:pt x="23327" y="102000"/>
                    <a:pt x="24544" y="100661"/>
                    <a:pt x="24544" y="99000"/>
                  </a:cubicBezTo>
                  <a:cubicBezTo>
                    <a:pt x="24544" y="97344"/>
                    <a:pt x="23327" y="96000"/>
                    <a:pt x="21816" y="96000"/>
                  </a:cubicBezTo>
                  <a:lnTo>
                    <a:pt x="21816" y="42000"/>
                  </a:lnTo>
                  <a:lnTo>
                    <a:pt x="76361" y="42000"/>
                  </a:lnTo>
                  <a:cubicBezTo>
                    <a:pt x="76361" y="42000"/>
                    <a:pt x="76361" y="96000"/>
                    <a:pt x="76361" y="96000"/>
                  </a:cubicBezTo>
                  <a:close/>
                  <a:moveTo>
                    <a:pt x="16361" y="96000"/>
                  </a:moveTo>
                  <a:cubicBezTo>
                    <a:pt x="14855" y="96000"/>
                    <a:pt x="13638" y="97344"/>
                    <a:pt x="13638" y="99000"/>
                  </a:cubicBezTo>
                  <a:cubicBezTo>
                    <a:pt x="13638" y="100661"/>
                    <a:pt x="14855" y="102000"/>
                    <a:pt x="16361" y="102000"/>
                  </a:cubicBezTo>
                  <a:lnTo>
                    <a:pt x="16361" y="114000"/>
                  </a:lnTo>
                  <a:lnTo>
                    <a:pt x="5455" y="114000"/>
                  </a:lnTo>
                  <a:lnTo>
                    <a:pt x="5455" y="42000"/>
                  </a:lnTo>
                  <a:lnTo>
                    <a:pt x="16361" y="42000"/>
                  </a:lnTo>
                  <a:cubicBezTo>
                    <a:pt x="16361" y="42000"/>
                    <a:pt x="16361" y="96000"/>
                    <a:pt x="16361" y="96000"/>
                  </a:cubicBezTo>
                  <a:close/>
                  <a:moveTo>
                    <a:pt x="43638" y="30000"/>
                  </a:moveTo>
                  <a:lnTo>
                    <a:pt x="54544" y="30000"/>
                  </a:lnTo>
                  <a:cubicBezTo>
                    <a:pt x="57555" y="30000"/>
                    <a:pt x="60000" y="32688"/>
                    <a:pt x="60000" y="36005"/>
                  </a:cubicBezTo>
                  <a:lnTo>
                    <a:pt x="38183" y="36005"/>
                  </a:lnTo>
                  <a:cubicBezTo>
                    <a:pt x="38183" y="32688"/>
                    <a:pt x="40627" y="30000"/>
                    <a:pt x="43638" y="30000"/>
                  </a:cubicBezTo>
                  <a:moveTo>
                    <a:pt x="92727" y="36005"/>
                  </a:moveTo>
                  <a:lnTo>
                    <a:pt x="65455" y="36005"/>
                  </a:lnTo>
                  <a:cubicBezTo>
                    <a:pt x="65455" y="29372"/>
                    <a:pt x="60572" y="24005"/>
                    <a:pt x="54544" y="24005"/>
                  </a:cubicBezTo>
                  <a:lnTo>
                    <a:pt x="43638" y="24005"/>
                  </a:lnTo>
                  <a:cubicBezTo>
                    <a:pt x="37611" y="24005"/>
                    <a:pt x="32727" y="29372"/>
                    <a:pt x="32727" y="36005"/>
                  </a:cubicBezTo>
                  <a:lnTo>
                    <a:pt x="5455" y="36005"/>
                  </a:lnTo>
                  <a:cubicBezTo>
                    <a:pt x="2444" y="36005"/>
                    <a:pt x="0" y="38688"/>
                    <a:pt x="0" y="42000"/>
                  </a:cubicBezTo>
                  <a:lnTo>
                    <a:pt x="0" y="114000"/>
                  </a:lnTo>
                  <a:cubicBezTo>
                    <a:pt x="0" y="117311"/>
                    <a:pt x="2444" y="120000"/>
                    <a:pt x="5455" y="120000"/>
                  </a:cubicBezTo>
                  <a:lnTo>
                    <a:pt x="92727" y="120000"/>
                  </a:lnTo>
                  <a:cubicBezTo>
                    <a:pt x="95738" y="120000"/>
                    <a:pt x="98183" y="117311"/>
                    <a:pt x="98183" y="114000"/>
                  </a:cubicBezTo>
                  <a:lnTo>
                    <a:pt x="98183" y="42000"/>
                  </a:lnTo>
                  <a:cubicBezTo>
                    <a:pt x="98183" y="38688"/>
                    <a:pt x="95738" y="36005"/>
                    <a:pt x="92727" y="36005"/>
                  </a:cubicBezTo>
                  <a:moveTo>
                    <a:pt x="60000" y="12005"/>
                  </a:moveTo>
                  <a:cubicBezTo>
                    <a:pt x="60000" y="8688"/>
                    <a:pt x="62444" y="6000"/>
                    <a:pt x="65455" y="6000"/>
                  </a:cubicBezTo>
                  <a:lnTo>
                    <a:pt x="76361" y="6000"/>
                  </a:lnTo>
                  <a:cubicBezTo>
                    <a:pt x="79372" y="6000"/>
                    <a:pt x="81816" y="8688"/>
                    <a:pt x="81816" y="12005"/>
                  </a:cubicBezTo>
                  <a:cubicBezTo>
                    <a:pt x="81816" y="12005"/>
                    <a:pt x="60000" y="12005"/>
                    <a:pt x="60000" y="12005"/>
                  </a:cubicBezTo>
                  <a:close/>
                  <a:moveTo>
                    <a:pt x="114544" y="12005"/>
                  </a:moveTo>
                  <a:lnTo>
                    <a:pt x="87272" y="12005"/>
                  </a:lnTo>
                  <a:cubicBezTo>
                    <a:pt x="87272" y="5372"/>
                    <a:pt x="82388" y="0"/>
                    <a:pt x="76361" y="0"/>
                  </a:cubicBezTo>
                  <a:lnTo>
                    <a:pt x="65455" y="0"/>
                  </a:lnTo>
                  <a:cubicBezTo>
                    <a:pt x="59427" y="0"/>
                    <a:pt x="54544" y="5372"/>
                    <a:pt x="54544" y="12005"/>
                  </a:cubicBezTo>
                  <a:lnTo>
                    <a:pt x="27272" y="12005"/>
                  </a:lnTo>
                  <a:cubicBezTo>
                    <a:pt x="24261" y="12005"/>
                    <a:pt x="21816" y="14688"/>
                    <a:pt x="21816" y="18000"/>
                  </a:cubicBezTo>
                  <a:lnTo>
                    <a:pt x="21816" y="27000"/>
                  </a:lnTo>
                  <a:cubicBezTo>
                    <a:pt x="21816" y="28661"/>
                    <a:pt x="23038" y="30000"/>
                    <a:pt x="24544" y="30000"/>
                  </a:cubicBezTo>
                  <a:cubicBezTo>
                    <a:pt x="26055" y="30000"/>
                    <a:pt x="27272" y="28661"/>
                    <a:pt x="27272" y="27000"/>
                  </a:cubicBezTo>
                  <a:lnTo>
                    <a:pt x="27272" y="18000"/>
                  </a:lnTo>
                  <a:lnTo>
                    <a:pt x="114544" y="18000"/>
                  </a:lnTo>
                  <a:lnTo>
                    <a:pt x="114544" y="90005"/>
                  </a:lnTo>
                  <a:lnTo>
                    <a:pt x="106361" y="90005"/>
                  </a:lnTo>
                  <a:cubicBezTo>
                    <a:pt x="104855" y="90005"/>
                    <a:pt x="103638" y="91344"/>
                    <a:pt x="103638" y="93000"/>
                  </a:cubicBezTo>
                  <a:cubicBezTo>
                    <a:pt x="103638" y="94661"/>
                    <a:pt x="104855" y="96000"/>
                    <a:pt x="106361" y="96000"/>
                  </a:cubicBezTo>
                  <a:lnTo>
                    <a:pt x="114544" y="96000"/>
                  </a:lnTo>
                  <a:cubicBezTo>
                    <a:pt x="117555" y="96000"/>
                    <a:pt x="120000" y="93311"/>
                    <a:pt x="120000" y="90005"/>
                  </a:cubicBezTo>
                  <a:lnTo>
                    <a:pt x="120000" y="18000"/>
                  </a:lnTo>
                  <a:cubicBezTo>
                    <a:pt x="120000" y="14688"/>
                    <a:pt x="117555" y="12005"/>
                    <a:pt x="114544" y="12005"/>
                  </a:cubicBezTo>
                  <a:moveTo>
                    <a:pt x="30000" y="66005"/>
                  </a:moveTo>
                  <a:lnTo>
                    <a:pt x="35455" y="66005"/>
                  </a:lnTo>
                  <a:cubicBezTo>
                    <a:pt x="36961" y="66005"/>
                    <a:pt x="38183" y="64661"/>
                    <a:pt x="38183" y="63005"/>
                  </a:cubicBezTo>
                  <a:cubicBezTo>
                    <a:pt x="38183" y="61344"/>
                    <a:pt x="36961" y="60000"/>
                    <a:pt x="35455" y="60000"/>
                  </a:cubicBezTo>
                  <a:lnTo>
                    <a:pt x="30000" y="60000"/>
                  </a:lnTo>
                  <a:cubicBezTo>
                    <a:pt x="28494" y="60000"/>
                    <a:pt x="27272" y="61344"/>
                    <a:pt x="27272" y="63005"/>
                  </a:cubicBezTo>
                  <a:cubicBezTo>
                    <a:pt x="27272" y="64661"/>
                    <a:pt x="28494" y="66005"/>
                    <a:pt x="30000" y="66005"/>
                  </a:cubicBezTo>
                  <a:moveTo>
                    <a:pt x="30000" y="54000"/>
                  </a:moveTo>
                  <a:lnTo>
                    <a:pt x="46361" y="54000"/>
                  </a:lnTo>
                  <a:cubicBezTo>
                    <a:pt x="47872" y="54000"/>
                    <a:pt x="49088" y="52661"/>
                    <a:pt x="49088" y="51005"/>
                  </a:cubicBezTo>
                  <a:cubicBezTo>
                    <a:pt x="49088" y="49344"/>
                    <a:pt x="47872" y="48000"/>
                    <a:pt x="46361" y="48000"/>
                  </a:cubicBezTo>
                  <a:lnTo>
                    <a:pt x="30000" y="48000"/>
                  </a:lnTo>
                  <a:cubicBezTo>
                    <a:pt x="28494" y="48000"/>
                    <a:pt x="27272" y="49344"/>
                    <a:pt x="27272" y="51005"/>
                  </a:cubicBezTo>
                  <a:cubicBezTo>
                    <a:pt x="27272" y="52661"/>
                    <a:pt x="28494" y="54000"/>
                    <a:pt x="30000" y="54000"/>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grpSp>
        <p:nvGrpSpPr>
          <p:cNvPr id="88" name="Google Shape;88;p43"/>
          <p:cNvGrpSpPr/>
          <p:nvPr/>
        </p:nvGrpSpPr>
        <p:grpSpPr>
          <a:xfrm>
            <a:off x="5866603" y="1538356"/>
            <a:ext cx="616688" cy="616688"/>
            <a:chOff x="5866603" y="2153819"/>
            <a:chExt cx="616688" cy="616688"/>
          </a:xfrm>
        </p:grpSpPr>
        <p:sp>
          <p:nvSpPr>
            <p:cNvPr id="89" name="Google Shape;89;p43"/>
            <p:cNvSpPr/>
            <p:nvPr/>
          </p:nvSpPr>
          <p:spPr>
            <a:xfrm>
              <a:off x="5866603" y="2153819"/>
              <a:ext cx="616688" cy="616688"/>
            </a:xfrm>
            <a:prstGeom prst="roundRect">
              <a:avLst>
                <a:gd fmla="val 50000" name="adj"/>
              </a:avLst>
            </a:prstGeom>
            <a:gradFill>
              <a:gsLst>
                <a:gs pos="0">
                  <a:srgbClr val="4AC990"/>
                </a:gs>
                <a:gs pos="50000">
                  <a:srgbClr val="12C884"/>
                </a:gs>
                <a:gs pos="100000">
                  <a:srgbClr val="08B876"/>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 name="Google Shape;90;p43"/>
            <p:cNvSpPr/>
            <p:nvPr/>
          </p:nvSpPr>
          <p:spPr>
            <a:xfrm>
              <a:off x="6035283" y="2327251"/>
              <a:ext cx="279327" cy="254031"/>
            </a:xfrm>
            <a:custGeom>
              <a:rect b="b" l="l" r="r" t="t"/>
              <a:pathLst>
                <a:path extrusionOk="0" h="120000" w="120000">
                  <a:moveTo>
                    <a:pt x="114544" y="42031"/>
                  </a:moveTo>
                  <a:lnTo>
                    <a:pt x="75444" y="42031"/>
                  </a:lnTo>
                  <a:cubicBezTo>
                    <a:pt x="73088" y="38609"/>
                    <a:pt x="70655" y="34591"/>
                    <a:pt x="68438" y="30039"/>
                  </a:cubicBezTo>
                  <a:lnTo>
                    <a:pt x="114544" y="30039"/>
                  </a:lnTo>
                  <a:cubicBezTo>
                    <a:pt x="114544" y="30039"/>
                    <a:pt x="114544" y="42031"/>
                    <a:pt x="114544" y="42031"/>
                  </a:cubicBezTo>
                  <a:close/>
                  <a:moveTo>
                    <a:pt x="109088" y="78019"/>
                  </a:moveTo>
                  <a:lnTo>
                    <a:pt x="62727" y="78019"/>
                  </a:lnTo>
                  <a:lnTo>
                    <a:pt x="62727" y="48030"/>
                  </a:lnTo>
                  <a:lnTo>
                    <a:pt x="72722" y="48030"/>
                  </a:lnTo>
                  <a:cubicBezTo>
                    <a:pt x="77900" y="55119"/>
                    <a:pt x="82305" y="59233"/>
                    <a:pt x="82677" y="59574"/>
                  </a:cubicBezTo>
                  <a:cubicBezTo>
                    <a:pt x="83383" y="60215"/>
                    <a:pt x="84300" y="60408"/>
                    <a:pt x="85127" y="60164"/>
                  </a:cubicBezTo>
                  <a:cubicBezTo>
                    <a:pt x="85655" y="60011"/>
                    <a:pt x="86138" y="59682"/>
                    <a:pt x="86516" y="59188"/>
                  </a:cubicBezTo>
                  <a:cubicBezTo>
                    <a:pt x="87477" y="57917"/>
                    <a:pt x="87322" y="56021"/>
                    <a:pt x="86166" y="54960"/>
                  </a:cubicBezTo>
                  <a:cubicBezTo>
                    <a:pt x="86100" y="54903"/>
                    <a:pt x="83461" y="52429"/>
                    <a:pt x="79905" y="48030"/>
                  </a:cubicBezTo>
                  <a:lnTo>
                    <a:pt x="109088" y="48030"/>
                  </a:lnTo>
                  <a:cubicBezTo>
                    <a:pt x="109088" y="48030"/>
                    <a:pt x="109088" y="78019"/>
                    <a:pt x="109088" y="78019"/>
                  </a:cubicBezTo>
                  <a:close/>
                  <a:moveTo>
                    <a:pt x="109088" y="114001"/>
                  </a:moveTo>
                  <a:lnTo>
                    <a:pt x="62727" y="114001"/>
                  </a:lnTo>
                  <a:lnTo>
                    <a:pt x="62727" y="84012"/>
                  </a:lnTo>
                  <a:lnTo>
                    <a:pt x="109088" y="84012"/>
                  </a:lnTo>
                  <a:cubicBezTo>
                    <a:pt x="109088" y="84012"/>
                    <a:pt x="109088" y="114001"/>
                    <a:pt x="109088" y="114001"/>
                  </a:cubicBezTo>
                  <a:close/>
                  <a:moveTo>
                    <a:pt x="62727" y="30993"/>
                  </a:moveTo>
                  <a:cubicBezTo>
                    <a:pt x="64588" y="35062"/>
                    <a:pt x="66616" y="38751"/>
                    <a:pt x="68666" y="42031"/>
                  </a:cubicBezTo>
                  <a:lnTo>
                    <a:pt x="62727" y="42031"/>
                  </a:lnTo>
                  <a:cubicBezTo>
                    <a:pt x="62727" y="42031"/>
                    <a:pt x="62727" y="30993"/>
                    <a:pt x="62727" y="30993"/>
                  </a:cubicBezTo>
                  <a:close/>
                  <a:moveTo>
                    <a:pt x="71505" y="8405"/>
                  </a:moveTo>
                  <a:cubicBezTo>
                    <a:pt x="78027" y="4262"/>
                    <a:pt x="85755" y="5556"/>
                    <a:pt x="88772" y="11293"/>
                  </a:cubicBezTo>
                  <a:cubicBezTo>
                    <a:pt x="90794" y="15141"/>
                    <a:pt x="90127" y="19994"/>
                    <a:pt x="87527" y="24040"/>
                  </a:cubicBezTo>
                  <a:lnTo>
                    <a:pt x="65805" y="24040"/>
                  </a:lnTo>
                  <a:cubicBezTo>
                    <a:pt x="65222" y="22559"/>
                    <a:pt x="64672" y="21044"/>
                    <a:pt x="64166" y="19477"/>
                  </a:cubicBezTo>
                  <a:cubicBezTo>
                    <a:pt x="64738" y="15272"/>
                    <a:pt x="67333" y="11049"/>
                    <a:pt x="71505" y="8405"/>
                  </a:cubicBezTo>
                  <a:moveTo>
                    <a:pt x="57272" y="42031"/>
                  </a:moveTo>
                  <a:lnTo>
                    <a:pt x="51244" y="42031"/>
                  </a:lnTo>
                  <a:cubicBezTo>
                    <a:pt x="53333" y="38700"/>
                    <a:pt x="55388" y="34948"/>
                    <a:pt x="57272" y="30811"/>
                  </a:cubicBezTo>
                  <a:cubicBezTo>
                    <a:pt x="57272" y="30811"/>
                    <a:pt x="57272" y="42031"/>
                    <a:pt x="57272" y="42031"/>
                  </a:cubicBezTo>
                  <a:close/>
                  <a:moveTo>
                    <a:pt x="57272" y="78019"/>
                  </a:moveTo>
                  <a:lnTo>
                    <a:pt x="10911" y="78019"/>
                  </a:lnTo>
                  <a:lnTo>
                    <a:pt x="10911" y="48030"/>
                  </a:lnTo>
                  <a:lnTo>
                    <a:pt x="40011" y="48030"/>
                  </a:lnTo>
                  <a:cubicBezTo>
                    <a:pt x="36461" y="52429"/>
                    <a:pt x="33816" y="54903"/>
                    <a:pt x="33750" y="54960"/>
                  </a:cubicBezTo>
                  <a:cubicBezTo>
                    <a:pt x="32594" y="56021"/>
                    <a:pt x="32438" y="57917"/>
                    <a:pt x="33400" y="59188"/>
                  </a:cubicBezTo>
                  <a:cubicBezTo>
                    <a:pt x="33777" y="59682"/>
                    <a:pt x="34261" y="60011"/>
                    <a:pt x="34783" y="60164"/>
                  </a:cubicBezTo>
                  <a:cubicBezTo>
                    <a:pt x="35616" y="60408"/>
                    <a:pt x="36527" y="60215"/>
                    <a:pt x="37238" y="59574"/>
                  </a:cubicBezTo>
                  <a:cubicBezTo>
                    <a:pt x="37611" y="59233"/>
                    <a:pt x="42016" y="55119"/>
                    <a:pt x="47194" y="48030"/>
                  </a:cubicBezTo>
                  <a:lnTo>
                    <a:pt x="57272" y="48030"/>
                  </a:lnTo>
                  <a:cubicBezTo>
                    <a:pt x="57272" y="48030"/>
                    <a:pt x="57272" y="78019"/>
                    <a:pt x="57272" y="78019"/>
                  </a:cubicBezTo>
                  <a:close/>
                  <a:moveTo>
                    <a:pt x="57272" y="114001"/>
                  </a:moveTo>
                  <a:lnTo>
                    <a:pt x="10911" y="114001"/>
                  </a:lnTo>
                  <a:lnTo>
                    <a:pt x="10911" y="84012"/>
                  </a:lnTo>
                  <a:lnTo>
                    <a:pt x="57272" y="84012"/>
                  </a:lnTo>
                  <a:cubicBezTo>
                    <a:pt x="57272" y="84012"/>
                    <a:pt x="57272" y="114001"/>
                    <a:pt x="57272" y="114001"/>
                  </a:cubicBezTo>
                  <a:close/>
                  <a:moveTo>
                    <a:pt x="5455" y="42031"/>
                  </a:moveTo>
                  <a:lnTo>
                    <a:pt x="5455" y="30039"/>
                  </a:lnTo>
                  <a:lnTo>
                    <a:pt x="51477" y="30039"/>
                  </a:lnTo>
                  <a:cubicBezTo>
                    <a:pt x="49261" y="34591"/>
                    <a:pt x="46827" y="38609"/>
                    <a:pt x="44472" y="42031"/>
                  </a:cubicBezTo>
                  <a:cubicBezTo>
                    <a:pt x="44472" y="42031"/>
                    <a:pt x="5455" y="42031"/>
                    <a:pt x="5455" y="42031"/>
                  </a:cubicBezTo>
                  <a:close/>
                  <a:moveTo>
                    <a:pt x="31144" y="11293"/>
                  </a:moveTo>
                  <a:cubicBezTo>
                    <a:pt x="34155" y="5561"/>
                    <a:pt x="41888" y="4262"/>
                    <a:pt x="48411" y="8405"/>
                  </a:cubicBezTo>
                  <a:cubicBezTo>
                    <a:pt x="52583" y="11055"/>
                    <a:pt x="55172" y="15278"/>
                    <a:pt x="55750" y="19483"/>
                  </a:cubicBezTo>
                  <a:cubicBezTo>
                    <a:pt x="55244" y="21044"/>
                    <a:pt x="54694" y="22559"/>
                    <a:pt x="54111" y="24040"/>
                  </a:cubicBezTo>
                  <a:lnTo>
                    <a:pt x="32388" y="24040"/>
                  </a:lnTo>
                  <a:cubicBezTo>
                    <a:pt x="29788" y="19994"/>
                    <a:pt x="29122" y="15141"/>
                    <a:pt x="31144" y="11293"/>
                  </a:cubicBezTo>
                  <a:moveTo>
                    <a:pt x="114544" y="24040"/>
                  </a:moveTo>
                  <a:lnTo>
                    <a:pt x="93744" y="24040"/>
                  </a:lnTo>
                  <a:cubicBezTo>
                    <a:pt x="95883" y="18870"/>
                    <a:pt x="96022" y="13110"/>
                    <a:pt x="93494" y="8291"/>
                  </a:cubicBezTo>
                  <a:cubicBezTo>
                    <a:pt x="88972" y="-306"/>
                    <a:pt x="77911" y="-2587"/>
                    <a:pt x="68777" y="3206"/>
                  </a:cubicBezTo>
                  <a:cubicBezTo>
                    <a:pt x="65261" y="5442"/>
                    <a:pt x="62650" y="8575"/>
                    <a:pt x="60916" y="12043"/>
                  </a:cubicBezTo>
                  <a:cubicBezTo>
                    <a:pt x="60827" y="12003"/>
                    <a:pt x="60761" y="11935"/>
                    <a:pt x="60666" y="11906"/>
                  </a:cubicBezTo>
                  <a:cubicBezTo>
                    <a:pt x="60605" y="11889"/>
                    <a:pt x="60550" y="11901"/>
                    <a:pt x="60488" y="11889"/>
                  </a:cubicBezTo>
                  <a:cubicBezTo>
                    <a:pt x="60338" y="11855"/>
                    <a:pt x="60188" y="11855"/>
                    <a:pt x="60033" y="11850"/>
                  </a:cubicBezTo>
                  <a:cubicBezTo>
                    <a:pt x="59900" y="11855"/>
                    <a:pt x="59772" y="11855"/>
                    <a:pt x="59638" y="11878"/>
                  </a:cubicBezTo>
                  <a:cubicBezTo>
                    <a:pt x="59511" y="11895"/>
                    <a:pt x="59383" y="11861"/>
                    <a:pt x="59250" y="11906"/>
                  </a:cubicBezTo>
                  <a:cubicBezTo>
                    <a:pt x="59155" y="11935"/>
                    <a:pt x="59088" y="12003"/>
                    <a:pt x="59000" y="12043"/>
                  </a:cubicBezTo>
                  <a:cubicBezTo>
                    <a:pt x="57261" y="8575"/>
                    <a:pt x="54650" y="5442"/>
                    <a:pt x="51138" y="3212"/>
                  </a:cubicBezTo>
                  <a:cubicBezTo>
                    <a:pt x="42005" y="-2587"/>
                    <a:pt x="30938" y="-306"/>
                    <a:pt x="26416" y="8291"/>
                  </a:cubicBezTo>
                  <a:cubicBezTo>
                    <a:pt x="23894" y="13110"/>
                    <a:pt x="24027" y="18870"/>
                    <a:pt x="26172" y="24040"/>
                  </a:cubicBezTo>
                  <a:lnTo>
                    <a:pt x="5455" y="24040"/>
                  </a:lnTo>
                  <a:cubicBezTo>
                    <a:pt x="2444" y="24040"/>
                    <a:pt x="0" y="26725"/>
                    <a:pt x="0" y="30039"/>
                  </a:cubicBezTo>
                  <a:lnTo>
                    <a:pt x="0" y="42031"/>
                  </a:lnTo>
                  <a:cubicBezTo>
                    <a:pt x="0" y="45346"/>
                    <a:pt x="2444" y="48030"/>
                    <a:pt x="5455" y="48030"/>
                  </a:cubicBezTo>
                  <a:lnTo>
                    <a:pt x="5455" y="114001"/>
                  </a:lnTo>
                  <a:cubicBezTo>
                    <a:pt x="5455" y="117315"/>
                    <a:pt x="7900" y="120000"/>
                    <a:pt x="10911" y="120000"/>
                  </a:cubicBezTo>
                  <a:lnTo>
                    <a:pt x="109088" y="120000"/>
                  </a:lnTo>
                  <a:cubicBezTo>
                    <a:pt x="112100" y="120000"/>
                    <a:pt x="114544" y="117315"/>
                    <a:pt x="114544" y="114001"/>
                  </a:cubicBezTo>
                  <a:lnTo>
                    <a:pt x="114544" y="48030"/>
                  </a:lnTo>
                  <a:cubicBezTo>
                    <a:pt x="117555" y="48030"/>
                    <a:pt x="120000" y="45346"/>
                    <a:pt x="120000" y="42031"/>
                  </a:cubicBezTo>
                  <a:lnTo>
                    <a:pt x="120000" y="30039"/>
                  </a:lnTo>
                  <a:cubicBezTo>
                    <a:pt x="120000" y="26725"/>
                    <a:pt x="117555" y="24040"/>
                    <a:pt x="114544" y="24040"/>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grpSp>
        <p:nvGrpSpPr>
          <p:cNvPr id="91" name="Google Shape;91;p43"/>
          <p:cNvGrpSpPr/>
          <p:nvPr/>
        </p:nvGrpSpPr>
        <p:grpSpPr>
          <a:xfrm>
            <a:off x="5884007" y="4735486"/>
            <a:ext cx="616688" cy="616688"/>
            <a:chOff x="5866603" y="4454825"/>
            <a:chExt cx="616688" cy="616688"/>
          </a:xfrm>
        </p:grpSpPr>
        <p:sp>
          <p:nvSpPr>
            <p:cNvPr id="92" name="Google Shape;92;p43"/>
            <p:cNvSpPr/>
            <p:nvPr/>
          </p:nvSpPr>
          <p:spPr>
            <a:xfrm>
              <a:off x="5866603" y="4454825"/>
              <a:ext cx="616688" cy="616688"/>
            </a:xfrm>
            <a:prstGeom prst="roundRect">
              <a:avLst>
                <a:gd fmla="val 50000" name="adj"/>
              </a:avLst>
            </a:prstGeom>
            <a:gradFill>
              <a:gsLst>
                <a:gs pos="0">
                  <a:srgbClr val="6A798A"/>
                </a:gs>
                <a:gs pos="50000">
                  <a:srgbClr val="54677D"/>
                </a:gs>
                <a:gs pos="100000">
                  <a:srgbClr val="485A6F"/>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43"/>
            <p:cNvSpPr/>
            <p:nvPr/>
          </p:nvSpPr>
          <p:spPr>
            <a:xfrm>
              <a:off x="6035283" y="4615000"/>
              <a:ext cx="279327" cy="279327"/>
            </a:xfrm>
            <a:custGeom>
              <a:rect b="b" l="l" r="r" t="t"/>
              <a:pathLst>
                <a:path extrusionOk="0" h="120000" w="120000">
                  <a:moveTo>
                    <a:pt x="53216" y="94688"/>
                  </a:moveTo>
                  <a:cubicBezTo>
                    <a:pt x="52377" y="95411"/>
                    <a:pt x="51400" y="95966"/>
                    <a:pt x="50277" y="96355"/>
                  </a:cubicBezTo>
                  <a:cubicBezTo>
                    <a:pt x="49161" y="96750"/>
                    <a:pt x="47977" y="96944"/>
                    <a:pt x="46738" y="96944"/>
                  </a:cubicBezTo>
                  <a:cubicBezTo>
                    <a:pt x="43816" y="96944"/>
                    <a:pt x="41600" y="96044"/>
                    <a:pt x="40077" y="94255"/>
                  </a:cubicBezTo>
                  <a:cubicBezTo>
                    <a:pt x="38561" y="92466"/>
                    <a:pt x="37761" y="90144"/>
                    <a:pt x="37677" y="87305"/>
                  </a:cubicBezTo>
                  <a:lnTo>
                    <a:pt x="32577" y="87305"/>
                  </a:lnTo>
                  <a:cubicBezTo>
                    <a:pt x="32538" y="89566"/>
                    <a:pt x="32850" y="91588"/>
                    <a:pt x="33511" y="93361"/>
                  </a:cubicBezTo>
                  <a:cubicBezTo>
                    <a:pt x="34172" y="95127"/>
                    <a:pt x="35116" y="96627"/>
                    <a:pt x="36361" y="97838"/>
                  </a:cubicBezTo>
                  <a:cubicBezTo>
                    <a:pt x="37594" y="99055"/>
                    <a:pt x="39100" y="99972"/>
                    <a:pt x="40861" y="100588"/>
                  </a:cubicBezTo>
                  <a:cubicBezTo>
                    <a:pt x="42616" y="101211"/>
                    <a:pt x="44577" y="101516"/>
                    <a:pt x="46738" y="101516"/>
                  </a:cubicBezTo>
                  <a:cubicBezTo>
                    <a:pt x="48738" y="101516"/>
                    <a:pt x="50627" y="101238"/>
                    <a:pt x="52411" y="100683"/>
                  </a:cubicBezTo>
                  <a:cubicBezTo>
                    <a:pt x="54188" y="100127"/>
                    <a:pt x="55738" y="99294"/>
                    <a:pt x="57061" y="98177"/>
                  </a:cubicBezTo>
                  <a:cubicBezTo>
                    <a:pt x="58383" y="97066"/>
                    <a:pt x="59427" y="95677"/>
                    <a:pt x="60205" y="94011"/>
                  </a:cubicBezTo>
                  <a:cubicBezTo>
                    <a:pt x="60988" y="92338"/>
                    <a:pt x="61377" y="90416"/>
                    <a:pt x="61377" y="88227"/>
                  </a:cubicBezTo>
                  <a:cubicBezTo>
                    <a:pt x="61377" y="85594"/>
                    <a:pt x="60750" y="83305"/>
                    <a:pt x="59488" y="81366"/>
                  </a:cubicBezTo>
                  <a:cubicBezTo>
                    <a:pt x="58227" y="79433"/>
                    <a:pt x="56300" y="78177"/>
                    <a:pt x="53700" y="77600"/>
                  </a:cubicBezTo>
                  <a:lnTo>
                    <a:pt x="53700" y="77477"/>
                  </a:lnTo>
                  <a:cubicBezTo>
                    <a:pt x="55377" y="76694"/>
                    <a:pt x="56777" y="75538"/>
                    <a:pt x="57900" y="74016"/>
                  </a:cubicBezTo>
                  <a:cubicBezTo>
                    <a:pt x="59022" y="72488"/>
                    <a:pt x="59577" y="70744"/>
                    <a:pt x="59577" y="68761"/>
                  </a:cubicBezTo>
                  <a:cubicBezTo>
                    <a:pt x="59577" y="66744"/>
                    <a:pt x="59250" y="64988"/>
                    <a:pt x="58588" y="63511"/>
                  </a:cubicBezTo>
                  <a:cubicBezTo>
                    <a:pt x="57927" y="62027"/>
                    <a:pt x="57016" y="60811"/>
                    <a:pt x="55861" y="59866"/>
                  </a:cubicBezTo>
                  <a:cubicBezTo>
                    <a:pt x="54700" y="58916"/>
                    <a:pt x="53327" y="58205"/>
                    <a:pt x="51750" y="57733"/>
                  </a:cubicBezTo>
                  <a:cubicBezTo>
                    <a:pt x="50166" y="57255"/>
                    <a:pt x="48455" y="57022"/>
                    <a:pt x="46616" y="57022"/>
                  </a:cubicBezTo>
                  <a:cubicBezTo>
                    <a:pt x="44500" y="57022"/>
                    <a:pt x="42627" y="57366"/>
                    <a:pt x="41011" y="58072"/>
                  </a:cubicBezTo>
                  <a:cubicBezTo>
                    <a:pt x="39388" y="58772"/>
                    <a:pt x="38038" y="59738"/>
                    <a:pt x="36961" y="60977"/>
                  </a:cubicBezTo>
                  <a:cubicBezTo>
                    <a:pt x="35883" y="62211"/>
                    <a:pt x="35050" y="63700"/>
                    <a:pt x="34466" y="65427"/>
                  </a:cubicBezTo>
                  <a:cubicBezTo>
                    <a:pt x="33888" y="67155"/>
                    <a:pt x="33555" y="69072"/>
                    <a:pt x="33477" y="71172"/>
                  </a:cubicBezTo>
                  <a:lnTo>
                    <a:pt x="38577" y="71172"/>
                  </a:lnTo>
                  <a:cubicBezTo>
                    <a:pt x="38577" y="69894"/>
                    <a:pt x="38733" y="68683"/>
                    <a:pt x="39061" y="67527"/>
                  </a:cubicBezTo>
                  <a:cubicBezTo>
                    <a:pt x="39377" y="66372"/>
                    <a:pt x="39872" y="65366"/>
                    <a:pt x="40533" y="64500"/>
                  </a:cubicBezTo>
                  <a:cubicBezTo>
                    <a:pt x="41188" y="63633"/>
                    <a:pt x="42027" y="62944"/>
                    <a:pt x="43050" y="62427"/>
                  </a:cubicBezTo>
                  <a:cubicBezTo>
                    <a:pt x="44066" y="61911"/>
                    <a:pt x="45261" y="61655"/>
                    <a:pt x="46616" y="61655"/>
                  </a:cubicBezTo>
                  <a:cubicBezTo>
                    <a:pt x="48777" y="61655"/>
                    <a:pt x="50577" y="62244"/>
                    <a:pt x="52022" y="63416"/>
                  </a:cubicBezTo>
                  <a:cubicBezTo>
                    <a:pt x="53461" y="64594"/>
                    <a:pt x="54177" y="66350"/>
                    <a:pt x="54177" y="68700"/>
                  </a:cubicBezTo>
                  <a:cubicBezTo>
                    <a:pt x="54177" y="69855"/>
                    <a:pt x="53961" y="70883"/>
                    <a:pt x="53522" y="71788"/>
                  </a:cubicBezTo>
                  <a:cubicBezTo>
                    <a:pt x="53077" y="72700"/>
                    <a:pt x="52488" y="73450"/>
                    <a:pt x="51750" y="74050"/>
                  </a:cubicBezTo>
                  <a:cubicBezTo>
                    <a:pt x="51011" y="74644"/>
                    <a:pt x="50150" y="75094"/>
                    <a:pt x="49172" y="75411"/>
                  </a:cubicBezTo>
                  <a:cubicBezTo>
                    <a:pt x="48188" y="75716"/>
                    <a:pt x="47155" y="75872"/>
                    <a:pt x="46077" y="75872"/>
                  </a:cubicBezTo>
                  <a:lnTo>
                    <a:pt x="44400" y="75872"/>
                  </a:lnTo>
                  <a:cubicBezTo>
                    <a:pt x="44238" y="75872"/>
                    <a:pt x="44055" y="75850"/>
                    <a:pt x="43861" y="75805"/>
                  </a:cubicBezTo>
                  <a:lnTo>
                    <a:pt x="43861" y="80261"/>
                  </a:lnTo>
                  <a:cubicBezTo>
                    <a:pt x="44816" y="80133"/>
                    <a:pt x="45838" y="80072"/>
                    <a:pt x="46916" y="80072"/>
                  </a:cubicBezTo>
                  <a:cubicBezTo>
                    <a:pt x="48200" y="80072"/>
                    <a:pt x="49388" y="80244"/>
                    <a:pt x="50488" y="80594"/>
                  </a:cubicBezTo>
                  <a:cubicBezTo>
                    <a:pt x="51588" y="80950"/>
                    <a:pt x="52538" y="81483"/>
                    <a:pt x="53338" y="82205"/>
                  </a:cubicBezTo>
                  <a:cubicBezTo>
                    <a:pt x="54138" y="82927"/>
                    <a:pt x="54777" y="83811"/>
                    <a:pt x="55261" y="84861"/>
                  </a:cubicBezTo>
                  <a:cubicBezTo>
                    <a:pt x="55738" y="85911"/>
                    <a:pt x="55977" y="87122"/>
                    <a:pt x="55977" y="88477"/>
                  </a:cubicBezTo>
                  <a:cubicBezTo>
                    <a:pt x="55977" y="89794"/>
                    <a:pt x="55727" y="90983"/>
                    <a:pt x="55227" y="92027"/>
                  </a:cubicBezTo>
                  <a:cubicBezTo>
                    <a:pt x="54727" y="93077"/>
                    <a:pt x="54061" y="93966"/>
                    <a:pt x="53216" y="94688"/>
                  </a:cubicBezTo>
                  <a:moveTo>
                    <a:pt x="79205" y="100838"/>
                  </a:moveTo>
                  <a:lnTo>
                    <a:pt x="84305" y="100838"/>
                  </a:lnTo>
                  <a:lnTo>
                    <a:pt x="84305" y="57022"/>
                  </a:lnTo>
                  <a:lnTo>
                    <a:pt x="80405" y="57022"/>
                  </a:lnTo>
                  <a:cubicBezTo>
                    <a:pt x="80122" y="58672"/>
                    <a:pt x="79605" y="60027"/>
                    <a:pt x="78844" y="61100"/>
                  </a:cubicBezTo>
                  <a:cubicBezTo>
                    <a:pt x="78083" y="62172"/>
                    <a:pt x="77155" y="63016"/>
                    <a:pt x="76055" y="63633"/>
                  </a:cubicBezTo>
                  <a:cubicBezTo>
                    <a:pt x="74955" y="64250"/>
                    <a:pt x="73727" y="64672"/>
                    <a:pt x="72366" y="64900"/>
                  </a:cubicBezTo>
                  <a:cubicBezTo>
                    <a:pt x="71005" y="65127"/>
                    <a:pt x="69605" y="65238"/>
                    <a:pt x="68166" y="65238"/>
                  </a:cubicBezTo>
                  <a:lnTo>
                    <a:pt x="68166" y="69438"/>
                  </a:lnTo>
                  <a:lnTo>
                    <a:pt x="79205" y="69438"/>
                  </a:lnTo>
                  <a:cubicBezTo>
                    <a:pt x="79205" y="69438"/>
                    <a:pt x="79205" y="100838"/>
                    <a:pt x="79205" y="100838"/>
                  </a:cubicBezTo>
                  <a:close/>
                  <a:moveTo>
                    <a:pt x="114544" y="38183"/>
                  </a:moveTo>
                  <a:lnTo>
                    <a:pt x="5455" y="38183"/>
                  </a:lnTo>
                  <a:lnTo>
                    <a:pt x="5455" y="21822"/>
                  </a:lnTo>
                  <a:cubicBezTo>
                    <a:pt x="5455" y="18805"/>
                    <a:pt x="7894" y="16361"/>
                    <a:pt x="10911" y="16361"/>
                  </a:cubicBezTo>
                  <a:lnTo>
                    <a:pt x="21816" y="16361"/>
                  </a:lnTo>
                  <a:lnTo>
                    <a:pt x="21816" y="24544"/>
                  </a:lnTo>
                  <a:cubicBezTo>
                    <a:pt x="21816" y="26055"/>
                    <a:pt x="23038" y="27272"/>
                    <a:pt x="24544" y="27272"/>
                  </a:cubicBezTo>
                  <a:cubicBezTo>
                    <a:pt x="26055" y="27272"/>
                    <a:pt x="27272" y="26055"/>
                    <a:pt x="27272" y="24544"/>
                  </a:cubicBezTo>
                  <a:lnTo>
                    <a:pt x="27272" y="16361"/>
                  </a:lnTo>
                  <a:lnTo>
                    <a:pt x="92727" y="16361"/>
                  </a:lnTo>
                  <a:lnTo>
                    <a:pt x="92727" y="24544"/>
                  </a:lnTo>
                  <a:cubicBezTo>
                    <a:pt x="92727" y="26055"/>
                    <a:pt x="93944" y="27272"/>
                    <a:pt x="95455" y="27272"/>
                  </a:cubicBezTo>
                  <a:cubicBezTo>
                    <a:pt x="96961" y="27272"/>
                    <a:pt x="98183" y="26055"/>
                    <a:pt x="98183" y="24544"/>
                  </a:cubicBezTo>
                  <a:lnTo>
                    <a:pt x="98183" y="16361"/>
                  </a:lnTo>
                  <a:lnTo>
                    <a:pt x="109088" y="16361"/>
                  </a:lnTo>
                  <a:cubicBezTo>
                    <a:pt x="112105" y="16361"/>
                    <a:pt x="114544" y="18805"/>
                    <a:pt x="114544" y="21822"/>
                  </a:cubicBezTo>
                  <a:cubicBezTo>
                    <a:pt x="114544" y="21822"/>
                    <a:pt x="114544" y="38183"/>
                    <a:pt x="114544" y="38183"/>
                  </a:cubicBezTo>
                  <a:close/>
                  <a:moveTo>
                    <a:pt x="114544" y="109088"/>
                  </a:moveTo>
                  <a:cubicBezTo>
                    <a:pt x="114544" y="112105"/>
                    <a:pt x="112105" y="114544"/>
                    <a:pt x="109088" y="114544"/>
                  </a:cubicBezTo>
                  <a:lnTo>
                    <a:pt x="10911" y="114544"/>
                  </a:lnTo>
                  <a:cubicBezTo>
                    <a:pt x="7894" y="114544"/>
                    <a:pt x="5455" y="112105"/>
                    <a:pt x="5455" y="109088"/>
                  </a:cubicBezTo>
                  <a:lnTo>
                    <a:pt x="5455" y="43638"/>
                  </a:lnTo>
                  <a:lnTo>
                    <a:pt x="114544" y="43638"/>
                  </a:lnTo>
                  <a:cubicBezTo>
                    <a:pt x="114544" y="43638"/>
                    <a:pt x="114544" y="109088"/>
                    <a:pt x="114544" y="109088"/>
                  </a:cubicBezTo>
                  <a:close/>
                  <a:moveTo>
                    <a:pt x="109088" y="10911"/>
                  </a:moveTo>
                  <a:lnTo>
                    <a:pt x="98183" y="10911"/>
                  </a:lnTo>
                  <a:lnTo>
                    <a:pt x="98183" y="2727"/>
                  </a:lnTo>
                  <a:cubicBezTo>
                    <a:pt x="98183" y="1222"/>
                    <a:pt x="96961" y="0"/>
                    <a:pt x="95455" y="0"/>
                  </a:cubicBezTo>
                  <a:cubicBezTo>
                    <a:pt x="93944" y="0"/>
                    <a:pt x="92727" y="1222"/>
                    <a:pt x="92727" y="2727"/>
                  </a:cubicBezTo>
                  <a:lnTo>
                    <a:pt x="92727" y="10911"/>
                  </a:lnTo>
                  <a:lnTo>
                    <a:pt x="27272" y="10911"/>
                  </a:lnTo>
                  <a:lnTo>
                    <a:pt x="27272" y="2727"/>
                  </a:lnTo>
                  <a:cubicBezTo>
                    <a:pt x="27272" y="1222"/>
                    <a:pt x="26055" y="0"/>
                    <a:pt x="24544" y="0"/>
                  </a:cubicBezTo>
                  <a:cubicBezTo>
                    <a:pt x="23038" y="0"/>
                    <a:pt x="21816" y="1222"/>
                    <a:pt x="21816" y="2727"/>
                  </a:cubicBezTo>
                  <a:lnTo>
                    <a:pt x="21816" y="10911"/>
                  </a:lnTo>
                  <a:lnTo>
                    <a:pt x="10911" y="10911"/>
                  </a:lnTo>
                  <a:cubicBezTo>
                    <a:pt x="4883" y="10911"/>
                    <a:pt x="0" y="15794"/>
                    <a:pt x="0" y="21822"/>
                  </a:cubicBezTo>
                  <a:lnTo>
                    <a:pt x="0" y="109088"/>
                  </a:lnTo>
                  <a:cubicBezTo>
                    <a:pt x="0" y="115116"/>
                    <a:pt x="4883" y="120000"/>
                    <a:pt x="10911" y="120000"/>
                  </a:cubicBezTo>
                  <a:lnTo>
                    <a:pt x="109088" y="120000"/>
                  </a:lnTo>
                  <a:cubicBezTo>
                    <a:pt x="115116" y="120000"/>
                    <a:pt x="120000" y="115116"/>
                    <a:pt x="120000" y="109088"/>
                  </a:cubicBezTo>
                  <a:lnTo>
                    <a:pt x="120000" y="21822"/>
                  </a:lnTo>
                  <a:cubicBezTo>
                    <a:pt x="120000" y="15794"/>
                    <a:pt x="115116" y="10911"/>
                    <a:pt x="109088" y="10911"/>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sp>
        <p:nvSpPr>
          <p:cNvPr id="94" name="Google Shape;94;p43"/>
          <p:cNvSpPr txBox="1"/>
          <p:nvPr>
            <p:ph idx="1" type="body"/>
          </p:nvPr>
        </p:nvSpPr>
        <p:spPr>
          <a:xfrm>
            <a:off x="329371" y="5238565"/>
            <a:ext cx="832172" cy="48794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100"/>
              <a:buFont typeface="Arial"/>
              <a:buNone/>
              <a:defRPr b="1"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5" name="Google Shape;95;p43"/>
          <p:cNvSpPr txBox="1"/>
          <p:nvPr>
            <p:ph idx="2" type="body"/>
          </p:nvPr>
        </p:nvSpPr>
        <p:spPr>
          <a:xfrm>
            <a:off x="1164931" y="5238565"/>
            <a:ext cx="832172" cy="48794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100"/>
              <a:buFont typeface="Arial"/>
              <a:buNone/>
              <a:defRPr b="1"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6" name="Google Shape;96;p43"/>
          <p:cNvSpPr txBox="1"/>
          <p:nvPr>
            <p:ph idx="3" type="body"/>
          </p:nvPr>
        </p:nvSpPr>
        <p:spPr>
          <a:xfrm>
            <a:off x="2004882" y="5238565"/>
            <a:ext cx="832172" cy="48794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100"/>
              <a:buFont typeface="Arial"/>
              <a:buNone/>
              <a:defRPr b="1"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7" name="Google Shape;97;p43"/>
          <p:cNvSpPr txBox="1"/>
          <p:nvPr>
            <p:ph idx="4" type="body"/>
          </p:nvPr>
        </p:nvSpPr>
        <p:spPr>
          <a:xfrm>
            <a:off x="2840956" y="5238565"/>
            <a:ext cx="832172" cy="48794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100"/>
              <a:buFont typeface="Arial"/>
              <a:buNone/>
              <a:defRPr b="1"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8" name="Google Shape;98;p43"/>
          <p:cNvSpPr txBox="1"/>
          <p:nvPr>
            <p:ph idx="5" type="body"/>
          </p:nvPr>
        </p:nvSpPr>
        <p:spPr>
          <a:xfrm>
            <a:off x="3673128" y="5238565"/>
            <a:ext cx="832172" cy="48794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100"/>
              <a:buFont typeface="Arial"/>
              <a:buNone/>
              <a:defRPr b="1"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9" name="Google Shape;99;p43"/>
          <p:cNvSpPr txBox="1"/>
          <p:nvPr>
            <p:ph idx="6" type="body"/>
          </p:nvPr>
        </p:nvSpPr>
        <p:spPr>
          <a:xfrm>
            <a:off x="4505300" y="5238565"/>
            <a:ext cx="832172" cy="48794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100"/>
              <a:buFont typeface="Arial"/>
              <a:buNone/>
              <a:defRPr b="1"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0" name="Google Shape;100;p43"/>
          <p:cNvSpPr txBox="1"/>
          <p:nvPr>
            <p:ph idx="7" type="body"/>
          </p:nvPr>
        </p:nvSpPr>
        <p:spPr>
          <a:xfrm>
            <a:off x="6585035" y="2080353"/>
            <a:ext cx="2013842" cy="8738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1" name="Google Shape;101;p43"/>
          <p:cNvSpPr txBox="1"/>
          <p:nvPr>
            <p:ph idx="8" type="body"/>
          </p:nvPr>
        </p:nvSpPr>
        <p:spPr>
          <a:xfrm>
            <a:off x="6595091" y="1621018"/>
            <a:ext cx="2013842"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2" name="Google Shape;102;p43"/>
          <p:cNvSpPr txBox="1"/>
          <p:nvPr>
            <p:ph idx="9" type="body"/>
          </p:nvPr>
        </p:nvSpPr>
        <p:spPr>
          <a:xfrm>
            <a:off x="6585035" y="3661586"/>
            <a:ext cx="2013842" cy="8738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3" name="Google Shape;103;p43"/>
          <p:cNvSpPr txBox="1"/>
          <p:nvPr>
            <p:ph idx="13" type="body"/>
          </p:nvPr>
        </p:nvSpPr>
        <p:spPr>
          <a:xfrm>
            <a:off x="6595091" y="3202251"/>
            <a:ext cx="2013842"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4" name="Google Shape;104;p43"/>
          <p:cNvSpPr txBox="1"/>
          <p:nvPr>
            <p:ph idx="14" type="body"/>
          </p:nvPr>
        </p:nvSpPr>
        <p:spPr>
          <a:xfrm>
            <a:off x="6585035" y="5214355"/>
            <a:ext cx="2013842" cy="8738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5" name="Google Shape;105;p43"/>
          <p:cNvSpPr txBox="1"/>
          <p:nvPr>
            <p:ph idx="15" type="body"/>
          </p:nvPr>
        </p:nvSpPr>
        <p:spPr>
          <a:xfrm>
            <a:off x="6595091" y="4755020"/>
            <a:ext cx="2003786"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6" name="Google Shape;106;p43"/>
          <p:cNvSpPr txBox="1"/>
          <p:nvPr>
            <p:ph idx="16" type="body"/>
          </p:nvPr>
        </p:nvSpPr>
        <p:spPr>
          <a:xfrm>
            <a:off x="9506250" y="2080353"/>
            <a:ext cx="2013842" cy="8738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7" name="Google Shape;107;p43"/>
          <p:cNvSpPr txBox="1"/>
          <p:nvPr>
            <p:ph idx="17" type="body"/>
          </p:nvPr>
        </p:nvSpPr>
        <p:spPr>
          <a:xfrm>
            <a:off x="9516306" y="1621018"/>
            <a:ext cx="2013842"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8" name="Google Shape;108;p43"/>
          <p:cNvSpPr txBox="1"/>
          <p:nvPr>
            <p:ph idx="18" type="body"/>
          </p:nvPr>
        </p:nvSpPr>
        <p:spPr>
          <a:xfrm>
            <a:off x="9506250" y="3661586"/>
            <a:ext cx="2013842" cy="8738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9" name="Google Shape;109;p43"/>
          <p:cNvSpPr txBox="1"/>
          <p:nvPr>
            <p:ph idx="19" type="body"/>
          </p:nvPr>
        </p:nvSpPr>
        <p:spPr>
          <a:xfrm>
            <a:off x="9516306" y="3202251"/>
            <a:ext cx="2013842"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0" name="Google Shape;110;p43"/>
          <p:cNvSpPr txBox="1"/>
          <p:nvPr>
            <p:ph idx="20" type="body"/>
          </p:nvPr>
        </p:nvSpPr>
        <p:spPr>
          <a:xfrm>
            <a:off x="9506250" y="5214355"/>
            <a:ext cx="2013842" cy="8738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1" name="Google Shape;111;p43"/>
          <p:cNvSpPr txBox="1"/>
          <p:nvPr>
            <p:ph idx="21" type="body"/>
          </p:nvPr>
        </p:nvSpPr>
        <p:spPr>
          <a:xfrm>
            <a:off x="9516306" y="4755020"/>
            <a:ext cx="2003786"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unningMan-Infographic">
  <p:cSld name="1_RunningMan-Infographic">
    <p:spTree>
      <p:nvGrpSpPr>
        <p:cNvPr id="112" name="Shape 112"/>
        <p:cNvGrpSpPr/>
        <p:nvPr/>
      </p:nvGrpSpPr>
      <p:grpSpPr>
        <a:xfrm>
          <a:off x="0" y="0"/>
          <a:ext cx="0" cy="0"/>
          <a:chOff x="0" y="0"/>
          <a:chExt cx="0" cy="0"/>
        </a:xfrm>
      </p:grpSpPr>
      <p:sp>
        <p:nvSpPr>
          <p:cNvPr id="113" name="Google Shape;113;p44"/>
          <p:cNvSpPr/>
          <p:nvPr/>
        </p:nvSpPr>
        <p:spPr>
          <a:xfrm>
            <a:off x="-1" y="1684288"/>
            <a:ext cx="12191999" cy="4085572"/>
          </a:xfrm>
          <a:prstGeom prst="rect">
            <a:avLst/>
          </a:prstGeom>
          <a:solidFill>
            <a:srgbClr val="A1D0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114" name="Google Shape;114;p44"/>
          <p:cNvPicPr preferRelativeResize="0"/>
          <p:nvPr/>
        </p:nvPicPr>
        <p:blipFill rotWithShape="1">
          <a:blip r:embed="rId2">
            <a:alphaModFix/>
          </a:blip>
          <a:srcRect b="0" l="0" r="0" t="0"/>
          <a:stretch/>
        </p:blipFill>
        <p:spPr>
          <a:xfrm>
            <a:off x="519508" y="1921829"/>
            <a:ext cx="3232360" cy="3589147"/>
          </a:xfrm>
          <a:prstGeom prst="rect">
            <a:avLst/>
          </a:prstGeom>
          <a:noFill/>
          <a:ln>
            <a:noFill/>
          </a:ln>
        </p:spPr>
      </p:pic>
      <p:sp>
        <p:nvSpPr>
          <p:cNvPr id="115" name="Google Shape;115;p44"/>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6" name="Google Shape;116;p44"/>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44"/>
          <p:cNvSpPr/>
          <p:nvPr/>
        </p:nvSpPr>
        <p:spPr>
          <a:xfrm>
            <a:off x="-18854" y="5769859"/>
            <a:ext cx="12210853" cy="218688"/>
          </a:xfrm>
          <a:prstGeom prst="rect">
            <a:avLst/>
          </a:prstGeom>
          <a:solidFill>
            <a:srgbClr val="647486">
              <a:alpha val="6392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18" name="Google Shape;118;p44"/>
          <p:cNvPicPr preferRelativeResize="0"/>
          <p:nvPr/>
        </p:nvPicPr>
        <p:blipFill rotWithShape="1">
          <a:blip r:embed="rId3">
            <a:alphaModFix/>
          </a:blip>
          <a:srcRect b="0" l="0" r="0" t="0"/>
          <a:stretch/>
        </p:blipFill>
        <p:spPr>
          <a:xfrm>
            <a:off x="770591" y="1921828"/>
            <a:ext cx="771525" cy="1457325"/>
          </a:xfrm>
          <a:prstGeom prst="rect">
            <a:avLst/>
          </a:prstGeom>
          <a:noFill/>
          <a:ln>
            <a:noFill/>
          </a:ln>
        </p:spPr>
      </p:pic>
      <p:sp>
        <p:nvSpPr>
          <p:cNvPr id="119" name="Google Shape;119;p44"/>
          <p:cNvSpPr txBox="1"/>
          <p:nvPr>
            <p:ph idx="1" type="body"/>
          </p:nvPr>
        </p:nvSpPr>
        <p:spPr>
          <a:xfrm>
            <a:off x="4809152" y="1852369"/>
            <a:ext cx="6690513" cy="374940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alysis-Infographic">
  <p:cSld name="Analysis-Infographic">
    <p:spTree>
      <p:nvGrpSpPr>
        <p:cNvPr id="120" name="Shape 120"/>
        <p:cNvGrpSpPr/>
        <p:nvPr/>
      </p:nvGrpSpPr>
      <p:grpSpPr>
        <a:xfrm>
          <a:off x="0" y="0"/>
          <a:ext cx="0" cy="0"/>
          <a:chOff x="0" y="0"/>
          <a:chExt cx="0" cy="0"/>
        </a:xfrm>
      </p:grpSpPr>
      <p:sp>
        <p:nvSpPr>
          <p:cNvPr id="121" name="Google Shape;121;p45"/>
          <p:cNvSpPr txBox="1"/>
          <p:nvPr>
            <p:ph type="title"/>
          </p:nvPr>
        </p:nvSpPr>
        <p:spPr>
          <a:xfrm>
            <a:off x="208635" y="633245"/>
            <a:ext cx="9753747"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2" name="Google Shape;122;p45"/>
          <p:cNvSpPr txBox="1"/>
          <p:nvPr>
            <p:ph idx="1" type="body"/>
          </p:nvPr>
        </p:nvSpPr>
        <p:spPr>
          <a:xfrm>
            <a:off x="207963" y="273050"/>
            <a:ext cx="9753747"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3" name="Google Shape;123;p45"/>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45"/>
          <p:cNvSpPr/>
          <p:nvPr/>
        </p:nvSpPr>
        <p:spPr>
          <a:xfrm>
            <a:off x="1230923" y="4198846"/>
            <a:ext cx="9753747" cy="63304"/>
          </a:xfrm>
          <a:prstGeom prst="rect">
            <a:avLst/>
          </a:prstGeom>
          <a:solidFill>
            <a:srgbClr val="14906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 name="Google Shape;125;p45"/>
          <p:cNvSpPr/>
          <p:nvPr/>
        </p:nvSpPr>
        <p:spPr>
          <a:xfrm>
            <a:off x="1509462" y="4105578"/>
            <a:ext cx="764423" cy="93271"/>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 name="Google Shape;126;p45"/>
          <p:cNvSpPr/>
          <p:nvPr/>
        </p:nvSpPr>
        <p:spPr>
          <a:xfrm>
            <a:off x="2273884" y="3969057"/>
            <a:ext cx="764423" cy="229790"/>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45"/>
          <p:cNvSpPr/>
          <p:nvPr/>
        </p:nvSpPr>
        <p:spPr>
          <a:xfrm>
            <a:off x="3038308" y="3872691"/>
            <a:ext cx="764423" cy="326156"/>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45"/>
          <p:cNvSpPr/>
          <p:nvPr/>
        </p:nvSpPr>
        <p:spPr>
          <a:xfrm>
            <a:off x="3802730" y="3704050"/>
            <a:ext cx="764423" cy="494798"/>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p45"/>
          <p:cNvSpPr/>
          <p:nvPr/>
        </p:nvSpPr>
        <p:spPr>
          <a:xfrm>
            <a:off x="4567153" y="3559498"/>
            <a:ext cx="764423" cy="639348"/>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45"/>
          <p:cNvSpPr/>
          <p:nvPr/>
        </p:nvSpPr>
        <p:spPr>
          <a:xfrm>
            <a:off x="5331576" y="3398887"/>
            <a:ext cx="764423" cy="799960"/>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45"/>
          <p:cNvSpPr/>
          <p:nvPr/>
        </p:nvSpPr>
        <p:spPr>
          <a:xfrm>
            <a:off x="6096000" y="3286460"/>
            <a:ext cx="764423" cy="912387"/>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 name="Google Shape;132;p45"/>
          <p:cNvSpPr/>
          <p:nvPr/>
        </p:nvSpPr>
        <p:spPr>
          <a:xfrm>
            <a:off x="6860422" y="3029481"/>
            <a:ext cx="764423" cy="1169366"/>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45"/>
          <p:cNvSpPr/>
          <p:nvPr/>
        </p:nvSpPr>
        <p:spPr>
          <a:xfrm>
            <a:off x="7624846" y="2774866"/>
            <a:ext cx="764423" cy="1423981"/>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45"/>
          <p:cNvSpPr/>
          <p:nvPr/>
        </p:nvSpPr>
        <p:spPr>
          <a:xfrm>
            <a:off x="8389268" y="2435218"/>
            <a:ext cx="764423" cy="1763628"/>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45"/>
          <p:cNvSpPr/>
          <p:nvPr/>
        </p:nvSpPr>
        <p:spPr>
          <a:xfrm>
            <a:off x="9153692" y="2081874"/>
            <a:ext cx="764423" cy="2116974"/>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 name="Google Shape;136;p45"/>
          <p:cNvSpPr/>
          <p:nvPr/>
        </p:nvSpPr>
        <p:spPr>
          <a:xfrm>
            <a:off x="9918114" y="1744589"/>
            <a:ext cx="764423" cy="2454258"/>
          </a:xfrm>
          <a:custGeom>
            <a:rect b="b" l="l" r="r" t="t"/>
            <a:pathLst>
              <a:path extrusionOk="0" h="120000" w="12000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37" name="Google Shape;137;p45"/>
          <p:cNvGrpSpPr/>
          <p:nvPr/>
        </p:nvGrpSpPr>
        <p:grpSpPr>
          <a:xfrm>
            <a:off x="1567506" y="3258830"/>
            <a:ext cx="648327" cy="648329"/>
            <a:chOff x="1379092" y="2228211"/>
            <a:chExt cx="916410" cy="916410"/>
          </a:xfrm>
        </p:grpSpPr>
        <p:sp>
          <p:nvSpPr>
            <p:cNvPr id="138" name="Google Shape;138;p45"/>
            <p:cNvSpPr/>
            <p:nvPr/>
          </p:nvSpPr>
          <p:spPr>
            <a:xfrm rot="8100000">
              <a:off x="1513297" y="2362416"/>
              <a:ext cx="648000" cy="648000"/>
            </a:xfrm>
            <a:prstGeom prst="teardrop">
              <a:avLst>
                <a:gd fmla="val 10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Open Sans"/>
                <a:ea typeface="Open Sans"/>
                <a:cs typeface="Open Sans"/>
                <a:sym typeface="Open Sans"/>
              </a:endParaRPr>
            </a:p>
          </p:txBody>
        </p:sp>
        <p:sp>
          <p:nvSpPr>
            <p:cNvPr id="139" name="Google Shape;139;p45"/>
            <p:cNvSpPr txBox="1"/>
            <p:nvPr/>
          </p:nvSpPr>
          <p:spPr>
            <a:xfrm>
              <a:off x="1561770" y="2460333"/>
              <a:ext cx="551052" cy="43504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0"/>
                <a:buFont typeface="Arial"/>
                <a:buNone/>
              </a:pPr>
              <a:r>
                <a:rPr b="1" i="0" lang="en" sz="1400" u="none" cap="none" strike="noStrike">
                  <a:solidFill>
                    <a:schemeClr val="lt1"/>
                  </a:solidFill>
                  <a:latin typeface="Arial"/>
                  <a:ea typeface="Arial"/>
                  <a:cs typeface="Arial"/>
                  <a:sym typeface="Arial"/>
                </a:rPr>
                <a:t>1K</a:t>
              </a:r>
              <a:endParaRPr/>
            </a:p>
          </p:txBody>
        </p:sp>
      </p:grpSp>
      <p:grpSp>
        <p:nvGrpSpPr>
          <p:cNvPr id="140" name="Google Shape;140;p45"/>
          <p:cNvGrpSpPr/>
          <p:nvPr/>
        </p:nvGrpSpPr>
        <p:grpSpPr>
          <a:xfrm>
            <a:off x="9976161" y="877117"/>
            <a:ext cx="648329" cy="648329"/>
            <a:chOff x="9976161" y="877117"/>
            <a:chExt cx="648329" cy="648329"/>
          </a:xfrm>
        </p:grpSpPr>
        <p:sp>
          <p:nvSpPr>
            <p:cNvPr id="141" name="Google Shape;141;p45"/>
            <p:cNvSpPr/>
            <p:nvPr/>
          </p:nvSpPr>
          <p:spPr>
            <a:xfrm rot="8100000">
              <a:off x="10071107" y="972062"/>
              <a:ext cx="458437" cy="458438"/>
            </a:xfrm>
            <a:prstGeom prst="teardrop">
              <a:avLst>
                <a:gd fmla="val 100000"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Calibri"/>
                <a:ea typeface="Calibri"/>
                <a:cs typeface="Calibri"/>
                <a:sym typeface="Calibri"/>
              </a:endParaRPr>
            </a:p>
          </p:txBody>
        </p:sp>
        <p:sp>
          <p:nvSpPr>
            <p:cNvPr id="142" name="Google Shape;142;p45"/>
            <p:cNvSpPr txBox="1"/>
            <p:nvPr/>
          </p:nvSpPr>
          <p:spPr>
            <a:xfrm>
              <a:off x="10097385" y="1041336"/>
              <a:ext cx="405880" cy="30777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0"/>
                <a:buFont typeface="Arial"/>
                <a:buNone/>
              </a:pPr>
              <a:r>
                <a:rPr b="1" i="0" lang="en" sz="1400" u="none" cap="none" strike="noStrike">
                  <a:solidFill>
                    <a:schemeClr val="lt1"/>
                  </a:solidFill>
                  <a:latin typeface="Open Sans"/>
                  <a:ea typeface="Open Sans"/>
                  <a:cs typeface="Open Sans"/>
                  <a:sym typeface="Open Sans"/>
                </a:rPr>
                <a:t>8K</a:t>
              </a:r>
              <a:endParaRPr/>
            </a:p>
          </p:txBody>
        </p:sp>
      </p:grpSp>
      <p:sp>
        <p:nvSpPr>
          <p:cNvPr id="143" name="Google Shape;143;p45"/>
          <p:cNvSpPr/>
          <p:nvPr/>
        </p:nvSpPr>
        <p:spPr>
          <a:xfrm>
            <a:off x="1259775" y="1796284"/>
            <a:ext cx="179999" cy="17999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45"/>
          <p:cNvSpPr/>
          <p:nvPr/>
        </p:nvSpPr>
        <p:spPr>
          <a:xfrm>
            <a:off x="1230923" y="4819893"/>
            <a:ext cx="164675" cy="164675"/>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656D78"/>
              </a:solidFill>
              <a:latin typeface="Calibri"/>
              <a:ea typeface="Calibri"/>
              <a:cs typeface="Calibri"/>
              <a:sym typeface="Calibri"/>
            </a:endParaRPr>
          </a:p>
        </p:txBody>
      </p:sp>
      <p:sp>
        <p:nvSpPr>
          <p:cNvPr id="145" name="Google Shape;145;p45"/>
          <p:cNvSpPr/>
          <p:nvPr/>
        </p:nvSpPr>
        <p:spPr>
          <a:xfrm>
            <a:off x="7965129" y="4808043"/>
            <a:ext cx="164675" cy="164675"/>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656D78"/>
              </a:solidFill>
              <a:latin typeface="Calibri"/>
              <a:ea typeface="Calibri"/>
              <a:cs typeface="Calibri"/>
              <a:sym typeface="Calibri"/>
            </a:endParaRPr>
          </a:p>
        </p:txBody>
      </p:sp>
      <p:sp>
        <p:nvSpPr>
          <p:cNvPr id="146" name="Google Shape;146;p45"/>
          <p:cNvSpPr/>
          <p:nvPr/>
        </p:nvSpPr>
        <p:spPr>
          <a:xfrm>
            <a:off x="4561947" y="4808564"/>
            <a:ext cx="164675" cy="164675"/>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656D78"/>
              </a:solidFill>
              <a:latin typeface="Calibri"/>
              <a:ea typeface="Calibri"/>
              <a:cs typeface="Calibri"/>
              <a:sym typeface="Calibri"/>
            </a:endParaRPr>
          </a:p>
        </p:txBody>
      </p:sp>
      <p:sp>
        <p:nvSpPr>
          <p:cNvPr id="147" name="Google Shape;147;p45"/>
          <p:cNvSpPr txBox="1"/>
          <p:nvPr>
            <p:ph idx="2" type="body"/>
          </p:nvPr>
        </p:nvSpPr>
        <p:spPr>
          <a:xfrm>
            <a:off x="1567503" y="1704654"/>
            <a:ext cx="7145673" cy="104754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8" name="Google Shape;148;p45"/>
          <p:cNvSpPr txBox="1"/>
          <p:nvPr>
            <p:ph idx="3" type="body"/>
          </p:nvPr>
        </p:nvSpPr>
        <p:spPr>
          <a:xfrm>
            <a:off x="1429718" y="5190572"/>
            <a:ext cx="2984020" cy="71385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9" name="Google Shape;149;p45"/>
          <p:cNvSpPr txBox="1"/>
          <p:nvPr>
            <p:ph idx="4" type="body"/>
          </p:nvPr>
        </p:nvSpPr>
        <p:spPr>
          <a:xfrm>
            <a:off x="1439774" y="4783988"/>
            <a:ext cx="2984023"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0" name="Google Shape;150;p45"/>
          <p:cNvSpPr txBox="1"/>
          <p:nvPr>
            <p:ph idx="5" type="body"/>
          </p:nvPr>
        </p:nvSpPr>
        <p:spPr>
          <a:xfrm>
            <a:off x="4854716" y="5190572"/>
            <a:ext cx="2984020" cy="71385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1" name="Google Shape;151;p45"/>
          <p:cNvSpPr txBox="1"/>
          <p:nvPr>
            <p:ph idx="6" type="body"/>
          </p:nvPr>
        </p:nvSpPr>
        <p:spPr>
          <a:xfrm>
            <a:off x="4864772" y="4783988"/>
            <a:ext cx="2984023"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2" name="Google Shape;152;p45"/>
          <p:cNvSpPr txBox="1"/>
          <p:nvPr>
            <p:ph idx="7" type="body"/>
          </p:nvPr>
        </p:nvSpPr>
        <p:spPr>
          <a:xfrm>
            <a:off x="8236082" y="5190572"/>
            <a:ext cx="2984020" cy="71385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3" name="Google Shape;153;p45"/>
          <p:cNvSpPr txBox="1"/>
          <p:nvPr>
            <p:ph idx="8" type="body"/>
          </p:nvPr>
        </p:nvSpPr>
        <p:spPr>
          <a:xfrm>
            <a:off x="8246138" y="4783988"/>
            <a:ext cx="2984023"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xa-Infographic">
  <p:cSld name="Hexa-Infographic">
    <p:spTree>
      <p:nvGrpSpPr>
        <p:cNvPr id="154" name="Shape 154"/>
        <p:cNvGrpSpPr/>
        <p:nvPr/>
      </p:nvGrpSpPr>
      <p:grpSpPr>
        <a:xfrm>
          <a:off x="0" y="0"/>
          <a:ext cx="0" cy="0"/>
          <a:chOff x="0" y="0"/>
          <a:chExt cx="0" cy="0"/>
        </a:xfrm>
      </p:grpSpPr>
      <p:sp>
        <p:nvSpPr>
          <p:cNvPr id="155" name="Google Shape;155;p46"/>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6" name="Google Shape;156;p46"/>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157" name="Google Shape;157;p46"/>
          <p:cNvGrpSpPr/>
          <p:nvPr/>
        </p:nvGrpSpPr>
        <p:grpSpPr>
          <a:xfrm>
            <a:off x="616489" y="1781438"/>
            <a:ext cx="4118606" cy="3898703"/>
            <a:chOff x="4036696" y="1781438"/>
            <a:chExt cx="4118606" cy="3898703"/>
          </a:xfrm>
        </p:grpSpPr>
        <p:grpSp>
          <p:nvGrpSpPr>
            <p:cNvPr id="158" name="Google Shape;158;p46"/>
            <p:cNvGrpSpPr/>
            <p:nvPr/>
          </p:nvGrpSpPr>
          <p:grpSpPr>
            <a:xfrm>
              <a:off x="4036696" y="2918588"/>
              <a:ext cx="1791108" cy="1022485"/>
              <a:chOff x="4036696" y="2918588"/>
              <a:chExt cx="1791108" cy="1022485"/>
            </a:xfrm>
          </p:grpSpPr>
          <p:sp>
            <p:nvSpPr>
              <p:cNvPr id="159" name="Google Shape;159;p46"/>
              <p:cNvSpPr/>
              <p:nvPr/>
            </p:nvSpPr>
            <p:spPr>
              <a:xfrm>
                <a:off x="4036696" y="2918588"/>
                <a:ext cx="1791108" cy="1022485"/>
              </a:xfrm>
              <a:custGeom>
                <a:rect b="b" l="l" r="r" t="t"/>
                <a:pathLst>
                  <a:path extrusionOk="0" h="120000" w="120000">
                    <a:moveTo>
                      <a:pt x="89605" y="33766"/>
                    </a:moveTo>
                    <a:cubicBezTo>
                      <a:pt x="90575" y="30811"/>
                      <a:pt x="92968" y="28388"/>
                      <a:pt x="94921" y="28388"/>
                    </a:cubicBezTo>
                    <a:lnTo>
                      <a:pt x="107605" y="28388"/>
                    </a:lnTo>
                    <a:cubicBezTo>
                      <a:pt x="109552" y="28388"/>
                      <a:pt x="111945" y="30811"/>
                      <a:pt x="112921" y="33766"/>
                    </a:cubicBezTo>
                    <a:lnTo>
                      <a:pt x="119263" y="53011"/>
                    </a:lnTo>
                    <a:cubicBezTo>
                      <a:pt x="120239" y="55972"/>
                      <a:pt x="120239" y="60811"/>
                      <a:pt x="119263" y="63766"/>
                    </a:cubicBezTo>
                    <a:lnTo>
                      <a:pt x="112921" y="83011"/>
                    </a:lnTo>
                    <a:cubicBezTo>
                      <a:pt x="111945" y="85966"/>
                      <a:pt x="109552" y="88388"/>
                      <a:pt x="107605" y="88388"/>
                    </a:cubicBezTo>
                    <a:lnTo>
                      <a:pt x="94921" y="88388"/>
                    </a:lnTo>
                    <a:cubicBezTo>
                      <a:pt x="92968" y="88388"/>
                      <a:pt x="90575" y="85966"/>
                      <a:pt x="89605" y="83011"/>
                    </a:cubicBezTo>
                    <a:lnTo>
                      <a:pt x="86063" y="72277"/>
                    </a:lnTo>
                    <a:cubicBezTo>
                      <a:pt x="85087" y="69316"/>
                      <a:pt x="82694" y="66900"/>
                      <a:pt x="80747" y="66900"/>
                    </a:cubicBezTo>
                    <a:lnTo>
                      <a:pt x="79325" y="66900"/>
                    </a:lnTo>
                    <a:cubicBezTo>
                      <a:pt x="77378" y="66900"/>
                      <a:pt x="74985" y="69316"/>
                      <a:pt x="74009" y="72277"/>
                    </a:cubicBezTo>
                    <a:lnTo>
                      <a:pt x="60052" y="114622"/>
                    </a:lnTo>
                    <a:cubicBezTo>
                      <a:pt x="59076" y="117577"/>
                      <a:pt x="56683" y="120000"/>
                      <a:pt x="54737" y="120000"/>
                    </a:cubicBezTo>
                    <a:lnTo>
                      <a:pt x="22278" y="120000"/>
                    </a:lnTo>
                    <a:cubicBezTo>
                      <a:pt x="20326" y="120000"/>
                      <a:pt x="17933" y="117577"/>
                      <a:pt x="16957" y="114622"/>
                    </a:cubicBezTo>
                    <a:lnTo>
                      <a:pt x="730" y="65377"/>
                    </a:lnTo>
                    <a:cubicBezTo>
                      <a:pt x="-245" y="62416"/>
                      <a:pt x="-245" y="57577"/>
                      <a:pt x="730" y="54622"/>
                    </a:cubicBezTo>
                    <a:lnTo>
                      <a:pt x="16957" y="5377"/>
                    </a:lnTo>
                    <a:cubicBezTo>
                      <a:pt x="17933" y="2422"/>
                      <a:pt x="20326" y="0"/>
                      <a:pt x="22278" y="0"/>
                    </a:cubicBezTo>
                    <a:lnTo>
                      <a:pt x="54737" y="0"/>
                    </a:lnTo>
                    <a:cubicBezTo>
                      <a:pt x="56683" y="0"/>
                      <a:pt x="59076" y="2422"/>
                      <a:pt x="60052" y="5377"/>
                    </a:cubicBezTo>
                    <a:lnTo>
                      <a:pt x="74009" y="47722"/>
                    </a:lnTo>
                    <a:cubicBezTo>
                      <a:pt x="74985" y="50683"/>
                      <a:pt x="77378" y="53100"/>
                      <a:pt x="79325" y="53100"/>
                    </a:cubicBezTo>
                    <a:lnTo>
                      <a:pt x="79687" y="53100"/>
                    </a:lnTo>
                    <a:cubicBezTo>
                      <a:pt x="81634" y="53100"/>
                      <a:pt x="84027" y="50683"/>
                      <a:pt x="85003" y="47722"/>
                    </a:cubicBezTo>
                    <a:cubicBezTo>
                      <a:pt x="85003" y="47722"/>
                      <a:pt x="89605" y="33766"/>
                      <a:pt x="89605" y="33766"/>
                    </a:cubicBezTo>
                    <a:close/>
                  </a:path>
                </a:pathLst>
              </a:custGeom>
              <a:solidFill>
                <a:schemeClr val="accent6"/>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46"/>
              <p:cNvSpPr/>
              <p:nvPr/>
            </p:nvSpPr>
            <p:spPr>
              <a:xfrm>
                <a:off x="4452564" y="3289335"/>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161" name="Google Shape;161;p46"/>
            <p:cNvGrpSpPr/>
            <p:nvPr/>
          </p:nvGrpSpPr>
          <p:grpSpPr>
            <a:xfrm>
              <a:off x="5040846" y="1781438"/>
              <a:ext cx="1334646" cy="1571209"/>
              <a:chOff x="5040846" y="1781438"/>
              <a:chExt cx="1334646" cy="1571209"/>
            </a:xfrm>
          </p:grpSpPr>
          <p:sp>
            <p:nvSpPr>
              <p:cNvPr id="162" name="Google Shape;162;p46"/>
              <p:cNvSpPr/>
              <p:nvPr/>
            </p:nvSpPr>
            <p:spPr>
              <a:xfrm>
                <a:off x="5040846" y="1781438"/>
                <a:ext cx="1334646" cy="1571209"/>
              </a:xfrm>
              <a:custGeom>
                <a:rect b="b" l="l" r="r" t="t"/>
                <a:pathLst>
                  <a:path extrusionOk="0" h="120000" w="120000">
                    <a:moveTo>
                      <a:pt x="103365" y="80955"/>
                    </a:moveTo>
                    <a:cubicBezTo>
                      <a:pt x="105985" y="80955"/>
                      <a:pt x="109197" y="82527"/>
                      <a:pt x="110504" y="84455"/>
                    </a:cubicBezTo>
                    <a:lnTo>
                      <a:pt x="119016" y="96977"/>
                    </a:lnTo>
                    <a:cubicBezTo>
                      <a:pt x="120323" y="98900"/>
                      <a:pt x="120323" y="102050"/>
                      <a:pt x="119016" y="103977"/>
                    </a:cubicBezTo>
                    <a:lnTo>
                      <a:pt x="110504" y="116500"/>
                    </a:lnTo>
                    <a:cubicBezTo>
                      <a:pt x="109197" y="118427"/>
                      <a:pt x="105985" y="120000"/>
                      <a:pt x="103365" y="120000"/>
                    </a:cubicBezTo>
                    <a:lnTo>
                      <a:pt x="86345" y="120000"/>
                    </a:lnTo>
                    <a:cubicBezTo>
                      <a:pt x="83725" y="120000"/>
                      <a:pt x="80513" y="118427"/>
                      <a:pt x="79206" y="116500"/>
                    </a:cubicBezTo>
                    <a:lnTo>
                      <a:pt x="70694" y="103977"/>
                    </a:lnTo>
                    <a:cubicBezTo>
                      <a:pt x="69386" y="102050"/>
                      <a:pt x="69386" y="98900"/>
                      <a:pt x="70694" y="96977"/>
                    </a:cubicBezTo>
                    <a:lnTo>
                      <a:pt x="75447" y="89988"/>
                    </a:lnTo>
                    <a:cubicBezTo>
                      <a:pt x="76754" y="88066"/>
                      <a:pt x="76754" y="84916"/>
                      <a:pt x="75441" y="82994"/>
                    </a:cubicBezTo>
                    <a:lnTo>
                      <a:pt x="74492" y="81588"/>
                    </a:lnTo>
                    <a:cubicBezTo>
                      <a:pt x="73185" y="79666"/>
                      <a:pt x="69973" y="78088"/>
                      <a:pt x="67359" y="78088"/>
                    </a:cubicBezTo>
                    <a:lnTo>
                      <a:pt x="29895" y="78088"/>
                    </a:lnTo>
                    <a:cubicBezTo>
                      <a:pt x="27281" y="78088"/>
                      <a:pt x="24069" y="76516"/>
                      <a:pt x="22762" y="74588"/>
                    </a:cubicBezTo>
                    <a:lnTo>
                      <a:pt x="977" y="42544"/>
                    </a:lnTo>
                    <a:cubicBezTo>
                      <a:pt x="-329" y="40622"/>
                      <a:pt x="-329" y="37472"/>
                      <a:pt x="977" y="35544"/>
                    </a:cubicBezTo>
                    <a:lnTo>
                      <a:pt x="22762" y="3500"/>
                    </a:lnTo>
                    <a:cubicBezTo>
                      <a:pt x="24069" y="1572"/>
                      <a:pt x="27281" y="0"/>
                      <a:pt x="29895" y="0"/>
                    </a:cubicBezTo>
                    <a:lnTo>
                      <a:pt x="73459" y="0"/>
                    </a:lnTo>
                    <a:cubicBezTo>
                      <a:pt x="76073" y="0"/>
                      <a:pt x="79285" y="1572"/>
                      <a:pt x="80597" y="3500"/>
                    </a:cubicBezTo>
                    <a:lnTo>
                      <a:pt x="102376" y="35544"/>
                    </a:lnTo>
                    <a:cubicBezTo>
                      <a:pt x="103683" y="37472"/>
                      <a:pt x="103683" y="40622"/>
                      <a:pt x="102376" y="42544"/>
                    </a:cubicBezTo>
                    <a:lnTo>
                      <a:pt x="83647" y="70100"/>
                    </a:lnTo>
                    <a:cubicBezTo>
                      <a:pt x="82340" y="72027"/>
                      <a:pt x="82340" y="75177"/>
                      <a:pt x="83647" y="77100"/>
                    </a:cubicBezTo>
                    <a:lnTo>
                      <a:pt x="83887" y="77455"/>
                    </a:lnTo>
                    <a:cubicBezTo>
                      <a:pt x="85194" y="79377"/>
                      <a:pt x="88406" y="80955"/>
                      <a:pt x="91020" y="80955"/>
                    </a:cubicBezTo>
                    <a:cubicBezTo>
                      <a:pt x="91020" y="80955"/>
                      <a:pt x="103365" y="80955"/>
                      <a:pt x="103365" y="80955"/>
                    </a:cubicBezTo>
                    <a:close/>
                  </a:path>
                </a:pathLst>
              </a:custGeom>
              <a:solidFill>
                <a:schemeClr val="accent1"/>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46"/>
              <p:cNvSpPr/>
              <p:nvPr/>
            </p:nvSpPr>
            <p:spPr>
              <a:xfrm>
                <a:off x="5449137" y="2139500"/>
                <a:ext cx="279327" cy="279327"/>
              </a:xfrm>
              <a:custGeom>
                <a:rect b="b" l="l" r="r" t="t"/>
                <a:pathLst>
                  <a:path extrusionOk="0" h="120000" w="12000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164" name="Google Shape;164;p46"/>
            <p:cNvGrpSpPr/>
            <p:nvPr/>
          </p:nvGrpSpPr>
          <p:grpSpPr>
            <a:xfrm>
              <a:off x="6364196" y="2087338"/>
              <a:ext cx="1310871" cy="1584933"/>
              <a:chOff x="6364196" y="2087338"/>
              <a:chExt cx="1310871" cy="1584933"/>
            </a:xfrm>
          </p:grpSpPr>
          <p:sp>
            <p:nvSpPr>
              <p:cNvPr id="165" name="Google Shape;165;p46"/>
              <p:cNvSpPr/>
              <p:nvPr/>
            </p:nvSpPr>
            <p:spPr>
              <a:xfrm>
                <a:off x="6364196" y="2087338"/>
                <a:ext cx="1310871" cy="1584933"/>
              </a:xfrm>
              <a:custGeom>
                <a:rect b="b" l="l" r="r" t="t"/>
                <a:pathLst>
                  <a:path extrusionOk="0" h="120000" w="120000">
                    <a:moveTo>
                      <a:pt x="50193" y="97177"/>
                    </a:moveTo>
                    <a:cubicBezTo>
                      <a:pt x="51522" y="99083"/>
                      <a:pt x="51522" y="102205"/>
                      <a:pt x="50193" y="104116"/>
                    </a:cubicBezTo>
                    <a:lnTo>
                      <a:pt x="41523" y="116533"/>
                    </a:lnTo>
                    <a:cubicBezTo>
                      <a:pt x="40193" y="118438"/>
                      <a:pt x="36925" y="120000"/>
                      <a:pt x="34260" y="120000"/>
                    </a:cubicBezTo>
                    <a:lnTo>
                      <a:pt x="16926" y="120000"/>
                    </a:lnTo>
                    <a:cubicBezTo>
                      <a:pt x="14261" y="120000"/>
                      <a:pt x="10993" y="118438"/>
                      <a:pt x="9664" y="116533"/>
                    </a:cubicBezTo>
                    <a:lnTo>
                      <a:pt x="994" y="104116"/>
                    </a:lnTo>
                    <a:cubicBezTo>
                      <a:pt x="-335" y="102205"/>
                      <a:pt x="-335" y="99083"/>
                      <a:pt x="994" y="97177"/>
                    </a:cubicBezTo>
                    <a:lnTo>
                      <a:pt x="9664" y="84761"/>
                    </a:lnTo>
                    <a:cubicBezTo>
                      <a:pt x="10993" y="82855"/>
                      <a:pt x="14261" y="81294"/>
                      <a:pt x="16926" y="81294"/>
                    </a:cubicBezTo>
                    <a:lnTo>
                      <a:pt x="26596" y="81294"/>
                    </a:lnTo>
                    <a:cubicBezTo>
                      <a:pt x="29261" y="81294"/>
                      <a:pt x="32529" y="79733"/>
                      <a:pt x="33864" y="77822"/>
                    </a:cubicBezTo>
                    <a:lnTo>
                      <a:pt x="34830" y="76433"/>
                    </a:lnTo>
                    <a:cubicBezTo>
                      <a:pt x="36165" y="74527"/>
                      <a:pt x="36165" y="71405"/>
                      <a:pt x="34830" y="69494"/>
                    </a:cubicBezTo>
                    <a:lnTo>
                      <a:pt x="15764" y="42177"/>
                    </a:lnTo>
                    <a:cubicBezTo>
                      <a:pt x="14429" y="40266"/>
                      <a:pt x="14429" y="37144"/>
                      <a:pt x="15764" y="35238"/>
                    </a:cubicBezTo>
                    <a:lnTo>
                      <a:pt x="37936" y="3466"/>
                    </a:lnTo>
                    <a:cubicBezTo>
                      <a:pt x="39271" y="1561"/>
                      <a:pt x="42539" y="0"/>
                      <a:pt x="45204" y="0"/>
                    </a:cubicBezTo>
                    <a:lnTo>
                      <a:pt x="89560" y="0"/>
                    </a:lnTo>
                    <a:cubicBezTo>
                      <a:pt x="92219" y="0"/>
                      <a:pt x="95492" y="1561"/>
                      <a:pt x="96822" y="3472"/>
                    </a:cubicBezTo>
                    <a:lnTo>
                      <a:pt x="119000" y="35238"/>
                    </a:lnTo>
                    <a:cubicBezTo>
                      <a:pt x="120329" y="37144"/>
                      <a:pt x="120329" y="40266"/>
                      <a:pt x="119000" y="42177"/>
                    </a:cubicBezTo>
                    <a:lnTo>
                      <a:pt x="96822" y="73944"/>
                    </a:lnTo>
                    <a:cubicBezTo>
                      <a:pt x="95487" y="75855"/>
                      <a:pt x="92219" y="77416"/>
                      <a:pt x="89554" y="77416"/>
                    </a:cubicBezTo>
                    <a:lnTo>
                      <a:pt x="51416" y="77416"/>
                    </a:lnTo>
                    <a:cubicBezTo>
                      <a:pt x="48751" y="77416"/>
                      <a:pt x="45483" y="78977"/>
                      <a:pt x="44154" y="80883"/>
                    </a:cubicBezTo>
                    <a:lnTo>
                      <a:pt x="43908" y="81233"/>
                    </a:lnTo>
                    <a:cubicBezTo>
                      <a:pt x="42573" y="83144"/>
                      <a:pt x="42573" y="86266"/>
                      <a:pt x="43908" y="88172"/>
                    </a:cubicBezTo>
                    <a:cubicBezTo>
                      <a:pt x="43908" y="88172"/>
                      <a:pt x="50193" y="97177"/>
                      <a:pt x="50193" y="97177"/>
                    </a:cubicBezTo>
                    <a:close/>
                  </a:path>
                </a:pathLst>
              </a:custGeom>
              <a:solidFill>
                <a:schemeClr val="accent2"/>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46"/>
              <p:cNvSpPr/>
              <p:nvPr/>
            </p:nvSpPr>
            <p:spPr>
              <a:xfrm>
                <a:off x="6980421" y="2448751"/>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167" name="Google Shape;167;p46"/>
            <p:cNvGrpSpPr/>
            <p:nvPr/>
          </p:nvGrpSpPr>
          <p:grpSpPr>
            <a:xfrm>
              <a:off x="6364196" y="3523737"/>
              <a:ext cx="1791106" cy="1022483"/>
              <a:chOff x="6364196" y="3523737"/>
              <a:chExt cx="1791106" cy="1022483"/>
            </a:xfrm>
          </p:grpSpPr>
          <p:sp>
            <p:nvSpPr>
              <p:cNvPr id="168" name="Google Shape;168;p46"/>
              <p:cNvSpPr/>
              <p:nvPr/>
            </p:nvSpPr>
            <p:spPr>
              <a:xfrm>
                <a:off x="6364196" y="3523737"/>
                <a:ext cx="1791106" cy="1022483"/>
              </a:xfrm>
              <a:custGeom>
                <a:rect b="b" l="l" r="r" t="t"/>
                <a:pathLst>
                  <a:path extrusionOk="0" h="120000" w="120000">
                    <a:moveTo>
                      <a:pt x="30389" y="86233"/>
                    </a:moveTo>
                    <a:cubicBezTo>
                      <a:pt x="29418" y="89194"/>
                      <a:pt x="27025" y="91611"/>
                      <a:pt x="25073" y="91611"/>
                    </a:cubicBezTo>
                    <a:lnTo>
                      <a:pt x="12388" y="91611"/>
                    </a:lnTo>
                    <a:cubicBezTo>
                      <a:pt x="10436" y="91611"/>
                      <a:pt x="8049" y="89188"/>
                      <a:pt x="7072" y="86233"/>
                    </a:cubicBezTo>
                    <a:lnTo>
                      <a:pt x="730" y="66988"/>
                    </a:lnTo>
                    <a:cubicBezTo>
                      <a:pt x="-245" y="64033"/>
                      <a:pt x="-245" y="59194"/>
                      <a:pt x="730" y="56233"/>
                    </a:cubicBezTo>
                    <a:lnTo>
                      <a:pt x="7072" y="36988"/>
                    </a:lnTo>
                    <a:cubicBezTo>
                      <a:pt x="8049" y="34033"/>
                      <a:pt x="10442" y="31611"/>
                      <a:pt x="12388" y="31611"/>
                    </a:cubicBezTo>
                    <a:lnTo>
                      <a:pt x="25073" y="31611"/>
                    </a:lnTo>
                    <a:cubicBezTo>
                      <a:pt x="27025" y="31611"/>
                      <a:pt x="29412" y="34033"/>
                      <a:pt x="30389" y="36988"/>
                    </a:cubicBezTo>
                    <a:lnTo>
                      <a:pt x="33931" y="47727"/>
                    </a:lnTo>
                    <a:cubicBezTo>
                      <a:pt x="34907" y="50683"/>
                      <a:pt x="37294" y="53105"/>
                      <a:pt x="39246" y="53100"/>
                    </a:cubicBezTo>
                    <a:lnTo>
                      <a:pt x="40669" y="53100"/>
                    </a:lnTo>
                    <a:cubicBezTo>
                      <a:pt x="42616" y="53100"/>
                      <a:pt x="45009" y="50683"/>
                      <a:pt x="45985" y="47722"/>
                    </a:cubicBezTo>
                    <a:lnTo>
                      <a:pt x="59941" y="5377"/>
                    </a:lnTo>
                    <a:cubicBezTo>
                      <a:pt x="60917" y="2422"/>
                      <a:pt x="63310" y="0"/>
                      <a:pt x="65257" y="0"/>
                    </a:cubicBezTo>
                    <a:lnTo>
                      <a:pt x="97715" y="0"/>
                    </a:lnTo>
                    <a:cubicBezTo>
                      <a:pt x="99668" y="0"/>
                      <a:pt x="102061" y="2422"/>
                      <a:pt x="103037" y="5377"/>
                    </a:cubicBezTo>
                    <a:lnTo>
                      <a:pt x="119263" y="54622"/>
                    </a:lnTo>
                    <a:cubicBezTo>
                      <a:pt x="120239" y="57583"/>
                      <a:pt x="120239" y="62422"/>
                      <a:pt x="119263" y="65377"/>
                    </a:cubicBezTo>
                    <a:lnTo>
                      <a:pt x="103037" y="114622"/>
                    </a:lnTo>
                    <a:cubicBezTo>
                      <a:pt x="102061" y="117577"/>
                      <a:pt x="99668" y="120000"/>
                      <a:pt x="97715" y="120000"/>
                    </a:cubicBezTo>
                    <a:lnTo>
                      <a:pt x="65257" y="120000"/>
                    </a:lnTo>
                    <a:cubicBezTo>
                      <a:pt x="63310" y="120000"/>
                      <a:pt x="60917" y="117577"/>
                      <a:pt x="59941" y="114622"/>
                    </a:cubicBezTo>
                    <a:lnTo>
                      <a:pt x="45985" y="72277"/>
                    </a:lnTo>
                    <a:cubicBezTo>
                      <a:pt x="45009" y="69316"/>
                      <a:pt x="42616" y="66900"/>
                      <a:pt x="40663" y="66900"/>
                    </a:cubicBezTo>
                    <a:lnTo>
                      <a:pt x="40306" y="66900"/>
                    </a:lnTo>
                    <a:cubicBezTo>
                      <a:pt x="38360" y="66900"/>
                      <a:pt x="35967" y="69316"/>
                      <a:pt x="34990" y="72277"/>
                    </a:cubicBezTo>
                    <a:cubicBezTo>
                      <a:pt x="34990" y="72277"/>
                      <a:pt x="30389" y="86233"/>
                      <a:pt x="30389" y="86233"/>
                    </a:cubicBezTo>
                    <a:close/>
                  </a:path>
                </a:pathLst>
              </a:custGeom>
              <a:solidFill>
                <a:schemeClr val="accent3"/>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46"/>
              <p:cNvSpPr/>
              <p:nvPr/>
            </p:nvSpPr>
            <p:spPr>
              <a:xfrm>
                <a:off x="7432600" y="3895314"/>
                <a:ext cx="279327" cy="279327"/>
              </a:xfrm>
              <a:custGeom>
                <a:rect b="b" l="l" r="r" t="t"/>
                <a:pathLst>
                  <a:path extrusionOk="0" h="120000" w="12000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170" name="Google Shape;170;p46"/>
            <p:cNvGrpSpPr/>
            <p:nvPr/>
          </p:nvGrpSpPr>
          <p:grpSpPr>
            <a:xfrm>
              <a:off x="5818896" y="4108937"/>
              <a:ext cx="1334627" cy="1571204"/>
              <a:chOff x="5818896" y="4108937"/>
              <a:chExt cx="1334627" cy="1571204"/>
            </a:xfrm>
          </p:grpSpPr>
          <p:sp>
            <p:nvSpPr>
              <p:cNvPr id="171" name="Google Shape;171;p46"/>
              <p:cNvSpPr/>
              <p:nvPr/>
            </p:nvSpPr>
            <p:spPr>
              <a:xfrm>
                <a:off x="5818896" y="4108937"/>
                <a:ext cx="1334627" cy="1571204"/>
              </a:xfrm>
              <a:custGeom>
                <a:rect b="b" l="l" r="r" t="t"/>
                <a:pathLst>
                  <a:path extrusionOk="0" h="120000" w="120000">
                    <a:moveTo>
                      <a:pt x="16623" y="39044"/>
                    </a:moveTo>
                    <a:cubicBezTo>
                      <a:pt x="14009" y="39044"/>
                      <a:pt x="10797" y="37472"/>
                      <a:pt x="9490" y="35544"/>
                    </a:cubicBezTo>
                    <a:lnTo>
                      <a:pt x="977" y="23022"/>
                    </a:lnTo>
                    <a:cubicBezTo>
                      <a:pt x="-329" y="21094"/>
                      <a:pt x="-329" y="17950"/>
                      <a:pt x="977" y="16022"/>
                    </a:cubicBezTo>
                    <a:lnTo>
                      <a:pt x="9490" y="3500"/>
                    </a:lnTo>
                    <a:cubicBezTo>
                      <a:pt x="10797" y="1572"/>
                      <a:pt x="14009" y="0"/>
                      <a:pt x="16628" y="0"/>
                    </a:cubicBezTo>
                    <a:lnTo>
                      <a:pt x="33648" y="0"/>
                    </a:lnTo>
                    <a:cubicBezTo>
                      <a:pt x="36268" y="0"/>
                      <a:pt x="39480" y="1572"/>
                      <a:pt x="40787" y="3500"/>
                    </a:cubicBezTo>
                    <a:lnTo>
                      <a:pt x="49300" y="16022"/>
                    </a:lnTo>
                    <a:cubicBezTo>
                      <a:pt x="50607" y="17944"/>
                      <a:pt x="50607" y="21094"/>
                      <a:pt x="49300" y="23022"/>
                    </a:cubicBezTo>
                    <a:lnTo>
                      <a:pt x="44546" y="30011"/>
                    </a:lnTo>
                    <a:cubicBezTo>
                      <a:pt x="43239" y="31933"/>
                      <a:pt x="43239" y="35083"/>
                      <a:pt x="44552" y="37005"/>
                    </a:cubicBezTo>
                    <a:lnTo>
                      <a:pt x="45502" y="38411"/>
                    </a:lnTo>
                    <a:cubicBezTo>
                      <a:pt x="46809" y="40333"/>
                      <a:pt x="50020" y="41911"/>
                      <a:pt x="52640" y="41911"/>
                    </a:cubicBezTo>
                    <a:lnTo>
                      <a:pt x="90099" y="41911"/>
                    </a:lnTo>
                    <a:cubicBezTo>
                      <a:pt x="92713" y="41911"/>
                      <a:pt x="95925" y="43483"/>
                      <a:pt x="97232" y="45411"/>
                    </a:cubicBezTo>
                    <a:lnTo>
                      <a:pt x="119016" y="77455"/>
                    </a:lnTo>
                    <a:cubicBezTo>
                      <a:pt x="120323" y="79377"/>
                      <a:pt x="120323" y="82527"/>
                      <a:pt x="119016" y="84455"/>
                    </a:cubicBezTo>
                    <a:lnTo>
                      <a:pt x="97232" y="116500"/>
                    </a:lnTo>
                    <a:cubicBezTo>
                      <a:pt x="95925" y="118427"/>
                      <a:pt x="92713" y="120000"/>
                      <a:pt x="90099" y="120000"/>
                    </a:cubicBezTo>
                    <a:lnTo>
                      <a:pt x="46535" y="120000"/>
                    </a:lnTo>
                    <a:cubicBezTo>
                      <a:pt x="43921" y="120000"/>
                      <a:pt x="40709" y="118427"/>
                      <a:pt x="39402" y="116500"/>
                    </a:cubicBezTo>
                    <a:lnTo>
                      <a:pt x="17617" y="84455"/>
                    </a:lnTo>
                    <a:cubicBezTo>
                      <a:pt x="16310" y="82527"/>
                      <a:pt x="16310" y="79377"/>
                      <a:pt x="17617" y="77455"/>
                    </a:cubicBezTo>
                    <a:lnTo>
                      <a:pt x="36346" y="49900"/>
                    </a:lnTo>
                    <a:cubicBezTo>
                      <a:pt x="37659" y="47972"/>
                      <a:pt x="37659" y="44822"/>
                      <a:pt x="36346" y="42900"/>
                    </a:cubicBezTo>
                    <a:lnTo>
                      <a:pt x="36106" y="42544"/>
                    </a:lnTo>
                    <a:cubicBezTo>
                      <a:pt x="34799" y="40622"/>
                      <a:pt x="31587" y="39044"/>
                      <a:pt x="28973" y="39044"/>
                    </a:cubicBezTo>
                    <a:cubicBezTo>
                      <a:pt x="28973" y="39044"/>
                      <a:pt x="16623" y="39044"/>
                      <a:pt x="16623" y="39044"/>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46"/>
              <p:cNvSpPr/>
              <p:nvPr/>
            </p:nvSpPr>
            <p:spPr>
              <a:xfrm>
                <a:off x="6437037" y="5073971"/>
                <a:ext cx="279327" cy="228540"/>
              </a:xfrm>
              <a:custGeom>
                <a:rect b="b" l="l" r="r" t="t"/>
                <a:pathLst>
                  <a:path extrusionOk="0" h="120000" w="12000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173" name="Google Shape;173;p46"/>
            <p:cNvGrpSpPr/>
            <p:nvPr/>
          </p:nvGrpSpPr>
          <p:grpSpPr>
            <a:xfrm>
              <a:off x="4522146" y="3789737"/>
              <a:ext cx="1310882" cy="1584928"/>
              <a:chOff x="4522146" y="3789737"/>
              <a:chExt cx="1310882" cy="1584928"/>
            </a:xfrm>
          </p:grpSpPr>
          <p:sp>
            <p:nvSpPr>
              <p:cNvPr id="174" name="Google Shape;174;p46"/>
              <p:cNvSpPr/>
              <p:nvPr/>
            </p:nvSpPr>
            <p:spPr>
              <a:xfrm>
                <a:off x="4522146" y="3789737"/>
                <a:ext cx="1310882" cy="1584928"/>
              </a:xfrm>
              <a:custGeom>
                <a:rect b="b" l="l" r="r" t="t"/>
                <a:pathLst>
                  <a:path extrusionOk="0" h="120000" w="120000">
                    <a:moveTo>
                      <a:pt x="69801" y="22822"/>
                    </a:moveTo>
                    <a:cubicBezTo>
                      <a:pt x="68471" y="20916"/>
                      <a:pt x="68471" y="17794"/>
                      <a:pt x="69801" y="15883"/>
                    </a:cubicBezTo>
                    <a:lnTo>
                      <a:pt x="78465" y="3466"/>
                    </a:lnTo>
                    <a:cubicBezTo>
                      <a:pt x="79800" y="1561"/>
                      <a:pt x="83068" y="0"/>
                      <a:pt x="85733" y="0"/>
                    </a:cubicBezTo>
                    <a:lnTo>
                      <a:pt x="103067" y="0"/>
                    </a:lnTo>
                    <a:cubicBezTo>
                      <a:pt x="105732" y="0"/>
                      <a:pt x="109000" y="1561"/>
                      <a:pt x="110330" y="3466"/>
                    </a:cubicBezTo>
                    <a:lnTo>
                      <a:pt x="119000" y="15883"/>
                    </a:lnTo>
                    <a:cubicBezTo>
                      <a:pt x="120329" y="17794"/>
                      <a:pt x="120329" y="20916"/>
                      <a:pt x="119000" y="22822"/>
                    </a:cubicBezTo>
                    <a:lnTo>
                      <a:pt x="110330" y="35238"/>
                    </a:lnTo>
                    <a:cubicBezTo>
                      <a:pt x="109000" y="37144"/>
                      <a:pt x="105732" y="38705"/>
                      <a:pt x="103067" y="38705"/>
                    </a:cubicBezTo>
                    <a:lnTo>
                      <a:pt x="93397" y="38705"/>
                    </a:lnTo>
                    <a:cubicBezTo>
                      <a:pt x="90733" y="38705"/>
                      <a:pt x="87465" y="40266"/>
                      <a:pt x="86130" y="42177"/>
                    </a:cubicBezTo>
                    <a:lnTo>
                      <a:pt x="85163" y="43566"/>
                    </a:lnTo>
                    <a:cubicBezTo>
                      <a:pt x="83828" y="45472"/>
                      <a:pt x="83828" y="48594"/>
                      <a:pt x="85163" y="50505"/>
                    </a:cubicBezTo>
                    <a:lnTo>
                      <a:pt x="104229" y="77822"/>
                    </a:lnTo>
                    <a:cubicBezTo>
                      <a:pt x="105564" y="79733"/>
                      <a:pt x="105564" y="82855"/>
                      <a:pt x="104229" y="84761"/>
                    </a:cubicBezTo>
                    <a:lnTo>
                      <a:pt x="82057" y="116533"/>
                    </a:lnTo>
                    <a:cubicBezTo>
                      <a:pt x="80722" y="118438"/>
                      <a:pt x="77454" y="120000"/>
                      <a:pt x="74789" y="120000"/>
                    </a:cubicBezTo>
                    <a:lnTo>
                      <a:pt x="30439" y="120000"/>
                    </a:lnTo>
                    <a:cubicBezTo>
                      <a:pt x="27775" y="120000"/>
                      <a:pt x="24507" y="118438"/>
                      <a:pt x="23172" y="116527"/>
                    </a:cubicBezTo>
                    <a:lnTo>
                      <a:pt x="994" y="84761"/>
                    </a:lnTo>
                    <a:cubicBezTo>
                      <a:pt x="-335" y="82855"/>
                      <a:pt x="-335" y="79733"/>
                      <a:pt x="994" y="77822"/>
                    </a:cubicBezTo>
                    <a:lnTo>
                      <a:pt x="23172" y="46055"/>
                    </a:lnTo>
                    <a:cubicBezTo>
                      <a:pt x="24507" y="44144"/>
                      <a:pt x="27775" y="42583"/>
                      <a:pt x="30439" y="42583"/>
                    </a:cubicBezTo>
                    <a:lnTo>
                      <a:pt x="68577" y="42583"/>
                    </a:lnTo>
                    <a:cubicBezTo>
                      <a:pt x="71242" y="42583"/>
                      <a:pt x="74510" y="41022"/>
                      <a:pt x="75840" y="39116"/>
                    </a:cubicBezTo>
                    <a:lnTo>
                      <a:pt x="76085" y="38766"/>
                    </a:lnTo>
                    <a:cubicBezTo>
                      <a:pt x="77420" y="36855"/>
                      <a:pt x="77420" y="33733"/>
                      <a:pt x="76085" y="31827"/>
                    </a:cubicBezTo>
                    <a:cubicBezTo>
                      <a:pt x="76085" y="31827"/>
                      <a:pt x="69801" y="22822"/>
                      <a:pt x="69801" y="22822"/>
                    </a:cubicBezTo>
                    <a:close/>
                  </a:path>
                </a:pathLst>
              </a:custGeom>
              <a:solidFill>
                <a:schemeClr val="accent5"/>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46"/>
              <p:cNvSpPr/>
              <p:nvPr/>
            </p:nvSpPr>
            <p:spPr>
              <a:xfrm>
                <a:off x="4945975" y="4756307"/>
                <a:ext cx="279327" cy="279327"/>
              </a:xfrm>
              <a:custGeom>
                <a:rect b="b" l="l" r="r" t="t"/>
                <a:pathLst>
                  <a:path extrusionOk="0" h="120000" w="12000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sp>
        <p:nvSpPr>
          <p:cNvPr id="176" name="Google Shape;176;p46"/>
          <p:cNvSpPr/>
          <p:nvPr/>
        </p:nvSpPr>
        <p:spPr>
          <a:xfrm>
            <a:off x="5052391" y="4046114"/>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177" name="Google Shape;177;p46"/>
          <p:cNvSpPr/>
          <p:nvPr/>
        </p:nvSpPr>
        <p:spPr>
          <a:xfrm>
            <a:off x="5017034" y="2724556"/>
            <a:ext cx="279327" cy="279327"/>
          </a:xfrm>
          <a:custGeom>
            <a:rect b="b" l="l" r="r" t="t"/>
            <a:pathLst>
              <a:path extrusionOk="0" h="120000" w="12000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178" name="Google Shape;178;p46"/>
          <p:cNvSpPr/>
          <p:nvPr/>
        </p:nvSpPr>
        <p:spPr>
          <a:xfrm>
            <a:off x="8565179" y="2717865"/>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179" name="Google Shape;179;p46"/>
          <p:cNvSpPr/>
          <p:nvPr/>
        </p:nvSpPr>
        <p:spPr>
          <a:xfrm>
            <a:off x="8552661" y="4028963"/>
            <a:ext cx="279327" cy="279327"/>
          </a:xfrm>
          <a:custGeom>
            <a:rect b="b" l="l" r="r" t="t"/>
            <a:pathLst>
              <a:path extrusionOk="0" h="120000" w="12000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180" name="Google Shape;180;p46"/>
          <p:cNvSpPr/>
          <p:nvPr/>
        </p:nvSpPr>
        <p:spPr>
          <a:xfrm>
            <a:off x="5046503" y="5330705"/>
            <a:ext cx="279327" cy="279327"/>
          </a:xfrm>
          <a:custGeom>
            <a:rect b="b" l="l" r="r" t="t"/>
            <a:pathLst>
              <a:path extrusionOk="0" h="120000" w="12000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181" name="Google Shape;181;p46"/>
          <p:cNvSpPr/>
          <p:nvPr/>
        </p:nvSpPr>
        <p:spPr>
          <a:xfrm>
            <a:off x="8552661" y="5340061"/>
            <a:ext cx="279327" cy="228540"/>
          </a:xfrm>
          <a:custGeom>
            <a:rect b="b" l="l" r="r" t="t"/>
            <a:pathLst>
              <a:path extrusionOk="0" h="120000" w="12000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182" name="Google Shape;182;p46"/>
          <p:cNvSpPr txBox="1"/>
          <p:nvPr>
            <p:ph idx="2" type="body"/>
          </p:nvPr>
        </p:nvSpPr>
        <p:spPr>
          <a:xfrm>
            <a:off x="5400025" y="1659170"/>
            <a:ext cx="6100312" cy="89665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3" name="Google Shape;183;p46"/>
          <p:cNvSpPr txBox="1"/>
          <p:nvPr>
            <p:ph idx="3" type="body"/>
          </p:nvPr>
        </p:nvSpPr>
        <p:spPr>
          <a:xfrm>
            <a:off x="5389969" y="3082730"/>
            <a:ext cx="2636140" cy="713853"/>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4" name="Google Shape;184;p46"/>
          <p:cNvSpPr txBox="1"/>
          <p:nvPr>
            <p:ph idx="4" type="body"/>
          </p:nvPr>
        </p:nvSpPr>
        <p:spPr>
          <a:xfrm>
            <a:off x="5400025" y="2676146"/>
            <a:ext cx="2636142"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5" name="Google Shape;185;p46"/>
          <p:cNvSpPr txBox="1"/>
          <p:nvPr>
            <p:ph idx="5" type="body"/>
          </p:nvPr>
        </p:nvSpPr>
        <p:spPr>
          <a:xfrm>
            <a:off x="5389969" y="4393828"/>
            <a:ext cx="2636140" cy="713853"/>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6" name="Google Shape;186;p46"/>
          <p:cNvSpPr txBox="1"/>
          <p:nvPr>
            <p:ph idx="6" type="body"/>
          </p:nvPr>
        </p:nvSpPr>
        <p:spPr>
          <a:xfrm>
            <a:off x="5400025" y="3987244"/>
            <a:ext cx="2636142"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7" name="Google Shape;187;p46"/>
          <p:cNvSpPr txBox="1"/>
          <p:nvPr>
            <p:ph idx="7" type="body"/>
          </p:nvPr>
        </p:nvSpPr>
        <p:spPr>
          <a:xfrm>
            <a:off x="5389969" y="5694917"/>
            <a:ext cx="2636140" cy="713853"/>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8" name="Google Shape;188;p46"/>
          <p:cNvSpPr txBox="1"/>
          <p:nvPr>
            <p:ph idx="8" type="body"/>
          </p:nvPr>
        </p:nvSpPr>
        <p:spPr>
          <a:xfrm>
            <a:off x="5400025" y="5288333"/>
            <a:ext cx="2636142"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9" name="Google Shape;189;p46"/>
          <p:cNvSpPr txBox="1"/>
          <p:nvPr>
            <p:ph idx="9" type="body"/>
          </p:nvPr>
        </p:nvSpPr>
        <p:spPr>
          <a:xfrm>
            <a:off x="8908157" y="3082730"/>
            <a:ext cx="2636140" cy="713853"/>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0" name="Google Shape;190;p46"/>
          <p:cNvSpPr txBox="1"/>
          <p:nvPr>
            <p:ph idx="13" type="body"/>
          </p:nvPr>
        </p:nvSpPr>
        <p:spPr>
          <a:xfrm>
            <a:off x="8918213" y="2676146"/>
            <a:ext cx="2636142"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1" name="Google Shape;191;p46"/>
          <p:cNvSpPr txBox="1"/>
          <p:nvPr>
            <p:ph idx="14" type="body"/>
          </p:nvPr>
        </p:nvSpPr>
        <p:spPr>
          <a:xfrm>
            <a:off x="8908157" y="4393828"/>
            <a:ext cx="2636140" cy="713853"/>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2" name="Google Shape;192;p46"/>
          <p:cNvSpPr txBox="1"/>
          <p:nvPr>
            <p:ph idx="15" type="body"/>
          </p:nvPr>
        </p:nvSpPr>
        <p:spPr>
          <a:xfrm>
            <a:off x="8918213" y="3987244"/>
            <a:ext cx="2636142"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3" name="Google Shape;193;p46"/>
          <p:cNvSpPr txBox="1"/>
          <p:nvPr>
            <p:ph idx="16" type="body"/>
          </p:nvPr>
        </p:nvSpPr>
        <p:spPr>
          <a:xfrm>
            <a:off x="8908157" y="5694917"/>
            <a:ext cx="2636140" cy="713853"/>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4" name="Google Shape;194;p46"/>
          <p:cNvSpPr txBox="1"/>
          <p:nvPr>
            <p:ph idx="17" type="body"/>
          </p:nvPr>
        </p:nvSpPr>
        <p:spPr>
          <a:xfrm>
            <a:off x="8918213" y="5288333"/>
            <a:ext cx="2636142"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ed-Infographic">
  <p:cSld name="Brained-Infographic">
    <p:spTree>
      <p:nvGrpSpPr>
        <p:cNvPr id="195" name="Shape 195"/>
        <p:cNvGrpSpPr/>
        <p:nvPr/>
      </p:nvGrpSpPr>
      <p:grpSpPr>
        <a:xfrm>
          <a:off x="0" y="0"/>
          <a:ext cx="0" cy="0"/>
          <a:chOff x="0" y="0"/>
          <a:chExt cx="0" cy="0"/>
        </a:xfrm>
      </p:grpSpPr>
      <p:sp>
        <p:nvSpPr>
          <p:cNvPr id="196" name="Google Shape;196;p47"/>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7" name="Google Shape;197;p47"/>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198" name="Google Shape;198;p47"/>
          <p:cNvGrpSpPr/>
          <p:nvPr/>
        </p:nvGrpSpPr>
        <p:grpSpPr>
          <a:xfrm>
            <a:off x="2011515" y="1953702"/>
            <a:ext cx="1620994" cy="2603950"/>
            <a:chOff x="2011515" y="1953702"/>
            <a:chExt cx="1620994" cy="2603950"/>
          </a:xfrm>
        </p:grpSpPr>
        <p:sp>
          <p:nvSpPr>
            <p:cNvPr id="199" name="Google Shape;199;p47"/>
            <p:cNvSpPr/>
            <p:nvPr/>
          </p:nvSpPr>
          <p:spPr>
            <a:xfrm>
              <a:off x="2285756" y="1953702"/>
              <a:ext cx="869950" cy="923581"/>
            </a:xfrm>
            <a:custGeom>
              <a:rect b="b" l="l" r="r" t="t"/>
              <a:pathLst>
                <a:path extrusionOk="0" h="120000" w="12000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47"/>
            <p:cNvSpPr/>
            <p:nvPr/>
          </p:nvSpPr>
          <p:spPr>
            <a:xfrm>
              <a:off x="2850906" y="1994632"/>
              <a:ext cx="781603" cy="1023235"/>
            </a:xfrm>
            <a:custGeom>
              <a:rect b="b" l="l" r="r" t="t"/>
              <a:pathLst>
                <a:path extrusionOk="0" h="120000" w="12000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47"/>
            <p:cNvSpPr/>
            <p:nvPr/>
          </p:nvSpPr>
          <p:spPr>
            <a:xfrm>
              <a:off x="2034932" y="2254982"/>
              <a:ext cx="758825" cy="768350"/>
            </a:xfrm>
            <a:custGeom>
              <a:rect b="b" l="l" r="r" t="t"/>
              <a:pathLst>
                <a:path extrusionOk="0" h="120000" w="12000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47"/>
            <p:cNvSpPr/>
            <p:nvPr/>
          </p:nvSpPr>
          <p:spPr>
            <a:xfrm>
              <a:off x="2011515" y="2806550"/>
              <a:ext cx="788592" cy="852667"/>
            </a:xfrm>
            <a:custGeom>
              <a:rect b="b" l="l" r="r" t="t"/>
              <a:pathLst>
                <a:path extrusionOk="0" h="120000" w="12000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p47"/>
            <p:cNvSpPr/>
            <p:nvPr/>
          </p:nvSpPr>
          <p:spPr>
            <a:xfrm>
              <a:off x="2499260" y="2943958"/>
              <a:ext cx="888222" cy="1000126"/>
            </a:xfrm>
            <a:custGeom>
              <a:rect b="b" l="l" r="r" t="t"/>
              <a:pathLst>
                <a:path extrusionOk="0" h="120000" w="12000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47"/>
            <p:cNvSpPr/>
            <p:nvPr/>
          </p:nvSpPr>
          <p:spPr>
            <a:xfrm>
              <a:off x="2857257" y="2801083"/>
              <a:ext cx="752476" cy="771525"/>
            </a:xfrm>
            <a:custGeom>
              <a:rect b="b" l="l" r="r" t="t"/>
              <a:pathLst>
                <a:path extrusionOk="0" h="120000" w="12000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47"/>
            <p:cNvSpPr/>
            <p:nvPr/>
          </p:nvSpPr>
          <p:spPr>
            <a:xfrm>
              <a:off x="2668685" y="4086828"/>
              <a:ext cx="595100" cy="181898"/>
            </a:xfrm>
            <a:custGeom>
              <a:rect b="b" l="l" r="r" t="t"/>
              <a:pathLst>
                <a:path extrusionOk="0" h="120000" w="12000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p47"/>
            <p:cNvSpPr/>
            <p:nvPr/>
          </p:nvSpPr>
          <p:spPr>
            <a:xfrm>
              <a:off x="2668685" y="4229703"/>
              <a:ext cx="595100" cy="181898"/>
            </a:xfrm>
            <a:custGeom>
              <a:rect b="b" l="l" r="r" t="t"/>
              <a:pathLst>
                <a:path extrusionOk="0" h="120000" w="12000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47"/>
            <p:cNvSpPr/>
            <p:nvPr/>
          </p:nvSpPr>
          <p:spPr>
            <a:xfrm>
              <a:off x="2668685" y="4374692"/>
              <a:ext cx="595100" cy="182960"/>
            </a:xfrm>
            <a:custGeom>
              <a:rect b="b" l="l" r="r" t="t"/>
              <a:pathLst>
                <a:path extrusionOk="0" h="120000" w="12000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8" name="Google Shape;208;p47"/>
          <p:cNvGrpSpPr/>
          <p:nvPr/>
        </p:nvGrpSpPr>
        <p:grpSpPr>
          <a:xfrm>
            <a:off x="4044026" y="1953702"/>
            <a:ext cx="1619441" cy="2603950"/>
            <a:chOff x="4044026" y="1953702"/>
            <a:chExt cx="1619441" cy="2603950"/>
          </a:xfrm>
        </p:grpSpPr>
        <p:sp>
          <p:nvSpPr>
            <p:cNvPr id="209" name="Google Shape;209;p47"/>
            <p:cNvSpPr/>
            <p:nvPr/>
          </p:nvSpPr>
          <p:spPr>
            <a:xfrm>
              <a:off x="4319344" y="1953702"/>
              <a:ext cx="869950" cy="923581"/>
            </a:xfrm>
            <a:custGeom>
              <a:rect b="b" l="l" r="r" t="t"/>
              <a:pathLst>
                <a:path extrusionOk="0" h="120000" w="120000">
                  <a:moveTo>
                    <a:pt x="118689" y="79161"/>
                  </a:moveTo>
                  <a:cubicBezTo>
                    <a:pt x="116498" y="84525"/>
                    <a:pt x="110364" y="86995"/>
                    <a:pt x="105112" y="84933"/>
                  </a:cubicBezTo>
                  <a:cubicBezTo>
                    <a:pt x="102045" y="84112"/>
                    <a:pt x="99854" y="81636"/>
                    <a:pt x="98978" y="79161"/>
                  </a:cubicBezTo>
                  <a:cubicBezTo>
                    <a:pt x="98103" y="77512"/>
                    <a:pt x="96792" y="76272"/>
                    <a:pt x="95036" y="75444"/>
                  </a:cubicBezTo>
                  <a:cubicBezTo>
                    <a:pt x="93285" y="75037"/>
                    <a:pt x="91094" y="75858"/>
                    <a:pt x="90659" y="77512"/>
                  </a:cubicBezTo>
                  <a:cubicBezTo>
                    <a:pt x="73580" y="120000"/>
                    <a:pt x="73580" y="120000"/>
                    <a:pt x="73580" y="120000"/>
                  </a:cubicBezTo>
                  <a:cubicBezTo>
                    <a:pt x="43799" y="86174"/>
                    <a:pt x="43799" y="86174"/>
                    <a:pt x="43799" y="86174"/>
                  </a:cubicBezTo>
                  <a:cubicBezTo>
                    <a:pt x="43799" y="86174"/>
                    <a:pt x="44234" y="86174"/>
                    <a:pt x="44234" y="86174"/>
                  </a:cubicBezTo>
                  <a:cubicBezTo>
                    <a:pt x="48616" y="86588"/>
                    <a:pt x="52993" y="85760"/>
                    <a:pt x="56495" y="82871"/>
                  </a:cubicBezTo>
                  <a:cubicBezTo>
                    <a:pt x="62629" y="77920"/>
                    <a:pt x="63504" y="68845"/>
                    <a:pt x="58251" y="63072"/>
                  </a:cubicBezTo>
                  <a:cubicBezTo>
                    <a:pt x="52993" y="56886"/>
                    <a:pt x="43358" y="56059"/>
                    <a:pt x="37225" y="61010"/>
                  </a:cubicBezTo>
                  <a:cubicBezTo>
                    <a:pt x="33723" y="63486"/>
                    <a:pt x="31531" y="67196"/>
                    <a:pt x="31531" y="71320"/>
                  </a:cubicBezTo>
                  <a:cubicBezTo>
                    <a:pt x="31531" y="71734"/>
                    <a:pt x="31531" y="71734"/>
                    <a:pt x="31531" y="71734"/>
                  </a:cubicBezTo>
                  <a:cubicBezTo>
                    <a:pt x="0" y="35433"/>
                    <a:pt x="0" y="35433"/>
                    <a:pt x="0" y="35433"/>
                  </a:cubicBezTo>
                  <a:cubicBezTo>
                    <a:pt x="7008" y="26357"/>
                    <a:pt x="14893" y="19344"/>
                    <a:pt x="21461" y="14807"/>
                  </a:cubicBezTo>
                  <a:cubicBezTo>
                    <a:pt x="36349" y="4083"/>
                    <a:pt x="81459" y="-5819"/>
                    <a:pt x="120000" y="4083"/>
                  </a:cubicBezTo>
                  <a:cubicBezTo>
                    <a:pt x="96352" y="63072"/>
                    <a:pt x="96352" y="63072"/>
                    <a:pt x="96352" y="63072"/>
                  </a:cubicBezTo>
                  <a:cubicBezTo>
                    <a:pt x="96352" y="63072"/>
                    <a:pt x="96352" y="63072"/>
                    <a:pt x="96352" y="63072"/>
                  </a:cubicBezTo>
                  <a:cubicBezTo>
                    <a:pt x="95476" y="64721"/>
                    <a:pt x="96352" y="66783"/>
                    <a:pt x="98543" y="67196"/>
                  </a:cubicBezTo>
                  <a:cubicBezTo>
                    <a:pt x="100294" y="68023"/>
                    <a:pt x="102045" y="68023"/>
                    <a:pt x="103796" y="67196"/>
                  </a:cubicBezTo>
                  <a:cubicBezTo>
                    <a:pt x="106428" y="65548"/>
                    <a:pt x="109489" y="65548"/>
                    <a:pt x="112556" y="66369"/>
                  </a:cubicBezTo>
                  <a:cubicBezTo>
                    <a:pt x="117814" y="68437"/>
                    <a:pt x="120440" y="74209"/>
                    <a:pt x="118689" y="79161"/>
                  </a:cubicBezTo>
                  <a:close/>
                </a:path>
              </a:pathLst>
            </a:custGeom>
            <a:solidFill>
              <a:schemeClr val="accent2">
                <a:alpha val="54509"/>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47"/>
            <p:cNvSpPr/>
            <p:nvPr/>
          </p:nvSpPr>
          <p:spPr>
            <a:xfrm>
              <a:off x="4884494" y="1994632"/>
              <a:ext cx="778973" cy="1023235"/>
            </a:xfrm>
            <a:custGeom>
              <a:rect b="b" l="l" r="r" t="t"/>
              <a:pathLst>
                <a:path extrusionOk="0" h="120000" w="120000">
                  <a:moveTo>
                    <a:pt x="119831" y="76334"/>
                  </a:moveTo>
                  <a:cubicBezTo>
                    <a:pt x="119831" y="81171"/>
                    <a:pt x="118854" y="86013"/>
                    <a:pt x="117871" y="90107"/>
                  </a:cubicBezTo>
                  <a:cubicBezTo>
                    <a:pt x="70919" y="96067"/>
                    <a:pt x="70919" y="96067"/>
                    <a:pt x="70919" y="96067"/>
                  </a:cubicBezTo>
                  <a:cubicBezTo>
                    <a:pt x="68965" y="96441"/>
                    <a:pt x="67494" y="97926"/>
                    <a:pt x="67982" y="99418"/>
                  </a:cubicBezTo>
                  <a:cubicBezTo>
                    <a:pt x="68476" y="101278"/>
                    <a:pt x="69453" y="102395"/>
                    <a:pt x="71408" y="103512"/>
                  </a:cubicBezTo>
                  <a:cubicBezTo>
                    <a:pt x="73856" y="104629"/>
                    <a:pt x="76299" y="106863"/>
                    <a:pt x="76787" y="109471"/>
                  </a:cubicBezTo>
                  <a:cubicBezTo>
                    <a:pt x="77764" y="114314"/>
                    <a:pt x="73367" y="118782"/>
                    <a:pt x="67005" y="119899"/>
                  </a:cubicBezTo>
                  <a:cubicBezTo>
                    <a:pt x="60648" y="120642"/>
                    <a:pt x="54780" y="117291"/>
                    <a:pt x="53803" y="112448"/>
                  </a:cubicBezTo>
                  <a:cubicBezTo>
                    <a:pt x="52820" y="109845"/>
                    <a:pt x="53803" y="107237"/>
                    <a:pt x="56245" y="105377"/>
                  </a:cubicBezTo>
                  <a:cubicBezTo>
                    <a:pt x="57223" y="103886"/>
                    <a:pt x="58205" y="102395"/>
                    <a:pt x="57711" y="100909"/>
                  </a:cubicBezTo>
                  <a:cubicBezTo>
                    <a:pt x="57223" y="99043"/>
                    <a:pt x="55268" y="98301"/>
                    <a:pt x="53314" y="98301"/>
                  </a:cubicBezTo>
                  <a:cubicBezTo>
                    <a:pt x="53314" y="98301"/>
                    <a:pt x="53314" y="98301"/>
                    <a:pt x="53314" y="98301"/>
                  </a:cubicBezTo>
                  <a:cubicBezTo>
                    <a:pt x="0" y="105003"/>
                    <a:pt x="0" y="105003"/>
                    <a:pt x="0" y="105003"/>
                  </a:cubicBezTo>
                  <a:cubicBezTo>
                    <a:pt x="18099" y="67766"/>
                    <a:pt x="18099" y="67766"/>
                    <a:pt x="18099" y="67766"/>
                  </a:cubicBezTo>
                  <a:cubicBezTo>
                    <a:pt x="18587" y="67766"/>
                    <a:pt x="18587" y="68140"/>
                    <a:pt x="18587" y="68140"/>
                  </a:cubicBezTo>
                  <a:cubicBezTo>
                    <a:pt x="20053" y="71491"/>
                    <a:pt x="23967" y="74100"/>
                    <a:pt x="28370" y="75585"/>
                  </a:cubicBezTo>
                  <a:cubicBezTo>
                    <a:pt x="37169" y="78194"/>
                    <a:pt x="46952" y="74842"/>
                    <a:pt x="50377" y="68140"/>
                  </a:cubicBezTo>
                  <a:cubicBezTo>
                    <a:pt x="53314" y="61438"/>
                    <a:pt x="48911" y="53993"/>
                    <a:pt x="40106" y="51384"/>
                  </a:cubicBezTo>
                  <a:cubicBezTo>
                    <a:pt x="35704" y="50267"/>
                    <a:pt x="30812" y="50641"/>
                    <a:pt x="26410" y="52127"/>
                  </a:cubicBezTo>
                  <a:cubicBezTo>
                    <a:pt x="26410" y="52127"/>
                    <a:pt x="25921" y="52127"/>
                    <a:pt x="25921" y="52501"/>
                  </a:cubicBezTo>
                  <a:cubicBezTo>
                    <a:pt x="51843" y="0"/>
                    <a:pt x="51843" y="0"/>
                    <a:pt x="51843" y="0"/>
                  </a:cubicBezTo>
                  <a:cubicBezTo>
                    <a:pt x="57223" y="1491"/>
                    <a:pt x="63091" y="2976"/>
                    <a:pt x="67982" y="5211"/>
                  </a:cubicBezTo>
                  <a:cubicBezTo>
                    <a:pt x="113963" y="23458"/>
                    <a:pt x="121297" y="48776"/>
                    <a:pt x="119831" y="76334"/>
                  </a:cubicBezTo>
                  <a:close/>
                </a:path>
              </a:pathLst>
            </a:custGeom>
            <a:solidFill>
              <a:schemeClr val="accent2">
                <a:alpha val="40000"/>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47"/>
            <p:cNvSpPr/>
            <p:nvPr/>
          </p:nvSpPr>
          <p:spPr>
            <a:xfrm>
              <a:off x="4065344" y="2254982"/>
              <a:ext cx="762001" cy="768350"/>
            </a:xfrm>
            <a:custGeom>
              <a:rect b="b" l="l" r="r" t="t"/>
              <a:pathLst>
                <a:path extrusionOk="0" h="120000" w="120000">
                  <a:moveTo>
                    <a:pt x="67500" y="109088"/>
                  </a:moveTo>
                  <a:cubicBezTo>
                    <a:pt x="70500" y="105122"/>
                    <a:pt x="72000" y="100166"/>
                    <a:pt x="71000" y="95205"/>
                  </a:cubicBezTo>
                  <a:cubicBezTo>
                    <a:pt x="69500" y="85783"/>
                    <a:pt x="60500" y="79338"/>
                    <a:pt x="51000" y="81322"/>
                  </a:cubicBezTo>
                  <a:cubicBezTo>
                    <a:pt x="42000" y="82811"/>
                    <a:pt x="35500" y="91238"/>
                    <a:pt x="37000" y="100661"/>
                  </a:cubicBezTo>
                  <a:cubicBezTo>
                    <a:pt x="37500" y="105622"/>
                    <a:pt x="40500" y="110083"/>
                    <a:pt x="45000" y="112561"/>
                  </a:cubicBezTo>
                  <a:cubicBezTo>
                    <a:pt x="45000" y="112561"/>
                    <a:pt x="45000" y="112561"/>
                    <a:pt x="45000" y="112561"/>
                  </a:cubicBezTo>
                  <a:cubicBezTo>
                    <a:pt x="0" y="120000"/>
                    <a:pt x="0" y="120000"/>
                    <a:pt x="0" y="120000"/>
                  </a:cubicBezTo>
                  <a:cubicBezTo>
                    <a:pt x="1500" y="117522"/>
                    <a:pt x="3000" y="114544"/>
                    <a:pt x="5000" y="111572"/>
                  </a:cubicBezTo>
                  <a:cubicBezTo>
                    <a:pt x="7000" y="108594"/>
                    <a:pt x="18500" y="91733"/>
                    <a:pt x="24000" y="83305"/>
                  </a:cubicBezTo>
                  <a:cubicBezTo>
                    <a:pt x="25500" y="80333"/>
                    <a:pt x="26000" y="76861"/>
                    <a:pt x="25000" y="73883"/>
                  </a:cubicBezTo>
                  <a:cubicBezTo>
                    <a:pt x="16000" y="44133"/>
                    <a:pt x="24000" y="18844"/>
                    <a:pt x="36500" y="0"/>
                  </a:cubicBezTo>
                  <a:cubicBezTo>
                    <a:pt x="73000" y="44133"/>
                    <a:pt x="73000" y="44133"/>
                    <a:pt x="73000" y="44133"/>
                  </a:cubicBezTo>
                  <a:cubicBezTo>
                    <a:pt x="74500" y="45622"/>
                    <a:pt x="77000" y="46116"/>
                    <a:pt x="78500" y="44627"/>
                  </a:cubicBezTo>
                  <a:cubicBezTo>
                    <a:pt x="80500" y="43138"/>
                    <a:pt x="81500" y="41155"/>
                    <a:pt x="81500" y="39172"/>
                  </a:cubicBezTo>
                  <a:cubicBezTo>
                    <a:pt x="81500" y="35700"/>
                    <a:pt x="83000" y="32727"/>
                    <a:pt x="85500" y="30250"/>
                  </a:cubicBezTo>
                  <a:cubicBezTo>
                    <a:pt x="91000" y="26283"/>
                    <a:pt x="98500" y="26777"/>
                    <a:pt x="102500" y="31733"/>
                  </a:cubicBezTo>
                  <a:cubicBezTo>
                    <a:pt x="107000" y="37188"/>
                    <a:pt x="106000" y="44627"/>
                    <a:pt x="101000" y="48594"/>
                  </a:cubicBezTo>
                  <a:cubicBezTo>
                    <a:pt x="98000" y="51072"/>
                    <a:pt x="94500" y="51572"/>
                    <a:pt x="91500" y="51072"/>
                  </a:cubicBezTo>
                  <a:cubicBezTo>
                    <a:pt x="89000" y="50577"/>
                    <a:pt x="87000" y="51572"/>
                    <a:pt x="85500" y="52561"/>
                  </a:cubicBezTo>
                  <a:cubicBezTo>
                    <a:pt x="83500" y="54050"/>
                    <a:pt x="83500" y="56527"/>
                    <a:pt x="85000" y="58016"/>
                  </a:cubicBezTo>
                  <a:cubicBezTo>
                    <a:pt x="120000" y="100661"/>
                    <a:pt x="120000" y="100661"/>
                    <a:pt x="120000" y="100661"/>
                  </a:cubicBezTo>
                  <a:cubicBezTo>
                    <a:pt x="67000" y="109088"/>
                    <a:pt x="67000" y="109088"/>
                    <a:pt x="67000" y="109088"/>
                  </a:cubicBezTo>
                  <a:cubicBezTo>
                    <a:pt x="67000" y="109088"/>
                    <a:pt x="67000" y="109088"/>
                    <a:pt x="67500" y="109088"/>
                  </a:cubicBezTo>
                  <a:close/>
                </a:path>
              </a:pathLst>
            </a:custGeom>
            <a:solidFill>
              <a:schemeClr val="accent2">
                <a:alpha val="6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47"/>
            <p:cNvSpPr/>
            <p:nvPr/>
          </p:nvSpPr>
          <p:spPr>
            <a:xfrm>
              <a:off x="4044026" y="2806550"/>
              <a:ext cx="786493" cy="852667"/>
            </a:xfrm>
            <a:custGeom>
              <a:rect b="b" l="l" r="r" t="t"/>
              <a:pathLst>
                <a:path extrusionOk="0" h="120000" w="120000">
                  <a:moveTo>
                    <a:pt x="120000" y="17550"/>
                  </a:moveTo>
                  <a:cubicBezTo>
                    <a:pt x="102075" y="62235"/>
                    <a:pt x="102075" y="62235"/>
                    <a:pt x="102075" y="62235"/>
                  </a:cubicBezTo>
                  <a:cubicBezTo>
                    <a:pt x="101593" y="62235"/>
                    <a:pt x="101593" y="62235"/>
                    <a:pt x="101593" y="62235"/>
                  </a:cubicBezTo>
                  <a:cubicBezTo>
                    <a:pt x="100141" y="57764"/>
                    <a:pt x="96261" y="54641"/>
                    <a:pt x="91904" y="52849"/>
                  </a:cubicBezTo>
                  <a:cubicBezTo>
                    <a:pt x="83186" y="50169"/>
                    <a:pt x="73498" y="54191"/>
                    <a:pt x="70106" y="62235"/>
                  </a:cubicBezTo>
                  <a:cubicBezTo>
                    <a:pt x="67196" y="69830"/>
                    <a:pt x="71558" y="78767"/>
                    <a:pt x="80276" y="81896"/>
                  </a:cubicBezTo>
                  <a:cubicBezTo>
                    <a:pt x="84638" y="83682"/>
                    <a:pt x="89482" y="83238"/>
                    <a:pt x="93839" y="81003"/>
                  </a:cubicBezTo>
                  <a:cubicBezTo>
                    <a:pt x="93839" y="81003"/>
                    <a:pt x="94326" y="81003"/>
                    <a:pt x="94326" y="81003"/>
                  </a:cubicBezTo>
                  <a:cubicBezTo>
                    <a:pt x="80276" y="115852"/>
                    <a:pt x="80276" y="115852"/>
                    <a:pt x="80276" y="115852"/>
                  </a:cubicBezTo>
                  <a:cubicBezTo>
                    <a:pt x="53151" y="122110"/>
                    <a:pt x="38131" y="119431"/>
                    <a:pt x="38131" y="119431"/>
                  </a:cubicBezTo>
                  <a:cubicBezTo>
                    <a:pt x="28442" y="118537"/>
                    <a:pt x="22146" y="108258"/>
                    <a:pt x="23598" y="101556"/>
                  </a:cubicBezTo>
                  <a:cubicBezTo>
                    <a:pt x="24568" y="94405"/>
                    <a:pt x="25056" y="91277"/>
                    <a:pt x="21176" y="88153"/>
                  </a:cubicBezTo>
                  <a:cubicBezTo>
                    <a:pt x="16820" y="85468"/>
                    <a:pt x="16820" y="81896"/>
                    <a:pt x="19242" y="80553"/>
                  </a:cubicBezTo>
                  <a:cubicBezTo>
                    <a:pt x="21176" y="79216"/>
                    <a:pt x="27960" y="76531"/>
                    <a:pt x="27960" y="76531"/>
                  </a:cubicBezTo>
                  <a:cubicBezTo>
                    <a:pt x="27960" y="76531"/>
                    <a:pt x="22634" y="73408"/>
                    <a:pt x="19724" y="72509"/>
                  </a:cubicBezTo>
                  <a:cubicBezTo>
                    <a:pt x="16820" y="71172"/>
                    <a:pt x="15367" y="66701"/>
                    <a:pt x="16820" y="64021"/>
                  </a:cubicBezTo>
                  <a:cubicBezTo>
                    <a:pt x="18754" y="61342"/>
                    <a:pt x="19242" y="54641"/>
                    <a:pt x="19242" y="54641"/>
                  </a:cubicBezTo>
                  <a:cubicBezTo>
                    <a:pt x="19242" y="54641"/>
                    <a:pt x="12458" y="51512"/>
                    <a:pt x="5191" y="47934"/>
                  </a:cubicBezTo>
                  <a:cubicBezTo>
                    <a:pt x="347" y="45703"/>
                    <a:pt x="-1104" y="42125"/>
                    <a:pt x="835" y="35873"/>
                  </a:cubicBezTo>
                  <a:cubicBezTo>
                    <a:pt x="49759" y="28273"/>
                    <a:pt x="49759" y="28273"/>
                    <a:pt x="49759" y="28273"/>
                  </a:cubicBezTo>
                  <a:cubicBezTo>
                    <a:pt x="51699" y="28273"/>
                    <a:pt x="53151" y="26487"/>
                    <a:pt x="52663" y="24257"/>
                  </a:cubicBezTo>
                  <a:cubicBezTo>
                    <a:pt x="52181" y="22465"/>
                    <a:pt x="51211" y="20678"/>
                    <a:pt x="49277" y="19785"/>
                  </a:cubicBezTo>
                  <a:cubicBezTo>
                    <a:pt x="46855" y="17999"/>
                    <a:pt x="44433" y="15763"/>
                    <a:pt x="43945" y="12191"/>
                  </a:cubicBezTo>
                  <a:cubicBezTo>
                    <a:pt x="42975" y="6382"/>
                    <a:pt x="47337" y="1018"/>
                    <a:pt x="53633" y="125"/>
                  </a:cubicBezTo>
                  <a:cubicBezTo>
                    <a:pt x="59929" y="-767"/>
                    <a:pt x="65744" y="3254"/>
                    <a:pt x="67196" y="9062"/>
                  </a:cubicBezTo>
                  <a:cubicBezTo>
                    <a:pt x="67683" y="12191"/>
                    <a:pt x="66714" y="15319"/>
                    <a:pt x="64291" y="17550"/>
                  </a:cubicBezTo>
                  <a:cubicBezTo>
                    <a:pt x="63321" y="18892"/>
                    <a:pt x="62352" y="21128"/>
                    <a:pt x="62839" y="22914"/>
                  </a:cubicBezTo>
                  <a:cubicBezTo>
                    <a:pt x="63321" y="24700"/>
                    <a:pt x="65261" y="26043"/>
                    <a:pt x="67196" y="25594"/>
                  </a:cubicBezTo>
                  <a:lnTo>
                    <a:pt x="120000" y="17550"/>
                  </a:lnTo>
                  <a:close/>
                </a:path>
              </a:pathLst>
            </a:custGeom>
            <a:solidFill>
              <a:schemeClr val="accent2">
                <a:alpha val="8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47"/>
            <p:cNvSpPr/>
            <p:nvPr/>
          </p:nvSpPr>
          <p:spPr>
            <a:xfrm>
              <a:off x="4531326" y="2943958"/>
              <a:ext cx="889743" cy="1000126"/>
            </a:xfrm>
            <a:custGeom>
              <a:rect b="b" l="l" r="r" t="t"/>
              <a:pathLst>
                <a:path extrusionOk="0" h="120000" w="120000">
                  <a:moveTo>
                    <a:pt x="120000" y="81905"/>
                  </a:moveTo>
                  <a:cubicBezTo>
                    <a:pt x="120000" y="94477"/>
                    <a:pt x="120000" y="109333"/>
                    <a:pt x="120000" y="109333"/>
                  </a:cubicBezTo>
                  <a:cubicBezTo>
                    <a:pt x="120000" y="109333"/>
                    <a:pt x="103297" y="120000"/>
                    <a:pt x="63049" y="120000"/>
                  </a:cubicBezTo>
                  <a:cubicBezTo>
                    <a:pt x="22794" y="120000"/>
                    <a:pt x="5666" y="109333"/>
                    <a:pt x="5666" y="109333"/>
                  </a:cubicBezTo>
                  <a:cubicBezTo>
                    <a:pt x="5666" y="91811"/>
                    <a:pt x="5666" y="91811"/>
                    <a:pt x="5666" y="91811"/>
                  </a:cubicBezTo>
                  <a:cubicBezTo>
                    <a:pt x="22368" y="52572"/>
                    <a:pt x="22368" y="52572"/>
                    <a:pt x="22368" y="52572"/>
                  </a:cubicBezTo>
                  <a:cubicBezTo>
                    <a:pt x="23226" y="51050"/>
                    <a:pt x="22368" y="49522"/>
                    <a:pt x="20225" y="48761"/>
                  </a:cubicBezTo>
                  <a:cubicBezTo>
                    <a:pt x="18514" y="48383"/>
                    <a:pt x="16803" y="48383"/>
                    <a:pt x="15086" y="49144"/>
                  </a:cubicBezTo>
                  <a:cubicBezTo>
                    <a:pt x="12516" y="50283"/>
                    <a:pt x="9520" y="50666"/>
                    <a:pt x="6524" y="49522"/>
                  </a:cubicBezTo>
                  <a:cubicBezTo>
                    <a:pt x="1385" y="48000"/>
                    <a:pt x="-1183" y="42666"/>
                    <a:pt x="527" y="37716"/>
                  </a:cubicBezTo>
                  <a:cubicBezTo>
                    <a:pt x="2670" y="33144"/>
                    <a:pt x="8662" y="30855"/>
                    <a:pt x="13801" y="32383"/>
                  </a:cubicBezTo>
                  <a:cubicBezTo>
                    <a:pt x="16803" y="33522"/>
                    <a:pt x="18940" y="35427"/>
                    <a:pt x="19798" y="37716"/>
                  </a:cubicBezTo>
                  <a:cubicBezTo>
                    <a:pt x="20657" y="39238"/>
                    <a:pt x="21942" y="40761"/>
                    <a:pt x="23653" y="41144"/>
                  </a:cubicBezTo>
                  <a:cubicBezTo>
                    <a:pt x="25364" y="41905"/>
                    <a:pt x="27507" y="41144"/>
                    <a:pt x="27933" y="39616"/>
                  </a:cubicBezTo>
                  <a:cubicBezTo>
                    <a:pt x="44636" y="0"/>
                    <a:pt x="44636" y="0"/>
                    <a:pt x="44636" y="0"/>
                  </a:cubicBezTo>
                  <a:cubicBezTo>
                    <a:pt x="73753" y="31616"/>
                    <a:pt x="73753" y="31616"/>
                    <a:pt x="73753" y="31616"/>
                  </a:cubicBezTo>
                  <a:cubicBezTo>
                    <a:pt x="73753" y="31616"/>
                    <a:pt x="73327" y="31616"/>
                    <a:pt x="73327" y="31616"/>
                  </a:cubicBezTo>
                  <a:cubicBezTo>
                    <a:pt x="69041" y="30855"/>
                    <a:pt x="64760" y="32000"/>
                    <a:pt x="61764" y="34283"/>
                  </a:cubicBezTo>
                  <a:cubicBezTo>
                    <a:pt x="55340" y="38855"/>
                    <a:pt x="54482" y="47238"/>
                    <a:pt x="59621" y="52950"/>
                  </a:cubicBezTo>
                  <a:cubicBezTo>
                    <a:pt x="64760" y="58666"/>
                    <a:pt x="74180" y="59427"/>
                    <a:pt x="80177" y="54855"/>
                  </a:cubicBezTo>
                  <a:cubicBezTo>
                    <a:pt x="83599" y="52188"/>
                    <a:pt x="85743" y="48761"/>
                    <a:pt x="85743" y="44950"/>
                  </a:cubicBezTo>
                  <a:cubicBezTo>
                    <a:pt x="85743" y="44950"/>
                    <a:pt x="85743" y="44572"/>
                    <a:pt x="85743" y="44572"/>
                  </a:cubicBezTo>
                  <a:lnTo>
                    <a:pt x="120000" y="81905"/>
                  </a:lnTo>
                  <a:close/>
                </a:path>
              </a:pathLst>
            </a:custGeom>
            <a:solidFill>
              <a:schemeClr val="accent2"/>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47"/>
            <p:cNvSpPr/>
            <p:nvPr/>
          </p:nvSpPr>
          <p:spPr>
            <a:xfrm>
              <a:off x="4887669" y="2801083"/>
              <a:ext cx="755650" cy="771525"/>
            </a:xfrm>
            <a:custGeom>
              <a:rect b="b" l="l" r="r" t="t"/>
              <a:pathLst>
                <a:path extrusionOk="0" h="120000" w="120000">
                  <a:moveTo>
                    <a:pt x="120000" y="0"/>
                  </a:moveTo>
                  <a:cubicBezTo>
                    <a:pt x="113950" y="22716"/>
                    <a:pt x="102355" y="38022"/>
                    <a:pt x="96300" y="49877"/>
                  </a:cubicBezTo>
                  <a:cubicBezTo>
                    <a:pt x="87733" y="65677"/>
                    <a:pt x="84705" y="96294"/>
                    <a:pt x="84705" y="110122"/>
                  </a:cubicBezTo>
                  <a:cubicBezTo>
                    <a:pt x="84705" y="120000"/>
                    <a:pt x="84705" y="120000"/>
                    <a:pt x="84705" y="120000"/>
                  </a:cubicBezTo>
                  <a:cubicBezTo>
                    <a:pt x="47394" y="75555"/>
                    <a:pt x="47394" y="75555"/>
                    <a:pt x="47394" y="75555"/>
                  </a:cubicBezTo>
                  <a:cubicBezTo>
                    <a:pt x="45883" y="73577"/>
                    <a:pt x="43361" y="73577"/>
                    <a:pt x="41850" y="75061"/>
                  </a:cubicBezTo>
                  <a:cubicBezTo>
                    <a:pt x="39833" y="76050"/>
                    <a:pt x="38822" y="78022"/>
                    <a:pt x="38822" y="80494"/>
                  </a:cubicBezTo>
                  <a:cubicBezTo>
                    <a:pt x="38822" y="83455"/>
                    <a:pt x="37311" y="86911"/>
                    <a:pt x="34788" y="89383"/>
                  </a:cubicBezTo>
                  <a:cubicBezTo>
                    <a:pt x="29244" y="93333"/>
                    <a:pt x="21683" y="92344"/>
                    <a:pt x="17644" y="87405"/>
                  </a:cubicBezTo>
                  <a:cubicBezTo>
                    <a:pt x="13111" y="82466"/>
                    <a:pt x="14116" y="75061"/>
                    <a:pt x="19161" y="70616"/>
                  </a:cubicBezTo>
                  <a:cubicBezTo>
                    <a:pt x="22183" y="68644"/>
                    <a:pt x="25716" y="67655"/>
                    <a:pt x="28738" y="68150"/>
                  </a:cubicBezTo>
                  <a:cubicBezTo>
                    <a:pt x="31261" y="68644"/>
                    <a:pt x="33277" y="68150"/>
                    <a:pt x="34788" y="66666"/>
                  </a:cubicBezTo>
                  <a:cubicBezTo>
                    <a:pt x="36805" y="65183"/>
                    <a:pt x="36805" y="62716"/>
                    <a:pt x="35294" y="61233"/>
                  </a:cubicBezTo>
                  <a:cubicBezTo>
                    <a:pt x="0" y="18766"/>
                    <a:pt x="0" y="18766"/>
                    <a:pt x="0" y="18766"/>
                  </a:cubicBezTo>
                  <a:cubicBezTo>
                    <a:pt x="53444" y="10372"/>
                    <a:pt x="53444" y="10372"/>
                    <a:pt x="53444" y="10372"/>
                  </a:cubicBezTo>
                  <a:cubicBezTo>
                    <a:pt x="53444" y="10372"/>
                    <a:pt x="53444" y="10866"/>
                    <a:pt x="52938" y="10866"/>
                  </a:cubicBezTo>
                  <a:cubicBezTo>
                    <a:pt x="49916" y="14816"/>
                    <a:pt x="48405" y="19755"/>
                    <a:pt x="49411" y="24200"/>
                  </a:cubicBezTo>
                  <a:cubicBezTo>
                    <a:pt x="50922" y="33577"/>
                    <a:pt x="60000" y="40000"/>
                    <a:pt x="69577" y="38516"/>
                  </a:cubicBezTo>
                  <a:cubicBezTo>
                    <a:pt x="79161" y="37038"/>
                    <a:pt x="85211" y="28150"/>
                    <a:pt x="83700" y="18766"/>
                  </a:cubicBezTo>
                  <a:cubicBezTo>
                    <a:pt x="83194" y="13827"/>
                    <a:pt x="80166" y="9877"/>
                    <a:pt x="75627" y="7405"/>
                  </a:cubicBezTo>
                  <a:cubicBezTo>
                    <a:pt x="75627" y="6911"/>
                    <a:pt x="75627" y="6911"/>
                    <a:pt x="75627" y="6911"/>
                  </a:cubicBezTo>
                  <a:lnTo>
                    <a:pt x="120000" y="0"/>
                  </a:lnTo>
                  <a:close/>
                </a:path>
              </a:pathLst>
            </a:custGeom>
            <a:solidFill>
              <a:schemeClr val="accent2">
                <a:alpha val="2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47"/>
            <p:cNvSpPr/>
            <p:nvPr/>
          </p:nvSpPr>
          <p:spPr>
            <a:xfrm>
              <a:off x="4700216" y="4086828"/>
              <a:ext cx="595044" cy="181898"/>
            </a:xfrm>
            <a:custGeom>
              <a:rect b="b" l="l" r="r" t="t"/>
              <a:pathLst>
                <a:path extrusionOk="0" h="120000" w="120000">
                  <a:moveTo>
                    <a:pt x="115915" y="87"/>
                  </a:moveTo>
                  <a:cubicBezTo>
                    <a:pt x="115277" y="87"/>
                    <a:pt x="114632" y="87"/>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18938"/>
                    <a:pt x="1944" y="23127"/>
                  </a:cubicBezTo>
                  <a:cubicBezTo>
                    <a:pt x="47402" y="109003"/>
                    <a:pt x="47402" y="109003"/>
                    <a:pt x="47402" y="109003"/>
                  </a:cubicBezTo>
                  <a:cubicBezTo>
                    <a:pt x="55089" y="123665"/>
                    <a:pt x="64692" y="123665"/>
                    <a:pt x="73017" y="109003"/>
                  </a:cubicBezTo>
                  <a:cubicBezTo>
                    <a:pt x="117837" y="23127"/>
                    <a:pt x="117837" y="23127"/>
                    <a:pt x="117837" y="23127"/>
                  </a:cubicBezTo>
                  <a:cubicBezTo>
                    <a:pt x="119759" y="18938"/>
                    <a:pt x="120397" y="12654"/>
                    <a:pt x="119759" y="6370"/>
                  </a:cubicBezTo>
                  <a:cubicBezTo>
                    <a:pt x="118476" y="2181"/>
                    <a:pt x="117198" y="87"/>
                    <a:pt x="115915" y="87"/>
                  </a:cubicBezTo>
                  <a:close/>
                </a:path>
              </a:pathLst>
            </a:custGeom>
            <a:solidFill>
              <a:schemeClr val="accent2">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47"/>
            <p:cNvSpPr/>
            <p:nvPr/>
          </p:nvSpPr>
          <p:spPr>
            <a:xfrm>
              <a:off x="4700216" y="4229703"/>
              <a:ext cx="595044" cy="181898"/>
            </a:xfrm>
            <a:custGeom>
              <a:rect b="b" l="l" r="r" t="t"/>
              <a:pathLst>
                <a:path extrusionOk="0" h="120000" w="120000">
                  <a:moveTo>
                    <a:pt x="115915" y="87"/>
                  </a:moveTo>
                  <a:cubicBezTo>
                    <a:pt x="115277" y="87"/>
                    <a:pt x="114632" y="2181"/>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21032"/>
                    <a:pt x="1944" y="25221"/>
                  </a:cubicBezTo>
                  <a:cubicBezTo>
                    <a:pt x="47402" y="109003"/>
                    <a:pt x="47402" y="109003"/>
                    <a:pt x="47402" y="109003"/>
                  </a:cubicBezTo>
                  <a:cubicBezTo>
                    <a:pt x="55089" y="123665"/>
                    <a:pt x="64692" y="123665"/>
                    <a:pt x="73017" y="109003"/>
                  </a:cubicBezTo>
                  <a:cubicBezTo>
                    <a:pt x="117837" y="25221"/>
                    <a:pt x="117837" y="25221"/>
                    <a:pt x="117837" y="25221"/>
                  </a:cubicBezTo>
                  <a:cubicBezTo>
                    <a:pt x="119759" y="21032"/>
                    <a:pt x="120397" y="12654"/>
                    <a:pt x="119759" y="6370"/>
                  </a:cubicBezTo>
                  <a:cubicBezTo>
                    <a:pt x="118476" y="2181"/>
                    <a:pt x="117198" y="87"/>
                    <a:pt x="115915" y="87"/>
                  </a:cubicBezTo>
                  <a:close/>
                </a:path>
              </a:pathLst>
            </a:custGeom>
            <a:solidFill>
              <a:schemeClr val="accent2">
                <a:alpha val="4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p47"/>
            <p:cNvSpPr/>
            <p:nvPr/>
          </p:nvSpPr>
          <p:spPr>
            <a:xfrm>
              <a:off x="4700216" y="4374692"/>
              <a:ext cx="595044" cy="182960"/>
            </a:xfrm>
            <a:custGeom>
              <a:rect b="b" l="l" r="r" t="t"/>
              <a:pathLst>
                <a:path extrusionOk="0" h="120000" w="120000">
                  <a:moveTo>
                    <a:pt x="115915" y="780"/>
                  </a:moveTo>
                  <a:cubicBezTo>
                    <a:pt x="115277" y="780"/>
                    <a:pt x="114632" y="780"/>
                    <a:pt x="113994" y="780"/>
                  </a:cubicBezTo>
                  <a:cubicBezTo>
                    <a:pt x="69174" y="86160"/>
                    <a:pt x="69174" y="86160"/>
                    <a:pt x="69174" y="86160"/>
                  </a:cubicBezTo>
                  <a:cubicBezTo>
                    <a:pt x="63414" y="96572"/>
                    <a:pt x="56366" y="96572"/>
                    <a:pt x="51246" y="86160"/>
                  </a:cubicBezTo>
                  <a:cubicBezTo>
                    <a:pt x="5787" y="780"/>
                    <a:pt x="5787" y="780"/>
                    <a:pt x="5787" y="780"/>
                  </a:cubicBezTo>
                  <a:cubicBezTo>
                    <a:pt x="3865" y="-1301"/>
                    <a:pt x="1305" y="780"/>
                    <a:pt x="666" y="7028"/>
                  </a:cubicBezTo>
                  <a:cubicBezTo>
                    <a:pt x="-616" y="13275"/>
                    <a:pt x="22" y="19522"/>
                    <a:pt x="1944" y="23687"/>
                  </a:cubicBezTo>
                  <a:cubicBezTo>
                    <a:pt x="47402" y="109067"/>
                    <a:pt x="47402" y="109067"/>
                    <a:pt x="47402" y="109067"/>
                  </a:cubicBezTo>
                  <a:cubicBezTo>
                    <a:pt x="55089" y="123644"/>
                    <a:pt x="64692" y="123644"/>
                    <a:pt x="73017" y="109067"/>
                  </a:cubicBezTo>
                  <a:cubicBezTo>
                    <a:pt x="117837" y="23687"/>
                    <a:pt x="117837" y="23687"/>
                    <a:pt x="117837" y="23687"/>
                  </a:cubicBezTo>
                  <a:cubicBezTo>
                    <a:pt x="119759" y="19522"/>
                    <a:pt x="120397" y="13275"/>
                    <a:pt x="119759" y="7028"/>
                  </a:cubicBezTo>
                  <a:cubicBezTo>
                    <a:pt x="118476" y="2863"/>
                    <a:pt x="117198" y="780"/>
                    <a:pt x="115915" y="780"/>
                  </a:cubicBezTo>
                  <a:close/>
                </a:path>
              </a:pathLst>
            </a:custGeom>
            <a:solidFill>
              <a:schemeClr val="accent2">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47"/>
          <p:cNvGrpSpPr/>
          <p:nvPr/>
        </p:nvGrpSpPr>
        <p:grpSpPr>
          <a:xfrm>
            <a:off x="6077203" y="1953702"/>
            <a:ext cx="1620896" cy="2603950"/>
            <a:chOff x="6077203" y="1953702"/>
            <a:chExt cx="1620896" cy="2603950"/>
          </a:xfrm>
        </p:grpSpPr>
        <p:sp>
          <p:nvSpPr>
            <p:cNvPr id="219" name="Google Shape;219;p47"/>
            <p:cNvSpPr/>
            <p:nvPr/>
          </p:nvSpPr>
          <p:spPr>
            <a:xfrm>
              <a:off x="6351344" y="1953702"/>
              <a:ext cx="873126" cy="923581"/>
            </a:xfrm>
            <a:custGeom>
              <a:rect b="b" l="l" r="r" t="t"/>
              <a:pathLst>
                <a:path extrusionOk="0" h="120000" w="12000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47"/>
            <p:cNvSpPr/>
            <p:nvPr/>
          </p:nvSpPr>
          <p:spPr>
            <a:xfrm>
              <a:off x="6916495" y="1994632"/>
              <a:ext cx="781604" cy="1023235"/>
            </a:xfrm>
            <a:custGeom>
              <a:rect b="b" l="l" r="r" t="t"/>
              <a:pathLst>
                <a:path extrusionOk="0" h="120000" w="12000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47"/>
            <p:cNvSpPr/>
            <p:nvPr/>
          </p:nvSpPr>
          <p:spPr>
            <a:xfrm>
              <a:off x="6100521" y="2254982"/>
              <a:ext cx="758825" cy="768350"/>
            </a:xfrm>
            <a:custGeom>
              <a:rect b="b" l="l" r="r" t="t"/>
              <a:pathLst>
                <a:path extrusionOk="0" h="120000" w="12000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47"/>
            <p:cNvSpPr/>
            <p:nvPr/>
          </p:nvSpPr>
          <p:spPr>
            <a:xfrm>
              <a:off x="6077203" y="2806550"/>
              <a:ext cx="788493" cy="852667"/>
            </a:xfrm>
            <a:custGeom>
              <a:rect b="b" l="l" r="r" t="t"/>
              <a:pathLst>
                <a:path extrusionOk="0" h="120000" w="12000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47"/>
            <p:cNvSpPr/>
            <p:nvPr/>
          </p:nvSpPr>
          <p:spPr>
            <a:xfrm>
              <a:off x="6565236" y="2943958"/>
              <a:ext cx="891009" cy="1000126"/>
            </a:xfrm>
            <a:custGeom>
              <a:rect b="b" l="l" r="r" t="t"/>
              <a:pathLst>
                <a:path extrusionOk="0" h="120000" w="12000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47"/>
            <p:cNvSpPr/>
            <p:nvPr/>
          </p:nvSpPr>
          <p:spPr>
            <a:xfrm>
              <a:off x="6922846" y="2801083"/>
              <a:ext cx="752476" cy="771525"/>
            </a:xfrm>
            <a:custGeom>
              <a:rect b="b" l="l" r="r" t="t"/>
              <a:pathLst>
                <a:path extrusionOk="0" h="120000" w="12000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47"/>
            <p:cNvSpPr/>
            <p:nvPr/>
          </p:nvSpPr>
          <p:spPr>
            <a:xfrm>
              <a:off x="6734329" y="4086828"/>
              <a:ext cx="595044" cy="181898"/>
            </a:xfrm>
            <a:custGeom>
              <a:rect b="b" l="l" r="r" t="t"/>
              <a:pathLst>
                <a:path extrusionOk="0" h="120000" w="12000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47"/>
            <p:cNvSpPr/>
            <p:nvPr/>
          </p:nvSpPr>
          <p:spPr>
            <a:xfrm>
              <a:off x="6734329" y="4229703"/>
              <a:ext cx="595044" cy="181898"/>
            </a:xfrm>
            <a:custGeom>
              <a:rect b="b" l="l" r="r" t="t"/>
              <a:pathLst>
                <a:path extrusionOk="0" h="120000" w="12000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47"/>
            <p:cNvSpPr/>
            <p:nvPr/>
          </p:nvSpPr>
          <p:spPr>
            <a:xfrm>
              <a:off x="6734329" y="4374692"/>
              <a:ext cx="595044" cy="182960"/>
            </a:xfrm>
            <a:custGeom>
              <a:rect b="b" l="l" r="r" t="t"/>
              <a:pathLst>
                <a:path extrusionOk="0" h="120000" w="12000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47"/>
          <p:cNvGrpSpPr/>
          <p:nvPr/>
        </p:nvGrpSpPr>
        <p:grpSpPr>
          <a:xfrm>
            <a:off x="8112261" y="1953702"/>
            <a:ext cx="1616845" cy="2603950"/>
            <a:chOff x="8112261" y="1953702"/>
            <a:chExt cx="1616845" cy="2603950"/>
          </a:xfrm>
        </p:grpSpPr>
        <p:sp>
          <p:nvSpPr>
            <p:cNvPr id="229" name="Google Shape;229;p47"/>
            <p:cNvSpPr/>
            <p:nvPr/>
          </p:nvSpPr>
          <p:spPr>
            <a:xfrm>
              <a:off x="8384932" y="1953702"/>
              <a:ext cx="869950" cy="923581"/>
            </a:xfrm>
            <a:custGeom>
              <a:rect b="b" l="l" r="r" t="t"/>
              <a:pathLst>
                <a:path extrusionOk="0" h="120000" w="120000">
                  <a:moveTo>
                    <a:pt x="118690" y="79161"/>
                  </a:moveTo>
                  <a:cubicBezTo>
                    <a:pt x="116496" y="84525"/>
                    <a:pt x="110368" y="86995"/>
                    <a:pt x="105114" y="84933"/>
                  </a:cubicBezTo>
                  <a:cubicBezTo>
                    <a:pt x="102047" y="84112"/>
                    <a:pt x="99853"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534" y="71320"/>
                  </a:cubicBezTo>
                  <a:cubicBezTo>
                    <a:pt x="31534" y="71734"/>
                    <a:pt x="31534" y="71734"/>
                    <a:pt x="31534" y="71734"/>
                  </a:cubicBezTo>
                  <a:cubicBezTo>
                    <a:pt x="0" y="35433"/>
                    <a:pt x="0" y="35433"/>
                    <a:pt x="0" y="35433"/>
                  </a:cubicBezTo>
                  <a:cubicBezTo>
                    <a:pt x="7006" y="26357"/>
                    <a:pt x="14891"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047" y="68023"/>
                    <a:pt x="103798" y="67196"/>
                  </a:cubicBezTo>
                  <a:cubicBezTo>
                    <a:pt x="106423" y="65548"/>
                    <a:pt x="109490" y="65548"/>
                    <a:pt x="112557" y="66369"/>
                  </a:cubicBezTo>
                  <a:cubicBezTo>
                    <a:pt x="117811" y="68437"/>
                    <a:pt x="120878" y="74209"/>
                    <a:pt x="118690" y="79161"/>
                  </a:cubicBezTo>
                  <a:close/>
                </a:path>
              </a:pathLst>
            </a:custGeom>
            <a:solidFill>
              <a:schemeClr val="accent3">
                <a:alpha val="54509"/>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47"/>
            <p:cNvSpPr/>
            <p:nvPr/>
          </p:nvSpPr>
          <p:spPr>
            <a:xfrm>
              <a:off x="8950082" y="1994632"/>
              <a:ext cx="779024" cy="1023235"/>
            </a:xfrm>
            <a:custGeom>
              <a:rect b="b" l="l" r="r" t="t"/>
              <a:pathLst>
                <a:path extrusionOk="0" h="120000" w="120000">
                  <a:moveTo>
                    <a:pt x="119825" y="76334"/>
                  </a:moveTo>
                  <a:cubicBezTo>
                    <a:pt x="119825" y="81171"/>
                    <a:pt x="119337" y="86013"/>
                    <a:pt x="117866" y="90107"/>
                  </a:cubicBezTo>
                  <a:cubicBezTo>
                    <a:pt x="71404" y="96067"/>
                    <a:pt x="71404" y="96067"/>
                    <a:pt x="71404" y="96067"/>
                  </a:cubicBezTo>
                  <a:cubicBezTo>
                    <a:pt x="68962" y="96441"/>
                    <a:pt x="67490" y="97926"/>
                    <a:pt x="67979" y="99418"/>
                  </a:cubicBezTo>
                  <a:cubicBezTo>
                    <a:pt x="68473" y="101278"/>
                    <a:pt x="69450" y="102395"/>
                    <a:pt x="71404" y="103512"/>
                  </a:cubicBezTo>
                  <a:cubicBezTo>
                    <a:pt x="74341" y="104629"/>
                    <a:pt x="76295" y="106863"/>
                    <a:pt x="76784" y="109471"/>
                  </a:cubicBezTo>
                  <a:cubicBezTo>
                    <a:pt x="77761" y="114314"/>
                    <a:pt x="73364" y="118782"/>
                    <a:pt x="67002" y="119899"/>
                  </a:cubicBezTo>
                  <a:cubicBezTo>
                    <a:pt x="60645" y="120642"/>
                    <a:pt x="54777" y="117291"/>
                    <a:pt x="53800" y="112448"/>
                  </a:cubicBezTo>
                  <a:cubicBezTo>
                    <a:pt x="53312" y="109845"/>
                    <a:pt x="54289" y="107237"/>
                    <a:pt x="56243" y="105377"/>
                  </a:cubicBezTo>
                  <a:cubicBezTo>
                    <a:pt x="57708" y="103886"/>
                    <a:pt x="58203" y="102395"/>
                    <a:pt x="57708" y="100909"/>
                  </a:cubicBezTo>
                  <a:cubicBezTo>
                    <a:pt x="57220" y="99043"/>
                    <a:pt x="55266" y="98301"/>
                    <a:pt x="53312" y="98301"/>
                  </a:cubicBezTo>
                  <a:cubicBezTo>
                    <a:pt x="53312" y="98301"/>
                    <a:pt x="53312" y="98301"/>
                    <a:pt x="53312" y="98301"/>
                  </a:cubicBezTo>
                  <a:cubicBezTo>
                    <a:pt x="0" y="105003"/>
                    <a:pt x="0" y="105003"/>
                    <a:pt x="0" y="105003"/>
                  </a:cubicBezTo>
                  <a:cubicBezTo>
                    <a:pt x="18586" y="67766"/>
                    <a:pt x="18586" y="67766"/>
                    <a:pt x="18586" y="67766"/>
                  </a:cubicBezTo>
                  <a:cubicBezTo>
                    <a:pt x="18586" y="67766"/>
                    <a:pt x="18586" y="68140"/>
                    <a:pt x="18586" y="68140"/>
                  </a:cubicBezTo>
                  <a:cubicBezTo>
                    <a:pt x="20540" y="71491"/>
                    <a:pt x="23966" y="74100"/>
                    <a:pt x="28368" y="75585"/>
                  </a:cubicBezTo>
                  <a:cubicBezTo>
                    <a:pt x="37167" y="78194"/>
                    <a:pt x="46949" y="74842"/>
                    <a:pt x="50375" y="68140"/>
                  </a:cubicBezTo>
                  <a:cubicBezTo>
                    <a:pt x="53800" y="61438"/>
                    <a:pt x="49398" y="53993"/>
                    <a:pt x="40593" y="51384"/>
                  </a:cubicBezTo>
                  <a:cubicBezTo>
                    <a:pt x="35702" y="50267"/>
                    <a:pt x="30811" y="50641"/>
                    <a:pt x="26408" y="52127"/>
                  </a:cubicBezTo>
                  <a:cubicBezTo>
                    <a:pt x="26408" y="52127"/>
                    <a:pt x="26408" y="52127"/>
                    <a:pt x="25920" y="52501"/>
                  </a:cubicBezTo>
                  <a:cubicBezTo>
                    <a:pt x="51840" y="0"/>
                    <a:pt x="51840" y="0"/>
                    <a:pt x="51840" y="0"/>
                  </a:cubicBezTo>
                  <a:cubicBezTo>
                    <a:pt x="57708" y="1491"/>
                    <a:pt x="63088" y="2976"/>
                    <a:pt x="67979" y="5211"/>
                  </a:cubicBezTo>
                  <a:cubicBezTo>
                    <a:pt x="114446" y="23458"/>
                    <a:pt x="121291" y="48776"/>
                    <a:pt x="119825" y="76334"/>
                  </a:cubicBezTo>
                  <a:close/>
                </a:path>
              </a:pathLst>
            </a:custGeom>
            <a:solidFill>
              <a:schemeClr val="accent3">
                <a:alpha val="40000"/>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p47"/>
            <p:cNvSpPr/>
            <p:nvPr/>
          </p:nvSpPr>
          <p:spPr>
            <a:xfrm>
              <a:off x="8135695" y="2254982"/>
              <a:ext cx="757239" cy="768350"/>
            </a:xfrm>
            <a:custGeom>
              <a:rect b="b" l="l" r="r" t="t"/>
              <a:pathLst>
                <a:path extrusionOk="0" h="120000" w="12000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166" y="110083"/>
                    <a:pt x="44688" y="112561"/>
                  </a:cubicBezTo>
                  <a:cubicBezTo>
                    <a:pt x="44688" y="112561"/>
                    <a:pt x="446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105" y="80333"/>
                    <a:pt x="25605" y="76861"/>
                    <a:pt x="24600" y="73883"/>
                  </a:cubicBezTo>
                  <a:cubicBezTo>
                    <a:pt x="15566" y="44133"/>
                    <a:pt x="24100" y="18844"/>
                    <a:pt x="36650" y="0"/>
                  </a:cubicBezTo>
                  <a:cubicBezTo>
                    <a:pt x="72805" y="44133"/>
                    <a:pt x="72805" y="44133"/>
                    <a:pt x="72805" y="44133"/>
                  </a:cubicBezTo>
                  <a:cubicBezTo>
                    <a:pt x="74311" y="45622"/>
                    <a:pt x="76822" y="46116"/>
                    <a:pt x="78327" y="44627"/>
                  </a:cubicBezTo>
                  <a:cubicBezTo>
                    <a:pt x="80333" y="43138"/>
                    <a:pt x="81338" y="41155"/>
                    <a:pt x="81338" y="39172"/>
                  </a:cubicBezTo>
                  <a:cubicBezTo>
                    <a:pt x="81338" y="35700"/>
                    <a:pt x="82844" y="32727"/>
                    <a:pt x="85855" y="30250"/>
                  </a:cubicBezTo>
                  <a:cubicBezTo>
                    <a:pt x="90877" y="26283"/>
                    <a:pt x="98411" y="26777"/>
                    <a:pt x="1024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6777" y="109088"/>
                    <a:pt x="67277" y="109088"/>
                    <a:pt x="67277" y="109088"/>
                  </a:cubicBezTo>
                  <a:close/>
                </a:path>
              </a:pathLst>
            </a:custGeom>
            <a:solidFill>
              <a:schemeClr val="accent3">
                <a:alpha val="6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47"/>
            <p:cNvSpPr/>
            <p:nvPr/>
          </p:nvSpPr>
          <p:spPr>
            <a:xfrm>
              <a:off x="8112261" y="2806550"/>
              <a:ext cx="787021" cy="852667"/>
            </a:xfrm>
            <a:custGeom>
              <a:rect b="b" l="l" r="r" t="t"/>
              <a:pathLst>
                <a:path extrusionOk="0" h="120000" w="120000">
                  <a:moveTo>
                    <a:pt x="120000" y="17550"/>
                  </a:moveTo>
                  <a:cubicBezTo>
                    <a:pt x="101641" y="62235"/>
                    <a:pt x="101641" y="62235"/>
                    <a:pt x="101641" y="62235"/>
                  </a:cubicBezTo>
                  <a:cubicBezTo>
                    <a:pt x="101641" y="62235"/>
                    <a:pt x="101158" y="62235"/>
                    <a:pt x="101158" y="62235"/>
                  </a:cubicBezTo>
                  <a:cubicBezTo>
                    <a:pt x="99709" y="57764"/>
                    <a:pt x="96324" y="54641"/>
                    <a:pt x="91496" y="52849"/>
                  </a:cubicBezTo>
                  <a:cubicBezTo>
                    <a:pt x="82799" y="50169"/>
                    <a:pt x="73137"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4820" y="91277"/>
                    <a:pt x="20958" y="88153"/>
                  </a:cubicBezTo>
                  <a:cubicBezTo>
                    <a:pt x="17089" y="85468"/>
                    <a:pt x="17089" y="81896"/>
                    <a:pt x="19021" y="80553"/>
                  </a:cubicBezTo>
                  <a:cubicBezTo>
                    <a:pt x="20958" y="79216"/>
                    <a:pt x="27717" y="76531"/>
                    <a:pt x="27717" y="76531"/>
                  </a:cubicBezTo>
                  <a:cubicBezTo>
                    <a:pt x="27717" y="76531"/>
                    <a:pt x="22406" y="73408"/>
                    <a:pt x="19986" y="72509"/>
                  </a:cubicBezTo>
                  <a:cubicBezTo>
                    <a:pt x="17089" y="71172"/>
                    <a:pt x="15158"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358"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6855" y="25594"/>
                  </a:cubicBezTo>
                  <a:lnTo>
                    <a:pt x="120000" y="17550"/>
                  </a:lnTo>
                  <a:close/>
                </a:path>
              </a:pathLst>
            </a:custGeom>
            <a:solidFill>
              <a:schemeClr val="accent3">
                <a:alpha val="8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p47"/>
            <p:cNvSpPr/>
            <p:nvPr/>
          </p:nvSpPr>
          <p:spPr>
            <a:xfrm>
              <a:off x="8598436" y="2943958"/>
              <a:ext cx="888222" cy="1000126"/>
            </a:xfrm>
            <a:custGeom>
              <a:rect b="b" l="l" r="r" t="t"/>
              <a:pathLst>
                <a:path extrusionOk="0" h="120000" w="120000">
                  <a:moveTo>
                    <a:pt x="120000" y="81905"/>
                  </a:moveTo>
                  <a:cubicBezTo>
                    <a:pt x="120000" y="94477"/>
                    <a:pt x="120000" y="109333"/>
                    <a:pt x="120000" y="109333"/>
                  </a:cubicBezTo>
                  <a:cubicBezTo>
                    <a:pt x="120000" y="109333"/>
                    <a:pt x="103269" y="120000"/>
                    <a:pt x="62950" y="120000"/>
                  </a:cubicBezTo>
                  <a:cubicBezTo>
                    <a:pt x="22626" y="120000"/>
                    <a:pt x="5468" y="109333"/>
                    <a:pt x="5468" y="109333"/>
                  </a:cubicBezTo>
                  <a:cubicBezTo>
                    <a:pt x="5468" y="91811"/>
                    <a:pt x="5468" y="91811"/>
                    <a:pt x="5468" y="91811"/>
                  </a:cubicBezTo>
                  <a:cubicBezTo>
                    <a:pt x="22199" y="52572"/>
                    <a:pt x="22199" y="52572"/>
                    <a:pt x="22199" y="52572"/>
                  </a:cubicBezTo>
                  <a:cubicBezTo>
                    <a:pt x="23059" y="51050"/>
                    <a:pt x="22199" y="49522"/>
                    <a:pt x="20485" y="48761"/>
                  </a:cubicBezTo>
                  <a:cubicBezTo>
                    <a:pt x="18765" y="48383"/>
                    <a:pt x="16624" y="48383"/>
                    <a:pt x="14904" y="49144"/>
                  </a:cubicBezTo>
                  <a:cubicBezTo>
                    <a:pt x="12330" y="50283"/>
                    <a:pt x="9329" y="50666"/>
                    <a:pt x="6755" y="49522"/>
                  </a:cubicBezTo>
                  <a:cubicBezTo>
                    <a:pt x="1180" y="48000"/>
                    <a:pt x="-1393" y="42666"/>
                    <a:pt x="753" y="37716"/>
                  </a:cubicBezTo>
                  <a:cubicBezTo>
                    <a:pt x="2467" y="33144"/>
                    <a:pt x="8469" y="30855"/>
                    <a:pt x="13617" y="32383"/>
                  </a:cubicBezTo>
                  <a:cubicBezTo>
                    <a:pt x="16624" y="33522"/>
                    <a:pt x="18765" y="35427"/>
                    <a:pt x="19625" y="37716"/>
                  </a:cubicBezTo>
                  <a:cubicBezTo>
                    <a:pt x="20485" y="39238"/>
                    <a:pt x="21772" y="40761"/>
                    <a:pt x="23486" y="41144"/>
                  </a:cubicBezTo>
                  <a:cubicBezTo>
                    <a:pt x="25200" y="41905"/>
                    <a:pt x="27347" y="41144"/>
                    <a:pt x="27774" y="39616"/>
                  </a:cubicBezTo>
                  <a:cubicBezTo>
                    <a:pt x="44505" y="0"/>
                    <a:pt x="44505" y="0"/>
                    <a:pt x="44505" y="0"/>
                  </a:cubicBezTo>
                  <a:cubicBezTo>
                    <a:pt x="73673" y="31616"/>
                    <a:pt x="73673" y="31616"/>
                    <a:pt x="73673" y="31616"/>
                  </a:cubicBezTo>
                  <a:cubicBezTo>
                    <a:pt x="73673" y="31616"/>
                    <a:pt x="73673" y="31616"/>
                    <a:pt x="73246" y="31616"/>
                  </a:cubicBezTo>
                  <a:cubicBezTo>
                    <a:pt x="69385" y="30855"/>
                    <a:pt x="64664"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3"/>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47"/>
            <p:cNvSpPr/>
            <p:nvPr/>
          </p:nvSpPr>
          <p:spPr>
            <a:xfrm>
              <a:off x="8956432" y="2801083"/>
              <a:ext cx="752476" cy="771525"/>
            </a:xfrm>
            <a:custGeom>
              <a:rect b="b" l="l" r="r" t="t"/>
              <a:pathLst>
                <a:path extrusionOk="0" h="120000" w="12000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5572" y="73577"/>
                    <a:pt x="43544" y="73577"/>
                    <a:pt x="41516" y="75061"/>
                  </a:cubicBezTo>
                  <a:cubicBezTo>
                    <a:pt x="40000" y="76050"/>
                    <a:pt x="38988" y="78022"/>
                    <a:pt x="38988" y="80494"/>
                  </a:cubicBezTo>
                  <a:cubicBezTo>
                    <a:pt x="38483" y="83455"/>
                    <a:pt x="36961" y="86911"/>
                    <a:pt x="34427" y="89383"/>
                  </a:cubicBezTo>
                  <a:cubicBezTo>
                    <a:pt x="29366" y="93333"/>
                    <a:pt x="21772" y="92344"/>
                    <a:pt x="17216" y="87405"/>
                  </a:cubicBezTo>
                  <a:cubicBezTo>
                    <a:pt x="13166" y="82466"/>
                    <a:pt x="13672" y="75061"/>
                    <a:pt x="18733" y="70616"/>
                  </a:cubicBezTo>
                  <a:cubicBezTo>
                    <a:pt x="21772" y="68644"/>
                    <a:pt x="25316" y="67655"/>
                    <a:pt x="28861" y="68150"/>
                  </a:cubicBezTo>
                  <a:cubicBezTo>
                    <a:pt x="30883" y="68644"/>
                    <a:pt x="32911" y="68150"/>
                    <a:pt x="34938" y="66666"/>
                  </a:cubicBezTo>
                  <a:cubicBezTo>
                    <a:pt x="36455" y="65183"/>
                    <a:pt x="36455" y="62716"/>
                    <a:pt x="35444" y="61233"/>
                  </a:cubicBezTo>
                  <a:cubicBezTo>
                    <a:pt x="0" y="18766"/>
                    <a:pt x="0" y="18766"/>
                    <a:pt x="0" y="18766"/>
                  </a:cubicBezTo>
                  <a:cubicBezTo>
                    <a:pt x="53166" y="10372"/>
                    <a:pt x="53166" y="10372"/>
                    <a:pt x="53166" y="10372"/>
                  </a:cubicBezTo>
                  <a:cubicBezTo>
                    <a:pt x="53166" y="10372"/>
                    <a:pt x="53166" y="10866"/>
                    <a:pt x="53166" y="10866"/>
                  </a:cubicBezTo>
                  <a:cubicBezTo>
                    <a:pt x="49622" y="14816"/>
                    <a:pt x="48605" y="19755"/>
                    <a:pt x="49116" y="24200"/>
                  </a:cubicBezTo>
                  <a:cubicBezTo>
                    <a:pt x="50633"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3">
                <a:alpha val="2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47"/>
            <p:cNvSpPr/>
            <p:nvPr/>
          </p:nvSpPr>
          <p:spPr>
            <a:xfrm>
              <a:off x="8765803" y="4086828"/>
              <a:ext cx="595100" cy="181898"/>
            </a:xfrm>
            <a:custGeom>
              <a:rect b="b" l="l" r="r" t="t"/>
              <a:pathLst>
                <a:path extrusionOk="0" h="120000" w="120000">
                  <a:moveTo>
                    <a:pt x="116543" y="87"/>
                  </a:moveTo>
                  <a:cubicBezTo>
                    <a:pt x="115904" y="87"/>
                    <a:pt x="115266" y="87"/>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18938"/>
                    <a:pt x="1943" y="23127"/>
                  </a:cubicBezTo>
                  <a:cubicBezTo>
                    <a:pt x="47398" y="109003"/>
                    <a:pt x="47398" y="109003"/>
                    <a:pt x="47398" y="109003"/>
                  </a:cubicBezTo>
                  <a:cubicBezTo>
                    <a:pt x="55084" y="123665"/>
                    <a:pt x="65324" y="123665"/>
                    <a:pt x="73010" y="109003"/>
                  </a:cubicBezTo>
                  <a:cubicBezTo>
                    <a:pt x="118465" y="23127"/>
                    <a:pt x="118465" y="23127"/>
                    <a:pt x="118465" y="23127"/>
                  </a:cubicBezTo>
                  <a:cubicBezTo>
                    <a:pt x="119747" y="18938"/>
                    <a:pt x="120386" y="12654"/>
                    <a:pt x="119747" y="6370"/>
                  </a:cubicBezTo>
                  <a:cubicBezTo>
                    <a:pt x="119103" y="2181"/>
                    <a:pt x="117826" y="87"/>
                    <a:pt x="116543" y="87"/>
                  </a:cubicBezTo>
                  <a:close/>
                </a:path>
              </a:pathLst>
            </a:custGeom>
            <a:solidFill>
              <a:schemeClr val="accent3">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47"/>
            <p:cNvSpPr/>
            <p:nvPr/>
          </p:nvSpPr>
          <p:spPr>
            <a:xfrm>
              <a:off x="8765803" y="4229703"/>
              <a:ext cx="595100" cy="181898"/>
            </a:xfrm>
            <a:custGeom>
              <a:rect b="b" l="l" r="r" t="t"/>
              <a:pathLst>
                <a:path extrusionOk="0" h="120000" w="120000">
                  <a:moveTo>
                    <a:pt x="116543" y="87"/>
                  </a:moveTo>
                  <a:cubicBezTo>
                    <a:pt x="115904" y="87"/>
                    <a:pt x="115266" y="2181"/>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21032"/>
                    <a:pt x="1943" y="25221"/>
                  </a:cubicBezTo>
                  <a:cubicBezTo>
                    <a:pt x="47398" y="109003"/>
                    <a:pt x="47398" y="109003"/>
                    <a:pt x="47398" y="109003"/>
                  </a:cubicBezTo>
                  <a:cubicBezTo>
                    <a:pt x="55084" y="123665"/>
                    <a:pt x="65324" y="123665"/>
                    <a:pt x="73010" y="109003"/>
                  </a:cubicBezTo>
                  <a:cubicBezTo>
                    <a:pt x="118465" y="25221"/>
                    <a:pt x="118465" y="25221"/>
                    <a:pt x="118465" y="25221"/>
                  </a:cubicBezTo>
                  <a:cubicBezTo>
                    <a:pt x="119747" y="21032"/>
                    <a:pt x="120386" y="12654"/>
                    <a:pt x="119747" y="6370"/>
                  </a:cubicBezTo>
                  <a:cubicBezTo>
                    <a:pt x="119103" y="2181"/>
                    <a:pt x="117826" y="87"/>
                    <a:pt x="116543" y="87"/>
                  </a:cubicBezTo>
                  <a:close/>
                </a:path>
              </a:pathLst>
            </a:custGeom>
            <a:solidFill>
              <a:schemeClr val="accent3">
                <a:alpha val="4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47"/>
            <p:cNvSpPr/>
            <p:nvPr/>
          </p:nvSpPr>
          <p:spPr>
            <a:xfrm>
              <a:off x="8765803" y="4374692"/>
              <a:ext cx="595100" cy="182960"/>
            </a:xfrm>
            <a:custGeom>
              <a:rect b="b" l="l" r="r" t="t"/>
              <a:pathLst>
                <a:path extrusionOk="0" h="120000" w="120000">
                  <a:moveTo>
                    <a:pt x="116543" y="780"/>
                  </a:moveTo>
                  <a:cubicBezTo>
                    <a:pt x="115904" y="780"/>
                    <a:pt x="115266" y="780"/>
                    <a:pt x="114622" y="780"/>
                  </a:cubicBezTo>
                  <a:cubicBezTo>
                    <a:pt x="69167" y="86160"/>
                    <a:pt x="69167" y="86160"/>
                    <a:pt x="69167" y="86160"/>
                  </a:cubicBezTo>
                  <a:cubicBezTo>
                    <a:pt x="63408" y="96572"/>
                    <a:pt x="57005" y="96572"/>
                    <a:pt x="51241" y="86160"/>
                  </a:cubicBezTo>
                  <a:cubicBezTo>
                    <a:pt x="5786" y="780"/>
                    <a:pt x="5786" y="780"/>
                    <a:pt x="5786" y="780"/>
                  </a:cubicBezTo>
                  <a:cubicBezTo>
                    <a:pt x="3865" y="-1301"/>
                    <a:pt x="1943" y="780"/>
                    <a:pt x="666" y="7028"/>
                  </a:cubicBezTo>
                  <a:cubicBezTo>
                    <a:pt x="-616" y="13275"/>
                    <a:pt x="22" y="19522"/>
                    <a:pt x="1943" y="23687"/>
                  </a:cubicBezTo>
                  <a:cubicBezTo>
                    <a:pt x="47398" y="109067"/>
                    <a:pt x="47398" y="109067"/>
                    <a:pt x="47398" y="109067"/>
                  </a:cubicBezTo>
                  <a:cubicBezTo>
                    <a:pt x="55084" y="123644"/>
                    <a:pt x="65324" y="123644"/>
                    <a:pt x="73010" y="109067"/>
                  </a:cubicBezTo>
                  <a:cubicBezTo>
                    <a:pt x="118465" y="23687"/>
                    <a:pt x="118465" y="23687"/>
                    <a:pt x="118465" y="23687"/>
                  </a:cubicBezTo>
                  <a:cubicBezTo>
                    <a:pt x="119747" y="19522"/>
                    <a:pt x="120386" y="13275"/>
                    <a:pt x="119747" y="7028"/>
                  </a:cubicBezTo>
                  <a:cubicBezTo>
                    <a:pt x="119103" y="2863"/>
                    <a:pt x="117826" y="780"/>
                    <a:pt x="116543" y="780"/>
                  </a:cubicBezTo>
                  <a:close/>
                </a:path>
              </a:pathLst>
            </a:custGeom>
            <a:solidFill>
              <a:schemeClr val="accent3">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47"/>
          <p:cNvSpPr/>
          <p:nvPr/>
        </p:nvSpPr>
        <p:spPr>
          <a:xfrm>
            <a:off x="2793757" y="1481729"/>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239" name="Google Shape;239;p47"/>
          <p:cNvSpPr/>
          <p:nvPr/>
        </p:nvSpPr>
        <p:spPr>
          <a:xfrm>
            <a:off x="8839591" y="1479433"/>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240" name="Google Shape;240;p47"/>
          <p:cNvSpPr/>
          <p:nvPr/>
        </p:nvSpPr>
        <p:spPr>
          <a:xfrm>
            <a:off x="4827345" y="1463274"/>
            <a:ext cx="279327" cy="279327"/>
          </a:xfrm>
          <a:custGeom>
            <a:rect b="b" l="l" r="r" t="t"/>
            <a:pathLst>
              <a:path extrusionOk="0" h="120000" w="12000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241" name="Google Shape;241;p47"/>
          <p:cNvSpPr/>
          <p:nvPr/>
        </p:nvSpPr>
        <p:spPr>
          <a:xfrm>
            <a:off x="6734329" y="1506111"/>
            <a:ext cx="279327" cy="253943"/>
          </a:xfrm>
          <a:custGeom>
            <a:rect b="b" l="l" r="r" t="t"/>
            <a:pathLst>
              <a:path extrusionOk="0" h="120000" w="12000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242" name="Google Shape;242;p47"/>
          <p:cNvSpPr txBox="1"/>
          <p:nvPr>
            <p:ph idx="2" type="body"/>
          </p:nvPr>
        </p:nvSpPr>
        <p:spPr>
          <a:xfrm>
            <a:off x="2120685" y="5139323"/>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3" name="Google Shape;243;p47"/>
          <p:cNvSpPr txBox="1"/>
          <p:nvPr>
            <p:ph idx="3" type="body"/>
          </p:nvPr>
        </p:nvSpPr>
        <p:spPr>
          <a:xfrm>
            <a:off x="2130741" y="4679987"/>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4" name="Google Shape;244;p47"/>
          <p:cNvSpPr txBox="1"/>
          <p:nvPr>
            <p:ph idx="4" type="body"/>
          </p:nvPr>
        </p:nvSpPr>
        <p:spPr>
          <a:xfrm>
            <a:off x="4230092" y="5139323"/>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5" name="Google Shape;245;p47"/>
          <p:cNvSpPr txBox="1"/>
          <p:nvPr>
            <p:ph idx="5" type="body"/>
          </p:nvPr>
        </p:nvSpPr>
        <p:spPr>
          <a:xfrm>
            <a:off x="4240148" y="4679987"/>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6" name="Google Shape;246;p47"/>
          <p:cNvSpPr txBox="1"/>
          <p:nvPr>
            <p:ph idx="6" type="body"/>
          </p:nvPr>
        </p:nvSpPr>
        <p:spPr>
          <a:xfrm>
            <a:off x="6329442" y="5139323"/>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7" name="Google Shape;247;p47"/>
          <p:cNvSpPr txBox="1"/>
          <p:nvPr>
            <p:ph idx="7" type="body"/>
          </p:nvPr>
        </p:nvSpPr>
        <p:spPr>
          <a:xfrm>
            <a:off x="6339498" y="4679987"/>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8" name="Google Shape;248;p47"/>
          <p:cNvSpPr txBox="1"/>
          <p:nvPr>
            <p:ph idx="8" type="body"/>
          </p:nvPr>
        </p:nvSpPr>
        <p:spPr>
          <a:xfrm>
            <a:off x="8374876" y="5139323"/>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9" name="Google Shape;249;p47"/>
          <p:cNvSpPr txBox="1"/>
          <p:nvPr>
            <p:ph idx="9" type="body"/>
          </p:nvPr>
        </p:nvSpPr>
        <p:spPr>
          <a:xfrm>
            <a:off x="8384932" y="4679987"/>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ained-Infographic">
  <p:cSld name="1_Brained-Infographic">
    <p:spTree>
      <p:nvGrpSpPr>
        <p:cNvPr id="250" name="Shape 250"/>
        <p:cNvGrpSpPr/>
        <p:nvPr/>
      </p:nvGrpSpPr>
      <p:grpSpPr>
        <a:xfrm>
          <a:off x="0" y="0"/>
          <a:ext cx="0" cy="0"/>
          <a:chOff x="0" y="0"/>
          <a:chExt cx="0" cy="0"/>
        </a:xfrm>
      </p:grpSpPr>
      <p:sp>
        <p:nvSpPr>
          <p:cNvPr id="251" name="Google Shape;251;p48"/>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2" name="Google Shape;252;p48"/>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253" name="Google Shape;253;p48"/>
          <p:cNvGrpSpPr/>
          <p:nvPr/>
        </p:nvGrpSpPr>
        <p:grpSpPr>
          <a:xfrm>
            <a:off x="1398771" y="1953702"/>
            <a:ext cx="1620994" cy="2603950"/>
            <a:chOff x="2011515" y="1953702"/>
            <a:chExt cx="1620994" cy="2603950"/>
          </a:xfrm>
        </p:grpSpPr>
        <p:sp>
          <p:nvSpPr>
            <p:cNvPr id="254" name="Google Shape;254;p48"/>
            <p:cNvSpPr/>
            <p:nvPr/>
          </p:nvSpPr>
          <p:spPr>
            <a:xfrm>
              <a:off x="2285756" y="1953702"/>
              <a:ext cx="869950" cy="923581"/>
            </a:xfrm>
            <a:custGeom>
              <a:rect b="b" l="l" r="r" t="t"/>
              <a:pathLst>
                <a:path extrusionOk="0" h="120000" w="12000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48"/>
            <p:cNvSpPr/>
            <p:nvPr/>
          </p:nvSpPr>
          <p:spPr>
            <a:xfrm>
              <a:off x="2850906" y="1994632"/>
              <a:ext cx="781603" cy="1023235"/>
            </a:xfrm>
            <a:custGeom>
              <a:rect b="b" l="l" r="r" t="t"/>
              <a:pathLst>
                <a:path extrusionOk="0" h="120000" w="12000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48"/>
            <p:cNvSpPr/>
            <p:nvPr/>
          </p:nvSpPr>
          <p:spPr>
            <a:xfrm>
              <a:off x="2034932" y="2254982"/>
              <a:ext cx="758825" cy="768350"/>
            </a:xfrm>
            <a:custGeom>
              <a:rect b="b" l="l" r="r" t="t"/>
              <a:pathLst>
                <a:path extrusionOk="0" h="120000" w="12000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p48"/>
            <p:cNvSpPr/>
            <p:nvPr/>
          </p:nvSpPr>
          <p:spPr>
            <a:xfrm>
              <a:off x="2011515" y="2806550"/>
              <a:ext cx="788592" cy="852667"/>
            </a:xfrm>
            <a:custGeom>
              <a:rect b="b" l="l" r="r" t="t"/>
              <a:pathLst>
                <a:path extrusionOk="0" h="120000" w="12000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48"/>
            <p:cNvSpPr/>
            <p:nvPr/>
          </p:nvSpPr>
          <p:spPr>
            <a:xfrm>
              <a:off x="2499260" y="2943958"/>
              <a:ext cx="888222" cy="1000126"/>
            </a:xfrm>
            <a:custGeom>
              <a:rect b="b" l="l" r="r" t="t"/>
              <a:pathLst>
                <a:path extrusionOk="0" h="120000" w="12000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48"/>
            <p:cNvSpPr/>
            <p:nvPr/>
          </p:nvSpPr>
          <p:spPr>
            <a:xfrm>
              <a:off x="2857257" y="2801083"/>
              <a:ext cx="752476" cy="771525"/>
            </a:xfrm>
            <a:custGeom>
              <a:rect b="b" l="l" r="r" t="t"/>
              <a:pathLst>
                <a:path extrusionOk="0" h="120000" w="12000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48"/>
            <p:cNvSpPr/>
            <p:nvPr/>
          </p:nvSpPr>
          <p:spPr>
            <a:xfrm>
              <a:off x="2668685" y="4086828"/>
              <a:ext cx="595100" cy="181898"/>
            </a:xfrm>
            <a:custGeom>
              <a:rect b="b" l="l" r="r" t="t"/>
              <a:pathLst>
                <a:path extrusionOk="0" h="120000" w="12000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48"/>
            <p:cNvSpPr/>
            <p:nvPr/>
          </p:nvSpPr>
          <p:spPr>
            <a:xfrm>
              <a:off x="2668685" y="4229703"/>
              <a:ext cx="595100" cy="181898"/>
            </a:xfrm>
            <a:custGeom>
              <a:rect b="b" l="l" r="r" t="t"/>
              <a:pathLst>
                <a:path extrusionOk="0" h="120000" w="12000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48"/>
            <p:cNvSpPr/>
            <p:nvPr/>
          </p:nvSpPr>
          <p:spPr>
            <a:xfrm>
              <a:off x="2668685" y="4374692"/>
              <a:ext cx="595100" cy="182960"/>
            </a:xfrm>
            <a:custGeom>
              <a:rect b="b" l="l" r="r" t="t"/>
              <a:pathLst>
                <a:path extrusionOk="0" h="120000" w="12000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3" name="Google Shape;263;p48"/>
          <p:cNvGrpSpPr/>
          <p:nvPr/>
        </p:nvGrpSpPr>
        <p:grpSpPr>
          <a:xfrm>
            <a:off x="5202409" y="1953702"/>
            <a:ext cx="1620896" cy="2603950"/>
            <a:chOff x="6077203" y="1953702"/>
            <a:chExt cx="1620896" cy="2603950"/>
          </a:xfrm>
        </p:grpSpPr>
        <p:sp>
          <p:nvSpPr>
            <p:cNvPr id="264" name="Google Shape;264;p48"/>
            <p:cNvSpPr/>
            <p:nvPr/>
          </p:nvSpPr>
          <p:spPr>
            <a:xfrm>
              <a:off x="6351344" y="1953702"/>
              <a:ext cx="873126" cy="923581"/>
            </a:xfrm>
            <a:custGeom>
              <a:rect b="b" l="l" r="r" t="t"/>
              <a:pathLst>
                <a:path extrusionOk="0" h="120000" w="12000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48"/>
            <p:cNvSpPr/>
            <p:nvPr/>
          </p:nvSpPr>
          <p:spPr>
            <a:xfrm>
              <a:off x="6916495" y="1994632"/>
              <a:ext cx="781604" cy="1023235"/>
            </a:xfrm>
            <a:custGeom>
              <a:rect b="b" l="l" r="r" t="t"/>
              <a:pathLst>
                <a:path extrusionOk="0" h="120000" w="12000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48"/>
            <p:cNvSpPr/>
            <p:nvPr/>
          </p:nvSpPr>
          <p:spPr>
            <a:xfrm>
              <a:off x="6100521" y="2254982"/>
              <a:ext cx="758825" cy="768350"/>
            </a:xfrm>
            <a:custGeom>
              <a:rect b="b" l="l" r="r" t="t"/>
              <a:pathLst>
                <a:path extrusionOk="0" h="120000" w="12000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7" name="Google Shape;267;p48"/>
            <p:cNvSpPr/>
            <p:nvPr/>
          </p:nvSpPr>
          <p:spPr>
            <a:xfrm>
              <a:off x="6077203" y="2806550"/>
              <a:ext cx="788493" cy="852667"/>
            </a:xfrm>
            <a:custGeom>
              <a:rect b="b" l="l" r="r" t="t"/>
              <a:pathLst>
                <a:path extrusionOk="0" h="120000" w="12000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8" name="Google Shape;268;p48"/>
            <p:cNvSpPr/>
            <p:nvPr/>
          </p:nvSpPr>
          <p:spPr>
            <a:xfrm>
              <a:off x="6565236" y="2943958"/>
              <a:ext cx="891009" cy="1000126"/>
            </a:xfrm>
            <a:custGeom>
              <a:rect b="b" l="l" r="r" t="t"/>
              <a:pathLst>
                <a:path extrusionOk="0" h="120000" w="12000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p48"/>
            <p:cNvSpPr/>
            <p:nvPr/>
          </p:nvSpPr>
          <p:spPr>
            <a:xfrm>
              <a:off x="6922846" y="2801083"/>
              <a:ext cx="752476" cy="771525"/>
            </a:xfrm>
            <a:custGeom>
              <a:rect b="b" l="l" r="r" t="t"/>
              <a:pathLst>
                <a:path extrusionOk="0" h="120000" w="12000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48"/>
            <p:cNvSpPr/>
            <p:nvPr/>
          </p:nvSpPr>
          <p:spPr>
            <a:xfrm>
              <a:off x="6734329" y="4086828"/>
              <a:ext cx="595044" cy="181898"/>
            </a:xfrm>
            <a:custGeom>
              <a:rect b="b" l="l" r="r" t="t"/>
              <a:pathLst>
                <a:path extrusionOk="0" h="120000" w="12000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p48"/>
            <p:cNvSpPr/>
            <p:nvPr/>
          </p:nvSpPr>
          <p:spPr>
            <a:xfrm>
              <a:off x="6734329" y="4229703"/>
              <a:ext cx="595044" cy="181898"/>
            </a:xfrm>
            <a:custGeom>
              <a:rect b="b" l="l" r="r" t="t"/>
              <a:pathLst>
                <a:path extrusionOk="0" h="120000" w="12000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p48"/>
            <p:cNvSpPr/>
            <p:nvPr/>
          </p:nvSpPr>
          <p:spPr>
            <a:xfrm>
              <a:off x="6734329" y="4374692"/>
              <a:ext cx="595044" cy="182960"/>
            </a:xfrm>
            <a:custGeom>
              <a:rect b="b" l="l" r="r" t="t"/>
              <a:pathLst>
                <a:path extrusionOk="0" h="120000" w="12000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48"/>
          <p:cNvSpPr/>
          <p:nvPr/>
        </p:nvSpPr>
        <p:spPr>
          <a:xfrm>
            <a:off x="2181013" y="1481729"/>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274" name="Google Shape;274;p48"/>
          <p:cNvSpPr/>
          <p:nvPr/>
        </p:nvSpPr>
        <p:spPr>
          <a:xfrm>
            <a:off x="5952311" y="1471483"/>
            <a:ext cx="279327" cy="279327"/>
          </a:xfrm>
          <a:custGeom>
            <a:rect b="b" l="l" r="r" t="t"/>
            <a:pathLst>
              <a:path extrusionOk="0" h="120000" w="12000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275" name="Google Shape;275;p48"/>
          <p:cNvSpPr/>
          <p:nvPr/>
        </p:nvSpPr>
        <p:spPr>
          <a:xfrm>
            <a:off x="9969811" y="1496867"/>
            <a:ext cx="279327" cy="253943"/>
          </a:xfrm>
          <a:custGeom>
            <a:rect b="b" l="l" r="r" t="t"/>
            <a:pathLst>
              <a:path extrusionOk="0" h="120000" w="12000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276" name="Google Shape;276;p48"/>
          <p:cNvSpPr txBox="1"/>
          <p:nvPr>
            <p:ph idx="2" type="body"/>
          </p:nvPr>
        </p:nvSpPr>
        <p:spPr>
          <a:xfrm>
            <a:off x="442709" y="5129363"/>
            <a:ext cx="3658029"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7" name="Google Shape;277;p48"/>
          <p:cNvSpPr txBox="1"/>
          <p:nvPr>
            <p:ph idx="3" type="body"/>
          </p:nvPr>
        </p:nvSpPr>
        <p:spPr>
          <a:xfrm>
            <a:off x="443342" y="4670026"/>
            <a:ext cx="3644936" cy="37272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278" name="Google Shape;278;p48"/>
          <p:cNvGrpSpPr/>
          <p:nvPr/>
        </p:nvGrpSpPr>
        <p:grpSpPr>
          <a:xfrm>
            <a:off x="9228128" y="1953702"/>
            <a:ext cx="1620994" cy="2603950"/>
            <a:chOff x="2011515" y="1953702"/>
            <a:chExt cx="1620994" cy="2603950"/>
          </a:xfrm>
        </p:grpSpPr>
        <p:sp>
          <p:nvSpPr>
            <p:cNvPr id="279" name="Google Shape;279;p48"/>
            <p:cNvSpPr/>
            <p:nvPr/>
          </p:nvSpPr>
          <p:spPr>
            <a:xfrm>
              <a:off x="2285756" y="1953702"/>
              <a:ext cx="869950" cy="923581"/>
            </a:xfrm>
            <a:custGeom>
              <a:rect b="b" l="l" r="r" t="t"/>
              <a:pathLst>
                <a:path extrusionOk="0" h="120000" w="12000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48"/>
            <p:cNvSpPr/>
            <p:nvPr/>
          </p:nvSpPr>
          <p:spPr>
            <a:xfrm>
              <a:off x="2850906" y="1994632"/>
              <a:ext cx="781603" cy="1023235"/>
            </a:xfrm>
            <a:custGeom>
              <a:rect b="b" l="l" r="r" t="t"/>
              <a:pathLst>
                <a:path extrusionOk="0" h="120000" w="12000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48"/>
            <p:cNvSpPr/>
            <p:nvPr/>
          </p:nvSpPr>
          <p:spPr>
            <a:xfrm>
              <a:off x="2034932" y="2254982"/>
              <a:ext cx="758825" cy="768350"/>
            </a:xfrm>
            <a:custGeom>
              <a:rect b="b" l="l" r="r" t="t"/>
              <a:pathLst>
                <a:path extrusionOk="0" h="120000" w="12000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p48"/>
            <p:cNvSpPr/>
            <p:nvPr/>
          </p:nvSpPr>
          <p:spPr>
            <a:xfrm>
              <a:off x="2011515" y="2806550"/>
              <a:ext cx="788592" cy="852667"/>
            </a:xfrm>
            <a:custGeom>
              <a:rect b="b" l="l" r="r" t="t"/>
              <a:pathLst>
                <a:path extrusionOk="0" h="120000" w="12000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p48"/>
            <p:cNvSpPr/>
            <p:nvPr/>
          </p:nvSpPr>
          <p:spPr>
            <a:xfrm>
              <a:off x="2499260" y="2943958"/>
              <a:ext cx="888222" cy="1000126"/>
            </a:xfrm>
            <a:custGeom>
              <a:rect b="b" l="l" r="r" t="t"/>
              <a:pathLst>
                <a:path extrusionOk="0" h="120000" w="12000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48"/>
            <p:cNvSpPr/>
            <p:nvPr/>
          </p:nvSpPr>
          <p:spPr>
            <a:xfrm>
              <a:off x="2857257" y="2801083"/>
              <a:ext cx="752476" cy="771525"/>
            </a:xfrm>
            <a:custGeom>
              <a:rect b="b" l="l" r="r" t="t"/>
              <a:pathLst>
                <a:path extrusionOk="0" h="120000" w="12000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48"/>
            <p:cNvSpPr/>
            <p:nvPr/>
          </p:nvSpPr>
          <p:spPr>
            <a:xfrm>
              <a:off x="2668685" y="4086828"/>
              <a:ext cx="595100" cy="181898"/>
            </a:xfrm>
            <a:custGeom>
              <a:rect b="b" l="l" r="r" t="t"/>
              <a:pathLst>
                <a:path extrusionOk="0" h="120000" w="12000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48"/>
            <p:cNvSpPr/>
            <p:nvPr/>
          </p:nvSpPr>
          <p:spPr>
            <a:xfrm>
              <a:off x="2668685" y="4229703"/>
              <a:ext cx="595100" cy="181898"/>
            </a:xfrm>
            <a:custGeom>
              <a:rect b="b" l="l" r="r" t="t"/>
              <a:pathLst>
                <a:path extrusionOk="0" h="120000" w="12000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48"/>
            <p:cNvSpPr/>
            <p:nvPr/>
          </p:nvSpPr>
          <p:spPr>
            <a:xfrm>
              <a:off x="2668685" y="4374692"/>
              <a:ext cx="595100" cy="182960"/>
            </a:xfrm>
            <a:custGeom>
              <a:rect b="b" l="l" r="r" t="t"/>
              <a:pathLst>
                <a:path extrusionOk="0" h="120000" w="12000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8" name="Google Shape;288;p48"/>
          <p:cNvSpPr txBox="1"/>
          <p:nvPr>
            <p:ph idx="4" type="body"/>
          </p:nvPr>
        </p:nvSpPr>
        <p:spPr>
          <a:xfrm>
            <a:off x="4364610" y="5129363"/>
            <a:ext cx="3726654"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9" name="Google Shape;289;p48"/>
          <p:cNvSpPr txBox="1"/>
          <p:nvPr>
            <p:ph idx="5" type="body"/>
          </p:nvPr>
        </p:nvSpPr>
        <p:spPr>
          <a:xfrm>
            <a:off x="4376387" y="4670026"/>
            <a:ext cx="3713315" cy="37272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0" name="Google Shape;290;p48"/>
          <p:cNvSpPr txBox="1"/>
          <p:nvPr>
            <p:ph idx="6" type="body"/>
          </p:nvPr>
        </p:nvSpPr>
        <p:spPr>
          <a:xfrm>
            <a:off x="8267578" y="5129363"/>
            <a:ext cx="3610195"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1" name="Google Shape;291;p48"/>
          <p:cNvSpPr txBox="1"/>
          <p:nvPr>
            <p:ph idx="7" type="body"/>
          </p:nvPr>
        </p:nvSpPr>
        <p:spPr>
          <a:xfrm>
            <a:off x="8277634" y="4670026"/>
            <a:ext cx="3597273" cy="37272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quared-Infographic">
  <p:cSld name="Squared-Infographic">
    <p:spTree>
      <p:nvGrpSpPr>
        <p:cNvPr id="292" name="Shape 292"/>
        <p:cNvGrpSpPr/>
        <p:nvPr/>
      </p:nvGrpSpPr>
      <p:grpSpPr>
        <a:xfrm>
          <a:off x="0" y="0"/>
          <a:ext cx="0" cy="0"/>
          <a:chOff x="0" y="0"/>
          <a:chExt cx="0" cy="0"/>
        </a:xfrm>
      </p:grpSpPr>
      <p:sp>
        <p:nvSpPr>
          <p:cNvPr id="293" name="Google Shape;293;p49"/>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4" name="Google Shape;294;p49"/>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295" name="Google Shape;295;p49"/>
          <p:cNvGrpSpPr/>
          <p:nvPr/>
        </p:nvGrpSpPr>
        <p:grpSpPr>
          <a:xfrm>
            <a:off x="0" y="5025802"/>
            <a:ext cx="12192001" cy="144981"/>
            <a:chOff x="1751419" y="4036682"/>
            <a:chExt cx="9944457" cy="58272"/>
          </a:xfrm>
        </p:grpSpPr>
        <p:sp>
          <p:nvSpPr>
            <p:cNvPr id="296" name="Google Shape;296;p49"/>
            <p:cNvSpPr/>
            <p:nvPr/>
          </p:nvSpPr>
          <p:spPr>
            <a:xfrm>
              <a:off x="3040807" y="4036682"/>
              <a:ext cx="1683494" cy="5096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297" name="Google Shape;297;p49"/>
            <p:cNvSpPr/>
            <p:nvPr/>
          </p:nvSpPr>
          <p:spPr>
            <a:xfrm>
              <a:off x="4724303" y="4036682"/>
              <a:ext cx="1715155" cy="50961"/>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298" name="Google Shape;298;p49"/>
            <p:cNvSpPr/>
            <p:nvPr/>
          </p:nvSpPr>
          <p:spPr>
            <a:xfrm>
              <a:off x="6183638" y="4036682"/>
              <a:ext cx="2211550" cy="5096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299" name="Google Shape;299;p49"/>
            <p:cNvSpPr/>
            <p:nvPr/>
          </p:nvSpPr>
          <p:spPr>
            <a:xfrm>
              <a:off x="8326640" y="4036682"/>
              <a:ext cx="1967596" cy="5827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300" name="Google Shape;300;p49"/>
            <p:cNvSpPr/>
            <p:nvPr/>
          </p:nvSpPr>
          <p:spPr>
            <a:xfrm>
              <a:off x="1751419" y="4036682"/>
              <a:ext cx="1289385" cy="5096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301" name="Google Shape;301;p49"/>
            <p:cNvSpPr/>
            <p:nvPr/>
          </p:nvSpPr>
          <p:spPr>
            <a:xfrm>
              <a:off x="10294236" y="4036682"/>
              <a:ext cx="1401640" cy="5799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grpSp>
      <p:grpSp>
        <p:nvGrpSpPr>
          <p:cNvPr id="302" name="Google Shape;302;p49"/>
          <p:cNvGrpSpPr/>
          <p:nvPr/>
        </p:nvGrpSpPr>
        <p:grpSpPr>
          <a:xfrm>
            <a:off x="1217471" y="2920934"/>
            <a:ext cx="1304470" cy="2431269"/>
            <a:chOff x="1217471" y="1893408"/>
            <a:chExt cx="1304470" cy="2431269"/>
          </a:xfrm>
        </p:grpSpPr>
        <p:grpSp>
          <p:nvGrpSpPr>
            <p:cNvPr id="303" name="Google Shape;303;p49"/>
            <p:cNvGrpSpPr/>
            <p:nvPr/>
          </p:nvGrpSpPr>
          <p:grpSpPr>
            <a:xfrm>
              <a:off x="1217471" y="2766893"/>
              <a:ext cx="1304470" cy="1557784"/>
              <a:chOff x="1217471" y="2766893"/>
              <a:chExt cx="1304470" cy="1557784"/>
            </a:xfrm>
          </p:grpSpPr>
          <p:grpSp>
            <p:nvGrpSpPr>
              <p:cNvPr id="304" name="Google Shape;304;p49"/>
              <p:cNvGrpSpPr/>
              <p:nvPr/>
            </p:nvGrpSpPr>
            <p:grpSpPr>
              <a:xfrm>
                <a:off x="1217471" y="2766893"/>
                <a:ext cx="1304470" cy="1557784"/>
                <a:chOff x="1199541" y="3267114"/>
                <a:chExt cx="1304470" cy="1557784"/>
              </a:xfrm>
            </p:grpSpPr>
            <p:sp>
              <p:nvSpPr>
                <p:cNvPr id="305" name="Google Shape;305;p49"/>
                <p:cNvSpPr/>
                <p:nvPr/>
              </p:nvSpPr>
              <p:spPr>
                <a:xfrm flipH="1" rot="10800000">
                  <a:off x="1199541" y="3267114"/>
                  <a:ext cx="1304470" cy="1020141"/>
                </a:xfrm>
                <a:prstGeom prst="triangle">
                  <a:avLst>
                    <a:gd fmla="val 50000" name="adj"/>
                  </a:avLst>
                </a:prstGeom>
                <a:gradFill>
                  <a:gsLst>
                    <a:gs pos="0">
                      <a:schemeClr val="accent1"/>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6" name="Google Shape;306;p49"/>
                <p:cNvSpPr/>
                <p:nvPr/>
              </p:nvSpPr>
              <p:spPr>
                <a:xfrm>
                  <a:off x="1540736" y="4239007"/>
                  <a:ext cx="585891" cy="585891"/>
                </a:xfrm>
                <a:prstGeom prst="roundRect">
                  <a:avLst>
                    <a:gd fmla="val 16667" name="adj"/>
                  </a:avLst>
                </a:prstGeom>
                <a:gradFill>
                  <a:gsLst>
                    <a:gs pos="0">
                      <a:srgbClr val="4AC990"/>
                    </a:gs>
                    <a:gs pos="50000">
                      <a:srgbClr val="12C884"/>
                    </a:gs>
                    <a:gs pos="100000">
                      <a:srgbClr val="08B87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07" name="Google Shape;307;p49"/>
              <p:cNvSpPr/>
              <p:nvPr/>
            </p:nvSpPr>
            <p:spPr>
              <a:xfrm>
                <a:off x="1718423" y="3882698"/>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308" name="Google Shape;308;p49"/>
            <p:cNvGrpSpPr/>
            <p:nvPr/>
          </p:nvGrpSpPr>
          <p:grpSpPr>
            <a:xfrm>
              <a:off x="1289951" y="1893408"/>
              <a:ext cx="1136271" cy="1246506"/>
              <a:chOff x="627304" y="1987183"/>
              <a:chExt cx="1594615" cy="1749317"/>
            </a:xfrm>
          </p:grpSpPr>
          <p:sp>
            <p:nvSpPr>
              <p:cNvPr id="309" name="Google Shape;309;p49"/>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49"/>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49"/>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312" name="Google Shape;312;p49"/>
          <p:cNvGrpSpPr/>
          <p:nvPr/>
        </p:nvGrpSpPr>
        <p:grpSpPr>
          <a:xfrm>
            <a:off x="3286748" y="2920934"/>
            <a:ext cx="1304470" cy="2483739"/>
            <a:chOff x="3326504" y="1893408"/>
            <a:chExt cx="1304470" cy="2483739"/>
          </a:xfrm>
        </p:grpSpPr>
        <p:grpSp>
          <p:nvGrpSpPr>
            <p:cNvPr id="313" name="Google Shape;313;p49"/>
            <p:cNvGrpSpPr/>
            <p:nvPr/>
          </p:nvGrpSpPr>
          <p:grpSpPr>
            <a:xfrm>
              <a:off x="3326504" y="2772528"/>
              <a:ext cx="1304470" cy="1604619"/>
              <a:chOff x="3326504" y="2772528"/>
              <a:chExt cx="1304470" cy="1604619"/>
            </a:xfrm>
          </p:grpSpPr>
          <p:grpSp>
            <p:nvGrpSpPr>
              <p:cNvPr id="314" name="Google Shape;314;p49"/>
              <p:cNvGrpSpPr/>
              <p:nvPr/>
            </p:nvGrpSpPr>
            <p:grpSpPr>
              <a:xfrm>
                <a:off x="3326504" y="2772528"/>
                <a:ext cx="1304470" cy="1604619"/>
                <a:chOff x="3269602" y="3277053"/>
                <a:chExt cx="1304470" cy="1593145"/>
              </a:xfrm>
            </p:grpSpPr>
            <p:sp>
              <p:nvSpPr>
                <p:cNvPr id="315" name="Google Shape;315;p49"/>
                <p:cNvSpPr/>
                <p:nvPr/>
              </p:nvSpPr>
              <p:spPr>
                <a:xfrm flipH="1" rot="10800000">
                  <a:off x="3269602" y="3277053"/>
                  <a:ext cx="1304470" cy="1020141"/>
                </a:xfrm>
                <a:prstGeom prst="triangle">
                  <a:avLst>
                    <a:gd fmla="val 50000" name="adj"/>
                  </a:avLst>
                </a:prstGeom>
                <a:gradFill>
                  <a:gsLst>
                    <a:gs pos="0">
                      <a:schemeClr val="accent2"/>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p49"/>
                <p:cNvSpPr/>
                <p:nvPr/>
              </p:nvSpPr>
              <p:spPr>
                <a:xfrm>
                  <a:off x="3621767" y="4284307"/>
                  <a:ext cx="585891" cy="585891"/>
                </a:xfrm>
                <a:prstGeom prst="roundRect">
                  <a:avLst>
                    <a:gd fmla="val 16667" name="adj"/>
                  </a:avLst>
                </a:prstGeom>
                <a:gradFill>
                  <a:gsLst>
                    <a:gs pos="0">
                      <a:srgbClr val="4AC990"/>
                    </a:gs>
                    <a:gs pos="50000">
                      <a:srgbClr val="12C884"/>
                    </a:gs>
                    <a:gs pos="100000">
                      <a:srgbClr val="08B87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17" name="Google Shape;317;p49"/>
              <p:cNvSpPr/>
              <p:nvPr/>
            </p:nvSpPr>
            <p:spPr>
              <a:xfrm>
                <a:off x="3839076" y="3922923"/>
                <a:ext cx="279327" cy="279327"/>
              </a:xfrm>
              <a:custGeom>
                <a:rect b="b" l="l" r="r" t="t"/>
                <a:pathLst>
                  <a:path extrusionOk="0" h="120000" w="12000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318" name="Google Shape;318;p49"/>
            <p:cNvGrpSpPr/>
            <p:nvPr/>
          </p:nvGrpSpPr>
          <p:grpSpPr>
            <a:xfrm>
              <a:off x="3410604" y="1893408"/>
              <a:ext cx="1136271" cy="1246506"/>
              <a:chOff x="627304" y="1987183"/>
              <a:chExt cx="1594615" cy="1749317"/>
            </a:xfrm>
          </p:grpSpPr>
          <p:sp>
            <p:nvSpPr>
              <p:cNvPr id="319" name="Google Shape;319;p49"/>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0" name="Google Shape;320;p49"/>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1" name="Google Shape;321;p49"/>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322" name="Google Shape;322;p49"/>
          <p:cNvGrpSpPr/>
          <p:nvPr/>
        </p:nvGrpSpPr>
        <p:grpSpPr>
          <a:xfrm>
            <a:off x="5362701" y="2917613"/>
            <a:ext cx="1304470" cy="2426375"/>
            <a:chOff x="5452152" y="1890087"/>
            <a:chExt cx="1304470" cy="2426375"/>
          </a:xfrm>
        </p:grpSpPr>
        <p:grpSp>
          <p:nvGrpSpPr>
            <p:cNvPr id="323" name="Google Shape;323;p49"/>
            <p:cNvGrpSpPr/>
            <p:nvPr/>
          </p:nvGrpSpPr>
          <p:grpSpPr>
            <a:xfrm>
              <a:off x="5452152" y="2763572"/>
              <a:ext cx="1304470" cy="1552890"/>
              <a:chOff x="5452152" y="2763572"/>
              <a:chExt cx="1304470" cy="1552890"/>
            </a:xfrm>
          </p:grpSpPr>
          <p:grpSp>
            <p:nvGrpSpPr>
              <p:cNvPr id="324" name="Google Shape;324;p49"/>
              <p:cNvGrpSpPr/>
              <p:nvPr/>
            </p:nvGrpSpPr>
            <p:grpSpPr>
              <a:xfrm>
                <a:off x="5452152" y="2763572"/>
                <a:ext cx="1304470" cy="1552890"/>
                <a:chOff x="5960996" y="3267114"/>
                <a:chExt cx="1304470" cy="1559509"/>
              </a:xfrm>
            </p:grpSpPr>
            <p:sp>
              <p:nvSpPr>
                <p:cNvPr id="325" name="Google Shape;325;p49"/>
                <p:cNvSpPr/>
                <p:nvPr/>
              </p:nvSpPr>
              <p:spPr>
                <a:xfrm flipH="1" rot="10800000">
                  <a:off x="5960996" y="3267114"/>
                  <a:ext cx="1304470" cy="1020141"/>
                </a:xfrm>
                <a:prstGeom prst="triangle">
                  <a:avLst>
                    <a:gd fmla="val 50000" name="adj"/>
                  </a:avLst>
                </a:prstGeom>
                <a:gradFill>
                  <a:gsLst>
                    <a:gs pos="0">
                      <a:schemeClr val="accent3"/>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6" name="Google Shape;326;p49"/>
                <p:cNvSpPr/>
                <p:nvPr/>
              </p:nvSpPr>
              <p:spPr>
                <a:xfrm>
                  <a:off x="6312532" y="4240732"/>
                  <a:ext cx="585891" cy="585891"/>
                </a:xfrm>
                <a:prstGeom prst="roundRect">
                  <a:avLst>
                    <a:gd fmla="val 16667" name="adj"/>
                  </a:avLst>
                </a:prstGeom>
                <a:gradFill>
                  <a:gsLst>
                    <a:gs pos="0">
                      <a:srgbClr val="6A798A"/>
                    </a:gs>
                    <a:gs pos="50000">
                      <a:srgbClr val="54677D"/>
                    </a:gs>
                    <a:gs pos="100000">
                      <a:srgbClr val="485A6F"/>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27" name="Google Shape;327;p49"/>
              <p:cNvSpPr/>
              <p:nvPr/>
            </p:nvSpPr>
            <p:spPr>
              <a:xfrm>
                <a:off x="5981437" y="3879214"/>
                <a:ext cx="279327" cy="279327"/>
              </a:xfrm>
              <a:custGeom>
                <a:rect b="b" l="l" r="r" t="t"/>
                <a:pathLst>
                  <a:path extrusionOk="0" h="120000" w="12000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328" name="Google Shape;328;p49"/>
            <p:cNvGrpSpPr/>
            <p:nvPr/>
          </p:nvGrpSpPr>
          <p:grpSpPr>
            <a:xfrm>
              <a:off x="5556109" y="1890087"/>
              <a:ext cx="1136271" cy="1246506"/>
              <a:chOff x="627304" y="1987183"/>
              <a:chExt cx="1594615" cy="1749317"/>
            </a:xfrm>
          </p:grpSpPr>
          <p:sp>
            <p:nvSpPr>
              <p:cNvPr id="329" name="Google Shape;329;p49"/>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404E5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p49"/>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93A3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49"/>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332" name="Google Shape;332;p49"/>
          <p:cNvGrpSpPr/>
          <p:nvPr/>
        </p:nvGrpSpPr>
        <p:grpSpPr>
          <a:xfrm>
            <a:off x="7695802" y="2917613"/>
            <a:ext cx="1304470" cy="2434590"/>
            <a:chOff x="7521759" y="1890087"/>
            <a:chExt cx="1304470" cy="2434590"/>
          </a:xfrm>
        </p:grpSpPr>
        <p:grpSp>
          <p:nvGrpSpPr>
            <p:cNvPr id="333" name="Google Shape;333;p49"/>
            <p:cNvGrpSpPr/>
            <p:nvPr/>
          </p:nvGrpSpPr>
          <p:grpSpPr>
            <a:xfrm>
              <a:off x="7521759" y="2766893"/>
              <a:ext cx="1304470" cy="1557784"/>
              <a:chOff x="7521759" y="2766893"/>
              <a:chExt cx="1304470" cy="1557784"/>
            </a:xfrm>
          </p:grpSpPr>
          <p:grpSp>
            <p:nvGrpSpPr>
              <p:cNvPr id="334" name="Google Shape;334;p49"/>
              <p:cNvGrpSpPr/>
              <p:nvPr/>
            </p:nvGrpSpPr>
            <p:grpSpPr>
              <a:xfrm>
                <a:off x="7521759" y="2766893"/>
                <a:ext cx="1304470" cy="1557784"/>
                <a:chOff x="7980910" y="3267114"/>
                <a:chExt cx="1304470" cy="1557784"/>
              </a:xfrm>
            </p:grpSpPr>
            <p:sp>
              <p:nvSpPr>
                <p:cNvPr id="335" name="Google Shape;335;p49"/>
                <p:cNvSpPr/>
                <p:nvPr/>
              </p:nvSpPr>
              <p:spPr>
                <a:xfrm flipH="1" rot="10800000">
                  <a:off x="7980910" y="3267114"/>
                  <a:ext cx="1304470" cy="1020141"/>
                </a:xfrm>
                <a:prstGeom prst="triangle">
                  <a:avLst>
                    <a:gd fmla="val 50000" name="adj"/>
                  </a:avLst>
                </a:prstGeom>
                <a:gradFill>
                  <a:gsLst>
                    <a:gs pos="0">
                      <a:schemeClr val="accent4"/>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6" name="Google Shape;336;p49"/>
                <p:cNvSpPr/>
                <p:nvPr/>
              </p:nvSpPr>
              <p:spPr>
                <a:xfrm>
                  <a:off x="8347954" y="4239007"/>
                  <a:ext cx="585891" cy="585891"/>
                </a:xfrm>
                <a:prstGeom prst="roundRect">
                  <a:avLst>
                    <a:gd fmla="val 16667" name="adj"/>
                  </a:avLst>
                </a:prstGeom>
                <a:gradFill>
                  <a:gsLst>
                    <a:gs pos="0">
                      <a:srgbClr val="5E697B"/>
                    </a:gs>
                    <a:gs pos="50000">
                      <a:srgbClr val="42536A"/>
                    </a:gs>
                    <a:gs pos="100000">
                      <a:srgbClr val="38495F"/>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37" name="Google Shape;337;p49"/>
              <p:cNvSpPr/>
              <p:nvPr/>
            </p:nvSpPr>
            <p:spPr>
              <a:xfrm>
                <a:off x="8050613" y="3892069"/>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338" name="Google Shape;338;p49"/>
            <p:cNvGrpSpPr/>
            <p:nvPr/>
          </p:nvGrpSpPr>
          <p:grpSpPr>
            <a:xfrm>
              <a:off x="7622141" y="1890087"/>
              <a:ext cx="1136271" cy="1246506"/>
              <a:chOff x="627304" y="1987183"/>
              <a:chExt cx="1594615" cy="1749317"/>
            </a:xfrm>
          </p:grpSpPr>
          <p:sp>
            <p:nvSpPr>
              <p:cNvPr id="339" name="Google Shape;339;p49"/>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323F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p49"/>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8296B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49"/>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342" name="Google Shape;342;p49"/>
          <p:cNvGrpSpPr/>
          <p:nvPr/>
        </p:nvGrpSpPr>
        <p:grpSpPr>
          <a:xfrm>
            <a:off x="10039725" y="2881865"/>
            <a:ext cx="1304470" cy="2435707"/>
            <a:chOff x="9646841" y="1888970"/>
            <a:chExt cx="1304470" cy="2435707"/>
          </a:xfrm>
        </p:grpSpPr>
        <p:grpSp>
          <p:nvGrpSpPr>
            <p:cNvPr id="343" name="Google Shape;343;p49"/>
            <p:cNvGrpSpPr/>
            <p:nvPr/>
          </p:nvGrpSpPr>
          <p:grpSpPr>
            <a:xfrm>
              <a:off x="9646841" y="2766893"/>
              <a:ext cx="1304470" cy="1557784"/>
              <a:chOff x="9646841" y="2766893"/>
              <a:chExt cx="1304470" cy="1557784"/>
            </a:xfrm>
          </p:grpSpPr>
          <p:grpSp>
            <p:nvGrpSpPr>
              <p:cNvPr id="344" name="Google Shape;344;p49"/>
              <p:cNvGrpSpPr/>
              <p:nvPr/>
            </p:nvGrpSpPr>
            <p:grpSpPr>
              <a:xfrm>
                <a:off x="9646841" y="2766893"/>
                <a:ext cx="1304470" cy="1557784"/>
                <a:chOff x="9539460" y="3267114"/>
                <a:chExt cx="1304470" cy="1557784"/>
              </a:xfrm>
            </p:grpSpPr>
            <p:sp>
              <p:nvSpPr>
                <p:cNvPr id="345" name="Google Shape;345;p49"/>
                <p:cNvSpPr/>
                <p:nvPr/>
              </p:nvSpPr>
              <p:spPr>
                <a:xfrm flipH="1" rot="10800000">
                  <a:off x="9539460" y="3267114"/>
                  <a:ext cx="1304470" cy="1020141"/>
                </a:xfrm>
                <a:prstGeom prst="triangle">
                  <a:avLst>
                    <a:gd fmla="val 50000" name="adj"/>
                  </a:avLst>
                </a:prstGeom>
                <a:gradFill>
                  <a:gsLst>
                    <a:gs pos="0">
                      <a:schemeClr val="accent5"/>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6" name="Google Shape;346;p49"/>
                <p:cNvSpPr/>
                <p:nvPr/>
              </p:nvSpPr>
              <p:spPr>
                <a:xfrm>
                  <a:off x="9904781" y="4239007"/>
                  <a:ext cx="585891" cy="585891"/>
                </a:xfrm>
                <a:prstGeom prst="roundRect">
                  <a:avLst>
                    <a:gd fmla="val 16667" name="adj"/>
                  </a:avLst>
                </a:prstGeom>
                <a:gradFill>
                  <a:gsLst>
                    <a:gs pos="0">
                      <a:srgbClr val="4AC990"/>
                    </a:gs>
                    <a:gs pos="50000">
                      <a:srgbClr val="12C884"/>
                    </a:gs>
                    <a:gs pos="100000">
                      <a:srgbClr val="08B87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47" name="Google Shape;347;p49"/>
              <p:cNvSpPr/>
              <p:nvPr/>
            </p:nvSpPr>
            <p:spPr>
              <a:xfrm>
                <a:off x="10159411" y="3879214"/>
                <a:ext cx="279327" cy="279327"/>
              </a:xfrm>
              <a:custGeom>
                <a:rect b="b" l="l" r="r" t="t"/>
                <a:pathLst>
                  <a:path extrusionOk="0" h="120000" w="12000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348" name="Google Shape;348;p49"/>
            <p:cNvGrpSpPr/>
            <p:nvPr/>
          </p:nvGrpSpPr>
          <p:grpSpPr>
            <a:xfrm>
              <a:off x="9755990" y="1888970"/>
              <a:ext cx="1136271" cy="1246506"/>
              <a:chOff x="627304" y="1987183"/>
              <a:chExt cx="1594615" cy="1749317"/>
            </a:xfrm>
          </p:grpSpPr>
          <p:sp>
            <p:nvSpPr>
              <p:cNvPr id="349" name="Google Shape;349;p49"/>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0" name="Google Shape;350;p49"/>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49"/>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sp>
        <p:nvSpPr>
          <p:cNvPr id="352" name="Google Shape;352;p49"/>
          <p:cNvSpPr txBox="1"/>
          <p:nvPr>
            <p:ph idx="2" type="body"/>
          </p:nvPr>
        </p:nvSpPr>
        <p:spPr>
          <a:xfrm>
            <a:off x="868842" y="5707711"/>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3" name="Google Shape;353;p49"/>
          <p:cNvSpPr txBox="1"/>
          <p:nvPr>
            <p:ph idx="3" type="body"/>
          </p:nvPr>
        </p:nvSpPr>
        <p:spPr>
          <a:xfrm>
            <a:off x="3081061" y="5721632"/>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4" name="Google Shape;354;p49"/>
          <p:cNvSpPr txBox="1"/>
          <p:nvPr>
            <p:ph idx="4" type="body"/>
          </p:nvPr>
        </p:nvSpPr>
        <p:spPr>
          <a:xfrm>
            <a:off x="5293281" y="5707711"/>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5" name="Google Shape;355;p49"/>
          <p:cNvSpPr txBox="1"/>
          <p:nvPr>
            <p:ph idx="5" type="body"/>
          </p:nvPr>
        </p:nvSpPr>
        <p:spPr>
          <a:xfrm>
            <a:off x="7412699" y="5707711"/>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6" name="Google Shape;356;p49"/>
          <p:cNvSpPr txBox="1"/>
          <p:nvPr>
            <p:ph idx="6" type="body"/>
          </p:nvPr>
        </p:nvSpPr>
        <p:spPr>
          <a:xfrm>
            <a:off x="9532117" y="5707711"/>
            <a:ext cx="1899629"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7" name="Google Shape;357;p49"/>
          <p:cNvSpPr txBox="1"/>
          <p:nvPr>
            <p:ph idx="7" type="body"/>
          </p:nvPr>
        </p:nvSpPr>
        <p:spPr>
          <a:xfrm>
            <a:off x="514350" y="1304995"/>
            <a:ext cx="10273812" cy="14532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indent="-342900" lvl="1" marL="914400" marR="0" rtl="0" algn="l">
              <a:lnSpc>
                <a:spcPct val="100000"/>
              </a:lnSpc>
              <a:spcBef>
                <a:spcPts val="838"/>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2pPr>
            <a:lvl3pPr indent="-330200" lvl="2" marL="1371600" marR="0" rtl="0" algn="l">
              <a:lnSpc>
                <a:spcPct val="100000"/>
              </a:lnSpc>
              <a:spcBef>
                <a:spcPts val="838"/>
              </a:spcBef>
              <a:spcAft>
                <a:spcPts val="0"/>
              </a:spcAft>
              <a:buClr>
                <a:srgbClr val="000000"/>
              </a:buClr>
              <a:buSzPts val="1600"/>
              <a:buFont typeface="Noto Sans Symbols"/>
              <a:buChar char="⮡"/>
              <a:defRPr b="0" i="0" sz="1600" u="none" cap="none" strike="noStrike">
                <a:solidFill>
                  <a:srgbClr val="000000"/>
                </a:solidFill>
                <a:latin typeface="Arial"/>
                <a:ea typeface="Arial"/>
                <a:cs typeface="Arial"/>
                <a:sym typeface="Arial"/>
              </a:defRPr>
            </a:lvl3pPr>
            <a:lvl4pPr indent="-323850" lvl="3" marL="1828800" marR="0" rtl="0" algn="l">
              <a:lnSpc>
                <a:spcPct val="100000"/>
              </a:lnSpc>
              <a:spcBef>
                <a:spcPts val="838"/>
              </a:spcBef>
              <a:spcAft>
                <a:spcPts val="0"/>
              </a:spcAft>
              <a:buClr>
                <a:srgbClr val="000000"/>
              </a:buClr>
              <a:buSzPts val="1500"/>
              <a:buFont typeface="Noto Sans Symbols"/>
              <a:buChar char="⭢"/>
              <a:defRPr b="0" i="0" sz="1500" u="none" cap="none" strike="noStrike">
                <a:solidFill>
                  <a:srgbClr val="000000"/>
                </a:solidFill>
                <a:latin typeface="Arial"/>
                <a:ea typeface="Arial"/>
                <a:cs typeface="Arial"/>
                <a:sym typeface="Arial"/>
              </a:defRPr>
            </a:lvl4pPr>
            <a:lvl5pPr indent="-298450" lvl="4" marL="2286000" marR="0" rtl="0" algn="l">
              <a:lnSpc>
                <a:spcPct val="100000"/>
              </a:lnSpc>
              <a:spcBef>
                <a:spcPts val="838"/>
              </a:spcBef>
              <a:spcAft>
                <a:spcPts val="0"/>
              </a:spcAft>
              <a:buClr>
                <a:srgbClr val="000000"/>
              </a:buClr>
              <a:buSzPts val="1100"/>
              <a:buFont typeface="Noto Sans Symbols"/>
              <a:buChar char="→"/>
              <a:defRPr b="0" i="0" sz="1100" u="none" cap="none" strike="noStrike">
                <a:solidFill>
                  <a:srgbClr val="000000"/>
                </a:solidFill>
                <a:latin typeface="Arial"/>
                <a:ea typeface="Arial"/>
                <a:cs typeface="Arial"/>
                <a:sym typeface="Arial"/>
              </a:defRPr>
            </a:lvl5pPr>
            <a:lvl6pPr indent="-228600" lvl="5" marL="2743200" marR="0" rtl="0" algn="l">
              <a:lnSpc>
                <a:spcPct val="100000"/>
              </a:lnSpc>
              <a:spcBef>
                <a:spcPts val="838"/>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quared-Infographic">
  <p:cSld name="1_Squared-Infographic">
    <p:spTree>
      <p:nvGrpSpPr>
        <p:cNvPr id="358" name="Shape 358"/>
        <p:cNvGrpSpPr/>
        <p:nvPr/>
      </p:nvGrpSpPr>
      <p:grpSpPr>
        <a:xfrm>
          <a:off x="0" y="0"/>
          <a:ext cx="0" cy="0"/>
          <a:chOff x="0" y="0"/>
          <a:chExt cx="0" cy="0"/>
        </a:xfrm>
      </p:grpSpPr>
      <p:sp>
        <p:nvSpPr>
          <p:cNvPr id="359" name="Google Shape;359;p50"/>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0" name="Google Shape;360;p50"/>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361" name="Google Shape;361;p50"/>
          <p:cNvGrpSpPr/>
          <p:nvPr/>
        </p:nvGrpSpPr>
        <p:grpSpPr>
          <a:xfrm>
            <a:off x="0" y="3998260"/>
            <a:ext cx="12192001" cy="126791"/>
            <a:chOff x="1751419" y="4036682"/>
            <a:chExt cx="9944457" cy="50961"/>
          </a:xfrm>
        </p:grpSpPr>
        <p:sp>
          <p:nvSpPr>
            <p:cNvPr id="362" name="Google Shape;362;p50"/>
            <p:cNvSpPr/>
            <p:nvPr/>
          </p:nvSpPr>
          <p:spPr>
            <a:xfrm>
              <a:off x="3040807" y="4036682"/>
              <a:ext cx="1683494" cy="5096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363" name="Google Shape;363;p50"/>
            <p:cNvSpPr/>
            <p:nvPr/>
          </p:nvSpPr>
          <p:spPr>
            <a:xfrm>
              <a:off x="4724303" y="4036682"/>
              <a:ext cx="1715155" cy="50961"/>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364" name="Google Shape;364;p50"/>
            <p:cNvSpPr/>
            <p:nvPr/>
          </p:nvSpPr>
          <p:spPr>
            <a:xfrm>
              <a:off x="6435557" y="4036682"/>
              <a:ext cx="1661571" cy="5096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365" name="Google Shape;365;p50"/>
            <p:cNvSpPr/>
            <p:nvPr/>
          </p:nvSpPr>
          <p:spPr>
            <a:xfrm>
              <a:off x="8087642" y="4036682"/>
              <a:ext cx="1720740" cy="5096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366" name="Google Shape;366;p50"/>
            <p:cNvSpPr/>
            <p:nvPr/>
          </p:nvSpPr>
          <p:spPr>
            <a:xfrm>
              <a:off x="1751419" y="4036682"/>
              <a:ext cx="1289385" cy="5096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sp>
          <p:nvSpPr>
            <p:cNvPr id="367" name="Google Shape;367;p50"/>
            <p:cNvSpPr/>
            <p:nvPr/>
          </p:nvSpPr>
          <p:spPr>
            <a:xfrm>
              <a:off x="9808382" y="4036682"/>
              <a:ext cx="1887494" cy="5096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p:txBody>
        </p:sp>
      </p:grpSp>
      <p:grpSp>
        <p:nvGrpSpPr>
          <p:cNvPr id="368" name="Google Shape;368;p50"/>
          <p:cNvGrpSpPr/>
          <p:nvPr/>
        </p:nvGrpSpPr>
        <p:grpSpPr>
          <a:xfrm>
            <a:off x="1217471" y="1893408"/>
            <a:ext cx="1304470" cy="2431269"/>
            <a:chOff x="1217471" y="1893408"/>
            <a:chExt cx="1304470" cy="2431269"/>
          </a:xfrm>
        </p:grpSpPr>
        <p:grpSp>
          <p:nvGrpSpPr>
            <p:cNvPr id="369" name="Google Shape;369;p50"/>
            <p:cNvGrpSpPr/>
            <p:nvPr/>
          </p:nvGrpSpPr>
          <p:grpSpPr>
            <a:xfrm>
              <a:off x="1217471" y="2766893"/>
              <a:ext cx="1304470" cy="1557784"/>
              <a:chOff x="1217471" y="2766893"/>
              <a:chExt cx="1304470" cy="1557784"/>
            </a:xfrm>
          </p:grpSpPr>
          <p:grpSp>
            <p:nvGrpSpPr>
              <p:cNvPr id="370" name="Google Shape;370;p50"/>
              <p:cNvGrpSpPr/>
              <p:nvPr/>
            </p:nvGrpSpPr>
            <p:grpSpPr>
              <a:xfrm>
                <a:off x="1217471" y="2766893"/>
                <a:ext cx="1304470" cy="1557784"/>
                <a:chOff x="1199541" y="3267114"/>
                <a:chExt cx="1304470" cy="1557784"/>
              </a:xfrm>
            </p:grpSpPr>
            <p:sp>
              <p:nvSpPr>
                <p:cNvPr id="371" name="Google Shape;371;p50"/>
                <p:cNvSpPr/>
                <p:nvPr/>
              </p:nvSpPr>
              <p:spPr>
                <a:xfrm flipH="1" rot="10800000">
                  <a:off x="1199541" y="3267114"/>
                  <a:ext cx="1304470" cy="1020141"/>
                </a:xfrm>
                <a:prstGeom prst="triangle">
                  <a:avLst>
                    <a:gd fmla="val 50000" name="adj"/>
                  </a:avLst>
                </a:prstGeom>
                <a:gradFill>
                  <a:gsLst>
                    <a:gs pos="0">
                      <a:schemeClr val="accent1"/>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2" name="Google Shape;372;p50"/>
                <p:cNvSpPr/>
                <p:nvPr/>
              </p:nvSpPr>
              <p:spPr>
                <a:xfrm>
                  <a:off x="1540736" y="4239007"/>
                  <a:ext cx="585891" cy="585891"/>
                </a:xfrm>
                <a:prstGeom prst="roundRect">
                  <a:avLst>
                    <a:gd fmla="val 16667" name="adj"/>
                  </a:avLst>
                </a:prstGeom>
                <a:gradFill>
                  <a:gsLst>
                    <a:gs pos="0">
                      <a:srgbClr val="4AC990"/>
                    </a:gs>
                    <a:gs pos="50000">
                      <a:srgbClr val="12C884"/>
                    </a:gs>
                    <a:gs pos="100000">
                      <a:srgbClr val="08B87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73" name="Google Shape;373;p50"/>
              <p:cNvSpPr/>
              <p:nvPr/>
            </p:nvSpPr>
            <p:spPr>
              <a:xfrm>
                <a:off x="1718423" y="3882698"/>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374" name="Google Shape;374;p50"/>
            <p:cNvGrpSpPr/>
            <p:nvPr/>
          </p:nvGrpSpPr>
          <p:grpSpPr>
            <a:xfrm>
              <a:off x="1289951" y="1893408"/>
              <a:ext cx="1136271" cy="1246506"/>
              <a:chOff x="627304" y="1987183"/>
              <a:chExt cx="1594615" cy="1749317"/>
            </a:xfrm>
          </p:grpSpPr>
          <p:sp>
            <p:nvSpPr>
              <p:cNvPr id="375" name="Google Shape;375;p50"/>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50"/>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p50"/>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378" name="Google Shape;378;p50"/>
          <p:cNvGrpSpPr/>
          <p:nvPr/>
        </p:nvGrpSpPr>
        <p:grpSpPr>
          <a:xfrm>
            <a:off x="3286748" y="1893408"/>
            <a:ext cx="1304470" cy="2483739"/>
            <a:chOff x="3326504" y="1893408"/>
            <a:chExt cx="1304470" cy="2483739"/>
          </a:xfrm>
        </p:grpSpPr>
        <p:grpSp>
          <p:nvGrpSpPr>
            <p:cNvPr id="379" name="Google Shape;379;p50"/>
            <p:cNvGrpSpPr/>
            <p:nvPr/>
          </p:nvGrpSpPr>
          <p:grpSpPr>
            <a:xfrm>
              <a:off x="3326504" y="2772528"/>
              <a:ext cx="1304470" cy="1604619"/>
              <a:chOff x="3326504" y="2772528"/>
              <a:chExt cx="1304470" cy="1604619"/>
            </a:xfrm>
          </p:grpSpPr>
          <p:grpSp>
            <p:nvGrpSpPr>
              <p:cNvPr id="380" name="Google Shape;380;p50"/>
              <p:cNvGrpSpPr/>
              <p:nvPr/>
            </p:nvGrpSpPr>
            <p:grpSpPr>
              <a:xfrm>
                <a:off x="3326504" y="2772528"/>
                <a:ext cx="1304470" cy="1604619"/>
                <a:chOff x="3269602" y="3277053"/>
                <a:chExt cx="1304470" cy="1593145"/>
              </a:xfrm>
            </p:grpSpPr>
            <p:sp>
              <p:nvSpPr>
                <p:cNvPr id="381" name="Google Shape;381;p50"/>
                <p:cNvSpPr/>
                <p:nvPr/>
              </p:nvSpPr>
              <p:spPr>
                <a:xfrm flipH="1" rot="10800000">
                  <a:off x="3269602" y="3277053"/>
                  <a:ext cx="1304470" cy="1020141"/>
                </a:xfrm>
                <a:prstGeom prst="triangle">
                  <a:avLst>
                    <a:gd fmla="val 50000" name="adj"/>
                  </a:avLst>
                </a:prstGeom>
                <a:gradFill>
                  <a:gsLst>
                    <a:gs pos="0">
                      <a:schemeClr val="accent2"/>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2" name="Google Shape;382;p50"/>
                <p:cNvSpPr/>
                <p:nvPr/>
              </p:nvSpPr>
              <p:spPr>
                <a:xfrm>
                  <a:off x="3621767" y="4284307"/>
                  <a:ext cx="585891" cy="585891"/>
                </a:xfrm>
                <a:prstGeom prst="roundRect">
                  <a:avLst>
                    <a:gd fmla="val 16667" name="adj"/>
                  </a:avLst>
                </a:prstGeom>
                <a:gradFill>
                  <a:gsLst>
                    <a:gs pos="0">
                      <a:srgbClr val="4AC990"/>
                    </a:gs>
                    <a:gs pos="50000">
                      <a:srgbClr val="12C884"/>
                    </a:gs>
                    <a:gs pos="100000">
                      <a:srgbClr val="08B87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83" name="Google Shape;383;p50"/>
              <p:cNvSpPr/>
              <p:nvPr/>
            </p:nvSpPr>
            <p:spPr>
              <a:xfrm>
                <a:off x="3839076" y="3922923"/>
                <a:ext cx="279327" cy="279327"/>
              </a:xfrm>
              <a:custGeom>
                <a:rect b="b" l="l" r="r" t="t"/>
                <a:pathLst>
                  <a:path extrusionOk="0" h="120000" w="12000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384" name="Google Shape;384;p50"/>
            <p:cNvGrpSpPr/>
            <p:nvPr/>
          </p:nvGrpSpPr>
          <p:grpSpPr>
            <a:xfrm>
              <a:off x="3410604" y="1893408"/>
              <a:ext cx="1136271" cy="1246506"/>
              <a:chOff x="627304" y="1987183"/>
              <a:chExt cx="1594615" cy="1749317"/>
            </a:xfrm>
          </p:grpSpPr>
          <p:sp>
            <p:nvSpPr>
              <p:cNvPr id="385" name="Google Shape;385;p50"/>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50"/>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p50"/>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388" name="Google Shape;388;p50"/>
          <p:cNvGrpSpPr/>
          <p:nvPr/>
        </p:nvGrpSpPr>
        <p:grpSpPr>
          <a:xfrm>
            <a:off x="5362701" y="1890087"/>
            <a:ext cx="1304470" cy="2426375"/>
            <a:chOff x="5452152" y="1890087"/>
            <a:chExt cx="1304470" cy="2426375"/>
          </a:xfrm>
        </p:grpSpPr>
        <p:grpSp>
          <p:nvGrpSpPr>
            <p:cNvPr id="389" name="Google Shape;389;p50"/>
            <p:cNvGrpSpPr/>
            <p:nvPr/>
          </p:nvGrpSpPr>
          <p:grpSpPr>
            <a:xfrm>
              <a:off x="5452152" y="2763572"/>
              <a:ext cx="1304470" cy="1552890"/>
              <a:chOff x="5452152" y="2763572"/>
              <a:chExt cx="1304470" cy="1552890"/>
            </a:xfrm>
          </p:grpSpPr>
          <p:grpSp>
            <p:nvGrpSpPr>
              <p:cNvPr id="390" name="Google Shape;390;p50"/>
              <p:cNvGrpSpPr/>
              <p:nvPr/>
            </p:nvGrpSpPr>
            <p:grpSpPr>
              <a:xfrm>
                <a:off x="5452152" y="2763572"/>
                <a:ext cx="1304470" cy="1552890"/>
                <a:chOff x="5960996" y="3267114"/>
                <a:chExt cx="1304470" cy="1559509"/>
              </a:xfrm>
            </p:grpSpPr>
            <p:sp>
              <p:nvSpPr>
                <p:cNvPr id="391" name="Google Shape;391;p50"/>
                <p:cNvSpPr/>
                <p:nvPr/>
              </p:nvSpPr>
              <p:spPr>
                <a:xfrm flipH="1" rot="10800000">
                  <a:off x="5960996" y="3267114"/>
                  <a:ext cx="1304470" cy="1020141"/>
                </a:xfrm>
                <a:prstGeom prst="triangle">
                  <a:avLst>
                    <a:gd fmla="val 50000" name="adj"/>
                  </a:avLst>
                </a:prstGeom>
                <a:gradFill>
                  <a:gsLst>
                    <a:gs pos="0">
                      <a:schemeClr val="accent3"/>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2" name="Google Shape;392;p50"/>
                <p:cNvSpPr/>
                <p:nvPr/>
              </p:nvSpPr>
              <p:spPr>
                <a:xfrm>
                  <a:off x="6312532" y="4240732"/>
                  <a:ext cx="585891" cy="585891"/>
                </a:xfrm>
                <a:prstGeom prst="roundRect">
                  <a:avLst>
                    <a:gd fmla="val 16667" name="adj"/>
                  </a:avLst>
                </a:prstGeom>
                <a:gradFill>
                  <a:gsLst>
                    <a:gs pos="0">
                      <a:srgbClr val="6A798A"/>
                    </a:gs>
                    <a:gs pos="50000">
                      <a:srgbClr val="54677D"/>
                    </a:gs>
                    <a:gs pos="100000">
                      <a:srgbClr val="485A6F"/>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93" name="Google Shape;393;p50"/>
              <p:cNvSpPr/>
              <p:nvPr/>
            </p:nvSpPr>
            <p:spPr>
              <a:xfrm>
                <a:off x="5981437" y="3879214"/>
                <a:ext cx="279327" cy="279327"/>
              </a:xfrm>
              <a:custGeom>
                <a:rect b="b" l="l" r="r" t="t"/>
                <a:pathLst>
                  <a:path extrusionOk="0" h="120000" w="12000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394" name="Google Shape;394;p50"/>
            <p:cNvGrpSpPr/>
            <p:nvPr/>
          </p:nvGrpSpPr>
          <p:grpSpPr>
            <a:xfrm>
              <a:off x="5556109" y="1890087"/>
              <a:ext cx="1136271" cy="1246506"/>
              <a:chOff x="627304" y="1987183"/>
              <a:chExt cx="1594615" cy="1749317"/>
            </a:xfrm>
          </p:grpSpPr>
          <p:sp>
            <p:nvSpPr>
              <p:cNvPr id="395" name="Google Shape;395;p50"/>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404E5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50"/>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93A3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50"/>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398" name="Google Shape;398;p50"/>
          <p:cNvGrpSpPr/>
          <p:nvPr/>
        </p:nvGrpSpPr>
        <p:grpSpPr>
          <a:xfrm>
            <a:off x="7392552" y="1890087"/>
            <a:ext cx="1304470" cy="2434590"/>
            <a:chOff x="7521759" y="1890087"/>
            <a:chExt cx="1304470" cy="2434590"/>
          </a:xfrm>
        </p:grpSpPr>
        <p:grpSp>
          <p:nvGrpSpPr>
            <p:cNvPr id="399" name="Google Shape;399;p50"/>
            <p:cNvGrpSpPr/>
            <p:nvPr/>
          </p:nvGrpSpPr>
          <p:grpSpPr>
            <a:xfrm>
              <a:off x="7521759" y="2766893"/>
              <a:ext cx="1304470" cy="1557784"/>
              <a:chOff x="7521759" y="2766893"/>
              <a:chExt cx="1304470" cy="1557784"/>
            </a:xfrm>
          </p:grpSpPr>
          <p:grpSp>
            <p:nvGrpSpPr>
              <p:cNvPr id="400" name="Google Shape;400;p50"/>
              <p:cNvGrpSpPr/>
              <p:nvPr/>
            </p:nvGrpSpPr>
            <p:grpSpPr>
              <a:xfrm>
                <a:off x="7521759" y="2766893"/>
                <a:ext cx="1304470" cy="1557784"/>
                <a:chOff x="7980910" y="3267114"/>
                <a:chExt cx="1304470" cy="1557784"/>
              </a:xfrm>
            </p:grpSpPr>
            <p:sp>
              <p:nvSpPr>
                <p:cNvPr id="401" name="Google Shape;401;p50"/>
                <p:cNvSpPr/>
                <p:nvPr/>
              </p:nvSpPr>
              <p:spPr>
                <a:xfrm flipH="1" rot="10800000">
                  <a:off x="7980910" y="3267114"/>
                  <a:ext cx="1304470" cy="1020141"/>
                </a:xfrm>
                <a:prstGeom prst="triangle">
                  <a:avLst>
                    <a:gd fmla="val 50000" name="adj"/>
                  </a:avLst>
                </a:prstGeom>
                <a:gradFill>
                  <a:gsLst>
                    <a:gs pos="0">
                      <a:schemeClr val="accent4"/>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2" name="Google Shape;402;p50"/>
                <p:cNvSpPr/>
                <p:nvPr/>
              </p:nvSpPr>
              <p:spPr>
                <a:xfrm>
                  <a:off x="8347954" y="4239007"/>
                  <a:ext cx="585891" cy="585891"/>
                </a:xfrm>
                <a:prstGeom prst="roundRect">
                  <a:avLst>
                    <a:gd fmla="val 16667" name="adj"/>
                  </a:avLst>
                </a:prstGeom>
                <a:gradFill>
                  <a:gsLst>
                    <a:gs pos="0">
                      <a:srgbClr val="5E697B"/>
                    </a:gs>
                    <a:gs pos="50000">
                      <a:srgbClr val="42536A"/>
                    </a:gs>
                    <a:gs pos="100000">
                      <a:srgbClr val="38495F"/>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403" name="Google Shape;403;p50"/>
              <p:cNvSpPr/>
              <p:nvPr/>
            </p:nvSpPr>
            <p:spPr>
              <a:xfrm>
                <a:off x="8050613" y="3892069"/>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404" name="Google Shape;404;p50"/>
            <p:cNvGrpSpPr/>
            <p:nvPr/>
          </p:nvGrpSpPr>
          <p:grpSpPr>
            <a:xfrm>
              <a:off x="7622141" y="1890087"/>
              <a:ext cx="1136271" cy="1246506"/>
              <a:chOff x="627304" y="1987183"/>
              <a:chExt cx="1594615" cy="1749317"/>
            </a:xfrm>
          </p:grpSpPr>
          <p:sp>
            <p:nvSpPr>
              <p:cNvPr id="405" name="Google Shape;405;p50"/>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323F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6" name="Google Shape;406;p50"/>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8296B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50"/>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08" name="Google Shape;408;p50"/>
          <p:cNvGrpSpPr/>
          <p:nvPr/>
        </p:nvGrpSpPr>
        <p:grpSpPr>
          <a:xfrm>
            <a:off x="9507695" y="1888970"/>
            <a:ext cx="1304470" cy="2435707"/>
            <a:chOff x="9646841" y="1888970"/>
            <a:chExt cx="1304470" cy="2435707"/>
          </a:xfrm>
        </p:grpSpPr>
        <p:grpSp>
          <p:nvGrpSpPr>
            <p:cNvPr id="409" name="Google Shape;409;p50"/>
            <p:cNvGrpSpPr/>
            <p:nvPr/>
          </p:nvGrpSpPr>
          <p:grpSpPr>
            <a:xfrm>
              <a:off x="9646841" y="2766893"/>
              <a:ext cx="1304470" cy="1557784"/>
              <a:chOff x="9646841" y="2766893"/>
              <a:chExt cx="1304470" cy="1557784"/>
            </a:xfrm>
          </p:grpSpPr>
          <p:grpSp>
            <p:nvGrpSpPr>
              <p:cNvPr id="410" name="Google Shape;410;p50"/>
              <p:cNvGrpSpPr/>
              <p:nvPr/>
            </p:nvGrpSpPr>
            <p:grpSpPr>
              <a:xfrm>
                <a:off x="9646841" y="2766893"/>
                <a:ext cx="1304470" cy="1557784"/>
                <a:chOff x="9539460" y="3267114"/>
                <a:chExt cx="1304470" cy="1557784"/>
              </a:xfrm>
            </p:grpSpPr>
            <p:sp>
              <p:nvSpPr>
                <p:cNvPr id="411" name="Google Shape;411;p50"/>
                <p:cNvSpPr/>
                <p:nvPr/>
              </p:nvSpPr>
              <p:spPr>
                <a:xfrm flipH="1" rot="10800000">
                  <a:off x="9539460" y="3267114"/>
                  <a:ext cx="1304470" cy="1020141"/>
                </a:xfrm>
                <a:prstGeom prst="triangle">
                  <a:avLst>
                    <a:gd fmla="val 50000" name="adj"/>
                  </a:avLst>
                </a:prstGeom>
                <a:gradFill>
                  <a:gsLst>
                    <a:gs pos="0">
                      <a:schemeClr val="accent5"/>
                    </a:gs>
                    <a:gs pos="100000">
                      <a:srgbClr val="DDD9C3">
                        <a:alpha val="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2" name="Google Shape;412;p50"/>
                <p:cNvSpPr/>
                <p:nvPr/>
              </p:nvSpPr>
              <p:spPr>
                <a:xfrm>
                  <a:off x="9904781" y="4239007"/>
                  <a:ext cx="585891" cy="585891"/>
                </a:xfrm>
                <a:prstGeom prst="roundRect">
                  <a:avLst>
                    <a:gd fmla="val 16667" name="adj"/>
                  </a:avLst>
                </a:prstGeom>
                <a:gradFill>
                  <a:gsLst>
                    <a:gs pos="0">
                      <a:srgbClr val="4AC990"/>
                    </a:gs>
                    <a:gs pos="50000">
                      <a:srgbClr val="12C884"/>
                    </a:gs>
                    <a:gs pos="100000">
                      <a:srgbClr val="08B87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413" name="Google Shape;413;p50"/>
              <p:cNvSpPr/>
              <p:nvPr/>
            </p:nvSpPr>
            <p:spPr>
              <a:xfrm>
                <a:off x="10159411" y="3879214"/>
                <a:ext cx="279327" cy="279327"/>
              </a:xfrm>
              <a:custGeom>
                <a:rect b="b" l="l" r="r" t="t"/>
                <a:pathLst>
                  <a:path extrusionOk="0" h="120000" w="12000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414" name="Google Shape;414;p50"/>
            <p:cNvGrpSpPr/>
            <p:nvPr/>
          </p:nvGrpSpPr>
          <p:grpSpPr>
            <a:xfrm>
              <a:off x="9755990" y="1888970"/>
              <a:ext cx="1136271" cy="1246506"/>
              <a:chOff x="627304" y="1987183"/>
              <a:chExt cx="1594615" cy="1749317"/>
            </a:xfrm>
          </p:grpSpPr>
          <p:sp>
            <p:nvSpPr>
              <p:cNvPr id="415" name="Google Shape;415;p50"/>
              <p:cNvSpPr/>
              <p:nvPr/>
            </p:nvSpPr>
            <p:spPr>
              <a:xfrm>
                <a:off x="1424612" y="2476575"/>
                <a:ext cx="797307" cy="1259925"/>
              </a:xfrm>
              <a:custGeom>
                <a:rect b="b" l="l" r="r" t="t"/>
                <a:pathLst>
                  <a:path extrusionOk="0" h="120000" w="12000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6" name="Google Shape;416;p50"/>
              <p:cNvSpPr/>
              <p:nvPr/>
            </p:nvSpPr>
            <p:spPr>
              <a:xfrm>
                <a:off x="627304" y="2476575"/>
                <a:ext cx="800283" cy="1259925"/>
              </a:xfrm>
              <a:custGeom>
                <a:rect b="b" l="l" r="r" t="t"/>
                <a:pathLst>
                  <a:path extrusionOk="0" h="120000" w="12000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50"/>
              <p:cNvSpPr/>
              <p:nvPr/>
            </p:nvSpPr>
            <p:spPr>
              <a:xfrm>
                <a:off x="627304" y="1987183"/>
                <a:ext cx="1594614" cy="981760"/>
              </a:xfrm>
              <a:custGeom>
                <a:rect b="b" l="l" r="r" t="t"/>
                <a:pathLst>
                  <a:path extrusionOk="0" h="120000" w="12000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sp>
        <p:nvSpPr>
          <p:cNvPr id="418" name="Google Shape;418;p50"/>
          <p:cNvSpPr txBox="1"/>
          <p:nvPr>
            <p:ph idx="2" type="body"/>
          </p:nvPr>
        </p:nvSpPr>
        <p:spPr>
          <a:xfrm>
            <a:off x="858786"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9" name="Google Shape;419;p50"/>
          <p:cNvSpPr txBox="1"/>
          <p:nvPr>
            <p:ph idx="3" type="body"/>
          </p:nvPr>
        </p:nvSpPr>
        <p:spPr>
          <a:xfrm>
            <a:off x="868842"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0" name="Google Shape;420;p50"/>
          <p:cNvSpPr txBox="1"/>
          <p:nvPr>
            <p:ph idx="4" type="body"/>
          </p:nvPr>
        </p:nvSpPr>
        <p:spPr>
          <a:xfrm>
            <a:off x="3213620"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1" name="Google Shape;421;p50"/>
          <p:cNvSpPr txBox="1"/>
          <p:nvPr>
            <p:ph idx="5" type="body"/>
          </p:nvPr>
        </p:nvSpPr>
        <p:spPr>
          <a:xfrm>
            <a:off x="3223676"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2" name="Google Shape;422;p50"/>
          <p:cNvSpPr txBox="1"/>
          <p:nvPr>
            <p:ph idx="6" type="body"/>
          </p:nvPr>
        </p:nvSpPr>
        <p:spPr>
          <a:xfrm>
            <a:off x="5283225"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3" name="Google Shape;423;p50"/>
          <p:cNvSpPr txBox="1"/>
          <p:nvPr>
            <p:ph idx="7" type="body"/>
          </p:nvPr>
        </p:nvSpPr>
        <p:spPr>
          <a:xfrm>
            <a:off x="5293281"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4" name="Google Shape;424;p50"/>
          <p:cNvSpPr txBox="1"/>
          <p:nvPr>
            <p:ph idx="8" type="body"/>
          </p:nvPr>
        </p:nvSpPr>
        <p:spPr>
          <a:xfrm>
            <a:off x="7402643"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5" name="Google Shape;425;p50"/>
          <p:cNvSpPr txBox="1"/>
          <p:nvPr>
            <p:ph idx="9" type="body"/>
          </p:nvPr>
        </p:nvSpPr>
        <p:spPr>
          <a:xfrm>
            <a:off x="7412699"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6" name="Google Shape;426;p50"/>
          <p:cNvSpPr txBox="1"/>
          <p:nvPr>
            <p:ph idx="13" type="body"/>
          </p:nvPr>
        </p:nvSpPr>
        <p:spPr>
          <a:xfrm>
            <a:off x="9688643"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7" name="Google Shape;427;p50"/>
          <p:cNvSpPr txBox="1"/>
          <p:nvPr>
            <p:ph idx="14" type="body"/>
          </p:nvPr>
        </p:nvSpPr>
        <p:spPr>
          <a:xfrm>
            <a:off x="9698699"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cess-Infographic">
  <p:cSld name="Process-Infographic">
    <p:spTree>
      <p:nvGrpSpPr>
        <p:cNvPr id="428" name="Shape 428"/>
        <p:cNvGrpSpPr/>
        <p:nvPr/>
      </p:nvGrpSpPr>
      <p:grpSpPr>
        <a:xfrm>
          <a:off x="0" y="0"/>
          <a:ext cx="0" cy="0"/>
          <a:chOff x="0" y="0"/>
          <a:chExt cx="0" cy="0"/>
        </a:xfrm>
      </p:grpSpPr>
      <p:sp>
        <p:nvSpPr>
          <p:cNvPr id="429" name="Google Shape;429;p51"/>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0" name="Google Shape;430;p51"/>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31" name="Google Shape;431;p51"/>
          <p:cNvSpPr/>
          <p:nvPr/>
        </p:nvSpPr>
        <p:spPr>
          <a:xfrm>
            <a:off x="635766" y="311423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2" name="Google Shape;432;p51"/>
          <p:cNvSpPr/>
          <p:nvPr/>
        </p:nvSpPr>
        <p:spPr>
          <a:xfrm>
            <a:off x="4880760" y="311423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3" name="Google Shape;433;p51"/>
          <p:cNvSpPr/>
          <p:nvPr/>
        </p:nvSpPr>
        <p:spPr>
          <a:xfrm flipH="1" rot="10800000">
            <a:off x="2754593" y="192551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4" name="Google Shape;434;p51"/>
          <p:cNvSpPr/>
          <p:nvPr/>
        </p:nvSpPr>
        <p:spPr>
          <a:xfrm>
            <a:off x="9133090" y="311423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5" name="Google Shape;435;p51"/>
          <p:cNvSpPr/>
          <p:nvPr/>
        </p:nvSpPr>
        <p:spPr>
          <a:xfrm flipH="1" rot="10800000">
            <a:off x="7006925" y="192551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6" name="Google Shape;436;p51"/>
          <p:cNvSpPr/>
          <p:nvPr/>
        </p:nvSpPr>
        <p:spPr>
          <a:xfrm>
            <a:off x="2754593" y="311423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7" name="Google Shape;437;p51"/>
          <p:cNvSpPr/>
          <p:nvPr/>
        </p:nvSpPr>
        <p:spPr>
          <a:xfrm flipH="1" rot="10800000">
            <a:off x="628427" y="192551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8" name="Google Shape;438;p51"/>
          <p:cNvSpPr/>
          <p:nvPr/>
        </p:nvSpPr>
        <p:spPr>
          <a:xfrm>
            <a:off x="7006925" y="311423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9" name="Google Shape;439;p51"/>
          <p:cNvSpPr/>
          <p:nvPr/>
        </p:nvSpPr>
        <p:spPr>
          <a:xfrm flipH="1" rot="10800000">
            <a:off x="4880760" y="192551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0" name="Google Shape;440;p51"/>
          <p:cNvSpPr/>
          <p:nvPr/>
        </p:nvSpPr>
        <p:spPr>
          <a:xfrm flipH="1" rot="10800000">
            <a:off x="9133090" y="1925514"/>
            <a:ext cx="2437586" cy="1188719"/>
          </a:xfrm>
          <a:custGeom>
            <a:rect b="b" l="l" r="r" t="t"/>
            <a:pathLst>
              <a:path extrusionOk="0" h="120000" w="12000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1" name="Google Shape;441;p51"/>
          <p:cNvSpPr/>
          <p:nvPr/>
        </p:nvSpPr>
        <p:spPr>
          <a:xfrm>
            <a:off x="662131" y="4762328"/>
            <a:ext cx="179999" cy="17999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656D78"/>
              </a:solidFill>
              <a:latin typeface="Calibri"/>
              <a:ea typeface="Calibri"/>
              <a:cs typeface="Calibri"/>
              <a:sym typeface="Calibri"/>
            </a:endParaRPr>
          </a:p>
        </p:txBody>
      </p:sp>
      <p:sp>
        <p:nvSpPr>
          <p:cNvPr id="442" name="Google Shape;442;p51"/>
          <p:cNvSpPr/>
          <p:nvPr/>
        </p:nvSpPr>
        <p:spPr>
          <a:xfrm>
            <a:off x="2947441" y="4756135"/>
            <a:ext cx="179999" cy="179999"/>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656D78"/>
              </a:solidFill>
              <a:latin typeface="Calibri"/>
              <a:ea typeface="Calibri"/>
              <a:cs typeface="Calibri"/>
              <a:sym typeface="Calibri"/>
            </a:endParaRPr>
          </a:p>
        </p:txBody>
      </p:sp>
      <p:sp>
        <p:nvSpPr>
          <p:cNvPr id="443" name="Google Shape;443;p51"/>
          <p:cNvSpPr/>
          <p:nvPr/>
        </p:nvSpPr>
        <p:spPr>
          <a:xfrm>
            <a:off x="7158061" y="4749373"/>
            <a:ext cx="179999" cy="179999"/>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656D78"/>
              </a:solidFill>
              <a:latin typeface="Calibri"/>
              <a:ea typeface="Calibri"/>
              <a:cs typeface="Calibri"/>
              <a:sym typeface="Calibri"/>
            </a:endParaRPr>
          </a:p>
        </p:txBody>
      </p:sp>
      <p:sp>
        <p:nvSpPr>
          <p:cNvPr id="444" name="Google Shape;444;p51"/>
          <p:cNvSpPr/>
          <p:nvPr/>
        </p:nvSpPr>
        <p:spPr>
          <a:xfrm>
            <a:off x="9436042" y="4749944"/>
            <a:ext cx="179999" cy="179999"/>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656D78"/>
              </a:solidFill>
              <a:latin typeface="Calibri"/>
              <a:ea typeface="Calibri"/>
              <a:cs typeface="Calibri"/>
              <a:sym typeface="Calibri"/>
            </a:endParaRPr>
          </a:p>
        </p:txBody>
      </p:sp>
      <p:sp>
        <p:nvSpPr>
          <p:cNvPr id="445" name="Google Shape;445;p51"/>
          <p:cNvSpPr/>
          <p:nvPr/>
        </p:nvSpPr>
        <p:spPr>
          <a:xfrm>
            <a:off x="5052751" y="4749944"/>
            <a:ext cx="179999" cy="179999"/>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656D78"/>
              </a:solidFill>
              <a:latin typeface="Calibri"/>
              <a:ea typeface="Calibri"/>
              <a:cs typeface="Calibri"/>
              <a:sym typeface="Calibri"/>
            </a:endParaRPr>
          </a:p>
        </p:txBody>
      </p:sp>
      <p:sp>
        <p:nvSpPr>
          <p:cNvPr id="446" name="Google Shape;446;p51"/>
          <p:cNvSpPr txBox="1"/>
          <p:nvPr>
            <p:ph idx="2" type="body"/>
          </p:nvPr>
        </p:nvSpPr>
        <p:spPr>
          <a:xfrm>
            <a:off x="858786"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7" name="Google Shape;447;p51"/>
          <p:cNvSpPr txBox="1"/>
          <p:nvPr>
            <p:ph idx="3" type="body"/>
          </p:nvPr>
        </p:nvSpPr>
        <p:spPr>
          <a:xfrm>
            <a:off x="989700" y="2873670"/>
            <a:ext cx="1733047" cy="4960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8" name="Google Shape;448;p51"/>
          <p:cNvSpPr txBox="1"/>
          <p:nvPr>
            <p:ph idx="4" type="body"/>
          </p:nvPr>
        </p:nvSpPr>
        <p:spPr>
          <a:xfrm>
            <a:off x="3080692" y="2873670"/>
            <a:ext cx="1733047" cy="4960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9" name="Google Shape;449;p51"/>
          <p:cNvSpPr txBox="1"/>
          <p:nvPr>
            <p:ph idx="5" type="body"/>
          </p:nvPr>
        </p:nvSpPr>
        <p:spPr>
          <a:xfrm>
            <a:off x="5220008" y="2873670"/>
            <a:ext cx="1733047" cy="4960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0" name="Google Shape;450;p51"/>
          <p:cNvSpPr txBox="1"/>
          <p:nvPr>
            <p:ph idx="6" type="body"/>
          </p:nvPr>
        </p:nvSpPr>
        <p:spPr>
          <a:xfrm>
            <a:off x="7366812" y="2873670"/>
            <a:ext cx="1733047" cy="4960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1" name="Google Shape;451;p51"/>
          <p:cNvSpPr txBox="1"/>
          <p:nvPr>
            <p:ph idx="7" type="body"/>
          </p:nvPr>
        </p:nvSpPr>
        <p:spPr>
          <a:xfrm>
            <a:off x="9485359" y="2873670"/>
            <a:ext cx="1733047" cy="4960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2" name="Google Shape;452;p51"/>
          <p:cNvSpPr txBox="1"/>
          <p:nvPr>
            <p:ph idx="8" type="body"/>
          </p:nvPr>
        </p:nvSpPr>
        <p:spPr>
          <a:xfrm>
            <a:off x="868842"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3" name="Google Shape;453;p51"/>
          <p:cNvSpPr txBox="1"/>
          <p:nvPr>
            <p:ph idx="9" type="body"/>
          </p:nvPr>
        </p:nvSpPr>
        <p:spPr>
          <a:xfrm>
            <a:off x="3213620"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4" name="Google Shape;454;p51"/>
          <p:cNvSpPr txBox="1"/>
          <p:nvPr>
            <p:ph idx="13" type="body"/>
          </p:nvPr>
        </p:nvSpPr>
        <p:spPr>
          <a:xfrm>
            <a:off x="3223676"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5" name="Google Shape;455;p51"/>
          <p:cNvSpPr txBox="1"/>
          <p:nvPr>
            <p:ph idx="14" type="body"/>
          </p:nvPr>
        </p:nvSpPr>
        <p:spPr>
          <a:xfrm>
            <a:off x="5283225"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6" name="Google Shape;456;p51"/>
          <p:cNvSpPr txBox="1"/>
          <p:nvPr>
            <p:ph idx="15" type="body"/>
          </p:nvPr>
        </p:nvSpPr>
        <p:spPr>
          <a:xfrm>
            <a:off x="5293281"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7" name="Google Shape;457;p51"/>
          <p:cNvSpPr txBox="1"/>
          <p:nvPr>
            <p:ph idx="16" type="body"/>
          </p:nvPr>
        </p:nvSpPr>
        <p:spPr>
          <a:xfrm>
            <a:off x="7402643"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8" name="Google Shape;458;p51"/>
          <p:cNvSpPr txBox="1"/>
          <p:nvPr>
            <p:ph idx="17" type="body"/>
          </p:nvPr>
        </p:nvSpPr>
        <p:spPr>
          <a:xfrm>
            <a:off x="7412699"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9" name="Google Shape;459;p51"/>
          <p:cNvSpPr txBox="1"/>
          <p:nvPr>
            <p:ph idx="18" type="body"/>
          </p:nvPr>
        </p:nvSpPr>
        <p:spPr>
          <a:xfrm>
            <a:off x="9688643" y="5139521"/>
            <a:ext cx="1733046" cy="10854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60" name="Google Shape;460;p51"/>
          <p:cNvSpPr txBox="1"/>
          <p:nvPr>
            <p:ph idx="19" type="body"/>
          </p:nvPr>
        </p:nvSpPr>
        <p:spPr>
          <a:xfrm>
            <a:off x="9698699" y="4680185"/>
            <a:ext cx="1733047" cy="36276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inedArrows-Infographic">
  <p:cSld name="AllinedArrows-Infographic">
    <p:spTree>
      <p:nvGrpSpPr>
        <p:cNvPr id="461" name="Shape 461"/>
        <p:cNvGrpSpPr/>
        <p:nvPr/>
      </p:nvGrpSpPr>
      <p:grpSpPr>
        <a:xfrm>
          <a:off x="0" y="0"/>
          <a:ext cx="0" cy="0"/>
          <a:chOff x="0" y="0"/>
          <a:chExt cx="0" cy="0"/>
        </a:xfrm>
      </p:grpSpPr>
      <p:sp>
        <p:nvSpPr>
          <p:cNvPr id="462" name="Google Shape;462;p52"/>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3" name="Google Shape;463;p52"/>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64" name="Google Shape;464;p52"/>
          <p:cNvSpPr/>
          <p:nvPr/>
        </p:nvSpPr>
        <p:spPr>
          <a:xfrm>
            <a:off x="9198865" y="1193285"/>
            <a:ext cx="85724" cy="392112"/>
          </a:xfrm>
          <a:custGeom>
            <a:rect b="b" l="l" r="r" t="t"/>
            <a:pathLst>
              <a:path extrusionOk="0" h="120000" w="120000">
                <a:moveTo>
                  <a:pt x="76800" y="98275"/>
                </a:moveTo>
                <a:cubicBezTo>
                  <a:pt x="57600" y="106551"/>
                  <a:pt x="33600" y="113793"/>
                  <a:pt x="0" y="120000"/>
                </a:cubicBezTo>
                <a:cubicBezTo>
                  <a:pt x="0" y="120000"/>
                  <a:pt x="0" y="120000"/>
                  <a:pt x="0" y="120000"/>
                </a:cubicBezTo>
                <a:cubicBezTo>
                  <a:pt x="33600" y="113793"/>
                  <a:pt x="57600" y="106551"/>
                  <a:pt x="76800" y="98275"/>
                </a:cubicBezTo>
                <a:moveTo>
                  <a:pt x="0" y="0"/>
                </a:moveTo>
                <a:cubicBezTo>
                  <a:pt x="0" y="0"/>
                  <a:pt x="0" y="0"/>
                  <a:pt x="0" y="0"/>
                </a:cubicBezTo>
                <a:cubicBezTo>
                  <a:pt x="52800" y="10344"/>
                  <a:pt x="91200" y="23793"/>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40344"/>
                  <a:pt x="110400" y="40344"/>
                  <a:pt x="110400" y="40344"/>
                </a:cubicBezTo>
                <a:cubicBezTo>
                  <a:pt x="110400" y="40344"/>
                  <a:pt x="110400" y="40344"/>
                  <a:pt x="110400" y="40344"/>
                </a:cubicBezTo>
                <a:cubicBezTo>
                  <a:pt x="115200" y="44482"/>
                  <a:pt x="120000" y="49655"/>
                  <a:pt x="120000" y="53793"/>
                </a:cubicBezTo>
                <a:cubicBezTo>
                  <a:pt x="120000" y="53793"/>
                  <a:pt x="120000" y="53793"/>
                  <a:pt x="120000" y="53793"/>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36206"/>
                  <a:pt x="76800" y="14482"/>
                  <a:pt x="0" y="0"/>
                </a:cubicBezTo>
              </a:path>
            </a:pathLst>
          </a:custGeom>
          <a:solidFill>
            <a:srgbClr val="D3D1D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5" name="Google Shape;465;p52"/>
          <p:cNvSpPr/>
          <p:nvPr/>
        </p:nvSpPr>
        <p:spPr>
          <a:xfrm>
            <a:off x="9198865" y="1193285"/>
            <a:ext cx="85724" cy="392112"/>
          </a:xfrm>
          <a:custGeom>
            <a:rect b="b" l="l" r="r" t="t"/>
            <a:pathLst>
              <a:path extrusionOk="0" h="120000" w="120000">
                <a:moveTo>
                  <a:pt x="96000" y="88965"/>
                </a:moveTo>
                <a:cubicBezTo>
                  <a:pt x="76800" y="100344"/>
                  <a:pt x="43200" y="110689"/>
                  <a:pt x="4800" y="120000"/>
                </a:cubicBezTo>
                <a:cubicBezTo>
                  <a:pt x="0" y="120000"/>
                  <a:pt x="0" y="120000"/>
                  <a:pt x="0" y="120000"/>
                </a:cubicBezTo>
                <a:cubicBezTo>
                  <a:pt x="0" y="120000"/>
                  <a:pt x="0" y="120000"/>
                  <a:pt x="0" y="120000"/>
                </a:cubicBezTo>
                <a:cubicBezTo>
                  <a:pt x="33600" y="113793"/>
                  <a:pt x="57600" y="106551"/>
                  <a:pt x="768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8965"/>
                  <a:pt x="120000" y="58965"/>
                  <a:pt x="120000" y="58965"/>
                </a:cubicBezTo>
                <a:cubicBezTo>
                  <a:pt x="120000" y="58965"/>
                  <a:pt x="120000" y="58965"/>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7931"/>
                  <a:pt x="120000" y="57931"/>
                </a:cubicBezTo>
                <a:cubicBezTo>
                  <a:pt x="120000" y="57931"/>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6896"/>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3793"/>
                </a:moveTo>
                <a:cubicBezTo>
                  <a:pt x="120000" y="53793"/>
                  <a:pt x="120000" y="53793"/>
                  <a:pt x="120000" y="53793"/>
                </a:cubicBezTo>
                <a:cubicBezTo>
                  <a:pt x="120000" y="53793"/>
                  <a:pt x="120000" y="53793"/>
                  <a:pt x="120000" y="53793"/>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8275"/>
                </a:moveTo>
                <a:cubicBezTo>
                  <a:pt x="110400" y="38275"/>
                  <a:pt x="110400" y="38275"/>
                  <a:pt x="110400" y="38275"/>
                </a:cubicBezTo>
                <a:cubicBezTo>
                  <a:pt x="110400" y="38275"/>
                  <a:pt x="110400" y="38275"/>
                  <a:pt x="110400" y="38275"/>
                </a:cubicBezTo>
                <a:moveTo>
                  <a:pt x="110400" y="38275"/>
                </a:moveTo>
                <a:cubicBezTo>
                  <a:pt x="110400" y="38275"/>
                  <a:pt x="110400" y="38275"/>
                  <a:pt x="110400" y="38275"/>
                </a:cubicBezTo>
                <a:cubicBezTo>
                  <a:pt x="110400" y="38275"/>
                  <a:pt x="110400" y="38275"/>
                  <a:pt x="110400" y="38275"/>
                </a:cubicBezTo>
                <a:moveTo>
                  <a:pt x="0" y="0"/>
                </a:moveTo>
                <a:cubicBezTo>
                  <a:pt x="0" y="0"/>
                  <a:pt x="0" y="0"/>
                  <a:pt x="0" y="0"/>
                </a:cubicBezTo>
                <a:cubicBezTo>
                  <a:pt x="4800" y="0"/>
                  <a:pt x="4800" y="0"/>
                  <a:pt x="4800" y="0"/>
                </a:cubicBezTo>
                <a:cubicBezTo>
                  <a:pt x="52800" y="10344"/>
                  <a:pt x="91200" y="23793"/>
                  <a:pt x="110400" y="38275"/>
                </a:cubicBezTo>
                <a:cubicBezTo>
                  <a:pt x="91200" y="23793"/>
                  <a:pt x="52800" y="10344"/>
                  <a:pt x="0" y="0"/>
                </a:cubicBezTo>
              </a:path>
            </a:pathLst>
          </a:custGeom>
          <a:solidFill>
            <a:srgbClr val="CFA44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6" name="Google Shape;466;p52"/>
          <p:cNvSpPr/>
          <p:nvPr/>
        </p:nvSpPr>
        <p:spPr>
          <a:xfrm>
            <a:off x="8370190" y="1123435"/>
            <a:ext cx="269874" cy="265113"/>
          </a:xfrm>
          <a:custGeom>
            <a:rect b="b" l="l" r="r" t="t"/>
            <a:pathLst>
              <a:path extrusionOk="0" h="120000" w="120000">
                <a:moveTo>
                  <a:pt x="0" y="0"/>
                </a:moveTo>
                <a:lnTo>
                  <a:pt x="0" y="0"/>
                </a:lnTo>
                <a:lnTo>
                  <a:pt x="120000" y="120000"/>
                </a:lnTo>
                <a:lnTo>
                  <a:pt x="120000" y="120000"/>
                </a:lnTo>
                <a:lnTo>
                  <a:pt x="0" y="0"/>
                </a:lnTo>
                <a:close/>
              </a:path>
            </a:pathLst>
          </a:custGeom>
          <a:solidFill>
            <a:srgbClr val="E4B5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7" name="Google Shape;467;p52"/>
          <p:cNvSpPr/>
          <p:nvPr/>
        </p:nvSpPr>
        <p:spPr>
          <a:xfrm>
            <a:off x="8370190" y="1123435"/>
            <a:ext cx="269874" cy="265113"/>
          </a:xfrm>
          <a:custGeom>
            <a:rect b="b" l="l" r="r" t="t"/>
            <a:pathLst>
              <a:path extrusionOk="0" h="120000" w="120000">
                <a:moveTo>
                  <a:pt x="0" y="0"/>
                </a:moveTo>
                <a:lnTo>
                  <a:pt x="0" y="0"/>
                </a:lnTo>
                <a:lnTo>
                  <a:pt x="120000" y="120000"/>
                </a:lnTo>
                <a:lnTo>
                  <a:pt x="120000" y="12000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p52"/>
          <p:cNvSpPr/>
          <p:nvPr/>
        </p:nvSpPr>
        <p:spPr>
          <a:xfrm>
            <a:off x="8640065" y="1177410"/>
            <a:ext cx="212724" cy="211137"/>
          </a:xfrm>
          <a:custGeom>
            <a:rect b="b" l="l" r="r" t="t"/>
            <a:pathLst>
              <a:path extrusionOk="0" h="120000" w="120000">
                <a:moveTo>
                  <a:pt x="120000" y="0"/>
                </a:moveTo>
                <a:cubicBezTo>
                  <a:pt x="120000" y="1904"/>
                  <a:pt x="118095" y="1904"/>
                  <a:pt x="118095" y="3809"/>
                </a:cubicBezTo>
                <a:cubicBezTo>
                  <a:pt x="95238" y="24761"/>
                  <a:pt x="95238" y="24761"/>
                  <a:pt x="95238" y="24761"/>
                </a:cubicBezTo>
                <a:cubicBezTo>
                  <a:pt x="0" y="120000"/>
                  <a:pt x="0" y="120000"/>
                  <a:pt x="0" y="120000"/>
                </a:cubicBezTo>
                <a:cubicBezTo>
                  <a:pt x="0" y="120000"/>
                  <a:pt x="0" y="120000"/>
                  <a:pt x="0" y="120000"/>
                </a:cubicBezTo>
                <a:cubicBezTo>
                  <a:pt x="95238" y="24761"/>
                  <a:pt x="95238" y="24761"/>
                  <a:pt x="95238" y="24761"/>
                </a:cubicBezTo>
                <a:cubicBezTo>
                  <a:pt x="118095" y="1904"/>
                  <a:pt x="118095" y="1904"/>
                  <a:pt x="118095" y="1904"/>
                </a:cubicBezTo>
                <a:cubicBezTo>
                  <a:pt x="118095" y="1904"/>
                  <a:pt x="120000" y="1904"/>
                  <a:pt x="120000" y="0"/>
                </a:cubicBezTo>
              </a:path>
            </a:pathLst>
          </a:custGeom>
          <a:solidFill>
            <a:srgbClr val="BD96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9" name="Google Shape;469;p52"/>
          <p:cNvSpPr/>
          <p:nvPr/>
        </p:nvSpPr>
        <p:spPr>
          <a:xfrm>
            <a:off x="8370190" y="1388548"/>
            <a:ext cx="269874" cy="266699"/>
          </a:xfrm>
          <a:custGeom>
            <a:rect b="b" l="l" r="r" t="t"/>
            <a:pathLst>
              <a:path extrusionOk="0" h="120000" w="120000">
                <a:moveTo>
                  <a:pt x="120000" y="0"/>
                </a:moveTo>
                <a:lnTo>
                  <a:pt x="120000" y="0"/>
                </a:lnTo>
                <a:lnTo>
                  <a:pt x="0" y="120000"/>
                </a:lnTo>
                <a:lnTo>
                  <a:pt x="0" y="120000"/>
                </a:lnTo>
                <a:lnTo>
                  <a:pt x="120000" y="0"/>
                </a:lnTo>
                <a:lnTo>
                  <a:pt x="120000" y="0"/>
                </a:lnTo>
                <a:close/>
              </a:path>
            </a:pathLst>
          </a:custGeom>
          <a:solidFill>
            <a:srgbClr val="E4B5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52"/>
          <p:cNvSpPr/>
          <p:nvPr/>
        </p:nvSpPr>
        <p:spPr>
          <a:xfrm>
            <a:off x="8370190" y="1388548"/>
            <a:ext cx="269874" cy="266699"/>
          </a:xfrm>
          <a:custGeom>
            <a:rect b="b" l="l" r="r" t="t"/>
            <a:pathLst>
              <a:path extrusionOk="0" h="120000" w="120000">
                <a:moveTo>
                  <a:pt x="120000" y="0"/>
                </a:moveTo>
                <a:lnTo>
                  <a:pt x="120000" y="0"/>
                </a:lnTo>
                <a:lnTo>
                  <a:pt x="0" y="120000"/>
                </a:lnTo>
                <a:lnTo>
                  <a:pt x="0" y="120000"/>
                </a:lnTo>
                <a:lnTo>
                  <a:pt x="120000" y="0"/>
                </a:lnTo>
                <a:lnTo>
                  <a:pt x="12000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52"/>
          <p:cNvSpPr/>
          <p:nvPr/>
        </p:nvSpPr>
        <p:spPr>
          <a:xfrm>
            <a:off x="8736902" y="1483798"/>
            <a:ext cx="280987" cy="171449"/>
          </a:xfrm>
          <a:custGeom>
            <a:rect b="b" l="l" r="r" t="t"/>
            <a:pathLst>
              <a:path extrusionOk="0" h="120000" w="120000">
                <a:moveTo>
                  <a:pt x="119999" y="120000"/>
                </a:moveTo>
                <a:cubicBezTo>
                  <a:pt x="119999" y="120000"/>
                  <a:pt x="119999" y="120000"/>
                  <a:pt x="119999" y="120000"/>
                </a:cubicBezTo>
                <a:cubicBezTo>
                  <a:pt x="119999" y="120000"/>
                  <a:pt x="119999" y="120000"/>
                  <a:pt x="119999" y="120000"/>
                </a:cubicBezTo>
                <a:moveTo>
                  <a:pt x="0" y="0"/>
                </a:moveTo>
                <a:cubicBezTo>
                  <a:pt x="30361" y="51764"/>
                  <a:pt x="30361" y="51764"/>
                  <a:pt x="30361" y="51764"/>
                </a:cubicBezTo>
                <a:cubicBezTo>
                  <a:pt x="47710" y="80000"/>
                  <a:pt x="47710" y="80000"/>
                  <a:pt x="47710" y="80000"/>
                </a:cubicBezTo>
                <a:cubicBezTo>
                  <a:pt x="52048" y="87058"/>
                  <a:pt x="57831" y="91764"/>
                  <a:pt x="63614" y="96470"/>
                </a:cubicBezTo>
                <a:cubicBezTo>
                  <a:pt x="57831" y="91764"/>
                  <a:pt x="52048" y="87058"/>
                  <a:pt x="47710" y="80000"/>
                </a:cubicBezTo>
                <a:cubicBezTo>
                  <a:pt x="30361" y="51764"/>
                  <a:pt x="30361" y="51764"/>
                  <a:pt x="30361" y="51764"/>
                </a:cubicBezTo>
                <a:cubicBezTo>
                  <a:pt x="0" y="0"/>
                  <a:pt x="0" y="0"/>
                  <a:pt x="0" y="0"/>
                </a:cubicBezTo>
              </a:path>
            </a:pathLst>
          </a:custGeom>
          <a:solidFill>
            <a:srgbClr val="BD96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52"/>
          <p:cNvSpPr/>
          <p:nvPr/>
        </p:nvSpPr>
        <p:spPr>
          <a:xfrm>
            <a:off x="9198865" y="3193536"/>
            <a:ext cx="85724" cy="393700"/>
          </a:xfrm>
          <a:custGeom>
            <a:rect b="b" l="l" r="r" t="t"/>
            <a:pathLst>
              <a:path extrusionOk="0" h="120000" w="120000">
                <a:moveTo>
                  <a:pt x="81600" y="97435"/>
                </a:moveTo>
                <a:cubicBezTo>
                  <a:pt x="57600" y="105641"/>
                  <a:pt x="33600" y="112820"/>
                  <a:pt x="0" y="118974"/>
                </a:cubicBezTo>
                <a:cubicBezTo>
                  <a:pt x="0" y="120000"/>
                  <a:pt x="0" y="120000"/>
                  <a:pt x="0" y="120000"/>
                </a:cubicBezTo>
                <a:cubicBezTo>
                  <a:pt x="33600" y="112820"/>
                  <a:pt x="57600" y="105641"/>
                  <a:pt x="81600" y="97435"/>
                </a:cubicBezTo>
                <a:moveTo>
                  <a:pt x="81600" y="97435"/>
                </a:moveTo>
                <a:cubicBezTo>
                  <a:pt x="81600" y="97435"/>
                  <a:pt x="81600" y="97435"/>
                  <a:pt x="81600" y="97435"/>
                </a:cubicBezTo>
                <a:cubicBezTo>
                  <a:pt x="81600" y="97435"/>
                  <a:pt x="81600" y="97435"/>
                  <a:pt x="81600" y="97435"/>
                </a:cubicBezTo>
                <a:moveTo>
                  <a:pt x="0" y="0"/>
                </a:moveTo>
                <a:cubicBezTo>
                  <a:pt x="0" y="0"/>
                  <a:pt x="0" y="0"/>
                  <a:pt x="0" y="0"/>
                </a:cubicBezTo>
                <a:cubicBezTo>
                  <a:pt x="52800" y="10256"/>
                  <a:pt x="91200" y="23589"/>
                  <a:pt x="110400" y="37948"/>
                </a:cubicBezTo>
                <a:cubicBezTo>
                  <a:pt x="110400" y="37948"/>
                  <a:pt x="110400" y="37948"/>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5200" y="45128"/>
                  <a:pt x="120000" y="49230"/>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35897"/>
                  <a:pt x="76800" y="15384"/>
                  <a:pt x="0" y="0"/>
                </a:cubicBezTo>
              </a:path>
            </a:pathLst>
          </a:custGeom>
          <a:solidFill>
            <a:srgbClr val="D3D1D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52"/>
          <p:cNvSpPr/>
          <p:nvPr/>
        </p:nvSpPr>
        <p:spPr>
          <a:xfrm>
            <a:off x="9198865" y="3193536"/>
            <a:ext cx="85724" cy="390524"/>
          </a:xfrm>
          <a:custGeom>
            <a:rect b="b" l="l" r="r" t="t"/>
            <a:pathLst>
              <a:path extrusionOk="0" h="120000" w="120000">
                <a:moveTo>
                  <a:pt x="96000" y="88965"/>
                </a:moveTo>
                <a:cubicBezTo>
                  <a:pt x="76800" y="101379"/>
                  <a:pt x="43200" y="111724"/>
                  <a:pt x="4800" y="120000"/>
                </a:cubicBezTo>
                <a:cubicBezTo>
                  <a:pt x="0" y="120000"/>
                  <a:pt x="0" y="120000"/>
                  <a:pt x="0" y="120000"/>
                </a:cubicBezTo>
                <a:cubicBezTo>
                  <a:pt x="0" y="120000"/>
                  <a:pt x="0" y="120000"/>
                  <a:pt x="0" y="120000"/>
                </a:cubicBezTo>
                <a:cubicBezTo>
                  <a:pt x="33600" y="113793"/>
                  <a:pt x="57600" y="106551"/>
                  <a:pt x="81600" y="98275"/>
                </a:cubicBezTo>
                <a:cubicBezTo>
                  <a:pt x="81600" y="98275"/>
                  <a:pt x="81600" y="98275"/>
                  <a:pt x="81600" y="98275"/>
                </a:cubicBezTo>
                <a:cubicBezTo>
                  <a:pt x="81600" y="98275"/>
                  <a:pt x="81600" y="98275"/>
                  <a:pt x="816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60000"/>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0" y="0"/>
                </a:moveTo>
                <a:cubicBezTo>
                  <a:pt x="0" y="1034"/>
                  <a:pt x="0" y="1034"/>
                  <a:pt x="0" y="1034"/>
                </a:cubicBezTo>
                <a:cubicBezTo>
                  <a:pt x="4800" y="1034"/>
                  <a:pt x="4800" y="1034"/>
                  <a:pt x="4800" y="1034"/>
                </a:cubicBezTo>
                <a:cubicBezTo>
                  <a:pt x="52800" y="11379"/>
                  <a:pt x="91200" y="23793"/>
                  <a:pt x="110400" y="38275"/>
                </a:cubicBezTo>
                <a:cubicBezTo>
                  <a:pt x="91200" y="23793"/>
                  <a:pt x="52800" y="10344"/>
                  <a:pt x="0" y="0"/>
                </a:cubicBezTo>
              </a:path>
            </a:pathLst>
          </a:custGeom>
          <a:solidFill>
            <a:srgbClr val="4D96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52"/>
          <p:cNvSpPr/>
          <p:nvPr/>
        </p:nvSpPr>
        <p:spPr>
          <a:xfrm>
            <a:off x="8370190" y="3122097"/>
            <a:ext cx="269874" cy="266699"/>
          </a:xfrm>
          <a:custGeom>
            <a:rect b="b" l="l" r="r" t="t"/>
            <a:pathLst>
              <a:path extrusionOk="0" h="120000" w="120000">
                <a:moveTo>
                  <a:pt x="0" y="0"/>
                </a:moveTo>
                <a:lnTo>
                  <a:pt x="0" y="0"/>
                </a:lnTo>
                <a:lnTo>
                  <a:pt x="120000" y="120000"/>
                </a:lnTo>
                <a:lnTo>
                  <a:pt x="120000" y="120000"/>
                </a:lnTo>
                <a:lnTo>
                  <a:pt x="0" y="0"/>
                </a:lnTo>
                <a:close/>
              </a:path>
            </a:pathLst>
          </a:custGeom>
          <a:solidFill>
            <a:srgbClr val="53A58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52"/>
          <p:cNvSpPr/>
          <p:nvPr/>
        </p:nvSpPr>
        <p:spPr>
          <a:xfrm>
            <a:off x="8370190" y="3122097"/>
            <a:ext cx="269874" cy="266699"/>
          </a:xfrm>
          <a:custGeom>
            <a:rect b="b" l="l" r="r" t="t"/>
            <a:pathLst>
              <a:path extrusionOk="0" h="120000" w="120000">
                <a:moveTo>
                  <a:pt x="0" y="0"/>
                </a:moveTo>
                <a:lnTo>
                  <a:pt x="0" y="0"/>
                </a:lnTo>
                <a:lnTo>
                  <a:pt x="120000" y="120000"/>
                </a:lnTo>
                <a:lnTo>
                  <a:pt x="120000" y="12000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52"/>
          <p:cNvSpPr/>
          <p:nvPr/>
        </p:nvSpPr>
        <p:spPr>
          <a:xfrm>
            <a:off x="8640065" y="3179247"/>
            <a:ext cx="212724" cy="209549"/>
          </a:xfrm>
          <a:custGeom>
            <a:rect b="b" l="l" r="r" t="t"/>
            <a:pathLst>
              <a:path extrusionOk="0" h="120000" w="120000">
                <a:moveTo>
                  <a:pt x="120000" y="0"/>
                </a:moveTo>
                <a:cubicBezTo>
                  <a:pt x="120000" y="0"/>
                  <a:pt x="118095" y="0"/>
                  <a:pt x="118095" y="1935"/>
                </a:cubicBezTo>
                <a:cubicBezTo>
                  <a:pt x="95238" y="23225"/>
                  <a:pt x="95238" y="23225"/>
                  <a:pt x="95238" y="23225"/>
                </a:cubicBezTo>
                <a:cubicBezTo>
                  <a:pt x="0" y="120000"/>
                  <a:pt x="0" y="120000"/>
                  <a:pt x="0" y="120000"/>
                </a:cubicBezTo>
                <a:cubicBezTo>
                  <a:pt x="0" y="120000"/>
                  <a:pt x="0" y="120000"/>
                  <a:pt x="0" y="120000"/>
                </a:cubicBezTo>
                <a:cubicBezTo>
                  <a:pt x="95238" y="23225"/>
                  <a:pt x="95238" y="23225"/>
                  <a:pt x="95238" y="23225"/>
                </a:cubicBezTo>
                <a:cubicBezTo>
                  <a:pt x="118095" y="1935"/>
                  <a:pt x="118095" y="1935"/>
                  <a:pt x="118095" y="1935"/>
                </a:cubicBezTo>
                <a:cubicBezTo>
                  <a:pt x="118095" y="0"/>
                  <a:pt x="120000" y="0"/>
                  <a:pt x="120000" y="0"/>
                </a:cubicBezTo>
              </a:path>
            </a:pathLst>
          </a:custGeom>
          <a:solidFill>
            <a:srgbClr val="4989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52"/>
          <p:cNvSpPr/>
          <p:nvPr/>
        </p:nvSpPr>
        <p:spPr>
          <a:xfrm>
            <a:off x="8370190" y="3388797"/>
            <a:ext cx="269874" cy="269874"/>
          </a:xfrm>
          <a:custGeom>
            <a:rect b="b" l="l" r="r" t="t"/>
            <a:pathLst>
              <a:path extrusionOk="0" h="120000" w="120000">
                <a:moveTo>
                  <a:pt x="120000" y="0"/>
                </a:moveTo>
                <a:lnTo>
                  <a:pt x="120000" y="0"/>
                </a:lnTo>
                <a:lnTo>
                  <a:pt x="0" y="120000"/>
                </a:lnTo>
                <a:lnTo>
                  <a:pt x="0" y="120000"/>
                </a:lnTo>
                <a:lnTo>
                  <a:pt x="120000" y="0"/>
                </a:lnTo>
                <a:lnTo>
                  <a:pt x="120000" y="0"/>
                </a:lnTo>
                <a:close/>
              </a:path>
            </a:pathLst>
          </a:custGeom>
          <a:solidFill>
            <a:srgbClr val="53A58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8" name="Google Shape;478;p52"/>
          <p:cNvSpPr/>
          <p:nvPr/>
        </p:nvSpPr>
        <p:spPr>
          <a:xfrm>
            <a:off x="8370190" y="3388797"/>
            <a:ext cx="269874" cy="269874"/>
          </a:xfrm>
          <a:custGeom>
            <a:rect b="b" l="l" r="r" t="t"/>
            <a:pathLst>
              <a:path extrusionOk="0" h="120000" w="120000">
                <a:moveTo>
                  <a:pt x="120000" y="0"/>
                </a:moveTo>
                <a:lnTo>
                  <a:pt x="120000" y="0"/>
                </a:lnTo>
                <a:lnTo>
                  <a:pt x="0" y="120000"/>
                </a:lnTo>
                <a:lnTo>
                  <a:pt x="0" y="120000"/>
                </a:lnTo>
                <a:lnTo>
                  <a:pt x="120000" y="0"/>
                </a:lnTo>
                <a:lnTo>
                  <a:pt x="12000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9" name="Google Shape;479;p52"/>
          <p:cNvSpPr/>
          <p:nvPr/>
        </p:nvSpPr>
        <p:spPr>
          <a:xfrm>
            <a:off x="8736902" y="3488811"/>
            <a:ext cx="280987" cy="169863"/>
          </a:xfrm>
          <a:custGeom>
            <a:rect b="b" l="l" r="r" t="t"/>
            <a:pathLst>
              <a:path extrusionOk="0" h="120000" w="120000">
                <a:moveTo>
                  <a:pt x="119999" y="120000"/>
                </a:moveTo>
                <a:cubicBezTo>
                  <a:pt x="119999" y="120000"/>
                  <a:pt x="119999" y="120000"/>
                  <a:pt x="119999" y="120000"/>
                </a:cubicBezTo>
                <a:cubicBezTo>
                  <a:pt x="119999" y="120000"/>
                  <a:pt x="119999" y="120000"/>
                  <a:pt x="119999" y="120000"/>
                </a:cubicBezTo>
                <a:moveTo>
                  <a:pt x="0" y="0"/>
                </a:moveTo>
                <a:cubicBezTo>
                  <a:pt x="30361" y="50400"/>
                  <a:pt x="30361" y="50400"/>
                  <a:pt x="30361" y="50400"/>
                </a:cubicBezTo>
                <a:cubicBezTo>
                  <a:pt x="47710" y="76800"/>
                  <a:pt x="47710" y="76800"/>
                  <a:pt x="47710" y="76800"/>
                </a:cubicBezTo>
                <a:cubicBezTo>
                  <a:pt x="52048" y="84000"/>
                  <a:pt x="57831" y="91200"/>
                  <a:pt x="63614" y="96000"/>
                </a:cubicBezTo>
                <a:cubicBezTo>
                  <a:pt x="57831" y="91200"/>
                  <a:pt x="52048" y="84000"/>
                  <a:pt x="47710" y="76800"/>
                </a:cubicBezTo>
                <a:cubicBezTo>
                  <a:pt x="30361" y="50400"/>
                  <a:pt x="30361" y="50400"/>
                  <a:pt x="30361" y="50400"/>
                </a:cubicBezTo>
                <a:cubicBezTo>
                  <a:pt x="0" y="0"/>
                  <a:pt x="0" y="0"/>
                  <a:pt x="0" y="0"/>
                </a:cubicBezTo>
              </a:path>
            </a:pathLst>
          </a:custGeom>
          <a:solidFill>
            <a:srgbClr val="4989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0" name="Google Shape;480;p52"/>
          <p:cNvSpPr/>
          <p:nvPr/>
        </p:nvSpPr>
        <p:spPr>
          <a:xfrm>
            <a:off x="8979790" y="2194998"/>
            <a:ext cx="85724" cy="195263"/>
          </a:xfrm>
          <a:custGeom>
            <a:rect b="b" l="l" r="r" t="t"/>
            <a:pathLst>
              <a:path extrusionOk="0" h="120000" w="120000">
                <a:moveTo>
                  <a:pt x="120000" y="0"/>
                </a:moveTo>
                <a:cubicBezTo>
                  <a:pt x="43200" y="28965"/>
                  <a:pt x="0" y="72413"/>
                  <a:pt x="0" y="120000"/>
                </a:cubicBezTo>
                <a:cubicBezTo>
                  <a:pt x="0" y="120000"/>
                  <a:pt x="0" y="120000"/>
                  <a:pt x="0" y="120000"/>
                </a:cubicBezTo>
                <a:cubicBezTo>
                  <a:pt x="0" y="120000"/>
                  <a:pt x="0" y="120000"/>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7586"/>
                  <a:pt x="0" y="107586"/>
                </a:cubicBezTo>
                <a:cubicBezTo>
                  <a:pt x="0" y="107586"/>
                  <a:pt x="0" y="107586"/>
                  <a:pt x="0" y="107586"/>
                </a:cubicBezTo>
                <a:cubicBezTo>
                  <a:pt x="0" y="97241"/>
                  <a:pt x="4800" y="84827"/>
                  <a:pt x="14400" y="74482"/>
                </a:cubicBezTo>
                <a:cubicBezTo>
                  <a:pt x="14400" y="74482"/>
                  <a:pt x="14400" y="74482"/>
                  <a:pt x="14400" y="74482"/>
                </a:cubicBezTo>
                <a:cubicBezTo>
                  <a:pt x="14400" y="74482"/>
                  <a:pt x="14400" y="74482"/>
                  <a:pt x="14400" y="74482"/>
                </a:cubicBezTo>
                <a:cubicBezTo>
                  <a:pt x="14400" y="74482"/>
                  <a:pt x="14400" y="74482"/>
                  <a:pt x="14400" y="74482"/>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33600" y="43448"/>
                  <a:pt x="72000" y="18620"/>
                  <a:pt x="120000" y="0"/>
                </a:cubicBezTo>
                <a:cubicBezTo>
                  <a:pt x="120000" y="0"/>
                  <a:pt x="120000" y="0"/>
                  <a:pt x="120000" y="0"/>
                </a:cubicBezTo>
              </a:path>
            </a:pathLst>
          </a:custGeom>
          <a:solidFill>
            <a:srgbClr val="D3D1D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1" name="Google Shape;481;p52"/>
          <p:cNvSpPr/>
          <p:nvPr/>
        </p:nvSpPr>
        <p:spPr>
          <a:xfrm>
            <a:off x="8979790" y="2194998"/>
            <a:ext cx="85724" cy="195263"/>
          </a:xfrm>
          <a:custGeom>
            <a:rect b="b" l="l" r="r" t="t"/>
            <a:pathLst>
              <a:path extrusionOk="0" h="120000" w="120000">
                <a:moveTo>
                  <a:pt x="0" y="117931"/>
                </a:moveTo>
                <a:cubicBezTo>
                  <a:pt x="0" y="120000"/>
                  <a:pt x="0" y="120000"/>
                  <a:pt x="0" y="120000"/>
                </a:cubicBezTo>
                <a:cubicBezTo>
                  <a:pt x="0" y="120000"/>
                  <a:pt x="0" y="120000"/>
                  <a:pt x="0" y="120000"/>
                </a:cubicBezTo>
                <a:cubicBezTo>
                  <a:pt x="0" y="120000"/>
                  <a:pt x="0" y="120000"/>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5862"/>
                </a:moveTo>
                <a:cubicBezTo>
                  <a:pt x="0" y="115862"/>
                  <a:pt x="0" y="117931"/>
                  <a:pt x="0" y="117931"/>
                </a:cubicBezTo>
                <a:cubicBezTo>
                  <a:pt x="0" y="117931"/>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3793"/>
                </a:moveTo>
                <a:cubicBezTo>
                  <a:pt x="0" y="113793"/>
                  <a:pt x="0" y="113793"/>
                  <a:pt x="0" y="115862"/>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7586"/>
                </a:moveTo>
                <a:cubicBezTo>
                  <a:pt x="0" y="107586"/>
                  <a:pt x="0" y="107586"/>
                  <a:pt x="0" y="107586"/>
                </a:cubicBezTo>
                <a:cubicBezTo>
                  <a:pt x="0" y="107586"/>
                  <a:pt x="0" y="107586"/>
                  <a:pt x="0" y="107586"/>
                </a:cubicBezTo>
                <a:moveTo>
                  <a:pt x="14400" y="74482"/>
                </a:moveTo>
                <a:cubicBezTo>
                  <a:pt x="14400" y="74482"/>
                  <a:pt x="14400" y="74482"/>
                  <a:pt x="14400" y="74482"/>
                </a:cubicBezTo>
                <a:cubicBezTo>
                  <a:pt x="14400" y="74482"/>
                  <a:pt x="14400" y="74482"/>
                  <a:pt x="14400" y="74482"/>
                </a:cubicBezTo>
                <a:moveTo>
                  <a:pt x="14400" y="74482"/>
                </a:moveTo>
                <a:cubicBezTo>
                  <a:pt x="14400" y="74482"/>
                  <a:pt x="14400" y="74482"/>
                  <a:pt x="14400" y="74482"/>
                </a:cubicBezTo>
                <a:cubicBezTo>
                  <a:pt x="14400" y="74482"/>
                  <a:pt x="14400" y="74482"/>
                  <a:pt x="14400" y="74482"/>
                </a:cubicBezTo>
                <a:moveTo>
                  <a:pt x="14400" y="72413"/>
                </a:moveTo>
                <a:cubicBezTo>
                  <a:pt x="14400" y="72413"/>
                  <a:pt x="14400" y="72413"/>
                  <a:pt x="14400" y="72413"/>
                </a:cubicBezTo>
                <a:cubicBezTo>
                  <a:pt x="14400" y="72413"/>
                  <a:pt x="14400" y="72413"/>
                  <a:pt x="14400" y="72413"/>
                </a:cubicBezTo>
                <a:moveTo>
                  <a:pt x="14400" y="72413"/>
                </a:moveTo>
                <a:cubicBezTo>
                  <a:pt x="14400" y="72413"/>
                  <a:pt x="14400" y="72413"/>
                  <a:pt x="14400" y="72413"/>
                </a:cubicBezTo>
                <a:cubicBezTo>
                  <a:pt x="14400" y="72413"/>
                  <a:pt x="14400" y="72413"/>
                  <a:pt x="14400" y="72413"/>
                </a:cubicBezTo>
                <a:moveTo>
                  <a:pt x="120000" y="0"/>
                </a:moveTo>
                <a:cubicBezTo>
                  <a:pt x="72000" y="18620"/>
                  <a:pt x="33600" y="43448"/>
                  <a:pt x="14400" y="72413"/>
                </a:cubicBezTo>
                <a:cubicBezTo>
                  <a:pt x="33600" y="45517"/>
                  <a:pt x="67200" y="20689"/>
                  <a:pt x="115200" y="0"/>
                </a:cubicBezTo>
                <a:cubicBezTo>
                  <a:pt x="120000" y="0"/>
                  <a:pt x="120000" y="0"/>
                  <a:pt x="120000" y="0"/>
                </a:cubicBezTo>
                <a:cubicBezTo>
                  <a:pt x="120000" y="0"/>
                  <a:pt x="120000" y="0"/>
                  <a:pt x="120000" y="0"/>
                </a:cubicBezTo>
              </a:path>
            </a:pathLst>
          </a:custGeom>
          <a:solidFill>
            <a:srgbClr val="C149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2" name="Google Shape;482;p52"/>
          <p:cNvSpPr/>
          <p:nvPr/>
        </p:nvSpPr>
        <p:spPr>
          <a:xfrm>
            <a:off x="9006777" y="2507736"/>
            <a:ext cx="58738" cy="77788"/>
          </a:xfrm>
          <a:custGeom>
            <a:rect b="b" l="l" r="r" t="t"/>
            <a:pathLst>
              <a:path extrusionOk="0" h="120000" w="120000">
                <a:moveTo>
                  <a:pt x="0" y="0"/>
                </a:moveTo>
                <a:cubicBezTo>
                  <a:pt x="28235" y="46956"/>
                  <a:pt x="70588" y="83478"/>
                  <a:pt x="120000" y="120000"/>
                </a:cubicBezTo>
                <a:cubicBezTo>
                  <a:pt x="120000" y="120000"/>
                  <a:pt x="120000" y="120000"/>
                  <a:pt x="120000" y="120000"/>
                </a:cubicBezTo>
                <a:cubicBezTo>
                  <a:pt x="70588" y="83478"/>
                  <a:pt x="28235" y="46956"/>
                  <a:pt x="0" y="0"/>
                </a:cubicBezTo>
                <a:moveTo>
                  <a:pt x="0" y="0"/>
                </a:moveTo>
                <a:cubicBezTo>
                  <a:pt x="0" y="0"/>
                  <a:pt x="0" y="0"/>
                  <a:pt x="0" y="0"/>
                </a:cubicBezTo>
                <a:cubicBezTo>
                  <a:pt x="0" y="0"/>
                  <a:pt x="0" y="0"/>
                  <a:pt x="0" y="0"/>
                </a:cubicBezTo>
              </a:path>
            </a:pathLst>
          </a:custGeom>
          <a:solidFill>
            <a:srgbClr val="D3D1D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3" name="Google Shape;483;p52"/>
          <p:cNvSpPr/>
          <p:nvPr/>
        </p:nvSpPr>
        <p:spPr>
          <a:xfrm>
            <a:off x="8997252" y="2485511"/>
            <a:ext cx="68263" cy="100013"/>
          </a:xfrm>
          <a:custGeom>
            <a:rect b="b" l="l" r="r" t="t"/>
            <a:pathLst>
              <a:path extrusionOk="0" h="120000" w="120000">
                <a:moveTo>
                  <a:pt x="0" y="0"/>
                </a:moveTo>
                <a:cubicBezTo>
                  <a:pt x="6000" y="12000"/>
                  <a:pt x="12000" y="20000"/>
                  <a:pt x="18000" y="28000"/>
                </a:cubicBezTo>
                <a:cubicBezTo>
                  <a:pt x="18000" y="28000"/>
                  <a:pt x="18000" y="28000"/>
                  <a:pt x="18000" y="28000"/>
                </a:cubicBezTo>
                <a:cubicBezTo>
                  <a:pt x="18000" y="28000"/>
                  <a:pt x="18000" y="28000"/>
                  <a:pt x="18000" y="28000"/>
                </a:cubicBezTo>
                <a:cubicBezTo>
                  <a:pt x="42000" y="64000"/>
                  <a:pt x="78000" y="92000"/>
                  <a:pt x="120000" y="120000"/>
                </a:cubicBezTo>
                <a:cubicBezTo>
                  <a:pt x="120000" y="120000"/>
                  <a:pt x="120000" y="120000"/>
                  <a:pt x="120000" y="120000"/>
                </a:cubicBezTo>
                <a:cubicBezTo>
                  <a:pt x="114000" y="116000"/>
                  <a:pt x="114000" y="116000"/>
                  <a:pt x="114000" y="116000"/>
                </a:cubicBezTo>
                <a:cubicBezTo>
                  <a:pt x="66000" y="84000"/>
                  <a:pt x="24000" y="44000"/>
                  <a:pt x="0" y="0"/>
                </a:cubicBezTo>
              </a:path>
            </a:pathLst>
          </a:custGeom>
          <a:solidFill>
            <a:srgbClr val="C149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4" name="Google Shape;484;p52"/>
          <p:cNvSpPr/>
          <p:nvPr/>
        </p:nvSpPr>
        <p:spPr>
          <a:xfrm>
            <a:off x="9624315" y="2120385"/>
            <a:ext cx="269874" cy="269874"/>
          </a:xfrm>
          <a:custGeom>
            <a:rect b="b" l="l" r="r" t="t"/>
            <a:pathLst>
              <a:path extrusionOk="0" h="120000" w="120000">
                <a:moveTo>
                  <a:pt x="120000" y="0"/>
                </a:moveTo>
                <a:lnTo>
                  <a:pt x="120000" y="0"/>
                </a:lnTo>
                <a:lnTo>
                  <a:pt x="0" y="120000"/>
                </a:lnTo>
                <a:lnTo>
                  <a:pt x="0" y="120000"/>
                </a:lnTo>
                <a:lnTo>
                  <a:pt x="120000" y="0"/>
                </a:lnTo>
                <a:close/>
              </a:path>
            </a:pathLst>
          </a:custGeom>
          <a:solidFill>
            <a:srgbClr val="D54F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p52"/>
          <p:cNvSpPr/>
          <p:nvPr/>
        </p:nvSpPr>
        <p:spPr>
          <a:xfrm>
            <a:off x="9624315" y="2120385"/>
            <a:ext cx="269874" cy="269874"/>
          </a:xfrm>
          <a:custGeom>
            <a:rect b="b" l="l" r="r" t="t"/>
            <a:pathLst>
              <a:path extrusionOk="0" h="120000" w="120000">
                <a:moveTo>
                  <a:pt x="120000" y="0"/>
                </a:moveTo>
                <a:lnTo>
                  <a:pt x="120000" y="0"/>
                </a:lnTo>
                <a:lnTo>
                  <a:pt x="0" y="120000"/>
                </a:lnTo>
                <a:lnTo>
                  <a:pt x="0" y="120000"/>
                </a:lnTo>
                <a:lnTo>
                  <a:pt x="12000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6" name="Google Shape;486;p52"/>
          <p:cNvSpPr/>
          <p:nvPr/>
        </p:nvSpPr>
        <p:spPr>
          <a:xfrm>
            <a:off x="9411590" y="2177535"/>
            <a:ext cx="212724" cy="212724"/>
          </a:xfrm>
          <a:custGeom>
            <a:rect b="b" l="l" r="r" t="t"/>
            <a:pathLst>
              <a:path extrusionOk="0" h="120000" w="120000">
                <a:moveTo>
                  <a:pt x="0" y="0"/>
                </a:moveTo>
                <a:cubicBezTo>
                  <a:pt x="0" y="0"/>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2857"/>
                  <a:pt x="24761" y="22857"/>
                  <a:pt x="24761" y="22857"/>
                </a:cubicBezTo>
                <a:cubicBezTo>
                  <a:pt x="1904" y="1904"/>
                  <a:pt x="1904" y="1904"/>
                  <a:pt x="1904" y="1904"/>
                </a:cubicBezTo>
                <a:cubicBezTo>
                  <a:pt x="1904" y="1904"/>
                  <a:pt x="0" y="0"/>
                  <a:pt x="0" y="0"/>
                </a:cubicBezTo>
              </a:path>
            </a:pathLst>
          </a:custGeom>
          <a:solidFill>
            <a:srgbClr val="B1443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52"/>
          <p:cNvSpPr/>
          <p:nvPr/>
        </p:nvSpPr>
        <p:spPr>
          <a:xfrm>
            <a:off x="9624315" y="2390261"/>
            <a:ext cx="269874" cy="266699"/>
          </a:xfrm>
          <a:custGeom>
            <a:rect b="b" l="l" r="r" t="t"/>
            <a:pathLst>
              <a:path extrusionOk="0" h="120000" w="120000">
                <a:moveTo>
                  <a:pt x="0" y="0"/>
                </a:moveTo>
                <a:lnTo>
                  <a:pt x="0" y="0"/>
                </a:lnTo>
                <a:lnTo>
                  <a:pt x="120000" y="120000"/>
                </a:lnTo>
                <a:lnTo>
                  <a:pt x="120000" y="120000"/>
                </a:lnTo>
                <a:lnTo>
                  <a:pt x="0" y="0"/>
                </a:lnTo>
                <a:close/>
              </a:path>
            </a:pathLst>
          </a:custGeom>
          <a:solidFill>
            <a:srgbClr val="D54F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8" name="Google Shape;488;p52"/>
          <p:cNvSpPr/>
          <p:nvPr/>
        </p:nvSpPr>
        <p:spPr>
          <a:xfrm>
            <a:off x="9624315" y="2390261"/>
            <a:ext cx="269874" cy="266699"/>
          </a:xfrm>
          <a:custGeom>
            <a:rect b="b" l="l" r="r" t="t"/>
            <a:pathLst>
              <a:path extrusionOk="0" h="120000" w="120000">
                <a:moveTo>
                  <a:pt x="0" y="0"/>
                </a:moveTo>
                <a:lnTo>
                  <a:pt x="0" y="0"/>
                </a:lnTo>
                <a:lnTo>
                  <a:pt x="120000" y="120000"/>
                </a:lnTo>
                <a:lnTo>
                  <a:pt x="120000" y="12000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52"/>
          <p:cNvSpPr/>
          <p:nvPr/>
        </p:nvSpPr>
        <p:spPr>
          <a:xfrm>
            <a:off x="9246490" y="2485511"/>
            <a:ext cx="284162" cy="171449"/>
          </a:xfrm>
          <a:custGeom>
            <a:rect b="b" l="l" r="r" t="t"/>
            <a:pathLst>
              <a:path extrusionOk="0" h="120000" w="120000">
                <a:moveTo>
                  <a:pt x="0" y="120000"/>
                </a:moveTo>
                <a:cubicBezTo>
                  <a:pt x="0" y="120000"/>
                  <a:pt x="0" y="120000"/>
                  <a:pt x="0" y="120000"/>
                </a:cubicBezTo>
                <a:cubicBezTo>
                  <a:pt x="0" y="120000"/>
                  <a:pt x="0" y="120000"/>
                  <a:pt x="0" y="120000"/>
                </a:cubicBezTo>
                <a:moveTo>
                  <a:pt x="120000" y="0"/>
                </a:moveTo>
                <a:cubicBezTo>
                  <a:pt x="88571" y="51764"/>
                  <a:pt x="88571" y="51764"/>
                  <a:pt x="88571" y="51764"/>
                </a:cubicBezTo>
                <a:cubicBezTo>
                  <a:pt x="71428" y="77647"/>
                  <a:pt x="71428" y="77647"/>
                  <a:pt x="71428" y="77647"/>
                </a:cubicBezTo>
                <a:cubicBezTo>
                  <a:pt x="67142" y="84705"/>
                  <a:pt x="62857" y="89411"/>
                  <a:pt x="57142" y="94117"/>
                </a:cubicBezTo>
                <a:cubicBezTo>
                  <a:pt x="62857" y="89411"/>
                  <a:pt x="67142" y="84705"/>
                  <a:pt x="71428" y="77647"/>
                </a:cubicBezTo>
                <a:cubicBezTo>
                  <a:pt x="88571" y="51764"/>
                  <a:pt x="88571" y="51764"/>
                  <a:pt x="88571" y="51764"/>
                </a:cubicBezTo>
                <a:cubicBezTo>
                  <a:pt x="120000" y="0"/>
                  <a:pt x="120000" y="0"/>
                  <a:pt x="120000" y="0"/>
                </a:cubicBezTo>
              </a:path>
            </a:pathLst>
          </a:custGeom>
          <a:solidFill>
            <a:srgbClr val="B1443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0" name="Google Shape;490;p52"/>
          <p:cNvSpPr/>
          <p:nvPr/>
        </p:nvSpPr>
        <p:spPr>
          <a:xfrm>
            <a:off x="8979790" y="4193661"/>
            <a:ext cx="85724" cy="392112"/>
          </a:xfrm>
          <a:custGeom>
            <a:rect b="b" l="l" r="r" t="t"/>
            <a:pathLst>
              <a:path extrusionOk="0" h="120000" w="120000">
                <a:moveTo>
                  <a:pt x="38400" y="96206"/>
                </a:moveTo>
                <a:cubicBezTo>
                  <a:pt x="57600" y="105517"/>
                  <a:pt x="86400" y="113793"/>
                  <a:pt x="120000" y="120000"/>
                </a:cubicBezTo>
                <a:cubicBezTo>
                  <a:pt x="120000" y="120000"/>
                  <a:pt x="120000" y="120000"/>
                  <a:pt x="120000" y="120000"/>
                </a:cubicBezTo>
                <a:cubicBezTo>
                  <a:pt x="86400" y="112758"/>
                  <a:pt x="57600" y="105517"/>
                  <a:pt x="38400" y="96206"/>
                </a:cubicBezTo>
                <a:moveTo>
                  <a:pt x="38400" y="96206"/>
                </a:moveTo>
                <a:cubicBezTo>
                  <a:pt x="38400" y="96206"/>
                  <a:pt x="38400" y="96206"/>
                  <a:pt x="38400" y="96206"/>
                </a:cubicBezTo>
                <a:cubicBezTo>
                  <a:pt x="38400" y="96206"/>
                  <a:pt x="38400" y="96206"/>
                  <a:pt x="38400" y="96206"/>
                </a:cubicBezTo>
                <a:moveTo>
                  <a:pt x="120000" y="0"/>
                </a:moveTo>
                <a:cubicBezTo>
                  <a:pt x="43200" y="14482"/>
                  <a:pt x="0" y="36206"/>
                  <a:pt x="0" y="60000"/>
                </a:cubicBezTo>
                <a:cubicBezTo>
                  <a:pt x="0" y="60000"/>
                  <a:pt x="0" y="60000"/>
                  <a:pt x="0" y="60000"/>
                </a:cubicBezTo>
                <a:cubicBezTo>
                  <a:pt x="0" y="60000"/>
                  <a:pt x="0" y="60000"/>
                  <a:pt x="0" y="60000"/>
                </a:cubicBezTo>
                <a:cubicBezTo>
                  <a:pt x="0" y="60000"/>
                  <a:pt x="0" y="60000"/>
                  <a:pt x="0" y="60000"/>
                </a:cubicBezTo>
                <a:cubicBezTo>
                  <a:pt x="0" y="60000"/>
                  <a:pt x="0" y="60000"/>
                  <a:pt x="0" y="60000"/>
                </a:cubicBezTo>
                <a:cubicBezTo>
                  <a:pt x="0" y="60000"/>
                  <a:pt x="0" y="60000"/>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4827"/>
                  <a:pt x="0" y="54827"/>
                  <a:pt x="0" y="54827"/>
                </a:cubicBezTo>
                <a:cubicBezTo>
                  <a:pt x="0" y="54827"/>
                  <a:pt x="0" y="54827"/>
                  <a:pt x="0" y="54827"/>
                </a:cubicBezTo>
                <a:cubicBezTo>
                  <a:pt x="0" y="54827"/>
                  <a:pt x="0" y="54827"/>
                  <a:pt x="0" y="54827"/>
                </a:cubicBezTo>
                <a:cubicBezTo>
                  <a:pt x="0" y="54827"/>
                  <a:pt x="0" y="54827"/>
                  <a:pt x="0" y="54827"/>
                </a:cubicBezTo>
                <a:cubicBezTo>
                  <a:pt x="0" y="48620"/>
                  <a:pt x="4800" y="41379"/>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9200" y="35172"/>
                  <a:pt x="19200" y="35172"/>
                  <a:pt x="19200" y="35172"/>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38400" y="20689"/>
                  <a:pt x="72000" y="9310"/>
                  <a:pt x="120000" y="0"/>
                </a:cubicBezTo>
                <a:cubicBezTo>
                  <a:pt x="120000" y="0"/>
                  <a:pt x="120000" y="0"/>
                  <a:pt x="120000" y="0"/>
                </a:cubicBezTo>
              </a:path>
            </a:pathLst>
          </a:custGeom>
          <a:solidFill>
            <a:srgbClr val="D3D1D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52"/>
          <p:cNvSpPr/>
          <p:nvPr/>
        </p:nvSpPr>
        <p:spPr>
          <a:xfrm>
            <a:off x="8979790" y="4193661"/>
            <a:ext cx="85724" cy="392112"/>
          </a:xfrm>
          <a:custGeom>
            <a:rect b="b" l="l" r="r" t="t"/>
            <a:pathLst>
              <a:path extrusionOk="0" h="120000" w="120000">
                <a:moveTo>
                  <a:pt x="24000" y="88965"/>
                </a:moveTo>
                <a:cubicBezTo>
                  <a:pt x="28800" y="92068"/>
                  <a:pt x="33600" y="94137"/>
                  <a:pt x="38400" y="96206"/>
                </a:cubicBezTo>
                <a:cubicBezTo>
                  <a:pt x="38400" y="96206"/>
                  <a:pt x="38400" y="96206"/>
                  <a:pt x="38400" y="96206"/>
                </a:cubicBezTo>
                <a:cubicBezTo>
                  <a:pt x="38400" y="96206"/>
                  <a:pt x="38400" y="96206"/>
                  <a:pt x="38400" y="96206"/>
                </a:cubicBezTo>
                <a:cubicBezTo>
                  <a:pt x="57600" y="105517"/>
                  <a:pt x="86400" y="112758"/>
                  <a:pt x="120000" y="120000"/>
                </a:cubicBezTo>
                <a:cubicBezTo>
                  <a:pt x="120000" y="120000"/>
                  <a:pt x="120000" y="120000"/>
                  <a:pt x="120000" y="120000"/>
                </a:cubicBezTo>
                <a:cubicBezTo>
                  <a:pt x="115200" y="120000"/>
                  <a:pt x="115200" y="120000"/>
                  <a:pt x="115200" y="120000"/>
                </a:cubicBezTo>
                <a:cubicBezTo>
                  <a:pt x="76800" y="111724"/>
                  <a:pt x="43200" y="101379"/>
                  <a:pt x="24000" y="88965"/>
                </a:cubicBezTo>
                <a:moveTo>
                  <a:pt x="0" y="60000"/>
                </a:moveTo>
                <a:cubicBezTo>
                  <a:pt x="0" y="60000"/>
                  <a:pt x="0" y="60000"/>
                  <a:pt x="0" y="60000"/>
                </a:cubicBezTo>
                <a:cubicBezTo>
                  <a:pt x="0" y="60000"/>
                  <a:pt x="0" y="60000"/>
                  <a:pt x="0" y="60000"/>
                </a:cubicBezTo>
                <a:cubicBezTo>
                  <a:pt x="0" y="60000"/>
                  <a:pt x="0" y="60000"/>
                  <a:pt x="0" y="60000"/>
                </a:cubicBezTo>
                <a:moveTo>
                  <a:pt x="0" y="60000"/>
                </a:moveTo>
                <a:cubicBezTo>
                  <a:pt x="0" y="60000"/>
                  <a:pt x="0" y="60000"/>
                  <a:pt x="0" y="60000"/>
                </a:cubicBezTo>
                <a:cubicBezTo>
                  <a:pt x="0" y="60000"/>
                  <a:pt x="0" y="60000"/>
                  <a:pt x="0" y="60000"/>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4827"/>
                </a:moveTo>
                <a:cubicBezTo>
                  <a:pt x="0" y="54827"/>
                  <a:pt x="0" y="54827"/>
                  <a:pt x="0" y="54827"/>
                </a:cubicBezTo>
                <a:cubicBezTo>
                  <a:pt x="0" y="54827"/>
                  <a:pt x="0" y="54827"/>
                  <a:pt x="0" y="54827"/>
                </a:cubicBezTo>
                <a:moveTo>
                  <a:pt x="0" y="54827"/>
                </a:moveTo>
                <a:cubicBezTo>
                  <a:pt x="0" y="54827"/>
                  <a:pt x="0" y="54827"/>
                  <a:pt x="0" y="54827"/>
                </a:cubicBezTo>
                <a:cubicBezTo>
                  <a:pt x="0" y="54827"/>
                  <a:pt x="0" y="54827"/>
                  <a:pt x="0" y="54827"/>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9200" y="35172"/>
                </a:moveTo>
                <a:cubicBezTo>
                  <a:pt x="19200" y="35172"/>
                  <a:pt x="19200" y="35172"/>
                  <a:pt x="14400" y="35172"/>
                </a:cubicBezTo>
                <a:cubicBezTo>
                  <a:pt x="19200" y="35172"/>
                  <a:pt x="19200" y="35172"/>
                  <a:pt x="19200" y="35172"/>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20000" y="0"/>
                </a:moveTo>
                <a:cubicBezTo>
                  <a:pt x="72000" y="9310"/>
                  <a:pt x="38400" y="20689"/>
                  <a:pt x="19200" y="34137"/>
                </a:cubicBezTo>
                <a:cubicBezTo>
                  <a:pt x="38400" y="20689"/>
                  <a:pt x="72000" y="9310"/>
                  <a:pt x="115200" y="0"/>
                </a:cubicBezTo>
                <a:cubicBezTo>
                  <a:pt x="120000" y="0"/>
                  <a:pt x="120000" y="0"/>
                  <a:pt x="120000" y="0"/>
                </a:cubicBezTo>
                <a:cubicBezTo>
                  <a:pt x="120000" y="0"/>
                  <a:pt x="120000" y="0"/>
                  <a:pt x="120000" y="0"/>
                </a:cubicBezTo>
              </a:path>
            </a:pathLst>
          </a:custGeom>
          <a:solidFill>
            <a:srgbClr val="8EAA4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2" name="Google Shape;492;p52"/>
          <p:cNvSpPr/>
          <p:nvPr/>
        </p:nvSpPr>
        <p:spPr>
          <a:xfrm>
            <a:off x="9624315" y="4123811"/>
            <a:ext cx="269874" cy="266699"/>
          </a:xfrm>
          <a:custGeom>
            <a:rect b="b" l="l" r="r" t="t"/>
            <a:pathLst>
              <a:path extrusionOk="0" h="120000" w="120000">
                <a:moveTo>
                  <a:pt x="120000" y="0"/>
                </a:moveTo>
                <a:lnTo>
                  <a:pt x="120000" y="0"/>
                </a:lnTo>
                <a:lnTo>
                  <a:pt x="0" y="120000"/>
                </a:lnTo>
                <a:lnTo>
                  <a:pt x="0" y="120000"/>
                </a:lnTo>
                <a:lnTo>
                  <a:pt x="120000" y="0"/>
                </a:lnTo>
                <a:close/>
              </a:path>
            </a:pathLst>
          </a:custGeom>
          <a:solidFill>
            <a:srgbClr val="9BBB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3" name="Google Shape;493;p52"/>
          <p:cNvSpPr/>
          <p:nvPr/>
        </p:nvSpPr>
        <p:spPr>
          <a:xfrm>
            <a:off x="9624315" y="4123811"/>
            <a:ext cx="269874" cy="266699"/>
          </a:xfrm>
          <a:custGeom>
            <a:rect b="b" l="l" r="r" t="t"/>
            <a:pathLst>
              <a:path extrusionOk="0" h="120000" w="120000">
                <a:moveTo>
                  <a:pt x="120000" y="0"/>
                </a:moveTo>
                <a:lnTo>
                  <a:pt x="120000" y="0"/>
                </a:lnTo>
                <a:lnTo>
                  <a:pt x="0" y="120000"/>
                </a:lnTo>
                <a:lnTo>
                  <a:pt x="0" y="120000"/>
                </a:lnTo>
                <a:lnTo>
                  <a:pt x="12000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4" name="Google Shape;494;p52"/>
          <p:cNvSpPr/>
          <p:nvPr/>
        </p:nvSpPr>
        <p:spPr>
          <a:xfrm>
            <a:off x="9411590" y="4177786"/>
            <a:ext cx="212724" cy="212724"/>
          </a:xfrm>
          <a:custGeom>
            <a:rect b="b" l="l" r="r" t="t"/>
            <a:pathLst>
              <a:path extrusionOk="0" h="120000" w="120000">
                <a:moveTo>
                  <a:pt x="0" y="0"/>
                </a:moveTo>
                <a:cubicBezTo>
                  <a:pt x="0" y="1904"/>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4761"/>
                  <a:pt x="24761" y="24761"/>
                  <a:pt x="24761" y="24761"/>
                </a:cubicBezTo>
                <a:cubicBezTo>
                  <a:pt x="1904" y="3809"/>
                  <a:pt x="1904" y="3809"/>
                  <a:pt x="1904" y="3809"/>
                </a:cubicBezTo>
                <a:cubicBezTo>
                  <a:pt x="1904" y="1904"/>
                  <a:pt x="0" y="1904"/>
                  <a:pt x="0" y="0"/>
                </a:cubicBezTo>
              </a:path>
            </a:pathLst>
          </a:custGeom>
          <a:solidFill>
            <a:srgbClr val="839B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52"/>
          <p:cNvSpPr/>
          <p:nvPr/>
        </p:nvSpPr>
        <p:spPr>
          <a:xfrm>
            <a:off x="9624315" y="4390511"/>
            <a:ext cx="269874" cy="268288"/>
          </a:xfrm>
          <a:custGeom>
            <a:rect b="b" l="l" r="r" t="t"/>
            <a:pathLst>
              <a:path extrusionOk="0" h="120000" w="120000">
                <a:moveTo>
                  <a:pt x="0" y="0"/>
                </a:moveTo>
                <a:lnTo>
                  <a:pt x="0" y="0"/>
                </a:lnTo>
                <a:lnTo>
                  <a:pt x="120000" y="120000"/>
                </a:lnTo>
                <a:lnTo>
                  <a:pt x="120000" y="120000"/>
                </a:lnTo>
                <a:lnTo>
                  <a:pt x="0" y="0"/>
                </a:lnTo>
                <a:close/>
              </a:path>
            </a:pathLst>
          </a:custGeom>
          <a:solidFill>
            <a:srgbClr val="9BBB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6" name="Google Shape;496;p52"/>
          <p:cNvSpPr/>
          <p:nvPr/>
        </p:nvSpPr>
        <p:spPr>
          <a:xfrm>
            <a:off x="9624315" y="4390511"/>
            <a:ext cx="269874" cy="268288"/>
          </a:xfrm>
          <a:custGeom>
            <a:rect b="b" l="l" r="r" t="t"/>
            <a:pathLst>
              <a:path extrusionOk="0" h="120000" w="120000">
                <a:moveTo>
                  <a:pt x="0" y="0"/>
                </a:moveTo>
                <a:lnTo>
                  <a:pt x="0" y="0"/>
                </a:lnTo>
                <a:lnTo>
                  <a:pt x="120000" y="120000"/>
                </a:lnTo>
                <a:lnTo>
                  <a:pt x="120000" y="12000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52"/>
          <p:cNvSpPr/>
          <p:nvPr/>
        </p:nvSpPr>
        <p:spPr>
          <a:xfrm>
            <a:off x="9246490" y="4484172"/>
            <a:ext cx="284162" cy="174625"/>
          </a:xfrm>
          <a:custGeom>
            <a:rect b="b" l="l" r="r" t="t"/>
            <a:pathLst>
              <a:path extrusionOk="0" h="120000" w="120000">
                <a:moveTo>
                  <a:pt x="0" y="120000"/>
                </a:moveTo>
                <a:cubicBezTo>
                  <a:pt x="0" y="120000"/>
                  <a:pt x="0" y="120000"/>
                  <a:pt x="0" y="120000"/>
                </a:cubicBezTo>
                <a:cubicBezTo>
                  <a:pt x="0" y="120000"/>
                  <a:pt x="0" y="120000"/>
                  <a:pt x="0" y="120000"/>
                </a:cubicBezTo>
                <a:moveTo>
                  <a:pt x="120000" y="0"/>
                </a:moveTo>
                <a:cubicBezTo>
                  <a:pt x="88571" y="50769"/>
                  <a:pt x="88571" y="50769"/>
                  <a:pt x="88571" y="50769"/>
                </a:cubicBezTo>
                <a:cubicBezTo>
                  <a:pt x="71428" y="78461"/>
                  <a:pt x="71428" y="78461"/>
                  <a:pt x="71428" y="78461"/>
                </a:cubicBezTo>
                <a:cubicBezTo>
                  <a:pt x="67142" y="83076"/>
                  <a:pt x="62857" y="90000"/>
                  <a:pt x="57142" y="94615"/>
                </a:cubicBezTo>
                <a:cubicBezTo>
                  <a:pt x="62857" y="90000"/>
                  <a:pt x="67142" y="83076"/>
                  <a:pt x="71428" y="78461"/>
                </a:cubicBezTo>
                <a:cubicBezTo>
                  <a:pt x="88571" y="50769"/>
                  <a:pt x="88571" y="50769"/>
                  <a:pt x="88571" y="50769"/>
                </a:cubicBezTo>
                <a:cubicBezTo>
                  <a:pt x="120000" y="0"/>
                  <a:pt x="120000" y="0"/>
                  <a:pt x="120000" y="0"/>
                </a:cubicBezTo>
              </a:path>
            </a:pathLst>
          </a:custGeom>
          <a:solidFill>
            <a:srgbClr val="839B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8" name="Google Shape;498;p52"/>
          <p:cNvSpPr/>
          <p:nvPr/>
        </p:nvSpPr>
        <p:spPr>
          <a:xfrm>
            <a:off x="507146" y="1306070"/>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499" name="Google Shape;499;p52"/>
          <p:cNvSpPr/>
          <p:nvPr/>
        </p:nvSpPr>
        <p:spPr>
          <a:xfrm>
            <a:off x="507146" y="2534266"/>
            <a:ext cx="279327" cy="279327"/>
          </a:xfrm>
          <a:custGeom>
            <a:rect b="b" l="l" r="r" t="t"/>
            <a:pathLst>
              <a:path extrusionOk="0" h="120000" w="12000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500" name="Google Shape;500;p52"/>
          <p:cNvSpPr/>
          <p:nvPr/>
        </p:nvSpPr>
        <p:spPr>
          <a:xfrm>
            <a:off x="506448" y="5115595"/>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501" name="Google Shape;501;p52"/>
          <p:cNvSpPr/>
          <p:nvPr/>
        </p:nvSpPr>
        <p:spPr>
          <a:xfrm>
            <a:off x="506448" y="3848180"/>
            <a:ext cx="279327" cy="279327"/>
          </a:xfrm>
          <a:custGeom>
            <a:rect b="b" l="l" r="r" t="t"/>
            <a:pathLst>
              <a:path extrusionOk="0" h="120000" w="12000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nvGrpSpPr>
          <p:cNvPr id="502" name="Google Shape;502;p52"/>
          <p:cNvGrpSpPr/>
          <p:nvPr/>
        </p:nvGrpSpPr>
        <p:grpSpPr>
          <a:xfrm>
            <a:off x="8852789" y="1619529"/>
            <a:ext cx="2105024" cy="1658938"/>
            <a:chOff x="5946775" y="4468571"/>
            <a:chExt cx="2105024" cy="1658938"/>
          </a:xfrm>
        </p:grpSpPr>
        <p:sp>
          <p:nvSpPr>
            <p:cNvPr id="503" name="Google Shape;503;p52"/>
            <p:cNvSpPr/>
            <p:nvPr/>
          </p:nvSpPr>
          <p:spPr>
            <a:xfrm>
              <a:off x="5946775" y="5032135"/>
              <a:ext cx="2105024" cy="534988"/>
            </a:xfrm>
            <a:custGeom>
              <a:rect b="b" l="l" r="r" t="t"/>
              <a:pathLst>
                <a:path extrusionOk="0" h="120000" w="12000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4" name="Google Shape;504;p52"/>
            <p:cNvSpPr/>
            <p:nvPr/>
          </p:nvSpPr>
          <p:spPr>
            <a:xfrm>
              <a:off x="5946775" y="4468571"/>
              <a:ext cx="1096962" cy="1658938"/>
            </a:xfrm>
            <a:custGeom>
              <a:rect b="b" l="l" r="r" t="t"/>
              <a:pathLst>
                <a:path extrusionOk="0" h="120000" w="12000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5" name="Google Shape;505;p52"/>
            <p:cNvSpPr/>
            <p:nvPr/>
          </p:nvSpPr>
          <p:spPr>
            <a:xfrm>
              <a:off x="5946775" y="5032135"/>
              <a:ext cx="644524" cy="534988"/>
            </a:xfrm>
            <a:custGeom>
              <a:rect b="b" l="l" r="r" t="t"/>
              <a:pathLst>
                <a:path extrusionOk="0" h="120000" w="12000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6" name="Google Shape;506;p52"/>
            <p:cNvSpPr/>
            <p:nvPr/>
          </p:nvSpPr>
          <p:spPr>
            <a:xfrm>
              <a:off x="6213475" y="5032135"/>
              <a:ext cx="647700" cy="266699"/>
            </a:xfrm>
            <a:custGeom>
              <a:rect b="b" l="l" r="r" t="t"/>
              <a:pathLst>
                <a:path extrusionOk="0" h="120000" w="12000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52"/>
            <p:cNvSpPr/>
            <p:nvPr/>
          </p:nvSpPr>
          <p:spPr>
            <a:xfrm>
              <a:off x="6213475" y="5298835"/>
              <a:ext cx="647700" cy="268288"/>
            </a:xfrm>
            <a:custGeom>
              <a:rect b="b" l="l" r="r" t="t"/>
              <a:pathLst>
                <a:path extrusionOk="0" h="120000" w="12000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8" name="Google Shape;508;p52"/>
          <p:cNvGrpSpPr/>
          <p:nvPr/>
        </p:nvGrpSpPr>
        <p:grpSpPr>
          <a:xfrm>
            <a:off x="7179565" y="559872"/>
            <a:ext cx="2105024" cy="1658938"/>
            <a:chOff x="4146550" y="1468196"/>
            <a:chExt cx="2105024" cy="1658938"/>
          </a:xfrm>
        </p:grpSpPr>
        <p:sp>
          <p:nvSpPr>
            <p:cNvPr id="509" name="Google Shape;509;p52"/>
            <p:cNvSpPr/>
            <p:nvPr/>
          </p:nvSpPr>
          <p:spPr>
            <a:xfrm>
              <a:off x="4146550" y="2031759"/>
              <a:ext cx="2105024" cy="531812"/>
            </a:xfrm>
            <a:custGeom>
              <a:rect b="b" l="l" r="r" t="t"/>
              <a:pathLst>
                <a:path extrusionOk="0" h="120000" w="12000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0" name="Google Shape;510;p52"/>
            <p:cNvSpPr/>
            <p:nvPr/>
          </p:nvSpPr>
          <p:spPr>
            <a:xfrm>
              <a:off x="5154612" y="1468196"/>
              <a:ext cx="1096962" cy="1658938"/>
            </a:xfrm>
            <a:custGeom>
              <a:rect b="b" l="l" r="r" t="t"/>
              <a:pathLst>
                <a:path extrusionOk="0" h="120000" w="12000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52"/>
            <p:cNvSpPr/>
            <p:nvPr/>
          </p:nvSpPr>
          <p:spPr>
            <a:xfrm>
              <a:off x="5607050" y="2031759"/>
              <a:ext cx="644524" cy="531812"/>
            </a:xfrm>
            <a:custGeom>
              <a:rect b="b" l="l" r="r" t="t"/>
              <a:pathLst>
                <a:path extrusionOk="0" h="120000" w="12000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52"/>
            <p:cNvSpPr/>
            <p:nvPr/>
          </p:nvSpPr>
          <p:spPr>
            <a:xfrm>
              <a:off x="5337175" y="2031759"/>
              <a:ext cx="647700" cy="265113"/>
            </a:xfrm>
            <a:custGeom>
              <a:rect b="b" l="l" r="r" t="t"/>
              <a:pathLst>
                <a:path extrusionOk="0" h="120000" w="12000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p52"/>
            <p:cNvSpPr/>
            <p:nvPr/>
          </p:nvSpPr>
          <p:spPr>
            <a:xfrm>
              <a:off x="5337175" y="2296872"/>
              <a:ext cx="647700" cy="266699"/>
            </a:xfrm>
            <a:custGeom>
              <a:rect b="b" l="l" r="r" t="t"/>
              <a:pathLst>
                <a:path extrusionOk="0" h="120000" w="12000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4" name="Google Shape;514;p52"/>
          <p:cNvSpPr txBox="1"/>
          <p:nvPr>
            <p:ph idx="2" type="body"/>
          </p:nvPr>
        </p:nvSpPr>
        <p:spPr>
          <a:xfrm>
            <a:off x="905608" y="1249053"/>
            <a:ext cx="5190391" cy="3968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15" name="Google Shape;515;p52"/>
          <p:cNvSpPr txBox="1"/>
          <p:nvPr>
            <p:ph idx="3" type="body"/>
          </p:nvPr>
        </p:nvSpPr>
        <p:spPr>
          <a:xfrm>
            <a:off x="905609" y="1660599"/>
            <a:ext cx="5190391" cy="75745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16" name="Google Shape;516;p52"/>
          <p:cNvSpPr txBox="1"/>
          <p:nvPr>
            <p:ph idx="4" type="body"/>
          </p:nvPr>
        </p:nvSpPr>
        <p:spPr>
          <a:xfrm>
            <a:off x="905608" y="2518553"/>
            <a:ext cx="5190391" cy="3968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17" name="Google Shape;517;p52"/>
          <p:cNvSpPr txBox="1"/>
          <p:nvPr>
            <p:ph idx="5" type="body"/>
          </p:nvPr>
        </p:nvSpPr>
        <p:spPr>
          <a:xfrm>
            <a:off x="905609" y="2930099"/>
            <a:ext cx="5190391" cy="75745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18" name="Google Shape;518;p52"/>
          <p:cNvSpPr txBox="1"/>
          <p:nvPr>
            <p:ph idx="6" type="body"/>
          </p:nvPr>
        </p:nvSpPr>
        <p:spPr>
          <a:xfrm>
            <a:off x="905608" y="3774421"/>
            <a:ext cx="5190391" cy="3968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19" name="Google Shape;519;p52"/>
          <p:cNvSpPr txBox="1"/>
          <p:nvPr>
            <p:ph idx="7" type="body"/>
          </p:nvPr>
        </p:nvSpPr>
        <p:spPr>
          <a:xfrm>
            <a:off x="905609" y="4185967"/>
            <a:ext cx="5190391" cy="75745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20" name="Google Shape;520;p52"/>
          <p:cNvSpPr txBox="1"/>
          <p:nvPr>
            <p:ph idx="8" type="body"/>
          </p:nvPr>
        </p:nvSpPr>
        <p:spPr>
          <a:xfrm>
            <a:off x="905608" y="5041623"/>
            <a:ext cx="5190391" cy="3968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21" name="Google Shape;521;p52"/>
          <p:cNvSpPr txBox="1"/>
          <p:nvPr>
            <p:ph idx="9" type="body"/>
          </p:nvPr>
        </p:nvSpPr>
        <p:spPr>
          <a:xfrm>
            <a:off x="905609" y="5453169"/>
            <a:ext cx="5190391" cy="75745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522" name="Google Shape;522;p52"/>
          <p:cNvGrpSpPr/>
          <p:nvPr/>
        </p:nvGrpSpPr>
        <p:grpSpPr>
          <a:xfrm>
            <a:off x="7179565" y="2719086"/>
            <a:ext cx="2105024" cy="1658938"/>
            <a:chOff x="4146550" y="1468196"/>
            <a:chExt cx="2105024" cy="1658938"/>
          </a:xfrm>
        </p:grpSpPr>
        <p:sp>
          <p:nvSpPr>
            <p:cNvPr id="523" name="Google Shape;523;p52"/>
            <p:cNvSpPr/>
            <p:nvPr/>
          </p:nvSpPr>
          <p:spPr>
            <a:xfrm>
              <a:off x="4146550" y="2031759"/>
              <a:ext cx="2105024" cy="531812"/>
            </a:xfrm>
            <a:custGeom>
              <a:rect b="b" l="l" r="r" t="t"/>
              <a:pathLst>
                <a:path extrusionOk="0" h="120000" w="12000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4" name="Google Shape;524;p52"/>
            <p:cNvSpPr/>
            <p:nvPr/>
          </p:nvSpPr>
          <p:spPr>
            <a:xfrm>
              <a:off x="5154612" y="1468196"/>
              <a:ext cx="1096962" cy="1658938"/>
            </a:xfrm>
            <a:custGeom>
              <a:rect b="b" l="l" r="r" t="t"/>
              <a:pathLst>
                <a:path extrusionOk="0" h="120000" w="12000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5" name="Google Shape;525;p52"/>
            <p:cNvSpPr/>
            <p:nvPr/>
          </p:nvSpPr>
          <p:spPr>
            <a:xfrm>
              <a:off x="5607050" y="2031759"/>
              <a:ext cx="644524" cy="531812"/>
            </a:xfrm>
            <a:custGeom>
              <a:rect b="b" l="l" r="r" t="t"/>
              <a:pathLst>
                <a:path extrusionOk="0" h="120000" w="12000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52"/>
            <p:cNvSpPr/>
            <p:nvPr/>
          </p:nvSpPr>
          <p:spPr>
            <a:xfrm>
              <a:off x="5337175" y="2031759"/>
              <a:ext cx="647700" cy="265113"/>
            </a:xfrm>
            <a:custGeom>
              <a:rect b="b" l="l" r="r" t="t"/>
              <a:pathLst>
                <a:path extrusionOk="0" h="120000" w="12000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p52"/>
            <p:cNvSpPr/>
            <p:nvPr/>
          </p:nvSpPr>
          <p:spPr>
            <a:xfrm>
              <a:off x="5337175" y="2296872"/>
              <a:ext cx="647700" cy="266699"/>
            </a:xfrm>
            <a:custGeom>
              <a:rect b="b" l="l" r="r" t="t"/>
              <a:pathLst>
                <a:path extrusionOk="0" h="120000" w="12000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p52"/>
          <p:cNvGrpSpPr/>
          <p:nvPr/>
        </p:nvGrpSpPr>
        <p:grpSpPr>
          <a:xfrm>
            <a:off x="8852789" y="3752912"/>
            <a:ext cx="2105024" cy="1658938"/>
            <a:chOff x="5946775" y="4468571"/>
            <a:chExt cx="2105024" cy="1658938"/>
          </a:xfrm>
        </p:grpSpPr>
        <p:sp>
          <p:nvSpPr>
            <p:cNvPr id="529" name="Google Shape;529;p52"/>
            <p:cNvSpPr/>
            <p:nvPr/>
          </p:nvSpPr>
          <p:spPr>
            <a:xfrm>
              <a:off x="5946775" y="5032135"/>
              <a:ext cx="2105024" cy="534988"/>
            </a:xfrm>
            <a:custGeom>
              <a:rect b="b" l="l" r="r" t="t"/>
              <a:pathLst>
                <a:path extrusionOk="0" h="120000" w="12000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p52"/>
            <p:cNvSpPr/>
            <p:nvPr/>
          </p:nvSpPr>
          <p:spPr>
            <a:xfrm>
              <a:off x="5946775" y="4468571"/>
              <a:ext cx="1096962" cy="1658938"/>
            </a:xfrm>
            <a:custGeom>
              <a:rect b="b" l="l" r="r" t="t"/>
              <a:pathLst>
                <a:path extrusionOk="0" h="120000" w="12000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52"/>
            <p:cNvSpPr/>
            <p:nvPr/>
          </p:nvSpPr>
          <p:spPr>
            <a:xfrm>
              <a:off x="5946775" y="5032135"/>
              <a:ext cx="644524" cy="534988"/>
            </a:xfrm>
            <a:custGeom>
              <a:rect b="b" l="l" r="r" t="t"/>
              <a:pathLst>
                <a:path extrusionOk="0" h="120000" w="12000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52"/>
            <p:cNvSpPr/>
            <p:nvPr/>
          </p:nvSpPr>
          <p:spPr>
            <a:xfrm>
              <a:off x="6213475" y="5032135"/>
              <a:ext cx="647700" cy="266699"/>
            </a:xfrm>
            <a:custGeom>
              <a:rect b="b" l="l" r="r" t="t"/>
              <a:pathLst>
                <a:path extrusionOk="0" h="120000" w="12000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52"/>
            <p:cNvSpPr/>
            <p:nvPr/>
          </p:nvSpPr>
          <p:spPr>
            <a:xfrm>
              <a:off x="6213475" y="5298835"/>
              <a:ext cx="647700" cy="268288"/>
            </a:xfrm>
            <a:custGeom>
              <a:rect b="b" l="l" r="r" t="t"/>
              <a:pathLst>
                <a:path extrusionOk="0" h="120000" w="12000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4" name="Google Shape;534;p52"/>
          <p:cNvGrpSpPr/>
          <p:nvPr/>
        </p:nvGrpSpPr>
        <p:grpSpPr>
          <a:xfrm>
            <a:off x="7179565" y="4794313"/>
            <a:ext cx="2105024" cy="1658938"/>
            <a:chOff x="4146550" y="1468196"/>
            <a:chExt cx="2105024" cy="1658938"/>
          </a:xfrm>
        </p:grpSpPr>
        <p:sp>
          <p:nvSpPr>
            <p:cNvPr id="535" name="Google Shape;535;p52"/>
            <p:cNvSpPr/>
            <p:nvPr/>
          </p:nvSpPr>
          <p:spPr>
            <a:xfrm>
              <a:off x="4146550" y="2031759"/>
              <a:ext cx="2105024" cy="531812"/>
            </a:xfrm>
            <a:custGeom>
              <a:rect b="b" l="l" r="r" t="t"/>
              <a:pathLst>
                <a:path extrusionOk="0" h="120000" w="12000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6" name="Google Shape;536;p52"/>
            <p:cNvSpPr/>
            <p:nvPr/>
          </p:nvSpPr>
          <p:spPr>
            <a:xfrm>
              <a:off x="5154612" y="1468196"/>
              <a:ext cx="1096962" cy="1658938"/>
            </a:xfrm>
            <a:custGeom>
              <a:rect b="b" l="l" r="r" t="t"/>
              <a:pathLst>
                <a:path extrusionOk="0" h="120000" w="12000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7" name="Google Shape;537;p52"/>
            <p:cNvSpPr/>
            <p:nvPr/>
          </p:nvSpPr>
          <p:spPr>
            <a:xfrm>
              <a:off x="5607050" y="2031759"/>
              <a:ext cx="644524" cy="531812"/>
            </a:xfrm>
            <a:custGeom>
              <a:rect b="b" l="l" r="r" t="t"/>
              <a:pathLst>
                <a:path extrusionOk="0" h="120000" w="12000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52"/>
            <p:cNvSpPr/>
            <p:nvPr/>
          </p:nvSpPr>
          <p:spPr>
            <a:xfrm>
              <a:off x="5337175" y="2031759"/>
              <a:ext cx="647700" cy="265113"/>
            </a:xfrm>
            <a:custGeom>
              <a:rect b="b" l="l" r="r" t="t"/>
              <a:pathLst>
                <a:path extrusionOk="0" h="120000" w="12000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9" name="Google Shape;539;p52"/>
            <p:cNvSpPr/>
            <p:nvPr/>
          </p:nvSpPr>
          <p:spPr>
            <a:xfrm>
              <a:off x="5337175" y="2296872"/>
              <a:ext cx="647700" cy="266699"/>
            </a:xfrm>
            <a:custGeom>
              <a:rect b="b" l="l" r="r" t="t"/>
              <a:pathLst>
                <a:path extrusionOk="0" h="120000" w="12000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ero-Infographic">
  <p:cSld name="Aero-Infographic">
    <p:spTree>
      <p:nvGrpSpPr>
        <p:cNvPr id="540" name="Shape 540"/>
        <p:cNvGrpSpPr/>
        <p:nvPr/>
      </p:nvGrpSpPr>
      <p:grpSpPr>
        <a:xfrm>
          <a:off x="0" y="0"/>
          <a:ext cx="0" cy="0"/>
          <a:chOff x="0" y="0"/>
          <a:chExt cx="0" cy="0"/>
        </a:xfrm>
      </p:grpSpPr>
      <p:sp>
        <p:nvSpPr>
          <p:cNvPr id="541" name="Google Shape;541;p53"/>
          <p:cNvSpPr txBox="1"/>
          <p:nvPr>
            <p:ph type="title"/>
          </p:nvPr>
        </p:nvSpPr>
        <p:spPr>
          <a:xfrm>
            <a:off x="208635" y="633245"/>
            <a:ext cx="9569083"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2" name="Google Shape;542;p53"/>
          <p:cNvSpPr txBox="1"/>
          <p:nvPr>
            <p:ph idx="1" type="body"/>
          </p:nvPr>
        </p:nvSpPr>
        <p:spPr>
          <a:xfrm>
            <a:off x="207963" y="273050"/>
            <a:ext cx="9569083"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3" name="Google Shape;543;p53"/>
          <p:cNvSpPr/>
          <p:nvPr/>
        </p:nvSpPr>
        <p:spPr>
          <a:xfrm>
            <a:off x="-84570" y="2350435"/>
            <a:ext cx="9794526" cy="3583613"/>
          </a:xfrm>
          <a:custGeom>
            <a:rect b="b" l="l" r="r" t="t"/>
            <a:pathLst>
              <a:path extrusionOk="0" h="120000" w="120000">
                <a:moveTo>
                  <a:pt x="0" y="99534"/>
                </a:moveTo>
                <a:cubicBezTo>
                  <a:pt x="17821" y="120000"/>
                  <a:pt x="19688" y="62325"/>
                  <a:pt x="28005" y="62790"/>
                </a:cubicBezTo>
                <a:cubicBezTo>
                  <a:pt x="36322" y="63255"/>
                  <a:pt x="41414" y="85581"/>
                  <a:pt x="52277" y="83720"/>
                </a:cubicBezTo>
                <a:cubicBezTo>
                  <a:pt x="63140" y="81860"/>
                  <a:pt x="63988" y="40930"/>
                  <a:pt x="75190" y="37209"/>
                </a:cubicBezTo>
                <a:cubicBezTo>
                  <a:pt x="86393" y="33488"/>
                  <a:pt x="87538" y="57093"/>
                  <a:pt x="98231" y="55697"/>
                </a:cubicBezTo>
                <a:cubicBezTo>
                  <a:pt x="108925" y="54302"/>
                  <a:pt x="109137" y="9767"/>
                  <a:pt x="120000" y="0"/>
                </a:cubicBezTo>
              </a:path>
            </a:pathLst>
          </a:custGeom>
          <a:noFill/>
          <a:ln cap="flat" cmpd="sng" w="15875">
            <a:solidFill>
              <a:schemeClr val="dk1"/>
            </a:solidFill>
            <a:prstDash val="dash"/>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44" name="Google Shape;544;p53"/>
          <p:cNvGrpSpPr/>
          <p:nvPr/>
        </p:nvGrpSpPr>
        <p:grpSpPr>
          <a:xfrm>
            <a:off x="1760306" y="3744764"/>
            <a:ext cx="995965" cy="993236"/>
            <a:chOff x="1760306" y="3744764"/>
            <a:chExt cx="995965" cy="993236"/>
          </a:xfrm>
        </p:grpSpPr>
        <p:sp>
          <p:nvSpPr>
            <p:cNvPr id="545" name="Google Shape;545;p53"/>
            <p:cNvSpPr/>
            <p:nvPr/>
          </p:nvSpPr>
          <p:spPr>
            <a:xfrm>
              <a:off x="1760306" y="3744764"/>
              <a:ext cx="995965" cy="993236"/>
            </a:xfrm>
            <a:prstGeom prst="ellipse">
              <a:avLst/>
            </a:prstGeom>
            <a:gradFill>
              <a:gsLst>
                <a:gs pos="0">
                  <a:srgbClr val="4AC990"/>
                </a:gs>
                <a:gs pos="50000">
                  <a:srgbClr val="12C884"/>
                </a:gs>
                <a:gs pos="100000">
                  <a:srgbClr val="08B876"/>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546" name="Google Shape;546;p53"/>
            <p:cNvSpPr/>
            <p:nvPr/>
          </p:nvSpPr>
          <p:spPr>
            <a:xfrm>
              <a:off x="2118625" y="4101719"/>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547" name="Google Shape;547;p53"/>
          <p:cNvGrpSpPr/>
          <p:nvPr/>
        </p:nvGrpSpPr>
        <p:grpSpPr>
          <a:xfrm>
            <a:off x="3658378" y="4366073"/>
            <a:ext cx="995965" cy="993236"/>
            <a:chOff x="3658378" y="4366073"/>
            <a:chExt cx="995965" cy="993236"/>
          </a:xfrm>
        </p:grpSpPr>
        <p:sp>
          <p:nvSpPr>
            <p:cNvPr id="548" name="Google Shape;548;p53"/>
            <p:cNvSpPr/>
            <p:nvPr/>
          </p:nvSpPr>
          <p:spPr>
            <a:xfrm>
              <a:off x="3658378" y="4366073"/>
              <a:ext cx="995965" cy="993236"/>
            </a:xfrm>
            <a:prstGeom prst="ellipse">
              <a:avLst/>
            </a:prstGeom>
            <a:gradFill>
              <a:gsLst>
                <a:gs pos="0">
                  <a:srgbClr val="A1E6C7"/>
                </a:gs>
                <a:gs pos="50000">
                  <a:srgbClr val="92E4BF"/>
                </a:gs>
                <a:gs pos="100000">
                  <a:srgbClr val="7CCFA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549" name="Google Shape;549;p53"/>
            <p:cNvSpPr/>
            <p:nvPr/>
          </p:nvSpPr>
          <p:spPr>
            <a:xfrm>
              <a:off x="4030553" y="4724983"/>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550" name="Google Shape;550;p53"/>
          <p:cNvGrpSpPr/>
          <p:nvPr/>
        </p:nvGrpSpPr>
        <p:grpSpPr>
          <a:xfrm>
            <a:off x="5556451" y="3010474"/>
            <a:ext cx="995965" cy="993236"/>
            <a:chOff x="5556451" y="3010474"/>
            <a:chExt cx="995965" cy="993236"/>
          </a:xfrm>
        </p:grpSpPr>
        <p:sp>
          <p:nvSpPr>
            <p:cNvPr id="551" name="Google Shape;551;p53"/>
            <p:cNvSpPr/>
            <p:nvPr/>
          </p:nvSpPr>
          <p:spPr>
            <a:xfrm>
              <a:off x="5556451" y="3010474"/>
              <a:ext cx="995965" cy="993236"/>
            </a:xfrm>
            <a:prstGeom prst="ellipse">
              <a:avLst/>
            </a:prstGeom>
            <a:gradFill>
              <a:gsLst>
                <a:gs pos="0">
                  <a:srgbClr val="6A798A"/>
                </a:gs>
                <a:gs pos="50000">
                  <a:srgbClr val="54677D"/>
                </a:gs>
                <a:gs pos="100000">
                  <a:srgbClr val="485A6F"/>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552" name="Google Shape;552;p53"/>
            <p:cNvSpPr/>
            <p:nvPr/>
          </p:nvSpPr>
          <p:spPr>
            <a:xfrm>
              <a:off x="5922678" y="3342621"/>
              <a:ext cx="279327" cy="279327"/>
            </a:xfrm>
            <a:custGeom>
              <a:rect b="b" l="l" r="r" t="t"/>
              <a:pathLst>
                <a:path extrusionOk="0" h="120000" w="12000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553" name="Google Shape;553;p53"/>
          <p:cNvGrpSpPr/>
          <p:nvPr/>
        </p:nvGrpSpPr>
        <p:grpSpPr>
          <a:xfrm>
            <a:off x="7454525" y="3536691"/>
            <a:ext cx="995965" cy="993236"/>
            <a:chOff x="7454525" y="3536691"/>
            <a:chExt cx="995965" cy="993236"/>
          </a:xfrm>
        </p:grpSpPr>
        <p:sp>
          <p:nvSpPr>
            <p:cNvPr id="554" name="Google Shape;554;p53"/>
            <p:cNvSpPr/>
            <p:nvPr/>
          </p:nvSpPr>
          <p:spPr>
            <a:xfrm>
              <a:off x="7454525" y="3536691"/>
              <a:ext cx="995965" cy="993236"/>
            </a:xfrm>
            <a:prstGeom prst="ellipse">
              <a:avLst/>
            </a:prstGeom>
            <a:gradFill>
              <a:gsLst>
                <a:gs pos="0">
                  <a:srgbClr val="5E697B"/>
                </a:gs>
                <a:gs pos="50000">
                  <a:srgbClr val="42536A"/>
                </a:gs>
                <a:gs pos="100000">
                  <a:srgbClr val="38495F"/>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555" name="Google Shape;555;p53"/>
            <p:cNvSpPr/>
            <p:nvPr/>
          </p:nvSpPr>
          <p:spPr>
            <a:xfrm>
              <a:off x="7812842" y="3893644"/>
              <a:ext cx="279327" cy="279327"/>
            </a:xfrm>
            <a:custGeom>
              <a:rect b="b" l="l" r="r" t="t"/>
              <a:pathLst>
                <a:path extrusionOk="0" h="120000" w="12000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sp>
        <p:nvSpPr>
          <p:cNvPr id="556" name="Google Shape;556;p53"/>
          <p:cNvSpPr/>
          <p:nvPr/>
        </p:nvSpPr>
        <p:spPr>
          <a:xfrm>
            <a:off x="9656652" y="830141"/>
            <a:ext cx="1589340" cy="1589340"/>
          </a:xfrm>
          <a:custGeom>
            <a:rect b="b" l="l" r="r" t="t"/>
            <a:pathLst>
              <a:path extrusionOk="0" h="120000" w="120000">
                <a:moveTo>
                  <a:pt x="68227" y="110255"/>
                </a:moveTo>
                <a:lnTo>
                  <a:pt x="52294" y="71566"/>
                </a:lnTo>
                <a:lnTo>
                  <a:pt x="109194" y="14666"/>
                </a:lnTo>
                <a:cubicBezTo>
                  <a:pt x="109194" y="14666"/>
                  <a:pt x="68227" y="110255"/>
                  <a:pt x="68227" y="110255"/>
                </a:cubicBezTo>
                <a:close/>
                <a:moveTo>
                  <a:pt x="9750" y="51777"/>
                </a:moveTo>
                <a:lnTo>
                  <a:pt x="105333" y="10805"/>
                </a:lnTo>
                <a:lnTo>
                  <a:pt x="48438" y="67705"/>
                </a:lnTo>
                <a:cubicBezTo>
                  <a:pt x="48438" y="67705"/>
                  <a:pt x="9750" y="51777"/>
                  <a:pt x="9750" y="51777"/>
                </a:cubicBezTo>
                <a:close/>
                <a:moveTo>
                  <a:pt x="120000" y="2727"/>
                </a:moveTo>
                <a:cubicBezTo>
                  <a:pt x="120000" y="1222"/>
                  <a:pt x="118777" y="0"/>
                  <a:pt x="117272" y="0"/>
                </a:cubicBezTo>
                <a:cubicBezTo>
                  <a:pt x="116855" y="0"/>
                  <a:pt x="116466" y="111"/>
                  <a:pt x="116111" y="288"/>
                </a:cubicBezTo>
                <a:lnTo>
                  <a:pt x="116100" y="266"/>
                </a:lnTo>
                <a:lnTo>
                  <a:pt x="1677" y="49305"/>
                </a:lnTo>
                <a:cubicBezTo>
                  <a:pt x="1672" y="49305"/>
                  <a:pt x="1661" y="49311"/>
                  <a:pt x="1650" y="49316"/>
                </a:cubicBezTo>
                <a:lnTo>
                  <a:pt x="1555" y="49361"/>
                </a:lnTo>
                <a:lnTo>
                  <a:pt x="1561" y="49372"/>
                </a:lnTo>
                <a:cubicBezTo>
                  <a:pt x="644" y="49816"/>
                  <a:pt x="0" y="50733"/>
                  <a:pt x="0" y="51816"/>
                </a:cubicBezTo>
                <a:cubicBezTo>
                  <a:pt x="0" y="53055"/>
                  <a:pt x="838" y="54061"/>
                  <a:pt x="1972" y="54394"/>
                </a:cubicBezTo>
                <a:lnTo>
                  <a:pt x="1961" y="54438"/>
                </a:lnTo>
                <a:lnTo>
                  <a:pt x="47011" y="72988"/>
                </a:lnTo>
                <a:lnTo>
                  <a:pt x="65561" y="118044"/>
                </a:lnTo>
                <a:lnTo>
                  <a:pt x="65605" y="118027"/>
                </a:lnTo>
                <a:cubicBezTo>
                  <a:pt x="65938" y="119161"/>
                  <a:pt x="66944" y="120000"/>
                  <a:pt x="68183" y="120000"/>
                </a:cubicBezTo>
                <a:cubicBezTo>
                  <a:pt x="69266" y="120000"/>
                  <a:pt x="70188" y="119355"/>
                  <a:pt x="70627" y="118438"/>
                </a:cubicBezTo>
                <a:lnTo>
                  <a:pt x="70644" y="118444"/>
                </a:lnTo>
                <a:lnTo>
                  <a:pt x="70683" y="118350"/>
                </a:lnTo>
                <a:cubicBezTo>
                  <a:pt x="70688" y="118338"/>
                  <a:pt x="70694" y="118333"/>
                  <a:pt x="70694" y="118322"/>
                </a:cubicBezTo>
                <a:lnTo>
                  <a:pt x="119738" y="3900"/>
                </a:lnTo>
                <a:lnTo>
                  <a:pt x="119705" y="3883"/>
                </a:lnTo>
                <a:cubicBezTo>
                  <a:pt x="119877" y="3533"/>
                  <a:pt x="120000" y="3150"/>
                  <a:pt x="120000" y="2727"/>
                </a:cubicBezTo>
                <a:moveTo>
                  <a:pt x="43638" y="90000"/>
                </a:moveTo>
                <a:cubicBezTo>
                  <a:pt x="42883" y="90000"/>
                  <a:pt x="42200" y="90305"/>
                  <a:pt x="41705" y="90800"/>
                </a:cubicBezTo>
                <a:lnTo>
                  <a:pt x="33527" y="98983"/>
                </a:lnTo>
                <a:cubicBezTo>
                  <a:pt x="33033" y="99472"/>
                  <a:pt x="32727" y="100161"/>
                  <a:pt x="32727" y="100911"/>
                </a:cubicBezTo>
                <a:cubicBezTo>
                  <a:pt x="32727" y="102416"/>
                  <a:pt x="33950" y="103638"/>
                  <a:pt x="35455" y="103638"/>
                </a:cubicBezTo>
                <a:cubicBezTo>
                  <a:pt x="36205" y="103638"/>
                  <a:pt x="36888" y="103333"/>
                  <a:pt x="37383" y="102838"/>
                </a:cubicBezTo>
                <a:lnTo>
                  <a:pt x="45566" y="94655"/>
                </a:lnTo>
                <a:cubicBezTo>
                  <a:pt x="46061" y="94166"/>
                  <a:pt x="46361" y="93483"/>
                  <a:pt x="46361" y="92727"/>
                </a:cubicBezTo>
                <a:cubicBezTo>
                  <a:pt x="46361" y="91222"/>
                  <a:pt x="45144" y="90000"/>
                  <a:pt x="43638" y="90000"/>
                </a:cubicBezTo>
                <a:moveTo>
                  <a:pt x="43638" y="79094"/>
                </a:moveTo>
                <a:cubicBezTo>
                  <a:pt x="43638" y="77588"/>
                  <a:pt x="42416" y="76361"/>
                  <a:pt x="40911" y="76361"/>
                </a:cubicBezTo>
                <a:cubicBezTo>
                  <a:pt x="40155" y="76361"/>
                  <a:pt x="39472" y="76672"/>
                  <a:pt x="38983" y="77161"/>
                </a:cubicBezTo>
                <a:lnTo>
                  <a:pt x="11705" y="104433"/>
                </a:lnTo>
                <a:cubicBezTo>
                  <a:pt x="11216" y="104933"/>
                  <a:pt x="10911" y="105616"/>
                  <a:pt x="10911" y="106361"/>
                </a:cubicBezTo>
                <a:cubicBezTo>
                  <a:pt x="10911" y="107872"/>
                  <a:pt x="12133" y="109088"/>
                  <a:pt x="13638" y="109088"/>
                </a:cubicBezTo>
                <a:cubicBezTo>
                  <a:pt x="14388" y="109088"/>
                  <a:pt x="15072" y="108788"/>
                  <a:pt x="15566" y="108294"/>
                </a:cubicBezTo>
                <a:lnTo>
                  <a:pt x="42838" y="81016"/>
                </a:lnTo>
                <a:cubicBezTo>
                  <a:pt x="43333" y="80527"/>
                  <a:pt x="43638" y="79844"/>
                  <a:pt x="43638" y="79094"/>
                </a:cubicBezTo>
                <a:moveTo>
                  <a:pt x="26472" y="81016"/>
                </a:moveTo>
                <a:lnTo>
                  <a:pt x="29200" y="78294"/>
                </a:lnTo>
                <a:cubicBezTo>
                  <a:pt x="29694" y="77800"/>
                  <a:pt x="30000" y="77116"/>
                  <a:pt x="30000" y="76361"/>
                </a:cubicBezTo>
                <a:cubicBezTo>
                  <a:pt x="30000" y="74861"/>
                  <a:pt x="28777" y="73638"/>
                  <a:pt x="27272" y="73638"/>
                </a:cubicBezTo>
                <a:cubicBezTo>
                  <a:pt x="26522" y="73638"/>
                  <a:pt x="25838" y="73944"/>
                  <a:pt x="25344" y="74433"/>
                </a:cubicBezTo>
                <a:lnTo>
                  <a:pt x="22616" y="77161"/>
                </a:lnTo>
                <a:cubicBezTo>
                  <a:pt x="22122" y="77661"/>
                  <a:pt x="21816" y="78338"/>
                  <a:pt x="21816" y="79094"/>
                </a:cubicBezTo>
                <a:cubicBezTo>
                  <a:pt x="21816" y="80594"/>
                  <a:pt x="23038" y="81816"/>
                  <a:pt x="24544" y="81816"/>
                </a:cubicBezTo>
                <a:cubicBezTo>
                  <a:pt x="25300" y="81816"/>
                  <a:pt x="25977" y="81516"/>
                  <a:pt x="26472" y="81016"/>
                </a:cubicBezTo>
              </a:path>
            </a:pathLst>
          </a:custGeom>
          <a:solidFill>
            <a:schemeClr val="accen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57" name="Google Shape;557;p53"/>
          <p:cNvSpPr/>
          <p:nvPr/>
        </p:nvSpPr>
        <p:spPr>
          <a:xfrm>
            <a:off x="3061373" y="3925276"/>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558" name="Google Shape;558;p53"/>
          <p:cNvSpPr/>
          <p:nvPr/>
        </p:nvSpPr>
        <p:spPr>
          <a:xfrm>
            <a:off x="2820294" y="4872157"/>
            <a:ext cx="279327" cy="279327"/>
          </a:xfrm>
          <a:custGeom>
            <a:rect b="b" l="l" r="r" t="t"/>
            <a:pathLst>
              <a:path extrusionOk="0" h="120000" w="12000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559" name="Google Shape;559;p53"/>
          <p:cNvSpPr/>
          <p:nvPr/>
        </p:nvSpPr>
        <p:spPr>
          <a:xfrm>
            <a:off x="5352763" y="4390342"/>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560" name="Google Shape;560;p53"/>
          <p:cNvSpPr/>
          <p:nvPr/>
        </p:nvSpPr>
        <p:spPr>
          <a:xfrm>
            <a:off x="7165005" y="2888865"/>
            <a:ext cx="279327" cy="279327"/>
          </a:xfrm>
          <a:custGeom>
            <a:rect b="b" l="l" r="r" t="t"/>
            <a:pathLst>
              <a:path extrusionOk="0" h="120000" w="12000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561" name="Google Shape;561;p53"/>
          <p:cNvSpPr txBox="1"/>
          <p:nvPr>
            <p:ph idx="2" type="body"/>
          </p:nvPr>
        </p:nvSpPr>
        <p:spPr>
          <a:xfrm>
            <a:off x="1180757" y="2775427"/>
            <a:ext cx="2247780" cy="87365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2" name="Google Shape;562;p53"/>
          <p:cNvSpPr txBox="1"/>
          <p:nvPr>
            <p:ph idx="3" type="body"/>
          </p:nvPr>
        </p:nvSpPr>
        <p:spPr>
          <a:xfrm>
            <a:off x="3025297" y="5390259"/>
            <a:ext cx="2327466" cy="789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3" name="Google Shape;563;p53"/>
          <p:cNvSpPr txBox="1"/>
          <p:nvPr>
            <p:ph idx="4" type="body"/>
          </p:nvPr>
        </p:nvSpPr>
        <p:spPr>
          <a:xfrm>
            <a:off x="4721151" y="2149850"/>
            <a:ext cx="2327466" cy="86275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4" name="Google Shape;564;p53"/>
          <p:cNvSpPr txBox="1"/>
          <p:nvPr>
            <p:ph idx="5" type="body"/>
          </p:nvPr>
        </p:nvSpPr>
        <p:spPr>
          <a:xfrm>
            <a:off x="6986775" y="4708150"/>
            <a:ext cx="2327466" cy="789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5" name="Google Shape;565;p53"/>
          <p:cNvSpPr txBox="1"/>
          <p:nvPr>
            <p:ph idx="6" type="body"/>
          </p:nvPr>
        </p:nvSpPr>
        <p:spPr>
          <a:xfrm>
            <a:off x="10694145" y="1955612"/>
            <a:ext cx="1318631" cy="186025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1"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1"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6" name="Google Shape;566;p53"/>
          <p:cNvSpPr txBox="1"/>
          <p:nvPr>
            <p:ph idx="7" type="body"/>
          </p:nvPr>
        </p:nvSpPr>
        <p:spPr>
          <a:xfrm>
            <a:off x="1180758" y="2222957"/>
            <a:ext cx="2247780" cy="4960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7" name="Google Shape;567;p53"/>
          <p:cNvSpPr txBox="1"/>
          <p:nvPr>
            <p:ph idx="8" type="body"/>
          </p:nvPr>
        </p:nvSpPr>
        <p:spPr>
          <a:xfrm>
            <a:off x="4721151" y="1607631"/>
            <a:ext cx="2327466" cy="4960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8" name="Google Shape;568;p53"/>
          <p:cNvSpPr txBox="1"/>
          <p:nvPr>
            <p:ph idx="9" type="body"/>
          </p:nvPr>
        </p:nvSpPr>
        <p:spPr>
          <a:xfrm>
            <a:off x="3025297" y="6180788"/>
            <a:ext cx="2327466" cy="364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9" name="Google Shape;569;p53"/>
          <p:cNvSpPr txBox="1"/>
          <p:nvPr>
            <p:ph idx="13" type="body"/>
          </p:nvPr>
        </p:nvSpPr>
        <p:spPr>
          <a:xfrm>
            <a:off x="6986775" y="5537050"/>
            <a:ext cx="2327466" cy="4960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570" name="Shape 570"/>
        <p:cNvGrpSpPr/>
        <p:nvPr/>
      </p:nvGrpSpPr>
      <p:grpSpPr>
        <a:xfrm>
          <a:off x="0" y="0"/>
          <a:ext cx="0" cy="0"/>
          <a:chOff x="0" y="0"/>
          <a:chExt cx="0" cy="0"/>
        </a:xfrm>
      </p:grpSpPr>
      <p:sp>
        <p:nvSpPr>
          <p:cNvPr id="571" name="Google Shape;571;p54"/>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2" name="Google Shape;572;p54"/>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573" name="Google Shape;573;p54"/>
          <p:cNvGrpSpPr/>
          <p:nvPr/>
        </p:nvGrpSpPr>
        <p:grpSpPr>
          <a:xfrm>
            <a:off x="8705339" y="1607951"/>
            <a:ext cx="2504672" cy="2336330"/>
            <a:chOff x="8705339" y="1607951"/>
            <a:chExt cx="2504672" cy="2336330"/>
          </a:xfrm>
        </p:grpSpPr>
        <p:grpSp>
          <p:nvGrpSpPr>
            <p:cNvPr id="574" name="Google Shape;574;p54"/>
            <p:cNvGrpSpPr/>
            <p:nvPr/>
          </p:nvGrpSpPr>
          <p:grpSpPr>
            <a:xfrm>
              <a:off x="8705339" y="1607951"/>
              <a:ext cx="2358104" cy="2097263"/>
              <a:chOff x="8705339" y="1607951"/>
              <a:chExt cx="2358104" cy="2097263"/>
            </a:xfrm>
          </p:grpSpPr>
          <p:sp>
            <p:nvSpPr>
              <p:cNvPr id="575" name="Google Shape;575;p54"/>
              <p:cNvSpPr/>
              <p:nvPr/>
            </p:nvSpPr>
            <p:spPr>
              <a:xfrm rot="-5400000">
                <a:off x="8706847" y="1606446"/>
                <a:ext cx="1180703" cy="1183715"/>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6" name="Google Shape;576;p54"/>
              <p:cNvSpPr/>
              <p:nvPr/>
            </p:nvSpPr>
            <p:spPr>
              <a:xfrm>
                <a:off x="9882742" y="1607951"/>
                <a:ext cx="1180701" cy="1183715"/>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7" name="Google Shape;577;p54"/>
              <p:cNvSpPr/>
              <p:nvPr/>
            </p:nvSpPr>
            <p:spPr>
              <a:xfrm>
                <a:off x="8705339" y="2785319"/>
                <a:ext cx="455853" cy="91935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8" name="Google Shape;578;p54"/>
              <p:cNvSpPr/>
              <p:nvPr/>
            </p:nvSpPr>
            <p:spPr>
              <a:xfrm>
                <a:off x="10607442" y="2785321"/>
                <a:ext cx="455853" cy="91989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579" name="Google Shape;579;p54"/>
            <p:cNvSpPr/>
            <p:nvPr/>
          </p:nvSpPr>
          <p:spPr>
            <a:xfrm rot="2700000">
              <a:off x="10575857" y="3310127"/>
              <a:ext cx="525350" cy="525350"/>
            </a:xfrm>
            <a:custGeom>
              <a:rect b="b" l="l" r="r" t="t"/>
              <a:pathLst>
                <a:path extrusionOk="0" h="120000" w="120000">
                  <a:moveTo>
                    <a:pt x="0" y="120000"/>
                  </a:moveTo>
                  <a:lnTo>
                    <a:pt x="120000" y="0"/>
                  </a:lnTo>
                  <a:lnTo>
                    <a:pt x="120000" y="120000"/>
                  </a:lnTo>
                  <a:lnTo>
                    <a:pt x="0" y="12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580" name="Google Shape;580;p54"/>
          <p:cNvGrpSpPr/>
          <p:nvPr/>
        </p:nvGrpSpPr>
        <p:grpSpPr>
          <a:xfrm>
            <a:off x="6794670" y="3441706"/>
            <a:ext cx="2503757" cy="2336328"/>
            <a:chOff x="3371475" y="3591818"/>
            <a:chExt cx="2074748" cy="1936007"/>
          </a:xfrm>
        </p:grpSpPr>
        <p:sp>
          <p:nvSpPr>
            <p:cNvPr id="581" name="Google Shape;581;p54"/>
            <p:cNvSpPr/>
            <p:nvPr/>
          </p:nvSpPr>
          <p:spPr>
            <a:xfrm flipH="1" rot="-5400000">
              <a:off x="3372725" y="4548183"/>
              <a:ext cx="978394" cy="980890"/>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2" name="Google Shape;582;p54"/>
            <p:cNvSpPr/>
            <p:nvPr/>
          </p:nvSpPr>
          <p:spPr>
            <a:xfrm flipH="1" rot="10800000">
              <a:off x="4346378" y="4546935"/>
              <a:ext cx="978394" cy="980890"/>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3" name="Google Shape;583;p54"/>
            <p:cNvSpPr/>
            <p:nvPr/>
          </p:nvSpPr>
          <p:spPr>
            <a:xfrm flipH="1" rot="10800000">
              <a:off x="3371475" y="3790370"/>
              <a:ext cx="377745" cy="761826"/>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4" name="Google Shape;584;p54"/>
            <p:cNvSpPr/>
            <p:nvPr/>
          </p:nvSpPr>
          <p:spPr>
            <a:xfrm flipH="1" rot="10800000">
              <a:off x="4946903" y="3789921"/>
              <a:ext cx="377745" cy="76227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5" name="Google Shape;585;p54"/>
            <p:cNvSpPr/>
            <p:nvPr/>
          </p:nvSpPr>
          <p:spPr>
            <a:xfrm flipH="1" rot="8100000">
              <a:off x="4920731" y="3681978"/>
              <a:ext cx="435332" cy="435332"/>
            </a:xfrm>
            <a:custGeom>
              <a:rect b="b" l="l" r="r" t="t"/>
              <a:pathLst>
                <a:path extrusionOk="0" h="120000" w="120000">
                  <a:moveTo>
                    <a:pt x="0" y="120000"/>
                  </a:moveTo>
                  <a:lnTo>
                    <a:pt x="120000" y="0"/>
                  </a:lnTo>
                  <a:lnTo>
                    <a:pt x="120000" y="120000"/>
                  </a:lnTo>
                  <a:lnTo>
                    <a:pt x="0" y="12000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586" name="Google Shape;586;p54"/>
          <p:cNvGrpSpPr/>
          <p:nvPr/>
        </p:nvGrpSpPr>
        <p:grpSpPr>
          <a:xfrm>
            <a:off x="4892567" y="1607951"/>
            <a:ext cx="2504672" cy="2336330"/>
            <a:chOff x="4892567" y="1607951"/>
            <a:chExt cx="2504672" cy="2336330"/>
          </a:xfrm>
        </p:grpSpPr>
        <p:sp>
          <p:nvSpPr>
            <p:cNvPr id="587" name="Google Shape;587;p54"/>
            <p:cNvSpPr/>
            <p:nvPr/>
          </p:nvSpPr>
          <p:spPr>
            <a:xfrm rot="-5400000">
              <a:off x="4894075" y="1606446"/>
              <a:ext cx="1180703" cy="1183715"/>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8" name="Google Shape;588;p54"/>
            <p:cNvSpPr/>
            <p:nvPr/>
          </p:nvSpPr>
          <p:spPr>
            <a:xfrm>
              <a:off x="6069971" y="1607951"/>
              <a:ext cx="1180701" cy="1183715"/>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9" name="Google Shape;589;p54"/>
            <p:cNvSpPr/>
            <p:nvPr/>
          </p:nvSpPr>
          <p:spPr>
            <a:xfrm>
              <a:off x="4892567" y="2785319"/>
              <a:ext cx="455853" cy="91935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0" name="Google Shape;590;p54"/>
            <p:cNvSpPr/>
            <p:nvPr/>
          </p:nvSpPr>
          <p:spPr>
            <a:xfrm>
              <a:off x="6794671" y="2785321"/>
              <a:ext cx="455853" cy="91989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1" name="Google Shape;591;p54"/>
            <p:cNvSpPr/>
            <p:nvPr/>
          </p:nvSpPr>
          <p:spPr>
            <a:xfrm rot="2700000">
              <a:off x="6763085" y="3310127"/>
              <a:ext cx="525350" cy="525350"/>
            </a:xfrm>
            <a:custGeom>
              <a:rect b="b" l="l" r="r" t="t"/>
              <a:pathLst>
                <a:path extrusionOk="0" h="120000" w="120000">
                  <a:moveTo>
                    <a:pt x="0" y="120000"/>
                  </a:moveTo>
                  <a:lnTo>
                    <a:pt x="120000" y="0"/>
                  </a:lnTo>
                  <a:lnTo>
                    <a:pt x="120000" y="120000"/>
                  </a:lnTo>
                  <a:lnTo>
                    <a:pt x="0" y="12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592" name="Google Shape;592;p54"/>
          <p:cNvGrpSpPr/>
          <p:nvPr/>
        </p:nvGrpSpPr>
        <p:grpSpPr>
          <a:xfrm>
            <a:off x="2992894" y="3441706"/>
            <a:ext cx="2503757" cy="2336328"/>
            <a:chOff x="3371475" y="3591818"/>
            <a:chExt cx="2074748" cy="1936007"/>
          </a:xfrm>
        </p:grpSpPr>
        <p:sp>
          <p:nvSpPr>
            <p:cNvPr id="593" name="Google Shape;593;p54"/>
            <p:cNvSpPr/>
            <p:nvPr/>
          </p:nvSpPr>
          <p:spPr>
            <a:xfrm flipH="1" rot="-5400000">
              <a:off x="3372725" y="4548183"/>
              <a:ext cx="978394" cy="980890"/>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4" name="Google Shape;594;p54"/>
            <p:cNvSpPr/>
            <p:nvPr/>
          </p:nvSpPr>
          <p:spPr>
            <a:xfrm flipH="1" rot="10800000">
              <a:off x="4346378" y="4546935"/>
              <a:ext cx="978394" cy="980890"/>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54"/>
            <p:cNvSpPr/>
            <p:nvPr/>
          </p:nvSpPr>
          <p:spPr>
            <a:xfrm flipH="1" rot="10800000">
              <a:off x="3371475" y="3790370"/>
              <a:ext cx="377745" cy="76182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54"/>
            <p:cNvSpPr/>
            <p:nvPr/>
          </p:nvSpPr>
          <p:spPr>
            <a:xfrm flipH="1" rot="10800000">
              <a:off x="4946903" y="3789921"/>
              <a:ext cx="377745" cy="76227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54"/>
            <p:cNvSpPr/>
            <p:nvPr/>
          </p:nvSpPr>
          <p:spPr>
            <a:xfrm flipH="1" rot="8100000">
              <a:off x="4920731" y="3681978"/>
              <a:ext cx="435332" cy="435332"/>
            </a:xfrm>
            <a:custGeom>
              <a:rect b="b" l="l" r="r" t="t"/>
              <a:pathLst>
                <a:path extrusionOk="0" h="120000" w="120000">
                  <a:moveTo>
                    <a:pt x="0" y="120000"/>
                  </a:moveTo>
                  <a:lnTo>
                    <a:pt x="120000" y="0"/>
                  </a:lnTo>
                  <a:lnTo>
                    <a:pt x="120000" y="120000"/>
                  </a:lnTo>
                  <a:lnTo>
                    <a:pt x="0" y="12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598" name="Google Shape;598;p54"/>
          <p:cNvGrpSpPr/>
          <p:nvPr/>
        </p:nvGrpSpPr>
        <p:grpSpPr>
          <a:xfrm>
            <a:off x="1090792" y="1607950"/>
            <a:ext cx="2504673" cy="2336331"/>
            <a:chOff x="1090792" y="1607950"/>
            <a:chExt cx="2504673" cy="2336331"/>
          </a:xfrm>
        </p:grpSpPr>
        <p:sp>
          <p:nvSpPr>
            <p:cNvPr id="599" name="Google Shape;599;p54"/>
            <p:cNvSpPr/>
            <p:nvPr/>
          </p:nvSpPr>
          <p:spPr>
            <a:xfrm rot="-5400000">
              <a:off x="1092300" y="1606446"/>
              <a:ext cx="1180703" cy="1183715"/>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54"/>
            <p:cNvSpPr/>
            <p:nvPr/>
          </p:nvSpPr>
          <p:spPr>
            <a:xfrm>
              <a:off x="2268196" y="1607950"/>
              <a:ext cx="1180701" cy="1183715"/>
            </a:xfrm>
            <a:custGeom>
              <a:rect b="b" l="l" r="r" t="t"/>
              <a:pathLst>
                <a:path extrusionOk="0" h="120000" w="12000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1" name="Google Shape;601;p54"/>
            <p:cNvSpPr/>
            <p:nvPr/>
          </p:nvSpPr>
          <p:spPr>
            <a:xfrm>
              <a:off x="1090792" y="2785318"/>
              <a:ext cx="455853" cy="91935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2" name="Google Shape;602;p54"/>
            <p:cNvSpPr/>
            <p:nvPr/>
          </p:nvSpPr>
          <p:spPr>
            <a:xfrm>
              <a:off x="2992894" y="2785318"/>
              <a:ext cx="455853" cy="91989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3" name="Google Shape;603;p54"/>
            <p:cNvSpPr/>
            <p:nvPr/>
          </p:nvSpPr>
          <p:spPr>
            <a:xfrm rot="2700000">
              <a:off x="2961311" y="3310127"/>
              <a:ext cx="525350" cy="525350"/>
            </a:xfrm>
            <a:custGeom>
              <a:rect b="b" l="l" r="r" t="t"/>
              <a:pathLst>
                <a:path extrusionOk="0" h="120000" w="120000">
                  <a:moveTo>
                    <a:pt x="0" y="12000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04" name="Google Shape;604;p54"/>
          <p:cNvSpPr/>
          <p:nvPr/>
        </p:nvSpPr>
        <p:spPr>
          <a:xfrm>
            <a:off x="1981263" y="2448663"/>
            <a:ext cx="611596" cy="61159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5" name="Google Shape;605;p54"/>
          <p:cNvSpPr/>
          <p:nvPr/>
        </p:nvSpPr>
        <p:spPr>
          <a:xfrm>
            <a:off x="2153233" y="2615963"/>
            <a:ext cx="279327" cy="279327"/>
          </a:xfrm>
          <a:custGeom>
            <a:rect b="b" l="l" r="r" t="t"/>
            <a:pathLst>
              <a:path extrusionOk="0" h="120000" w="12000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sp>
        <p:nvSpPr>
          <p:cNvPr id="606" name="Google Shape;606;p54"/>
          <p:cNvSpPr/>
          <p:nvPr/>
        </p:nvSpPr>
        <p:spPr>
          <a:xfrm>
            <a:off x="3864632" y="4349703"/>
            <a:ext cx="611596" cy="611596"/>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7" name="Google Shape;607;p54"/>
          <p:cNvSpPr/>
          <p:nvPr/>
        </p:nvSpPr>
        <p:spPr>
          <a:xfrm>
            <a:off x="4047092" y="4515837"/>
            <a:ext cx="279327" cy="279327"/>
          </a:xfrm>
          <a:custGeom>
            <a:rect b="b" l="l" r="r" t="t"/>
            <a:pathLst>
              <a:path extrusionOk="0" h="120000" w="12000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nvGrpSpPr>
          <p:cNvPr id="608" name="Google Shape;608;p54"/>
          <p:cNvGrpSpPr/>
          <p:nvPr/>
        </p:nvGrpSpPr>
        <p:grpSpPr>
          <a:xfrm>
            <a:off x="5759496" y="2448663"/>
            <a:ext cx="611596" cy="611596"/>
            <a:chOff x="5759496" y="2448663"/>
            <a:chExt cx="611596" cy="611596"/>
          </a:xfrm>
        </p:grpSpPr>
        <p:sp>
          <p:nvSpPr>
            <p:cNvPr id="609" name="Google Shape;609;p54"/>
            <p:cNvSpPr/>
            <p:nvPr/>
          </p:nvSpPr>
          <p:spPr>
            <a:xfrm>
              <a:off x="5759496" y="2448663"/>
              <a:ext cx="611596" cy="611596"/>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10" name="Google Shape;610;p54"/>
            <p:cNvSpPr/>
            <p:nvPr/>
          </p:nvSpPr>
          <p:spPr>
            <a:xfrm>
              <a:off x="5936021" y="2614727"/>
              <a:ext cx="279327" cy="279327"/>
            </a:xfrm>
            <a:custGeom>
              <a:rect b="b" l="l" r="r" t="t"/>
              <a:pathLst>
                <a:path extrusionOk="0" h="120000" w="12000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611" name="Google Shape;611;p54"/>
          <p:cNvGrpSpPr/>
          <p:nvPr/>
        </p:nvGrpSpPr>
        <p:grpSpPr>
          <a:xfrm>
            <a:off x="7681647" y="4349703"/>
            <a:ext cx="611596" cy="611596"/>
            <a:chOff x="7681647" y="4349703"/>
            <a:chExt cx="611596" cy="611596"/>
          </a:xfrm>
        </p:grpSpPr>
        <p:sp>
          <p:nvSpPr>
            <p:cNvPr id="612" name="Google Shape;612;p54"/>
            <p:cNvSpPr/>
            <p:nvPr/>
          </p:nvSpPr>
          <p:spPr>
            <a:xfrm>
              <a:off x="7681647" y="4349703"/>
              <a:ext cx="611596" cy="611596"/>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54"/>
            <p:cNvSpPr/>
            <p:nvPr/>
          </p:nvSpPr>
          <p:spPr>
            <a:xfrm>
              <a:off x="7846559" y="4515837"/>
              <a:ext cx="279327" cy="279327"/>
            </a:xfrm>
            <a:custGeom>
              <a:rect b="b" l="l" r="r" t="t"/>
              <a:pathLst>
                <a:path extrusionOk="0" h="120000" w="12000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grpSp>
        <p:nvGrpSpPr>
          <p:cNvPr id="614" name="Google Shape;614;p54"/>
          <p:cNvGrpSpPr/>
          <p:nvPr/>
        </p:nvGrpSpPr>
        <p:grpSpPr>
          <a:xfrm>
            <a:off x="9576939" y="2448663"/>
            <a:ext cx="611596" cy="611596"/>
            <a:chOff x="9576939" y="2448663"/>
            <a:chExt cx="611596" cy="611596"/>
          </a:xfrm>
        </p:grpSpPr>
        <p:sp>
          <p:nvSpPr>
            <p:cNvPr id="615" name="Google Shape;615;p54"/>
            <p:cNvSpPr/>
            <p:nvPr/>
          </p:nvSpPr>
          <p:spPr>
            <a:xfrm>
              <a:off x="9576939" y="2448663"/>
              <a:ext cx="611596" cy="611596"/>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16" name="Google Shape;616;p54"/>
            <p:cNvSpPr/>
            <p:nvPr/>
          </p:nvSpPr>
          <p:spPr>
            <a:xfrm>
              <a:off x="9749393" y="2614727"/>
              <a:ext cx="279327" cy="279327"/>
            </a:xfrm>
            <a:custGeom>
              <a:rect b="b" l="l" r="r" t="t"/>
              <a:pathLst>
                <a:path extrusionOk="0" h="120000" w="12000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Arial"/>
                <a:ea typeface="Arial"/>
                <a:cs typeface="Arial"/>
                <a:sym typeface="Arial"/>
              </a:endParaRPr>
            </a:p>
          </p:txBody>
        </p:sp>
      </p:grpSp>
      <p:sp>
        <p:nvSpPr>
          <p:cNvPr id="617" name="Google Shape;617;p54"/>
          <p:cNvSpPr txBox="1"/>
          <p:nvPr>
            <p:ph idx="2" type="body"/>
          </p:nvPr>
        </p:nvSpPr>
        <p:spPr>
          <a:xfrm>
            <a:off x="1584929" y="3111615"/>
            <a:ext cx="1334043" cy="3968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8" name="Google Shape;618;p54"/>
          <p:cNvSpPr txBox="1"/>
          <p:nvPr>
            <p:ph idx="3" type="body"/>
          </p:nvPr>
        </p:nvSpPr>
        <p:spPr>
          <a:xfrm>
            <a:off x="1575449" y="3523161"/>
            <a:ext cx="1334043" cy="129502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9" name="Google Shape;619;p54"/>
          <p:cNvSpPr txBox="1"/>
          <p:nvPr>
            <p:ph idx="4" type="body"/>
          </p:nvPr>
        </p:nvSpPr>
        <p:spPr>
          <a:xfrm>
            <a:off x="3519528" y="3908411"/>
            <a:ext cx="1334043" cy="3968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0" name="Google Shape;620;p54"/>
          <p:cNvSpPr txBox="1"/>
          <p:nvPr>
            <p:ph idx="5" type="body"/>
          </p:nvPr>
        </p:nvSpPr>
        <p:spPr>
          <a:xfrm>
            <a:off x="3518381" y="2588973"/>
            <a:ext cx="1334043" cy="129502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1" name="Google Shape;621;p54"/>
          <p:cNvSpPr txBox="1"/>
          <p:nvPr>
            <p:ph idx="6" type="body"/>
          </p:nvPr>
        </p:nvSpPr>
        <p:spPr>
          <a:xfrm>
            <a:off x="5400162" y="3111615"/>
            <a:ext cx="1334043" cy="3968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2" name="Google Shape;622;p54"/>
          <p:cNvSpPr txBox="1"/>
          <p:nvPr>
            <p:ph idx="7" type="body"/>
          </p:nvPr>
        </p:nvSpPr>
        <p:spPr>
          <a:xfrm>
            <a:off x="5390682" y="3523161"/>
            <a:ext cx="1334043" cy="129502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3" name="Google Shape;623;p54"/>
          <p:cNvSpPr txBox="1"/>
          <p:nvPr>
            <p:ph idx="8" type="body"/>
          </p:nvPr>
        </p:nvSpPr>
        <p:spPr>
          <a:xfrm>
            <a:off x="7308390" y="3908411"/>
            <a:ext cx="1334043" cy="3968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4" name="Google Shape;624;p54"/>
          <p:cNvSpPr txBox="1"/>
          <p:nvPr>
            <p:ph idx="9" type="body"/>
          </p:nvPr>
        </p:nvSpPr>
        <p:spPr>
          <a:xfrm>
            <a:off x="7307243" y="2588973"/>
            <a:ext cx="1334043" cy="129502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5" name="Google Shape;625;p54"/>
          <p:cNvSpPr txBox="1"/>
          <p:nvPr>
            <p:ph idx="13" type="body"/>
          </p:nvPr>
        </p:nvSpPr>
        <p:spPr>
          <a:xfrm>
            <a:off x="9250776" y="3111615"/>
            <a:ext cx="1334043" cy="3968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6" name="Google Shape;626;p54"/>
          <p:cNvSpPr txBox="1"/>
          <p:nvPr>
            <p:ph idx="14" type="body"/>
          </p:nvPr>
        </p:nvSpPr>
        <p:spPr>
          <a:xfrm>
            <a:off x="9241296" y="3523161"/>
            <a:ext cx="1334043" cy="129502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ctr">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e-Infographic">
  <p:cSld name="Tree-Infographic">
    <p:spTree>
      <p:nvGrpSpPr>
        <p:cNvPr id="627" name="Shape 627"/>
        <p:cNvGrpSpPr/>
        <p:nvPr/>
      </p:nvGrpSpPr>
      <p:grpSpPr>
        <a:xfrm>
          <a:off x="0" y="0"/>
          <a:ext cx="0" cy="0"/>
          <a:chOff x="0" y="0"/>
          <a:chExt cx="0" cy="0"/>
        </a:xfrm>
      </p:grpSpPr>
      <p:sp>
        <p:nvSpPr>
          <p:cNvPr id="628" name="Google Shape;628;p55"/>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9" name="Google Shape;629;p55"/>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630" name="Google Shape;630;p55"/>
          <p:cNvGrpSpPr/>
          <p:nvPr/>
        </p:nvGrpSpPr>
        <p:grpSpPr>
          <a:xfrm>
            <a:off x="6992716" y="1169665"/>
            <a:ext cx="4573641" cy="5344829"/>
            <a:chOff x="2813" y="961"/>
            <a:chExt cx="2052" cy="2397"/>
          </a:xfrm>
        </p:grpSpPr>
        <p:sp>
          <p:nvSpPr>
            <p:cNvPr id="631" name="Google Shape;631;p55"/>
            <p:cNvSpPr/>
            <p:nvPr/>
          </p:nvSpPr>
          <p:spPr>
            <a:xfrm>
              <a:off x="4415" y="1626"/>
              <a:ext cx="127" cy="168"/>
            </a:xfrm>
            <a:custGeom>
              <a:rect b="b" l="l" r="r" t="t"/>
              <a:pathLst>
                <a:path extrusionOk="0" h="120000" w="120000">
                  <a:moveTo>
                    <a:pt x="11111" y="55774"/>
                  </a:moveTo>
                  <a:cubicBezTo>
                    <a:pt x="0" y="77746"/>
                    <a:pt x="8888" y="101408"/>
                    <a:pt x="31111" y="120000"/>
                  </a:cubicBezTo>
                  <a:cubicBezTo>
                    <a:pt x="64444" y="116619"/>
                    <a:pt x="95555" y="103098"/>
                    <a:pt x="106666" y="81126"/>
                  </a:cubicBezTo>
                  <a:cubicBezTo>
                    <a:pt x="120000" y="59154"/>
                    <a:pt x="117777" y="16901"/>
                    <a:pt x="95555" y="0"/>
                  </a:cubicBezTo>
                  <a:cubicBezTo>
                    <a:pt x="60000" y="1690"/>
                    <a:pt x="22222" y="32112"/>
                    <a:pt x="11111" y="5577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2" name="Google Shape;632;p55"/>
            <p:cNvSpPr/>
            <p:nvPr/>
          </p:nvSpPr>
          <p:spPr>
            <a:xfrm>
              <a:off x="4261" y="1218"/>
              <a:ext cx="130" cy="166"/>
            </a:xfrm>
            <a:custGeom>
              <a:rect b="b" l="l" r="r" t="t"/>
              <a:pathLst>
                <a:path extrusionOk="0" h="120000" w="120000">
                  <a:moveTo>
                    <a:pt x="13090" y="82285"/>
                  </a:moveTo>
                  <a:cubicBezTo>
                    <a:pt x="26181" y="104571"/>
                    <a:pt x="54545" y="118285"/>
                    <a:pt x="89454" y="120000"/>
                  </a:cubicBezTo>
                  <a:cubicBezTo>
                    <a:pt x="111272" y="102857"/>
                    <a:pt x="120000" y="77142"/>
                    <a:pt x="106909" y="54857"/>
                  </a:cubicBezTo>
                  <a:cubicBezTo>
                    <a:pt x="93818" y="32571"/>
                    <a:pt x="54545" y="1714"/>
                    <a:pt x="21818" y="0"/>
                  </a:cubicBezTo>
                  <a:cubicBezTo>
                    <a:pt x="0" y="18857"/>
                    <a:pt x="2181" y="60000"/>
                    <a:pt x="13090" y="82285"/>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3" name="Google Shape;633;p55"/>
            <p:cNvSpPr/>
            <p:nvPr/>
          </p:nvSpPr>
          <p:spPr>
            <a:xfrm>
              <a:off x="3452" y="1219"/>
              <a:ext cx="120" cy="177"/>
            </a:xfrm>
            <a:custGeom>
              <a:rect b="b" l="l" r="r" t="t"/>
              <a:pathLst>
                <a:path extrusionOk="0" h="120000" w="120000">
                  <a:moveTo>
                    <a:pt x="7058" y="62400"/>
                  </a:moveTo>
                  <a:cubicBezTo>
                    <a:pt x="0" y="84800"/>
                    <a:pt x="16470" y="105600"/>
                    <a:pt x="44705" y="120000"/>
                  </a:cubicBezTo>
                  <a:cubicBezTo>
                    <a:pt x="80000" y="113600"/>
                    <a:pt x="105882" y="97600"/>
                    <a:pt x="112941" y="75200"/>
                  </a:cubicBezTo>
                  <a:cubicBezTo>
                    <a:pt x="120000" y="52800"/>
                    <a:pt x="108235" y="14400"/>
                    <a:pt x="80000" y="0"/>
                  </a:cubicBezTo>
                  <a:cubicBezTo>
                    <a:pt x="44705" y="6400"/>
                    <a:pt x="14117" y="40000"/>
                    <a:pt x="7058" y="6240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4" name="Google Shape;634;p55"/>
            <p:cNvSpPr/>
            <p:nvPr/>
          </p:nvSpPr>
          <p:spPr>
            <a:xfrm>
              <a:off x="2912" y="1464"/>
              <a:ext cx="186" cy="112"/>
            </a:xfrm>
            <a:custGeom>
              <a:rect b="b" l="l" r="r" t="t"/>
              <a:pathLst>
                <a:path extrusionOk="0" h="120000" w="120000">
                  <a:moveTo>
                    <a:pt x="75949" y="112500"/>
                  </a:moveTo>
                  <a:cubicBezTo>
                    <a:pt x="98734" y="105000"/>
                    <a:pt x="113924" y="77500"/>
                    <a:pt x="120000" y="42500"/>
                  </a:cubicBezTo>
                  <a:cubicBezTo>
                    <a:pt x="104810" y="15000"/>
                    <a:pt x="82025" y="0"/>
                    <a:pt x="59240" y="7500"/>
                  </a:cubicBezTo>
                  <a:cubicBezTo>
                    <a:pt x="37974" y="15000"/>
                    <a:pt x="4556" y="50000"/>
                    <a:pt x="0" y="85000"/>
                  </a:cubicBezTo>
                  <a:cubicBezTo>
                    <a:pt x="15189" y="112500"/>
                    <a:pt x="53164" y="120000"/>
                    <a:pt x="75949" y="11250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5" name="Google Shape;635;p55"/>
            <p:cNvSpPr/>
            <p:nvPr/>
          </p:nvSpPr>
          <p:spPr>
            <a:xfrm>
              <a:off x="3659" y="1071"/>
              <a:ext cx="173" cy="122"/>
            </a:xfrm>
            <a:custGeom>
              <a:rect b="b" l="l" r="r" t="t"/>
              <a:pathLst>
                <a:path extrusionOk="0" h="120000" w="120000">
                  <a:moveTo>
                    <a:pt x="50958" y="106153"/>
                  </a:moveTo>
                  <a:cubicBezTo>
                    <a:pt x="73972" y="120000"/>
                    <a:pt x="100273" y="115384"/>
                    <a:pt x="119999" y="94615"/>
                  </a:cubicBezTo>
                  <a:cubicBezTo>
                    <a:pt x="119999" y="62307"/>
                    <a:pt x="106849" y="32307"/>
                    <a:pt x="83835" y="18461"/>
                  </a:cubicBezTo>
                  <a:cubicBezTo>
                    <a:pt x="62465" y="4615"/>
                    <a:pt x="19726" y="0"/>
                    <a:pt x="0" y="18461"/>
                  </a:cubicBezTo>
                  <a:cubicBezTo>
                    <a:pt x="0" y="53076"/>
                    <a:pt x="29589" y="92307"/>
                    <a:pt x="50958" y="106153"/>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55"/>
            <p:cNvSpPr/>
            <p:nvPr/>
          </p:nvSpPr>
          <p:spPr>
            <a:xfrm>
              <a:off x="4702" y="1626"/>
              <a:ext cx="130" cy="168"/>
            </a:xfrm>
            <a:custGeom>
              <a:rect b="b" l="l" r="r" t="t"/>
              <a:pathLst>
                <a:path extrusionOk="0" h="120000" w="120000">
                  <a:moveTo>
                    <a:pt x="15272" y="81126"/>
                  </a:moveTo>
                  <a:cubicBezTo>
                    <a:pt x="26181" y="103098"/>
                    <a:pt x="56727" y="116619"/>
                    <a:pt x="89454" y="120000"/>
                  </a:cubicBezTo>
                  <a:cubicBezTo>
                    <a:pt x="111272" y="101408"/>
                    <a:pt x="120000" y="76056"/>
                    <a:pt x="109090" y="54084"/>
                  </a:cubicBezTo>
                  <a:cubicBezTo>
                    <a:pt x="96000" y="32112"/>
                    <a:pt x="56727" y="1690"/>
                    <a:pt x="24000" y="0"/>
                  </a:cubicBezTo>
                  <a:cubicBezTo>
                    <a:pt x="0" y="18591"/>
                    <a:pt x="2181" y="59154"/>
                    <a:pt x="15272" y="81126"/>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55"/>
            <p:cNvSpPr/>
            <p:nvPr/>
          </p:nvSpPr>
          <p:spPr>
            <a:xfrm>
              <a:off x="3194" y="1907"/>
              <a:ext cx="153" cy="150"/>
            </a:xfrm>
            <a:custGeom>
              <a:rect b="b" l="l" r="r" t="t"/>
              <a:pathLst>
                <a:path extrusionOk="0" h="120000" w="120000">
                  <a:moveTo>
                    <a:pt x="97846" y="80625"/>
                  </a:moveTo>
                  <a:cubicBezTo>
                    <a:pt x="116307" y="60000"/>
                    <a:pt x="120000" y="31875"/>
                    <a:pt x="108923" y="7500"/>
                  </a:cubicBezTo>
                  <a:cubicBezTo>
                    <a:pt x="81230" y="0"/>
                    <a:pt x="51692" y="7500"/>
                    <a:pt x="33230" y="26250"/>
                  </a:cubicBezTo>
                  <a:cubicBezTo>
                    <a:pt x="14769" y="45000"/>
                    <a:pt x="0" y="88125"/>
                    <a:pt x="9230" y="114375"/>
                  </a:cubicBezTo>
                  <a:cubicBezTo>
                    <a:pt x="36923" y="120000"/>
                    <a:pt x="79384" y="99375"/>
                    <a:pt x="97846" y="8062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8" name="Google Shape;638;p55"/>
            <p:cNvSpPr/>
            <p:nvPr/>
          </p:nvSpPr>
          <p:spPr>
            <a:xfrm>
              <a:off x="2886" y="2504"/>
              <a:ext cx="1837" cy="854"/>
            </a:xfrm>
            <a:custGeom>
              <a:rect b="b" l="l" r="r" t="t"/>
              <a:pathLst>
                <a:path extrusionOk="0" h="120000" w="120000">
                  <a:moveTo>
                    <a:pt x="60077" y="120000"/>
                  </a:moveTo>
                  <a:cubicBezTo>
                    <a:pt x="93212" y="120000"/>
                    <a:pt x="120000" y="66149"/>
                    <a:pt x="120000" y="0"/>
                  </a:cubicBezTo>
                  <a:cubicBezTo>
                    <a:pt x="0" y="0"/>
                    <a:pt x="0" y="0"/>
                    <a:pt x="0" y="0"/>
                  </a:cubicBezTo>
                  <a:cubicBezTo>
                    <a:pt x="0" y="66149"/>
                    <a:pt x="26941" y="120000"/>
                    <a:pt x="60077" y="12000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9" name="Google Shape;639;p55"/>
            <p:cNvSpPr/>
            <p:nvPr/>
          </p:nvSpPr>
          <p:spPr>
            <a:xfrm>
              <a:off x="3081" y="2504"/>
              <a:ext cx="1446" cy="674"/>
            </a:xfrm>
            <a:custGeom>
              <a:rect b="b" l="l" r="r" t="t"/>
              <a:pathLst>
                <a:path extrusionOk="0" h="120000" w="120000">
                  <a:moveTo>
                    <a:pt x="60000" y="119999"/>
                  </a:moveTo>
                  <a:cubicBezTo>
                    <a:pt x="93245" y="119999"/>
                    <a:pt x="120000" y="66105"/>
                    <a:pt x="120000" y="0"/>
                  </a:cubicBezTo>
                  <a:cubicBezTo>
                    <a:pt x="0" y="0"/>
                    <a:pt x="0" y="0"/>
                    <a:pt x="0" y="0"/>
                  </a:cubicBezTo>
                  <a:cubicBezTo>
                    <a:pt x="0" y="66105"/>
                    <a:pt x="26754" y="119999"/>
                    <a:pt x="60000" y="119999"/>
                  </a:cubicBezTo>
                  <a:close/>
                </a:path>
              </a:pathLst>
            </a:custGeom>
            <a:solidFill>
              <a:srgbClr val="D8DA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55"/>
            <p:cNvSpPr/>
            <p:nvPr/>
          </p:nvSpPr>
          <p:spPr>
            <a:xfrm>
              <a:off x="3266" y="2504"/>
              <a:ext cx="1076" cy="501"/>
            </a:xfrm>
            <a:custGeom>
              <a:rect b="b" l="l" r="r" t="t"/>
              <a:pathLst>
                <a:path extrusionOk="0" h="120000" w="120000">
                  <a:moveTo>
                    <a:pt x="60000" y="120000"/>
                  </a:moveTo>
                  <a:cubicBezTo>
                    <a:pt x="93039" y="120000"/>
                    <a:pt x="120000" y="66226"/>
                    <a:pt x="120000" y="0"/>
                  </a:cubicBezTo>
                  <a:cubicBezTo>
                    <a:pt x="0" y="0"/>
                    <a:pt x="0" y="0"/>
                    <a:pt x="0" y="0"/>
                  </a:cubicBezTo>
                  <a:cubicBezTo>
                    <a:pt x="0" y="66226"/>
                    <a:pt x="26960" y="120000"/>
                    <a:pt x="60000" y="12000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p55"/>
            <p:cNvSpPr/>
            <p:nvPr/>
          </p:nvSpPr>
          <p:spPr>
            <a:xfrm>
              <a:off x="2813" y="961"/>
              <a:ext cx="2052" cy="1860"/>
            </a:xfrm>
            <a:custGeom>
              <a:rect b="b" l="l" r="r" t="t"/>
              <a:pathLst>
                <a:path extrusionOk="0" h="120000" w="120000">
                  <a:moveTo>
                    <a:pt x="119445" y="48152"/>
                  </a:moveTo>
                  <a:cubicBezTo>
                    <a:pt x="119583" y="48000"/>
                    <a:pt x="119583" y="48000"/>
                    <a:pt x="119445" y="48152"/>
                  </a:cubicBezTo>
                  <a:cubicBezTo>
                    <a:pt x="119445" y="48152"/>
                    <a:pt x="119445" y="48152"/>
                    <a:pt x="119445" y="48152"/>
                  </a:cubicBezTo>
                  <a:cubicBezTo>
                    <a:pt x="119445" y="48152"/>
                    <a:pt x="119445" y="48305"/>
                    <a:pt x="119445" y="48305"/>
                  </a:cubicBezTo>
                  <a:cubicBezTo>
                    <a:pt x="119445" y="48458"/>
                    <a:pt x="119445" y="48611"/>
                    <a:pt x="119445" y="48611"/>
                  </a:cubicBezTo>
                  <a:cubicBezTo>
                    <a:pt x="119445" y="48611"/>
                    <a:pt x="119445" y="48611"/>
                    <a:pt x="119445" y="48458"/>
                  </a:cubicBezTo>
                  <a:cubicBezTo>
                    <a:pt x="119028" y="49834"/>
                    <a:pt x="118612" y="51210"/>
                    <a:pt x="118196" y="52585"/>
                  </a:cubicBezTo>
                  <a:cubicBezTo>
                    <a:pt x="117780" y="53808"/>
                    <a:pt x="117364" y="54726"/>
                    <a:pt x="116531" y="55643"/>
                  </a:cubicBezTo>
                  <a:cubicBezTo>
                    <a:pt x="116393" y="55949"/>
                    <a:pt x="115976" y="56254"/>
                    <a:pt x="115838" y="56407"/>
                  </a:cubicBezTo>
                  <a:cubicBezTo>
                    <a:pt x="114312" y="57936"/>
                    <a:pt x="112508" y="59312"/>
                    <a:pt x="110843" y="60382"/>
                  </a:cubicBezTo>
                  <a:cubicBezTo>
                    <a:pt x="109317" y="61299"/>
                    <a:pt x="107653" y="61757"/>
                    <a:pt x="105988" y="61757"/>
                  </a:cubicBezTo>
                  <a:cubicBezTo>
                    <a:pt x="103491" y="61910"/>
                    <a:pt x="100855" y="61605"/>
                    <a:pt x="98219" y="61605"/>
                  </a:cubicBezTo>
                  <a:cubicBezTo>
                    <a:pt x="94890" y="61452"/>
                    <a:pt x="91421" y="61452"/>
                    <a:pt x="88092" y="61299"/>
                  </a:cubicBezTo>
                  <a:cubicBezTo>
                    <a:pt x="88924" y="60535"/>
                    <a:pt x="90312" y="60229"/>
                    <a:pt x="91283" y="59923"/>
                  </a:cubicBezTo>
                  <a:cubicBezTo>
                    <a:pt x="92670" y="59312"/>
                    <a:pt x="94057" y="58853"/>
                    <a:pt x="95167" y="58089"/>
                  </a:cubicBezTo>
                  <a:cubicBezTo>
                    <a:pt x="97109" y="57019"/>
                    <a:pt x="98913" y="55796"/>
                    <a:pt x="100716" y="54573"/>
                  </a:cubicBezTo>
                  <a:cubicBezTo>
                    <a:pt x="101549" y="54114"/>
                    <a:pt x="102381" y="53503"/>
                    <a:pt x="103213" y="53044"/>
                  </a:cubicBezTo>
                  <a:cubicBezTo>
                    <a:pt x="103907" y="52585"/>
                    <a:pt x="104739" y="52127"/>
                    <a:pt x="105294" y="51515"/>
                  </a:cubicBezTo>
                  <a:cubicBezTo>
                    <a:pt x="106959" y="49834"/>
                    <a:pt x="107791" y="47694"/>
                    <a:pt x="108624" y="45401"/>
                  </a:cubicBezTo>
                  <a:cubicBezTo>
                    <a:pt x="107514" y="47388"/>
                    <a:pt x="106682" y="49528"/>
                    <a:pt x="104878" y="51057"/>
                  </a:cubicBezTo>
                  <a:cubicBezTo>
                    <a:pt x="104046" y="51974"/>
                    <a:pt x="102381" y="52433"/>
                    <a:pt x="101410" y="53044"/>
                  </a:cubicBezTo>
                  <a:cubicBezTo>
                    <a:pt x="100439" y="53656"/>
                    <a:pt x="99468" y="54114"/>
                    <a:pt x="98358" y="54573"/>
                  </a:cubicBezTo>
                  <a:cubicBezTo>
                    <a:pt x="96554" y="55337"/>
                    <a:pt x="95028" y="56407"/>
                    <a:pt x="93225" y="57019"/>
                  </a:cubicBezTo>
                  <a:cubicBezTo>
                    <a:pt x="91421" y="57783"/>
                    <a:pt x="89341" y="58242"/>
                    <a:pt x="87537" y="59006"/>
                  </a:cubicBezTo>
                  <a:cubicBezTo>
                    <a:pt x="85456" y="59923"/>
                    <a:pt x="83791" y="61299"/>
                    <a:pt x="81988" y="62522"/>
                  </a:cubicBezTo>
                  <a:cubicBezTo>
                    <a:pt x="82265" y="61146"/>
                    <a:pt x="82543" y="58853"/>
                    <a:pt x="82820" y="57783"/>
                  </a:cubicBezTo>
                  <a:cubicBezTo>
                    <a:pt x="83098" y="56713"/>
                    <a:pt x="83514" y="55796"/>
                    <a:pt x="83930" y="54878"/>
                  </a:cubicBezTo>
                  <a:cubicBezTo>
                    <a:pt x="85179" y="53197"/>
                    <a:pt x="86705" y="51363"/>
                    <a:pt x="88369" y="50140"/>
                  </a:cubicBezTo>
                  <a:cubicBezTo>
                    <a:pt x="90173" y="48917"/>
                    <a:pt x="91421" y="47541"/>
                    <a:pt x="92393" y="45707"/>
                  </a:cubicBezTo>
                  <a:cubicBezTo>
                    <a:pt x="92670" y="44484"/>
                    <a:pt x="92947" y="43261"/>
                    <a:pt x="92947" y="42038"/>
                  </a:cubicBezTo>
                  <a:cubicBezTo>
                    <a:pt x="92947" y="41579"/>
                    <a:pt x="92947" y="41121"/>
                    <a:pt x="92947" y="40662"/>
                  </a:cubicBezTo>
                  <a:cubicBezTo>
                    <a:pt x="92670" y="38980"/>
                    <a:pt x="92254" y="37146"/>
                    <a:pt x="91976" y="35312"/>
                  </a:cubicBezTo>
                  <a:cubicBezTo>
                    <a:pt x="92115" y="37146"/>
                    <a:pt x="92254" y="38980"/>
                    <a:pt x="92393" y="40815"/>
                  </a:cubicBezTo>
                  <a:cubicBezTo>
                    <a:pt x="92393" y="41121"/>
                    <a:pt x="92393" y="41579"/>
                    <a:pt x="92393" y="42038"/>
                  </a:cubicBezTo>
                  <a:cubicBezTo>
                    <a:pt x="92254" y="44178"/>
                    <a:pt x="91144" y="46012"/>
                    <a:pt x="89479" y="47541"/>
                  </a:cubicBezTo>
                  <a:cubicBezTo>
                    <a:pt x="88092" y="48611"/>
                    <a:pt x="86566" y="49528"/>
                    <a:pt x="85040" y="50598"/>
                  </a:cubicBezTo>
                  <a:cubicBezTo>
                    <a:pt x="83236" y="52127"/>
                    <a:pt x="81710" y="54114"/>
                    <a:pt x="80739" y="56254"/>
                  </a:cubicBezTo>
                  <a:cubicBezTo>
                    <a:pt x="80184" y="57477"/>
                    <a:pt x="79907" y="58700"/>
                    <a:pt x="79630" y="59923"/>
                  </a:cubicBezTo>
                  <a:cubicBezTo>
                    <a:pt x="79352" y="61299"/>
                    <a:pt x="78797" y="62828"/>
                    <a:pt x="78381" y="64203"/>
                  </a:cubicBezTo>
                  <a:cubicBezTo>
                    <a:pt x="74358" y="65579"/>
                    <a:pt x="70196" y="67108"/>
                    <a:pt x="66173" y="68484"/>
                  </a:cubicBezTo>
                  <a:cubicBezTo>
                    <a:pt x="65341" y="68789"/>
                    <a:pt x="64508" y="69095"/>
                    <a:pt x="63537" y="69401"/>
                  </a:cubicBezTo>
                  <a:cubicBezTo>
                    <a:pt x="62843" y="69707"/>
                    <a:pt x="62011" y="70012"/>
                    <a:pt x="61456" y="69248"/>
                  </a:cubicBezTo>
                  <a:cubicBezTo>
                    <a:pt x="61040" y="68484"/>
                    <a:pt x="60763" y="67566"/>
                    <a:pt x="60485" y="66649"/>
                  </a:cubicBezTo>
                  <a:cubicBezTo>
                    <a:pt x="60069" y="65579"/>
                    <a:pt x="59791" y="64662"/>
                    <a:pt x="60763" y="63592"/>
                  </a:cubicBezTo>
                  <a:cubicBezTo>
                    <a:pt x="61456" y="62675"/>
                    <a:pt x="62289" y="61910"/>
                    <a:pt x="63121" y="60993"/>
                  </a:cubicBezTo>
                  <a:cubicBezTo>
                    <a:pt x="65618" y="58089"/>
                    <a:pt x="68670" y="55337"/>
                    <a:pt x="70890" y="52127"/>
                  </a:cubicBezTo>
                  <a:cubicBezTo>
                    <a:pt x="72000" y="50445"/>
                    <a:pt x="72554" y="48611"/>
                    <a:pt x="72971" y="46624"/>
                  </a:cubicBezTo>
                  <a:cubicBezTo>
                    <a:pt x="75606" y="44025"/>
                    <a:pt x="78242" y="41426"/>
                    <a:pt x="80878" y="38675"/>
                  </a:cubicBezTo>
                  <a:cubicBezTo>
                    <a:pt x="81433" y="38216"/>
                    <a:pt x="81988" y="37605"/>
                    <a:pt x="82682" y="37299"/>
                  </a:cubicBezTo>
                  <a:cubicBezTo>
                    <a:pt x="83514" y="36840"/>
                    <a:pt x="84485" y="36687"/>
                    <a:pt x="85317" y="36535"/>
                  </a:cubicBezTo>
                  <a:cubicBezTo>
                    <a:pt x="86289" y="36229"/>
                    <a:pt x="87260" y="35770"/>
                    <a:pt x="88231" y="35159"/>
                  </a:cubicBezTo>
                  <a:cubicBezTo>
                    <a:pt x="90034" y="33783"/>
                    <a:pt x="91005" y="31949"/>
                    <a:pt x="92115" y="29808"/>
                  </a:cubicBezTo>
                  <a:cubicBezTo>
                    <a:pt x="93502" y="26904"/>
                    <a:pt x="95028" y="24000"/>
                    <a:pt x="96554" y="21095"/>
                  </a:cubicBezTo>
                  <a:cubicBezTo>
                    <a:pt x="94473" y="24611"/>
                    <a:pt x="92531" y="28127"/>
                    <a:pt x="90312" y="31490"/>
                  </a:cubicBezTo>
                  <a:cubicBezTo>
                    <a:pt x="88924" y="33783"/>
                    <a:pt x="86705" y="34853"/>
                    <a:pt x="84208" y="35312"/>
                  </a:cubicBezTo>
                  <a:cubicBezTo>
                    <a:pt x="82959" y="35617"/>
                    <a:pt x="81433" y="36076"/>
                    <a:pt x="80462" y="36840"/>
                  </a:cubicBezTo>
                  <a:cubicBezTo>
                    <a:pt x="80462" y="36840"/>
                    <a:pt x="80462" y="36840"/>
                    <a:pt x="80462" y="36993"/>
                  </a:cubicBezTo>
                  <a:cubicBezTo>
                    <a:pt x="80046" y="37146"/>
                    <a:pt x="79491" y="37605"/>
                    <a:pt x="79213" y="37910"/>
                  </a:cubicBezTo>
                  <a:cubicBezTo>
                    <a:pt x="77549" y="39286"/>
                    <a:pt x="75468" y="42038"/>
                    <a:pt x="73664" y="42496"/>
                  </a:cubicBezTo>
                  <a:cubicBezTo>
                    <a:pt x="73942" y="40509"/>
                    <a:pt x="74774" y="38522"/>
                    <a:pt x="74774" y="36382"/>
                  </a:cubicBezTo>
                  <a:cubicBezTo>
                    <a:pt x="74913" y="33783"/>
                    <a:pt x="74635" y="31337"/>
                    <a:pt x="73664" y="29044"/>
                  </a:cubicBezTo>
                  <a:cubicBezTo>
                    <a:pt x="75745" y="26598"/>
                    <a:pt x="77687" y="24305"/>
                    <a:pt x="79630" y="22012"/>
                  </a:cubicBezTo>
                  <a:cubicBezTo>
                    <a:pt x="81294" y="20178"/>
                    <a:pt x="83098" y="18191"/>
                    <a:pt x="84208" y="15898"/>
                  </a:cubicBezTo>
                  <a:cubicBezTo>
                    <a:pt x="84763" y="14828"/>
                    <a:pt x="85040" y="13757"/>
                    <a:pt x="85179" y="12687"/>
                  </a:cubicBezTo>
                  <a:cubicBezTo>
                    <a:pt x="85317" y="10700"/>
                    <a:pt x="84763" y="9171"/>
                    <a:pt x="84208" y="7337"/>
                  </a:cubicBezTo>
                  <a:cubicBezTo>
                    <a:pt x="83514" y="4891"/>
                    <a:pt x="82820" y="2445"/>
                    <a:pt x="82127" y="0"/>
                  </a:cubicBezTo>
                  <a:cubicBezTo>
                    <a:pt x="82404" y="1681"/>
                    <a:pt x="82820" y="3363"/>
                    <a:pt x="83098" y="5044"/>
                  </a:cubicBezTo>
                  <a:cubicBezTo>
                    <a:pt x="83791" y="7949"/>
                    <a:pt x="84763" y="10700"/>
                    <a:pt x="83930" y="13605"/>
                  </a:cubicBezTo>
                  <a:cubicBezTo>
                    <a:pt x="83930" y="13605"/>
                    <a:pt x="83930" y="13757"/>
                    <a:pt x="83930" y="13757"/>
                  </a:cubicBezTo>
                  <a:cubicBezTo>
                    <a:pt x="83098" y="15745"/>
                    <a:pt x="81849" y="17273"/>
                    <a:pt x="80462" y="18649"/>
                  </a:cubicBezTo>
                  <a:cubicBezTo>
                    <a:pt x="77826" y="21248"/>
                    <a:pt x="75190" y="23847"/>
                    <a:pt x="72693" y="26445"/>
                  </a:cubicBezTo>
                  <a:cubicBezTo>
                    <a:pt x="72416" y="25834"/>
                    <a:pt x="72000" y="25070"/>
                    <a:pt x="71722" y="24305"/>
                  </a:cubicBezTo>
                  <a:cubicBezTo>
                    <a:pt x="69641" y="20178"/>
                    <a:pt x="64924" y="18038"/>
                    <a:pt x="63121" y="13605"/>
                  </a:cubicBezTo>
                  <a:cubicBezTo>
                    <a:pt x="61595" y="10089"/>
                    <a:pt x="60069" y="6573"/>
                    <a:pt x="58543" y="2904"/>
                  </a:cubicBezTo>
                  <a:cubicBezTo>
                    <a:pt x="59930" y="7031"/>
                    <a:pt x="61179" y="11159"/>
                    <a:pt x="62843" y="15133"/>
                  </a:cubicBezTo>
                  <a:cubicBezTo>
                    <a:pt x="62843" y="15286"/>
                    <a:pt x="62982" y="15439"/>
                    <a:pt x="62982" y="15592"/>
                  </a:cubicBezTo>
                  <a:cubicBezTo>
                    <a:pt x="64924" y="19108"/>
                    <a:pt x="68531" y="21401"/>
                    <a:pt x="70057" y="25070"/>
                  </a:cubicBezTo>
                  <a:cubicBezTo>
                    <a:pt x="70751" y="27210"/>
                    <a:pt x="71445" y="29197"/>
                    <a:pt x="72138" y="31184"/>
                  </a:cubicBezTo>
                  <a:cubicBezTo>
                    <a:pt x="73248" y="36535"/>
                    <a:pt x="71445" y="42191"/>
                    <a:pt x="69086" y="46929"/>
                  </a:cubicBezTo>
                  <a:cubicBezTo>
                    <a:pt x="66728" y="51821"/>
                    <a:pt x="62843" y="55490"/>
                    <a:pt x="58682" y="58853"/>
                  </a:cubicBezTo>
                  <a:cubicBezTo>
                    <a:pt x="58265" y="59159"/>
                    <a:pt x="57849" y="59464"/>
                    <a:pt x="57294" y="59312"/>
                  </a:cubicBezTo>
                  <a:cubicBezTo>
                    <a:pt x="56739" y="59159"/>
                    <a:pt x="56323" y="58700"/>
                    <a:pt x="56046" y="58394"/>
                  </a:cubicBezTo>
                  <a:cubicBezTo>
                    <a:pt x="53271" y="55031"/>
                    <a:pt x="50774" y="51974"/>
                    <a:pt x="51745" y="47541"/>
                  </a:cubicBezTo>
                  <a:cubicBezTo>
                    <a:pt x="52023" y="45554"/>
                    <a:pt x="52855" y="43872"/>
                    <a:pt x="53687" y="42191"/>
                  </a:cubicBezTo>
                  <a:cubicBezTo>
                    <a:pt x="54520" y="40662"/>
                    <a:pt x="54797" y="39286"/>
                    <a:pt x="54797" y="37452"/>
                  </a:cubicBezTo>
                  <a:cubicBezTo>
                    <a:pt x="54797" y="35617"/>
                    <a:pt x="54104" y="33630"/>
                    <a:pt x="53549" y="31796"/>
                  </a:cubicBezTo>
                  <a:cubicBezTo>
                    <a:pt x="53271" y="31031"/>
                    <a:pt x="52994" y="30267"/>
                    <a:pt x="52855" y="29503"/>
                  </a:cubicBezTo>
                  <a:cubicBezTo>
                    <a:pt x="52855" y="30114"/>
                    <a:pt x="52994" y="30878"/>
                    <a:pt x="53132" y="31643"/>
                  </a:cubicBezTo>
                  <a:cubicBezTo>
                    <a:pt x="53410" y="33477"/>
                    <a:pt x="53965" y="35464"/>
                    <a:pt x="53687" y="37452"/>
                  </a:cubicBezTo>
                  <a:cubicBezTo>
                    <a:pt x="53549" y="37910"/>
                    <a:pt x="53410" y="38216"/>
                    <a:pt x="53410" y="38675"/>
                  </a:cubicBezTo>
                  <a:cubicBezTo>
                    <a:pt x="52994" y="40203"/>
                    <a:pt x="52023" y="41579"/>
                    <a:pt x="51190" y="42955"/>
                  </a:cubicBezTo>
                  <a:cubicBezTo>
                    <a:pt x="51052" y="43261"/>
                    <a:pt x="49387" y="40050"/>
                    <a:pt x="49387" y="39745"/>
                  </a:cubicBezTo>
                  <a:cubicBezTo>
                    <a:pt x="48832" y="38675"/>
                    <a:pt x="48416" y="37146"/>
                    <a:pt x="47722" y="36229"/>
                  </a:cubicBezTo>
                  <a:cubicBezTo>
                    <a:pt x="45919" y="33630"/>
                    <a:pt x="42867" y="32713"/>
                    <a:pt x="40231" y="31337"/>
                  </a:cubicBezTo>
                  <a:cubicBezTo>
                    <a:pt x="38982" y="30573"/>
                    <a:pt x="38011" y="29808"/>
                    <a:pt x="37179" y="28585"/>
                  </a:cubicBezTo>
                  <a:cubicBezTo>
                    <a:pt x="36069" y="27057"/>
                    <a:pt x="35236" y="25070"/>
                    <a:pt x="34265" y="23388"/>
                  </a:cubicBezTo>
                  <a:cubicBezTo>
                    <a:pt x="32878" y="20942"/>
                    <a:pt x="31630" y="18496"/>
                    <a:pt x="30242" y="16203"/>
                  </a:cubicBezTo>
                  <a:cubicBezTo>
                    <a:pt x="32184" y="20178"/>
                    <a:pt x="34127" y="24305"/>
                    <a:pt x="35930" y="28433"/>
                  </a:cubicBezTo>
                  <a:cubicBezTo>
                    <a:pt x="36901" y="30114"/>
                    <a:pt x="37872" y="31337"/>
                    <a:pt x="39537" y="32407"/>
                  </a:cubicBezTo>
                  <a:cubicBezTo>
                    <a:pt x="42173" y="33936"/>
                    <a:pt x="45364" y="35159"/>
                    <a:pt x="46751" y="38216"/>
                  </a:cubicBezTo>
                  <a:cubicBezTo>
                    <a:pt x="47445" y="39439"/>
                    <a:pt x="47583" y="40815"/>
                    <a:pt x="48000" y="42191"/>
                  </a:cubicBezTo>
                  <a:cubicBezTo>
                    <a:pt x="48416" y="43566"/>
                    <a:pt x="49248" y="44789"/>
                    <a:pt x="49109" y="46165"/>
                  </a:cubicBezTo>
                  <a:cubicBezTo>
                    <a:pt x="49109" y="47235"/>
                    <a:pt x="48416" y="48305"/>
                    <a:pt x="48277" y="49375"/>
                  </a:cubicBezTo>
                  <a:cubicBezTo>
                    <a:pt x="48000" y="50445"/>
                    <a:pt x="48000" y="51668"/>
                    <a:pt x="48277" y="52738"/>
                  </a:cubicBezTo>
                  <a:cubicBezTo>
                    <a:pt x="48554" y="54114"/>
                    <a:pt x="48971" y="55490"/>
                    <a:pt x="49803" y="56713"/>
                  </a:cubicBezTo>
                  <a:cubicBezTo>
                    <a:pt x="46890" y="54420"/>
                    <a:pt x="44115" y="52280"/>
                    <a:pt x="41341" y="49834"/>
                  </a:cubicBezTo>
                  <a:cubicBezTo>
                    <a:pt x="39121" y="47694"/>
                    <a:pt x="36763" y="45554"/>
                    <a:pt x="34543" y="43566"/>
                  </a:cubicBezTo>
                  <a:cubicBezTo>
                    <a:pt x="32462" y="41732"/>
                    <a:pt x="29826" y="40050"/>
                    <a:pt x="28578" y="37757"/>
                  </a:cubicBezTo>
                  <a:cubicBezTo>
                    <a:pt x="27329" y="35770"/>
                    <a:pt x="26774" y="33324"/>
                    <a:pt x="25942" y="31337"/>
                  </a:cubicBezTo>
                  <a:cubicBezTo>
                    <a:pt x="24832" y="28585"/>
                    <a:pt x="23861" y="25834"/>
                    <a:pt x="22751" y="23235"/>
                  </a:cubicBezTo>
                  <a:cubicBezTo>
                    <a:pt x="23306" y="25222"/>
                    <a:pt x="23861" y="27210"/>
                    <a:pt x="24416" y="29044"/>
                  </a:cubicBezTo>
                  <a:cubicBezTo>
                    <a:pt x="24832" y="30726"/>
                    <a:pt x="25387" y="32560"/>
                    <a:pt x="25803" y="34242"/>
                  </a:cubicBezTo>
                  <a:cubicBezTo>
                    <a:pt x="26358" y="36076"/>
                    <a:pt x="26635" y="37910"/>
                    <a:pt x="27606" y="39439"/>
                  </a:cubicBezTo>
                  <a:cubicBezTo>
                    <a:pt x="26080" y="38675"/>
                    <a:pt x="24554" y="37910"/>
                    <a:pt x="23028" y="37299"/>
                  </a:cubicBezTo>
                  <a:cubicBezTo>
                    <a:pt x="22890" y="37146"/>
                    <a:pt x="22196" y="36687"/>
                    <a:pt x="21780" y="36535"/>
                  </a:cubicBezTo>
                  <a:cubicBezTo>
                    <a:pt x="19699" y="34547"/>
                    <a:pt x="17895" y="32407"/>
                    <a:pt x="15953" y="30420"/>
                  </a:cubicBezTo>
                  <a:cubicBezTo>
                    <a:pt x="17479" y="32560"/>
                    <a:pt x="19005" y="35006"/>
                    <a:pt x="20947" y="36993"/>
                  </a:cubicBezTo>
                  <a:cubicBezTo>
                    <a:pt x="21225" y="37299"/>
                    <a:pt x="21502" y="37452"/>
                    <a:pt x="21641" y="37757"/>
                  </a:cubicBezTo>
                  <a:cubicBezTo>
                    <a:pt x="23167" y="38828"/>
                    <a:pt x="24693" y="39745"/>
                    <a:pt x="26219" y="40815"/>
                  </a:cubicBezTo>
                  <a:cubicBezTo>
                    <a:pt x="28161" y="42038"/>
                    <a:pt x="29965" y="43108"/>
                    <a:pt x="31768" y="44331"/>
                  </a:cubicBezTo>
                  <a:cubicBezTo>
                    <a:pt x="36208" y="49375"/>
                    <a:pt x="40786" y="54267"/>
                    <a:pt x="45502" y="59006"/>
                  </a:cubicBezTo>
                  <a:cubicBezTo>
                    <a:pt x="46473" y="59770"/>
                    <a:pt x="47722" y="60840"/>
                    <a:pt x="48277" y="61910"/>
                  </a:cubicBezTo>
                  <a:cubicBezTo>
                    <a:pt x="48554" y="62369"/>
                    <a:pt x="48693" y="62980"/>
                    <a:pt x="48971" y="63592"/>
                  </a:cubicBezTo>
                  <a:cubicBezTo>
                    <a:pt x="49387" y="64815"/>
                    <a:pt x="49803" y="66191"/>
                    <a:pt x="50219" y="67566"/>
                  </a:cubicBezTo>
                  <a:cubicBezTo>
                    <a:pt x="43838" y="63898"/>
                    <a:pt x="37456" y="60382"/>
                    <a:pt x="31491" y="56407"/>
                  </a:cubicBezTo>
                  <a:cubicBezTo>
                    <a:pt x="30658" y="55796"/>
                    <a:pt x="30104" y="54878"/>
                    <a:pt x="29687" y="54114"/>
                  </a:cubicBezTo>
                  <a:cubicBezTo>
                    <a:pt x="28994" y="53044"/>
                    <a:pt x="28300" y="52127"/>
                    <a:pt x="27606" y="51363"/>
                  </a:cubicBezTo>
                  <a:cubicBezTo>
                    <a:pt x="26219" y="49987"/>
                    <a:pt x="24554" y="48764"/>
                    <a:pt x="22751" y="48000"/>
                  </a:cubicBezTo>
                  <a:cubicBezTo>
                    <a:pt x="20809" y="47235"/>
                    <a:pt x="18589" y="46777"/>
                    <a:pt x="16508" y="46012"/>
                  </a:cubicBezTo>
                  <a:cubicBezTo>
                    <a:pt x="14289" y="44942"/>
                    <a:pt x="11930" y="44178"/>
                    <a:pt x="9710" y="43261"/>
                  </a:cubicBezTo>
                  <a:cubicBezTo>
                    <a:pt x="8184" y="42802"/>
                    <a:pt x="6658" y="42343"/>
                    <a:pt x="5687" y="41121"/>
                  </a:cubicBezTo>
                  <a:cubicBezTo>
                    <a:pt x="4578" y="39745"/>
                    <a:pt x="3745" y="38063"/>
                    <a:pt x="2913" y="36535"/>
                  </a:cubicBezTo>
                  <a:cubicBezTo>
                    <a:pt x="1942" y="34853"/>
                    <a:pt x="832" y="33171"/>
                    <a:pt x="0" y="31337"/>
                  </a:cubicBezTo>
                  <a:cubicBezTo>
                    <a:pt x="693" y="33019"/>
                    <a:pt x="1526" y="34547"/>
                    <a:pt x="2358" y="36076"/>
                  </a:cubicBezTo>
                  <a:cubicBezTo>
                    <a:pt x="3190" y="37757"/>
                    <a:pt x="3884" y="39745"/>
                    <a:pt x="5132" y="41426"/>
                  </a:cubicBezTo>
                  <a:cubicBezTo>
                    <a:pt x="6658" y="43414"/>
                    <a:pt x="8878" y="44025"/>
                    <a:pt x="11098" y="44942"/>
                  </a:cubicBezTo>
                  <a:cubicBezTo>
                    <a:pt x="13179" y="45859"/>
                    <a:pt x="15121" y="46777"/>
                    <a:pt x="17202" y="47694"/>
                  </a:cubicBezTo>
                  <a:cubicBezTo>
                    <a:pt x="19144" y="48458"/>
                    <a:pt x="21086" y="49375"/>
                    <a:pt x="23028" y="50140"/>
                  </a:cubicBezTo>
                  <a:cubicBezTo>
                    <a:pt x="24277" y="50751"/>
                    <a:pt x="25109" y="51668"/>
                    <a:pt x="25942" y="52738"/>
                  </a:cubicBezTo>
                  <a:cubicBezTo>
                    <a:pt x="23306" y="51363"/>
                    <a:pt x="20670" y="51668"/>
                    <a:pt x="17895" y="51821"/>
                  </a:cubicBezTo>
                  <a:cubicBezTo>
                    <a:pt x="16092" y="51821"/>
                    <a:pt x="14150" y="51974"/>
                    <a:pt x="12346" y="52127"/>
                  </a:cubicBezTo>
                  <a:cubicBezTo>
                    <a:pt x="14427" y="52127"/>
                    <a:pt x="16508" y="52280"/>
                    <a:pt x="18589" y="52433"/>
                  </a:cubicBezTo>
                  <a:cubicBezTo>
                    <a:pt x="20254" y="52433"/>
                    <a:pt x="22057" y="52433"/>
                    <a:pt x="23722" y="53197"/>
                  </a:cubicBezTo>
                  <a:cubicBezTo>
                    <a:pt x="24416" y="53503"/>
                    <a:pt x="24971" y="53808"/>
                    <a:pt x="25526" y="54267"/>
                  </a:cubicBezTo>
                  <a:cubicBezTo>
                    <a:pt x="26635" y="55031"/>
                    <a:pt x="27884" y="56101"/>
                    <a:pt x="28994" y="57019"/>
                  </a:cubicBezTo>
                  <a:cubicBezTo>
                    <a:pt x="28994" y="57019"/>
                    <a:pt x="28994" y="57019"/>
                    <a:pt x="28994" y="57019"/>
                  </a:cubicBezTo>
                  <a:cubicBezTo>
                    <a:pt x="24000" y="57936"/>
                    <a:pt x="19144" y="59006"/>
                    <a:pt x="14150" y="59770"/>
                  </a:cubicBezTo>
                  <a:cubicBezTo>
                    <a:pt x="12763" y="59923"/>
                    <a:pt x="11375" y="60229"/>
                    <a:pt x="9988" y="60382"/>
                  </a:cubicBezTo>
                  <a:cubicBezTo>
                    <a:pt x="8601" y="60687"/>
                    <a:pt x="7491" y="61146"/>
                    <a:pt x="6104" y="61452"/>
                  </a:cubicBezTo>
                  <a:cubicBezTo>
                    <a:pt x="4023" y="62063"/>
                    <a:pt x="1942" y="61605"/>
                    <a:pt x="0" y="60535"/>
                  </a:cubicBezTo>
                  <a:cubicBezTo>
                    <a:pt x="2219" y="62063"/>
                    <a:pt x="4439" y="62369"/>
                    <a:pt x="6936" y="61910"/>
                  </a:cubicBezTo>
                  <a:cubicBezTo>
                    <a:pt x="10543" y="61299"/>
                    <a:pt x="14011" y="60840"/>
                    <a:pt x="17618" y="60382"/>
                  </a:cubicBezTo>
                  <a:cubicBezTo>
                    <a:pt x="20947" y="60229"/>
                    <a:pt x="24277" y="59923"/>
                    <a:pt x="27606" y="59617"/>
                  </a:cubicBezTo>
                  <a:cubicBezTo>
                    <a:pt x="28578" y="59464"/>
                    <a:pt x="29549" y="59464"/>
                    <a:pt x="30520" y="59312"/>
                  </a:cubicBezTo>
                  <a:cubicBezTo>
                    <a:pt x="30797" y="59312"/>
                    <a:pt x="31491" y="59312"/>
                    <a:pt x="31491" y="59159"/>
                  </a:cubicBezTo>
                  <a:cubicBezTo>
                    <a:pt x="38150" y="64509"/>
                    <a:pt x="45225" y="69401"/>
                    <a:pt x="52161" y="74445"/>
                  </a:cubicBezTo>
                  <a:cubicBezTo>
                    <a:pt x="53687" y="75515"/>
                    <a:pt x="53271" y="77656"/>
                    <a:pt x="53132" y="79337"/>
                  </a:cubicBezTo>
                  <a:cubicBezTo>
                    <a:pt x="52994" y="81783"/>
                    <a:pt x="52855" y="84229"/>
                    <a:pt x="52716" y="86675"/>
                  </a:cubicBezTo>
                  <a:cubicBezTo>
                    <a:pt x="52578" y="88509"/>
                    <a:pt x="52578" y="90343"/>
                    <a:pt x="52439" y="92178"/>
                  </a:cubicBezTo>
                  <a:cubicBezTo>
                    <a:pt x="52300" y="93401"/>
                    <a:pt x="52023" y="94471"/>
                    <a:pt x="51606" y="95388"/>
                  </a:cubicBezTo>
                  <a:cubicBezTo>
                    <a:pt x="50497" y="97987"/>
                    <a:pt x="47861" y="99515"/>
                    <a:pt x="45225" y="99515"/>
                  </a:cubicBezTo>
                  <a:cubicBezTo>
                    <a:pt x="38150" y="99515"/>
                    <a:pt x="38150" y="99515"/>
                    <a:pt x="38150" y="99515"/>
                  </a:cubicBezTo>
                  <a:cubicBezTo>
                    <a:pt x="38150" y="110828"/>
                    <a:pt x="47028" y="120000"/>
                    <a:pt x="57988" y="120000"/>
                  </a:cubicBezTo>
                  <a:cubicBezTo>
                    <a:pt x="68947" y="120000"/>
                    <a:pt x="77826" y="110828"/>
                    <a:pt x="77826" y="99515"/>
                  </a:cubicBezTo>
                  <a:cubicBezTo>
                    <a:pt x="69502" y="99515"/>
                    <a:pt x="69502" y="99515"/>
                    <a:pt x="69502" y="99515"/>
                  </a:cubicBezTo>
                  <a:cubicBezTo>
                    <a:pt x="65757" y="99515"/>
                    <a:pt x="62566" y="96458"/>
                    <a:pt x="62427" y="92636"/>
                  </a:cubicBezTo>
                  <a:cubicBezTo>
                    <a:pt x="62427" y="92331"/>
                    <a:pt x="62427" y="92178"/>
                    <a:pt x="62427" y="91872"/>
                  </a:cubicBezTo>
                  <a:cubicBezTo>
                    <a:pt x="62566" y="89885"/>
                    <a:pt x="62705" y="87745"/>
                    <a:pt x="62843" y="85757"/>
                  </a:cubicBezTo>
                  <a:cubicBezTo>
                    <a:pt x="62982" y="83464"/>
                    <a:pt x="63121" y="81324"/>
                    <a:pt x="63260" y="79184"/>
                  </a:cubicBezTo>
                  <a:cubicBezTo>
                    <a:pt x="63260" y="78726"/>
                    <a:pt x="63260" y="78267"/>
                    <a:pt x="63260" y="77808"/>
                  </a:cubicBezTo>
                  <a:cubicBezTo>
                    <a:pt x="63398" y="77044"/>
                    <a:pt x="63121" y="76127"/>
                    <a:pt x="63260" y="75363"/>
                  </a:cubicBezTo>
                  <a:cubicBezTo>
                    <a:pt x="63537" y="74445"/>
                    <a:pt x="64647" y="74140"/>
                    <a:pt x="65341" y="73834"/>
                  </a:cubicBezTo>
                  <a:cubicBezTo>
                    <a:pt x="69780" y="71847"/>
                    <a:pt x="74219" y="69859"/>
                    <a:pt x="78658" y="67872"/>
                  </a:cubicBezTo>
                  <a:cubicBezTo>
                    <a:pt x="79630" y="67414"/>
                    <a:pt x="80601" y="66955"/>
                    <a:pt x="81572" y="66496"/>
                  </a:cubicBezTo>
                  <a:cubicBezTo>
                    <a:pt x="82543" y="65885"/>
                    <a:pt x="83375" y="65121"/>
                    <a:pt x="84208" y="64509"/>
                  </a:cubicBezTo>
                  <a:cubicBezTo>
                    <a:pt x="85872" y="63286"/>
                    <a:pt x="87676" y="63745"/>
                    <a:pt x="89479" y="63592"/>
                  </a:cubicBezTo>
                  <a:cubicBezTo>
                    <a:pt x="91283" y="63592"/>
                    <a:pt x="93086" y="63592"/>
                    <a:pt x="94890" y="63439"/>
                  </a:cubicBezTo>
                  <a:cubicBezTo>
                    <a:pt x="98497" y="63439"/>
                    <a:pt x="101965" y="63286"/>
                    <a:pt x="105572" y="63133"/>
                  </a:cubicBezTo>
                  <a:cubicBezTo>
                    <a:pt x="107375" y="63133"/>
                    <a:pt x="109317" y="62828"/>
                    <a:pt x="110843" y="61605"/>
                  </a:cubicBezTo>
                  <a:cubicBezTo>
                    <a:pt x="112786" y="60076"/>
                    <a:pt x="114867" y="58394"/>
                    <a:pt x="116670" y="56560"/>
                  </a:cubicBezTo>
                  <a:cubicBezTo>
                    <a:pt x="118751" y="53808"/>
                    <a:pt x="119167" y="49987"/>
                    <a:pt x="120000" y="46624"/>
                  </a:cubicBezTo>
                  <a:cubicBezTo>
                    <a:pt x="119861" y="47082"/>
                    <a:pt x="119722" y="47694"/>
                    <a:pt x="119445" y="48152"/>
                  </a:cubicBezTo>
                  <a:close/>
                </a:path>
              </a:pathLst>
            </a:custGeom>
            <a:solidFill>
              <a:srgbClr val="D8DA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42" name="Google Shape;642;p55"/>
          <p:cNvGrpSpPr/>
          <p:nvPr/>
        </p:nvGrpSpPr>
        <p:grpSpPr>
          <a:xfrm>
            <a:off x="1044399" y="1419553"/>
            <a:ext cx="699075" cy="699074"/>
            <a:chOff x="1044399" y="1577809"/>
            <a:chExt cx="699075" cy="699074"/>
          </a:xfrm>
        </p:grpSpPr>
        <p:sp>
          <p:nvSpPr>
            <p:cNvPr id="643" name="Google Shape;643;p55"/>
            <p:cNvSpPr/>
            <p:nvPr/>
          </p:nvSpPr>
          <p:spPr>
            <a:xfrm>
              <a:off x="1044399" y="1577809"/>
              <a:ext cx="699075" cy="69907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44" name="Google Shape;644;p55"/>
            <p:cNvSpPr/>
            <p:nvPr/>
          </p:nvSpPr>
          <p:spPr>
            <a:xfrm>
              <a:off x="1254273" y="1787682"/>
              <a:ext cx="279327" cy="279327"/>
            </a:xfrm>
            <a:custGeom>
              <a:rect b="b" l="l" r="r" t="t"/>
              <a:pathLst>
                <a:path extrusionOk="0" h="120000" w="12000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sp>
        <p:nvSpPr>
          <p:cNvPr id="645" name="Google Shape;645;p55"/>
          <p:cNvSpPr txBox="1"/>
          <p:nvPr>
            <p:ph idx="2" type="body"/>
          </p:nvPr>
        </p:nvSpPr>
        <p:spPr>
          <a:xfrm>
            <a:off x="1890220" y="1569374"/>
            <a:ext cx="4030291" cy="36450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cxnSp>
        <p:nvCxnSpPr>
          <p:cNvPr id="646" name="Google Shape;646;p55"/>
          <p:cNvCxnSpPr/>
          <p:nvPr/>
        </p:nvCxnSpPr>
        <p:spPr>
          <a:xfrm>
            <a:off x="1186962" y="2464026"/>
            <a:ext cx="4909038" cy="0"/>
          </a:xfrm>
          <a:prstGeom prst="straightConnector1">
            <a:avLst/>
          </a:prstGeom>
          <a:noFill/>
          <a:ln cap="flat" cmpd="sng" w="9525">
            <a:solidFill>
              <a:srgbClr val="16BF7F"/>
            </a:solidFill>
            <a:prstDash val="solid"/>
            <a:round/>
            <a:headEnd len="sm" w="sm" type="none"/>
            <a:tailEnd len="sm" w="sm" type="none"/>
          </a:ln>
        </p:spPr>
      </p:cxnSp>
      <p:grpSp>
        <p:nvGrpSpPr>
          <p:cNvPr id="647" name="Google Shape;647;p55"/>
          <p:cNvGrpSpPr/>
          <p:nvPr/>
        </p:nvGrpSpPr>
        <p:grpSpPr>
          <a:xfrm>
            <a:off x="1044399" y="2791669"/>
            <a:ext cx="699075" cy="699074"/>
            <a:chOff x="1044399" y="1577809"/>
            <a:chExt cx="699075" cy="699074"/>
          </a:xfrm>
        </p:grpSpPr>
        <p:sp>
          <p:nvSpPr>
            <p:cNvPr id="648" name="Google Shape;648;p55"/>
            <p:cNvSpPr/>
            <p:nvPr/>
          </p:nvSpPr>
          <p:spPr>
            <a:xfrm>
              <a:off x="1044399" y="1577809"/>
              <a:ext cx="699075" cy="69907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49" name="Google Shape;649;p55"/>
            <p:cNvSpPr/>
            <p:nvPr/>
          </p:nvSpPr>
          <p:spPr>
            <a:xfrm>
              <a:off x="1254273" y="1787682"/>
              <a:ext cx="279327" cy="279327"/>
            </a:xfrm>
            <a:custGeom>
              <a:rect b="b" l="l" r="r" t="t"/>
              <a:pathLst>
                <a:path extrusionOk="0" h="120000" w="12000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sp>
        <p:nvSpPr>
          <p:cNvPr id="650" name="Google Shape;650;p55"/>
          <p:cNvSpPr txBox="1"/>
          <p:nvPr>
            <p:ph idx="3" type="body"/>
          </p:nvPr>
        </p:nvSpPr>
        <p:spPr>
          <a:xfrm>
            <a:off x="1890220" y="2929171"/>
            <a:ext cx="4045444" cy="3352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cxnSp>
        <p:nvCxnSpPr>
          <p:cNvPr id="651" name="Google Shape;651;p55"/>
          <p:cNvCxnSpPr/>
          <p:nvPr/>
        </p:nvCxnSpPr>
        <p:spPr>
          <a:xfrm>
            <a:off x="1186962" y="3836142"/>
            <a:ext cx="4909038" cy="0"/>
          </a:xfrm>
          <a:prstGeom prst="straightConnector1">
            <a:avLst/>
          </a:prstGeom>
          <a:noFill/>
          <a:ln cap="flat" cmpd="sng" w="9525">
            <a:solidFill>
              <a:srgbClr val="16BF7F"/>
            </a:solidFill>
            <a:prstDash val="solid"/>
            <a:round/>
            <a:headEnd len="sm" w="sm" type="none"/>
            <a:tailEnd len="sm" w="sm" type="none"/>
          </a:ln>
        </p:spPr>
      </p:cxnSp>
      <p:grpSp>
        <p:nvGrpSpPr>
          <p:cNvPr id="652" name="Google Shape;652;p55"/>
          <p:cNvGrpSpPr/>
          <p:nvPr/>
        </p:nvGrpSpPr>
        <p:grpSpPr>
          <a:xfrm>
            <a:off x="1044399" y="4089831"/>
            <a:ext cx="699075" cy="699074"/>
            <a:chOff x="1044399" y="1577809"/>
            <a:chExt cx="699075" cy="699074"/>
          </a:xfrm>
        </p:grpSpPr>
        <p:sp>
          <p:nvSpPr>
            <p:cNvPr id="653" name="Google Shape;653;p55"/>
            <p:cNvSpPr/>
            <p:nvPr/>
          </p:nvSpPr>
          <p:spPr>
            <a:xfrm>
              <a:off x="1044399" y="1577809"/>
              <a:ext cx="699075" cy="69907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54" name="Google Shape;654;p55"/>
            <p:cNvSpPr/>
            <p:nvPr/>
          </p:nvSpPr>
          <p:spPr>
            <a:xfrm>
              <a:off x="1254273" y="1787682"/>
              <a:ext cx="279327" cy="279327"/>
            </a:xfrm>
            <a:custGeom>
              <a:rect b="b" l="l" r="r" t="t"/>
              <a:pathLst>
                <a:path extrusionOk="0" h="120000" w="12000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sp>
        <p:nvSpPr>
          <p:cNvPr id="655" name="Google Shape;655;p55"/>
          <p:cNvSpPr txBox="1"/>
          <p:nvPr>
            <p:ph idx="4" type="body"/>
          </p:nvPr>
        </p:nvSpPr>
        <p:spPr>
          <a:xfrm>
            <a:off x="1906182" y="4366292"/>
            <a:ext cx="3967163" cy="3968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cxnSp>
        <p:nvCxnSpPr>
          <p:cNvPr id="656" name="Google Shape;656;p55"/>
          <p:cNvCxnSpPr/>
          <p:nvPr/>
        </p:nvCxnSpPr>
        <p:spPr>
          <a:xfrm>
            <a:off x="1186962" y="5134304"/>
            <a:ext cx="4909038" cy="0"/>
          </a:xfrm>
          <a:prstGeom prst="straightConnector1">
            <a:avLst/>
          </a:prstGeom>
          <a:noFill/>
          <a:ln cap="flat" cmpd="sng" w="9525">
            <a:solidFill>
              <a:srgbClr val="16BF7F"/>
            </a:solidFill>
            <a:prstDash val="solid"/>
            <a:round/>
            <a:headEnd len="sm" w="sm" type="none"/>
            <a:tailEnd len="sm" w="sm" type="none"/>
          </a:ln>
        </p:spPr>
      </p:cxnSp>
      <p:grpSp>
        <p:nvGrpSpPr>
          <p:cNvPr id="657" name="Google Shape;657;p55"/>
          <p:cNvGrpSpPr/>
          <p:nvPr/>
        </p:nvGrpSpPr>
        <p:grpSpPr>
          <a:xfrm>
            <a:off x="1044399" y="5328616"/>
            <a:ext cx="699075" cy="699074"/>
            <a:chOff x="1044399" y="1577809"/>
            <a:chExt cx="699075" cy="699074"/>
          </a:xfrm>
        </p:grpSpPr>
        <p:sp>
          <p:nvSpPr>
            <p:cNvPr id="658" name="Google Shape;658;p55"/>
            <p:cNvSpPr/>
            <p:nvPr/>
          </p:nvSpPr>
          <p:spPr>
            <a:xfrm>
              <a:off x="1044399" y="1577809"/>
              <a:ext cx="699075" cy="69907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59" name="Google Shape;659;p55"/>
            <p:cNvSpPr/>
            <p:nvPr/>
          </p:nvSpPr>
          <p:spPr>
            <a:xfrm>
              <a:off x="1254273" y="1787682"/>
              <a:ext cx="279327" cy="279327"/>
            </a:xfrm>
            <a:custGeom>
              <a:rect b="b" l="l" r="r" t="t"/>
              <a:pathLst>
                <a:path extrusionOk="0" h="120000" w="12000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anchorCtr="0" anchor="ctr" bIns="19025" lIns="19025" spcFirstLastPara="1" rIns="19025" wrap="square" tIns="190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grpSp>
      <p:sp>
        <p:nvSpPr>
          <p:cNvPr id="660" name="Google Shape;660;p55"/>
          <p:cNvSpPr txBox="1"/>
          <p:nvPr>
            <p:ph idx="5" type="body"/>
          </p:nvPr>
        </p:nvSpPr>
        <p:spPr>
          <a:xfrm>
            <a:off x="1906182" y="5522107"/>
            <a:ext cx="3967163" cy="3968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Infographic">
  <p:cSld name="Steps-Infographic">
    <p:spTree>
      <p:nvGrpSpPr>
        <p:cNvPr id="661" name="Shape 661"/>
        <p:cNvGrpSpPr/>
        <p:nvPr/>
      </p:nvGrpSpPr>
      <p:grpSpPr>
        <a:xfrm>
          <a:off x="0" y="0"/>
          <a:ext cx="0" cy="0"/>
          <a:chOff x="0" y="0"/>
          <a:chExt cx="0" cy="0"/>
        </a:xfrm>
      </p:grpSpPr>
      <p:sp>
        <p:nvSpPr>
          <p:cNvPr id="662" name="Google Shape;662;p56"/>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3" name="Google Shape;663;p56"/>
          <p:cNvSpPr txBox="1"/>
          <p:nvPr>
            <p:ph idx="1" type="body"/>
          </p:nvPr>
        </p:nvSpPr>
        <p:spPr>
          <a:xfrm>
            <a:off x="207963" y="273050"/>
            <a:ext cx="11291702" cy="298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EC07D"/>
              </a:buClr>
              <a:buSzPts val="1600"/>
              <a:buFont typeface="Arial"/>
              <a:buNone/>
              <a:defRPr b="0" i="0" sz="1600" u="none" cap="none" strike="noStrike">
                <a:solidFill>
                  <a:srgbClr val="0EC07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64" name="Google Shape;664;p56"/>
          <p:cNvSpPr/>
          <p:nvPr/>
        </p:nvSpPr>
        <p:spPr>
          <a:xfrm>
            <a:off x="610294" y="3441780"/>
            <a:ext cx="3200400" cy="609600"/>
          </a:xfrm>
          <a:prstGeom prst="roundRect">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65" name="Google Shape;665;p56"/>
          <p:cNvSpPr/>
          <p:nvPr/>
        </p:nvSpPr>
        <p:spPr>
          <a:xfrm>
            <a:off x="2087814" y="3266609"/>
            <a:ext cx="237065" cy="175172"/>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66" name="Google Shape;666;p56"/>
          <p:cNvSpPr/>
          <p:nvPr/>
        </p:nvSpPr>
        <p:spPr>
          <a:xfrm>
            <a:off x="3144105" y="3441781"/>
            <a:ext cx="3200400" cy="609600"/>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Open Sans"/>
              <a:ea typeface="Open Sans"/>
              <a:cs typeface="Open Sans"/>
              <a:sym typeface="Open Sans"/>
            </a:endParaRPr>
          </a:p>
        </p:txBody>
      </p:sp>
      <p:sp>
        <p:nvSpPr>
          <p:cNvPr id="667" name="Google Shape;667;p56"/>
          <p:cNvSpPr/>
          <p:nvPr/>
        </p:nvSpPr>
        <p:spPr>
          <a:xfrm flipH="1" rot="10800000">
            <a:off x="4620556" y="4054130"/>
            <a:ext cx="237065" cy="175172"/>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Open Sans"/>
              <a:ea typeface="Open Sans"/>
              <a:cs typeface="Open Sans"/>
              <a:sym typeface="Open Sans"/>
            </a:endParaRPr>
          </a:p>
        </p:txBody>
      </p:sp>
      <p:sp>
        <p:nvSpPr>
          <p:cNvPr id="668" name="Google Shape;668;p56"/>
          <p:cNvSpPr txBox="1"/>
          <p:nvPr/>
        </p:nvSpPr>
        <p:spPr>
          <a:xfrm>
            <a:off x="1359528" y="4186519"/>
            <a:ext cx="1693639" cy="1231106"/>
          </a:xfrm>
          <a:prstGeom prst="rect">
            <a:avLst/>
          </a:prstGeom>
          <a:noFill/>
          <a:ln>
            <a:noFill/>
          </a:ln>
          <a:effectLst>
            <a:outerShdw blurRad="101599" rotWithShape="0" algn="tl" dir="2700000" dist="50800">
              <a:srgbClr val="000000">
                <a:alpha val="40000"/>
              </a:srgbClr>
            </a:outerShdw>
          </a:effectLst>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chemeClr val="accent2"/>
              </a:buClr>
              <a:buSzPts val="1800"/>
              <a:buFont typeface="Arial"/>
              <a:buNone/>
            </a:pPr>
            <a:r>
              <a:rPr b="1" i="0" lang="en" sz="7200" u="none" cap="none" strike="noStrike">
                <a:solidFill>
                  <a:schemeClr val="accent2"/>
                </a:solidFill>
                <a:latin typeface="Arial"/>
                <a:ea typeface="Arial"/>
                <a:cs typeface="Arial"/>
                <a:sym typeface="Arial"/>
              </a:rPr>
              <a:t>01</a:t>
            </a:r>
            <a:endParaRPr/>
          </a:p>
        </p:txBody>
      </p:sp>
      <p:sp>
        <p:nvSpPr>
          <p:cNvPr id="669" name="Google Shape;669;p56"/>
          <p:cNvSpPr txBox="1"/>
          <p:nvPr/>
        </p:nvSpPr>
        <p:spPr>
          <a:xfrm>
            <a:off x="6445471" y="4186519"/>
            <a:ext cx="1693639" cy="1231106"/>
          </a:xfrm>
          <a:prstGeom prst="rect">
            <a:avLst/>
          </a:prstGeom>
          <a:noFill/>
          <a:ln>
            <a:noFill/>
          </a:ln>
          <a:effectLst>
            <a:outerShdw blurRad="101599" rotWithShape="0" algn="tl" dir="2700000" dist="50800">
              <a:srgbClr val="000000">
                <a:alpha val="40000"/>
              </a:srgbClr>
            </a:outerShdw>
          </a:effectLst>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chemeClr val="accent4"/>
              </a:buClr>
              <a:buSzPts val="1800"/>
              <a:buFont typeface="Arial"/>
              <a:buNone/>
            </a:pPr>
            <a:r>
              <a:rPr b="1" i="0" lang="en" sz="7200" u="none" cap="none" strike="noStrike">
                <a:solidFill>
                  <a:schemeClr val="accent4"/>
                </a:solidFill>
                <a:latin typeface="Arial"/>
                <a:ea typeface="Arial"/>
                <a:cs typeface="Arial"/>
                <a:sym typeface="Arial"/>
              </a:rPr>
              <a:t>03</a:t>
            </a:r>
            <a:endParaRPr/>
          </a:p>
        </p:txBody>
      </p:sp>
      <p:sp>
        <p:nvSpPr>
          <p:cNvPr id="670" name="Google Shape;670;p56"/>
          <p:cNvSpPr txBox="1"/>
          <p:nvPr/>
        </p:nvSpPr>
        <p:spPr>
          <a:xfrm>
            <a:off x="3857016" y="1962294"/>
            <a:ext cx="1693639" cy="1231106"/>
          </a:xfrm>
          <a:prstGeom prst="rect">
            <a:avLst/>
          </a:prstGeom>
          <a:noFill/>
          <a:ln>
            <a:noFill/>
          </a:ln>
          <a:effectLst>
            <a:outerShdw blurRad="101599" rotWithShape="0" algn="tl" dir="2700000" dist="50800">
              <a:srgbClr val="000000">
                <a:alpha val="40000"/>
              </a:srgbClr>
            </a:outerShdw>
          </a:effectLst>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chemeClr val="accent3"/>
              </a:buClr>
              <a:buSzPts val="1800"/>
              <a:buFont typeface="Arial"/>
              <a:buNone/>
            </a:pPr>
            <a:r>
              <a:rPr b="1" i="0" lang="en" sz="7200" u="none" cap="none" strike="noStrike">
                <a:solidFill>
                  <a:schemeClr val="accent3"/>
                </a:solidFill>
                <a:latin typeface="Arial"/>
                <a:ea typeface="Arial"/>
                <a:cs typeface="Arial"/>
                <a:sym typeface="Arial"/>
              </a:rPr>
              <a:t>02</a:t>
            </a:r>
            <a:endParaRPr/>
          </a:p>
        </p:txBody>
      </p:sp>
      <p:sp>
        <p:nvSpPr>
          <p:cNvPr id="671" name="Google Shape;671;p56"/>
          <p:cNvSpPr txBox="1"/>
          <p:nvPr/>
        </p:nvSpPr>
        <p:spPr>
          <a:xfrm>
            <a:off x="9140954" y="1947916"/>
            <a:ext cx="1693639" cy="1231106"/>
          </a:xfrm>
          <a:prstGeom prst="rect">
            <a:avLst/>
          </a:prstGeom>
          <a:noFill/>
          <a:ln>
            <a:noFill/>
          </a:ln>
          <a:effectLst>
            <a:outerShdw blurRad="101599" rotWithShape="0" algn="tl" dir="2700000" dist="50800">
              <a:srgbClr val="000000">
                <a:alpha val="40000"/>
              </a:srgbClr>
            </a:outerShdw>
          </a:effectLst>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chemeClr val="accent5"/>
              </a:buClr>
              <a:buSzPts val="1800"/>
              <a:buFont typeface="Arial"/>
              <a:buNone/>
            </a:pPr>
            <a:r>
              <a:rPr b="1" i="0" lang="en" sz="7200" u="none" cap="none" strike="noStrike">
                <a:solidFill>
                  <a:schemeClr val="accent5"/>
                </a:solidFill>
                <a:latin typeface="Arial"/>
                <a:ea typeface="Arial"/>
                <a:cs typeface="Arial"/>
                <a:sym typeface="Arial"/>
              </a:rPr>
              <a:t>04</a:t>
            </a:r>
            <a:endParaRPr/>
          </a:p>
        </p:txBody>
      </p:sp>
      <p:sp>
        <p:nvSpPr>
          <p:cNvPr id="672" name="Google Shape;672;p56"/>
          <p:cNvSpPr/>
          <p:nvPr/>
        </p:nvSpPr>
        <p:spPr>
          <a:xfrm>
            <a:off x="5783425" y="3441780"/>
            <a:ext cx="3200400" cy="609600"/>
          </a:xfrm>
          <a:prstGeom prst="roundRect">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73" name="Google Shape;673;p56"/>
          <p:cNvSpPr/>
          <p:nvPr/>
        </p:nvSpPr>
        <p:spPr>
          <a:xfrm>
            <a:off x="7166547" y="3266609"/>
            <a:ext cx="237065" cy="175172"/>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74" name="Google Shape;674;p56"/>
          <p:cNvSpPr/>
          <p:nvPr/>
        </p:nvSpPr>
        <p:spPr>
          <a:xfrm>
            <a:off x="8387575" y="3441781"/>
            <a:ext cx="3200400" cy="609600"/>
          </a:xfrm>
          <a:prstGeom prst="roundRect">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75" name="Google Shape;675;p56"/>
          <p:cNvSpPr/>
          <p:nvPr/>
        </p:nvSpPr>
        <p:spPr>
          <a:xfrm flipH="1" rot="10800000">
            <a:off x="9869243" y="4054130"/>
            <a:ext cx="237065" cy="175172"/>
          </a:xfrm>
          <a:prstGeom prst="triangl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76" name="Google Shape;676;p56"/>
          <p:cNvSpPr txBox="1"/>
          <p:nvPr>
            <p:ph idx="2" type="body"/>
          </p:nvPr>
        </p:nvSpPr>
        <p:spPr>
          <a:xfrm>
            <a:off x="861881" y="3551958"/>
            <a:ext cx="2269863" cy="396875"/>
          </a:xfrm>
          <a:prstGeom prst="rect">
            <a:avLst/>
          </a:prstGeom>
          <a:solidFill>
            <a:schemeClr val="accent2"/>
          </a:solidFill>
          <a:ln>
            <a:noFill/>
          </a:ln>
        </p:spPr>
        <p:txBody>
          <a:bodyPr anchorCtr="0" anchor="t" bIns="60950" lIns="121900" spcFirstLastPara="1" rIns="121900" wrap="square" tIns="60950">
            <a:noAutofit/>
          </a:bodyPr>
          <a:lstStyle>
            <a:lvl1pPr indent="-228600" lvl="0" marL="457200" marR="0" rtl="0" algn="l">
              <a:lnSpc>
                <a:spcPct val="100000"/>
              </a:lnSpc>
              <a:spcBef>
                <a:spcPts val="0"/>
              </a:spcBef>
              <a:spcAft>
                <a:spcPts val="0"/>
              </a:spcAft>
              <a:buClr>
                <a:schemeClr val="lt1"/>
              </a:buClr>
              <a:buSzPts val="1467"/>
              <a:buFont typeface="Arial"/>
              <a:buNone/>
              <a:defRPr b="1" i="0" sz="1467"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7" name="Google Shape;677;p56"/>
          <p:cNvSpPr txBox="1"/>
          <p:nvPr>
            <p:ph idx="3" type="body"/>
          </p:nvPr>
        </p:nvSpPr>
        <p:spPr>
          <a:xfrm>
            <a:off x="3434369" y="3551958"/>
            <a:ext cx="2269863" cy="396875"/>
          </a:xfrm>
          <a:prstGeom prst="rect">
            <a:avLst/>
          </a:prstGeom>
          <a:solidFill>
            <a:schemeClr val="accent3"/>
          </a:solidFill>
          <a:ln>
            <a:noFill/>
          </a:ln>
        </p:spPr>
        <p:txBody>
          <a:bodyPr anchorCtr="0" anchor="t" bIns="60950" lIns="121900" spcFirstLastPara="1" rIns="121900" wrap="square" tIns="60950">
            <a:noAutofit/>
          </a:bodyPr>
          <a:lstStyle>
            <a:lvl1pPr indent="-228600" lvl="0" marL="457200" marR="0" rtl="0" algn="l">
              <a:lnSpc>
                <a:spcPct val="100000"/>
              </a:lnSpc>
              <a:spcBef>
                <a:spcPts val="0"/>
              </a:spcBef>
              <a:spcAft>
                <a:spcPts val="0"/>
              </a:spcAft>
              <a:buClr>
                <a:schemeClr val="lt1"/>
              </a:buClr>
              <a:buSzPts val="1467"/>
              <a:buFont typeface="Open Sans"/>
              <a:buNone/>
              <a:defRPr b="1" i="0" sz="1467" u="none" cap="none" strike="noStrike">
                <a:solidFill>
                  <a:schemeClr val="lt1"/>
                </a:solidFill>
                <a:latin typeface="Open Sans"/>
                <a:ea typeface="Open Sans"/>
                <a:cs typeface="Open Sans"/>
                <a:sym typeface="Open Sans"/>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8" name="Google Shape;678;p56"/>
          <p:cNvSpPr txBox="1"/>
          <p:nvPr>
            <p:ph idx="4" type="body"/>
          </p:nvPr>
        </p:nvSpPr>
        <p:spPr>
          <a:xfrm>
            <a:off x="5932984" y="3551958"/>
            <a:ext cx="2384252" cy="396875"/>
          </a:xfrm>
          <a:prstGeom prst="rect">
            <a:avLst/>
          </a:prstGeom>
          <a:solidFill>
            <a:schemeClr val="accent3"/>
          </a:solidFill>
          <a:ln>
            <a:noFill/>
          </a:ln>
        </p:spPr>
        <p:txBody>
          <a:bodyPr anchorCtr="0" anchor="t" bIns="60950" lIns="121900" spcFirstLastPara="1" rIns="121900" wrap="square" tIns="60950">
            <a:noAutofit/>
          </a:bodyPr>
          <a:lstStyle>
            <a:lvl1pPr indent="-228600" lvl="0" marL="457200" marR="0" rtl="0" algn="l">
              <a:lnSpc>
                <a:spcPct val="100000"/>
              </a:lnSpc>
              <a:spcBef>
                <a:spcPts val="0"/>
              </a:spcBef>
              <a:spcAft>
                <a:spcPts val="0"/>
              </a:spcAft>
              <a:buClr>
                <a:schemeClr val="lt1"/>
              </a:buClr>
              <a:buSzPts val="1467"/>
              <a:buFont typeface="Open Sans"/>
              <a:buNone/>
              <a:defRPr b="1" i="0" sz="1467" u="none" cap="none" strike="noStrike">
                <a:solidFill>
                  <a:schemeClr val="lt1"/>
                </a:solidFill>
                <a:latin typeface="Open Sans"/>
                <a:ea typeface="Open Sans"/>
                <a:cs typeface="Open Sans"/>
                <a:sym typeface="Open Sans"/>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9" name="Google Shape;679;p56"/>
          <p:cNvSpPr txBox="1"/>
          <p:nvPr>
            <p:ph idx="5" type="body"/>
          </p:nvPr>
        </p:nvSpPr>
        <p:spPr>
          <a:xfrm>
            <a:off x="8789087" y="3551958"/>
            <a:ext cx="2384252" cy="396875"/>
          </a:xfrm>
          <a:prstGeom prst="rect">
            <a:avLst/>
          </a:prstGeom>
          <a:solidFill>
            <a:schemeClr val="accent5"/>
          </a:solidFill>
          <a:ln>
            <a:noFill/>
          </a:ln>
        </p:spPr>
        <p:txBody>
          <a:bodyPr anchorCtr="0" anchor="t" bIns="60950" lIns="121900" spcFirstLastPara="1" rIns="121900" wrap="square" tIns="60950">
            <a:noAutofit/>
          </a:bodyPr>
          <a:lstStyle>
            <a:lvl1pPr indent="-228600" lvl="0" marL="457200" marR="0" rtl="0" algn="l">
              <a:lnSpc>
                <a:spcPct val="100000"/>
              </a:lnSpc>
              <a:spcBef>
                <a:spcPts val="0"/>
              </a:spcBef>
              <a:spcAft>
                <a:spcPts val="0"/>
              </a:spcAft>
              <a:buClr>
                <a:schemeClr val="lt1"/>
              </a:buClr>
              <a:buSzPts val="1467"/>
              <a:buFont typeface="Arial"/>
              <a:buNone/>
              <a:defRPr b="1" i="0" sz="1467"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0" name="Google Shape;680;p56"/>
          <p:cNvSpPr txBox="1"/>
          <p:nvPr>
            <p:ph idx="6" type="body"/>
          </p:nvPr>
        </p:nvSpPr>
        <p:spPr>
          <a:xfrm>
            <a:off x="861882" y="2095806"/>
            <a:ext cx="2282224" cy="10356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595959"/>
              </a:buClr>
              <a:buSzPts val="1100"/>
              <a:buFont typeface="Arial"/>
              <a:buNone/>
              <a:defRPr b="0" i="0" sz="1100" u="none" cap="none" strike="noStrike">
                <a:solidFill>
                  <a:srgbClr val="595959"/>
                </a:solidFill>
                <a:latin typeface="Arial"/>
                <a:ea typeface="Arial"/>
                <a:cs typeface="Arial"/>
                <a:sym typeface="Arial"/>
              </a:defRPr>
            </a:lvl1pPr>
            <a:lvl2pPr indent="-228600" lvl="1" marL="914400" marR="0" rtl="0" algn="ctr">
              <a:lnSpc>
                <a:spcPct val="100000"/>
              </a:lnSpc>
              <a:spcBef>
                <a:spcPts val="0"/>
              </a:spcBef>
              <a:spcAft>
                <a:spcPts val="0"/>
              </a:spcAft>
              <a:buClr>
                <a:srgbClr val="595959"/>
              </a:buClr>
              <a:buSzPts val="1100"/>
              <a:buFont typeface="Arial"/>
              <a:buNone/>
              <a:defRPr b="0" i="0" sz="1100" u="none" cap="none" strike="noStrike">
                <a:solidFill>
                  <a:srgbClr val="595959"/>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1" name="Google Shape;681;p56"/>
          <p:cNvSpPr txBox="1"/>
          <p:nvPr>
            <p:ph idx="7" type="body"/>
          </p:nvPr>
        </p:nvSpPr>
        <p:spPr>
          <a:xfrm>
            <a:off x="5932984" y="2095806"/>
            <a:ext cx="2384252" cy="10356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595959"/>
              </a:buClr>
              <a:buSzPts val="1100"/>
              <a:buFont typeface="Arial"/>
              <a:buNone/>
              <a:defRPr b="0" i="0" sz="1100" u="none" cap="none" strike="noStrike">
                <a:solidFill>
                  <a:srgbClr val="595959"/>
                </a:solidFill>
                <a:latin typeface="Arial"/>
                <a:ea typeface="Arial"/>
                <a:cs typeface="Arial"/>
                <a:sym typeface="Arial"/>
              </a:defRPr>
            </a:lvl1pPr>
            <a:lvl2pPr indent="-228600" lvl="1" marL="914400" marR="0" rtl="0" algn="ctr">
              <a:lnSpc>
                <a:spcPct val="100000"/>
              </a:lnSpc>
              <a:spcBef>
                <a:spcPts val="0"/>
              </a:spcBef>
              <a:spcAft>
                <a:spcPts val="0"/>
              </a:spcAft>
              <a:buClr>
                <a:srgbClr val="595959"/>
              </a:buClr>
              <a:buSzPts val="1100"/>
              <a:buFont typeface="Arial"/>
              <a:buNone/>
              <a:defRPr b="0" i="0" sz="1100" u="none" cap="none" strike="noStrike">
                <a:solidFill>
                  <a:srgbClr val="595959"/>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2" name="Google Shape;682;p56"/>
          <p:cNvSpPr txBox="1"/>
          <p:nvPr>
            <p:ph idx="8" type="body"/>
          </p:nvPr>
        </p:nvSpPr>
        <p:spPr>
          <a:xfrm>
            <a:off x="3428429" y="4469248"/>
            <a:ext cx="2384252" cy="10356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595959"/>
              </a:buClr>
              <a:buSzPts val="1100"/>
              <a:buFont typeface="Arial"/>
              <a:buNone/>
              <a:defRPr b="0" i="0" sz="1100" u="none" cap="none" strike="noStrike">
                <a:solidFill>
                  <a:srgbClr val="595959"/>
                </a:solidFill>
                <a:latin typeface="Arial"/>
                <a:ea typeface="Arial"/>
                <a:cs typeface="Arial"/>
                <a:sym typeface="Arial"/>
              </a:defRPr>
            </a:lvl1pPr>
            <a:lvl2pPr indent="-228600" lvl="1" marL="914400" marR="0" rtl="0" algn="ctr">
              <a:lnSpc>
                <a:spcPct val="100000"/>
              </a:lnSpc>
              <a:spcBef>
                <a:spcPts val="0"/>
              </a:spcBef>
              <a:spcAft>
                <a:spcPts val="0"/>
              </a:spcAft>
              <a:buClr>
                <a:srgbClr val="595959"/>
              </a:buClr>
              <a:buSzPts val="1100"/>
              <a:buFont typeface="Arial"/>
              <a:buNone/>
              <a:defRPr b="0" i="0" sz="1100" u="none" cap="none" strike="noStrike">
                <a:solidFill>
                  <a:srgbClr val="595959"/>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3" name="Google Shape;683;p56"/>
          <p:cNvSpPr txBox="1"/>
          <p:nvPr>
            <p:ph idx="9" type="body"/>
          </p:nvPr>
        </p:nvSpPr>
        <p:spPr>
          <a:xfrm>
            <a:off x="8789087" y="4469248"/>
            <a:ext cx="2384252" cy="103566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595959"/>
              </a:buClr>
              <a:buSzPts val="1100"/>
              <a:buFont typeface="Arial"/>
              <a:buNone/>
              <a:defRPr b="0" i="0" sz="1100" u="none" cap="none" strike="noStrike">
                <a:solidFill>
                  <a:srgbClr val="595959"/>
                </a:solidFill>
                <a:latin typeface="Arial"/>
                <a:ea typeface="Arial"/>
                <a:cs typeface="Arial"/>
                <a:sym typeface="Arial"/>
              </a:defRPr>
            </a:lvl1pPr>
            <a:lvl2pPr indent="-228600" lvl="1" marL="914400" marR="0" rtl="0" algn="ctr">
              <a:lnSpc>
                <a:spcPct val="100000"/>
              </a:lnSpc>
              <a:spcBef>
                <a:spcPts val="0"/>
              </a:spcBef>
              <a:spcAft>
                <a:spcPts val="0"/>
              </a:spcAft>
              <a:buClr>
                <a:srgbClr val="595959"/>
              </a:buClr>
              <a:buSzPts val="1100"/>
              <a:buFont typeface="Arial"/>
              <a:buNone/>
              <a:defRPr b="0" i="0" sz="1100" u="none" cap="none" strike="noStrike">
                <a:solidFill>
                  <a:srgbClr val="595959"/>
                </a:solidFill>
                <a:latin typeface="Arial"/>
                <a:ea typeface="Arial"/>
                <a:cs typeface="Arial"/>
                <a:sym typeface="Arial"/>
              </a:defRPr>
            </a:lvl2pPr>
            <a:lvl3pPr indent="-228600" lvl="2" marL="13716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3pPr>
            <a:lvl4pPr indent="-228600" lvl="3" marL="1828800" marR="0" rtl="0" algn="ctr">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ontent">
  <p:cSld name="Title+Content">
    <p:spTree>
      <p:nvGrpSpPr>
        <p:cNvPr id="689" name="Shape 689"/>
        <p:cNvGrpSpPr/>
        <p:nvPr/>
      </p:nvGrpSpPr>
      <p:grpSpPr>
        <a:xfrm>
          <a:off x="0" y="0"/>
          <a:ext cx="0" cy="0"/>
          <a:chOff x="0" y="0"/>
          <a:chExt cx="0" cy="0"/>
        </a:xfrm>
      </p:grpSpPr>
      <p:sp>
        <p:nvSpPr>
          <p:cNvPr id="690" name="Google Shape;690;p38"/>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1" name="Google Shape;691;p38"/>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42900" lvl="1" marL="914400" marR="0" rtl="0" algn="l">
              <a:lnSpc>
                <a:spcPct val="90000"/>
              </a:lnSpc>
              <a:spcBef>
                <a:spcPts val="838"/>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838"/>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23850" lvl="3" marL="1828800" marR="0" rtl="0" algn="l">
              <a:lnSpc>
                <a:spcPct val="90000"/>
              </a:lnSpc>
              <a:spcBef>
                <a:spcPts val="838"/>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4pPr>
            <a:lvl5pPr indent="-298450" lvl="4" marL="2286000" marR="0" rtl="0" algn="l">
              <a:lnSpc>
                <a:spcPct val="90000"/>
              </a:lnSpc>
              <a:spcBef>
                <a:spcPts val="838"/>
              </a:spcBef>
              <a:spcAft>
                <a:spcPts val="0"/>
              </a:spcAft>
              <a:buClr>
                <a:schemeClr val="dk1"/>
              </a:buClr>
              <a:buSzPts val="1100"/>
              <a:buFont typeface="Noto Sans Symbols"/>
              <a:buChar char="→"/>
              <a:defRPr b="0" i="0" sz="1100" u="none" cap="none" strike="noStrike">
                <a:solidFill>
                  <a:schemeClr val="dk1"/>
                </a:solidFill>
                <a:latin typeface="Calibri"/>
                <a:ea typeface="Calibri"/>
                <a:cs typeface="Calibri"/>
                <a:sym typeface="Calibri"/>
              </a:defRPr>
            </a:lvl5pPr>
            <a:lvl6pPr indent="-342900" lvl="5" marL="2743200" marR="0" rtl="0" algn="l">
              <a:lnSpc>
                <a:spcPct val="90000"/>
              </a:lnSpc>
              <a:spcBef>
                <a:spcPts val="838"/>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2" name="Google Shape;692;p38"/>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unningMan-Infographic">
  <p:cSld name="1_RunningMan-Infographic">
    <p:spTree>
      <p:nvGrpSpPr>
        <p:cNvPr id="693" name="Shape 693"/>
        <p:cNvGrpSpPr/>
        <p:nvPr/>
      </p:nvGrpSpPr>
      <p:grpSpPr>
        <a:xfrm>
          <a:off x="0" y="0"/>
          <a:ext cx="0" cy="0"/>
          <a:chOff x="0" y="0"/>
          <a:chExt cx="0" cy="0"/>
        </a:xfrm>
      </p:grpSpPr>
      <p:sp>
        <p:nvSpPr>
          <p:cNvPr id="694" name="Google Shape;694;p39"/>
          <p:cNvSpPr/>
          <p:nvPr/>
        </p:nvSpPr>
        <p:spPr>
          <a:xfrm>
            <a:off x="-1" y="1684288"/>
            <a:ext cx="12191999" cy="4085572"/>
          </a:xfrm>
          <a:prstGeom prst="rect">
            <a:avLst/>
          </a:prstGeom>
          <a:solidFill>
            <a:srgbClr val="A1D0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695" name="Google Shape;695;p39"/>
          <p:cNvPicPr preferRelativeResize="0"/>
          <p:nvPr/>
        </p:nvPicPr>
        <p:blipFill rotWithShape="1">
          <a:blip r:embed="rId2">
            <a:alphaModFix/>
          </a:blip>
          <a:srcRect b="0" l="0" r="0" t="0"/>
          <a:stretch/>
        </p:blipFill>
        <p:spPr>
          <a:xfrm>
            <a:off x="519508" y="1921829"/>
            <a:ext cx="3232360" cy="3589147"/>
          </a:xfrm>
          <a:prstGeom prst="rect">
            <a:avLst/>
          </a:prstGeom>
          <a:noFill/>
          <a:ln>
            <a:noFill/>
          </a:ln>
        </p:spPr>
      </p:pic>
      <p:sp>
        <p:nvSpPr>
          <p:cNvPr id="696" name="Google Shape;696;p39"/>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7" name="Google Shape;697;p39"/>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698" name="Google Shape;698;p39"/>
          <p:cNvSpPr/>
          <p:nvPr/>
        </p:nvSpPr>
        <p:spPr>
          <a:xfrm>
            <a:off x="-18854" y="5769859"/>
            <a:ext cx="12210853" cy="218688"/>
          </a:xfrm>
          <a:prstGeom prst="rect">
            <a:avLst/>
          </a:prstGeom>
          <a:solidFill>
            <a:srgbClr val="647486">
              <a:alpha val="6392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699" name="Google Shape;699;p39"/>
          <p:cNvPicPr preferRelativeResize="0"/>
          <p:nvPr/>
        </p:nvPicPr>
        <p:blipFill rotWithShape="1">
          <a:blip r:embed="rId3">
            <a:alphaModFix/>
          </a:blip>
          <a:srcRect b="0" l="0" r="0" t="0"/>
          <a:stretch/>
        </p:blipFill>
        <p:spPr>
          <a:xfrm>
            <a:off x="770591" y="1921828"/>
            <a:ext cx="771525" cy="1457325"/>
          </a:xfrm>
          <a:prstGeom prst="rect">
            <a:avLst/>
          </a:prstGeom>
          <a:noFill/>
          <a:ln>
            <a:noFill/>
          </a:ln>
        </p:spPr>
      </p:pic>
      <p:sp>
        <p:nvSpPr>
          <p:cNvPr id="700" name="Google Shape;700;p39"/>
          <p:cNvSpPr txBox="1"/>
          <p:nvPr>
            <p:ph idx="1" type="body"/>
          </p:nvPr>
        </p:nvSpPr>
        <p:spPr>
          <a:xfrm>
            <a:off x="4809152" y="1852369"/>
            <a:ext cx="6690513" cy="374940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Calibri"/>
              <a:buNone/>
              <a:defRPr b="0" i="0" sz="1800" u="none" cap="none" strike="noStrike">
                <a:solidFill>
                  <a:schemeClr val="dk1"/>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ne_01">
  <p:cSld name="Phone_01">
    <p:spTree>
      <p:nvGrpSpPr>
        <p:cNvPr id="701" name="Shape 701"/>
        <p:cNvGrpSpPr/>
        <p:nvPr/>
      </p:nvGrpSpPr>
      <p:grpSpPr>
        <a:xfrm>
          <a:off x="0" y="0"/>
          <a:ext cx="0" cy="0"/>
          <a:chOff x="0" y="0"/>
          <a:chExt cx="0" cy="0"/>
        </a:xfrm>
      </p:grpSpPr>
      <p:sp>
        <p:nvSpPr>
          <p:cNvPr id="702" name="Google Shape;702;p57"/>
          <p:cNvSpPr/>
          <p:nvPr>
            <p:ph idx="2" type="pic"/>
          </p:nvPr>
        </p:nvSpPr>
        <p:spPr>
          <a:xfrm>
            <a:off x="5652253" y="1975483"/>
            <a:ext cx="1790586" cy="3183847"/>
          </a:xfrm>
          <a:prstGeom prst="rect">
            <a:avLst/>
          </a:prstGeom>
          <a:solidFill>
            <a:srgbClr val="F7F7F7"/>
          </a:solidFill>
          <a:ln>
            <a:noFill/>
          </a:ln>
        </p:spPr>
      </p:sp>
      <p:sp>
        <p:nvSpPr>
          <p:cNvPr id="703" name="Google Shape;703;p57"/>
          <p:cNvSpPr/>
          <p:nvPr>
            <p:ph idx="3" type="pic"/>
          </p:nvPr>
        </p:nvSpPr>
        <p:spPr>
          <a:xfrm>
            <a:off x="4468896" y="2177860"/>
            <a:ext cx="1790586" cy="3183847"/>
          </a:xfrm>
          <a:prstGeom prst="rect">
            <a:avLst/>
          </a:prstGeom>
          <a:solidFill>
            <a:srgbClr val="F7F7F7"/>
          </a:solidFill>
          <a:ln>
            <a:noFill/>
          </a:ln>
        </p:spPr>
      </p:sp>
      <p:sp>
        <p:nvSpPr>
          <p:cNvPr id="704" name="Google Shape;704;p57"/>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ontent+ImageFull">
  <p:cSld name="Title+Content+ImageFull">
    <p:spTree>
      <p:nvGrpSpPr>
        <p:cNvPr id="705" name="Shape 705"/>
        <p:cNvGrpSpPr/>
        <p:nvPr/>
      </p:nvGrpSpPr>
      <p:grpSpPr>
        <a:xfrm>
          <a:off x="0" y="0"/>
          <a:ext cx="0" cy="0"/>
          <a:chOff x="0" y="0"/>
          <a:chExt cx="0" cy="0"/>
        </a:xfrm>
      </p:grpSpPr>
      <p:sp>
        <p:nvSpPr>
          <p:cNvPr id="706" name="Google Shape;706;p58"/>
          <p:cNvSpPr txBox="1"/>
          <p:nvPr>
            <p:ph type="title"/>
          </p:nvPr>
        </p:nvSpPr>
        <p:spPr>
          <a:xfrm>
            <a:off x="208634" y="633245"/>
            <a:ext cx="10984645" cy="49217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07" name="Google Shape;707;p58"/>
          <p:cNvSpPr txBox="1"/>
          <p:nvPr>
            <p:ph idx="1" type="body"/>
          </p:nvPr>
        </p:nvSpPr>
        <p:spPr>
          <a:xfrm>
            <a:off x="514350" y="1304995"/>
            <a:ext cx="5323742" cy="484082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42900" lvl="1" marL="914400" marR="0" rtl="0" algn="l">
              <a:lnSpc>
                <a:spcPct val="90000"/>
              </a:lnSpc>
              <a:spcBef>
                <a:spcPts val="838"/>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838"/>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23850" lvl="3" marL="1828800" marR="0" rtl="0" algn="l">
              <a:lnSpc>
                <a:spcPct val="90000"/>
              </a:lnSpc>
              <a:spcBef>
                <a:spcPts val="838"/>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4pPr>
            <a:lvl5pPr indent="-298450" lvl="4" marL="2286000" marR="0" rtl="0" algn="l">
              <a:lnSpc>
                <a:spcPct val="90000"/>
              </a:lnSpc>
              <a:spcBef>
                <a:spcPts val="838"/>
              </a:spcBef>
              <a:spcAft>
                <a:spcPts val="0"/>
              </a:spcAft>
              <a:buClr>
                <a:schemeClr val="dk1"/>
              </a:buClr>
              <a:buSzPts val="1100"/>
              <a:buFont typeface="Noto Sans Symbols"/>
              <a:buChar char="→"/>
              <a:defRPr b="0" i="0" sz="1100" u="none" cap="none" strike="noStrike">
                <a:solidFill>
                  <a:schemeClr val="dk1"/>
                </a:solidFill>
                <a:latin typeface="Calibri"/>
                <a:ea typeface="Calibri"/>
                <a:cs typeface="Calibri"/>
                <a:sym typeface="Calibri"/>
              </a:defRPr>
            </a:lvl5pPr>
            <a:lvl6pPr indent="-342900" lvl="5" marL="2743200" marR="0" rtl="0" algn="l">
              <a:lnSpc>
                <a:spcPct val="90000"/>
              </a:lnSpc>
              <a:spcBef>
                <a:spcPts val="838"/>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08" name="Google Shape;708;p58"/>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709" name="Google Shape;709;p58"/>
          <p:cNvSpPr/>
          <p:nvPr>
            <p:ph idx="2" type="pic"/>
          </p:nvPr>
        </p:nvSpPr>
        <p:spPr>
          <a:xfrm>
            <a:off x="6096000" y="1292225"/>
            <a:ext cx="5096608" cy="4835525"/>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ontent+Image">
  <p:cSld name="Title+Content+Image">
    <p:spTree>
      <p:nvGrpSpPr>
        <p:cNvPr id="710" name="Shape 710"/>
        <p:cNvGrpSpPr/>
        <p:nvPr/>
      </p:nvGrpSpPr>
      <p:grpSpPr>
        <a:xfrm>
          <a:off x="0" y="0"/>
          <a:ext cx="0" cy="0"/>
          <a:chOff x="0" y="0"/>
          <a:chExt cx="0" cy="0"/>
        </a:xfrm>
      </p:grpSpPr>
      <p:sp>
        <p:nvSpPr>
          <p:cNvPr id="711" name="Google Shape;711;p59"/>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12" name="Google Shape;712;p59"/>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42900" lvl="1" marL="914400" marR="0" rtl="0" algn="l">
              <a:lnSpc>
                <a:spcPct val="90000"/>
              </a:lnSpc>
              <a:spcBef>
                <a:spcPts val="838"/>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838"/>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23850" lvl="3" marL="1828800" marR="0" rtl="0" algn="l">
              <a:lnSpc>
                <a:spcPct val="90000"/>
              </a:lnSpc>
              <a:spcBef>
                <a:spcPts val="838"/>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4pPr>
            <a:lvl5pPr indent="-298450" lvl="4" marL="2286000" marR="0" rtl="0" algn="l">
              <a:lnSpc>
                <a:spcPct val="90000"/>
              </a:lnSpc>
              <a:spcBef>
                <a:spcPts val="838"/>
              </a:spcBef>
              <a:spcAft>
                <a:spcPts val="0"/>
              </a:spcAft>
              <a:buClr>
                <a:schemeClr val="dk1"/>
              </a:buClr>
              <a:buSzPts val="1100"/>
              <a:buFont typeface="Noto Sans Symbols"/>
              <a:buChar char="→"/>
              <a:defRPr b="0" i="0" sz="1100" u="none" cap="none" strike="noStrike">
                <a:solidFill>
                  <a:schemeClr val="dk1"/>
                </a:solidFill>
                <a:latin typeface="Calibri"/>
                <a:ea typeface="Calibri"/>
                <a:cs typeface="Calibri"/>
                <a:sym typeface="Calibri"/>
              </a:defRPr>
            </a:lvl5pPr>
            <a:lvl6pPr indent="-342900" lvl="5" marL="2743200" marR="0" rtl="0" algn="l">
              <a:lnSpc>
                <a:spcPct val="90000"/>
              </a:lnSpc>
              <a:spcBef>
                <a:spcPts val="838"/>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3" name="Google Shape;713;p59"/>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714" name="Google Shape;714;p59"/>
          <p:cNvSpPr/>
          <p:nvPr>
            <p:ph idx="2" type="pic"/>
          </p:nvPr>
        </p:nvSpPr>
        <p:spPr>
          <a:xfrm>
            <a:off x="8354662" y="3279531"/>
            <a:ext cx="3322988" cy="2865682"/>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5" name="Shape 715"/>
        <p:cNvGrpSpPr/>
        <p:nvPr/>
      </p:nvGrpSpPr>
      <p:grpSpPr>
        <a:xfrm>
          <a:off x="0" y="0"/>
          <a:ext cx="0" cy="0"/>
          <a:chOff x="0" y="0"/>
          <a:chExt cx="0" cy="0"/>
        </a:xfrm>
      </p:grpSpPr>
      <p:sp>
        <p:nvSpPr>
          <p:cNvPr id="716" name="Google Shape;716;p60"/>
          <p:cNvSpPr txBox="1"/>
          <p:nvPr>
            <p:ph type="title"/>
          </p:nvPr>
        </p:nvSpPr>
        <p:spPr>
          <a:xfrm>
            <a:off x="560327" y="246382"/>
            <a:ext cx="10515600" cy="55020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17" name="Google Shape;717;p60"/>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8" name="Shape 718"/>
        <p:cNvGrpSpPr/>
        <p:nvPr/>
      </p:nvGrpSpPr>
      <p:grpSpPr>
        <a:xfrm>
          <a:off x="0" y="0"/>
          <a:ext cx="0" cy="0"/>
          <a:chOff x="0" y="0"/>
          <a:chExt cx="0" cy="0"/>
        </a:xfrm>
      </p:grpSpPr>
      <p:sp>
        <p:nvSpPr>
          <p:cNvPr id="719" name="Google Shape;719;p61"/>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20" name="Shape 720"/>
        <p:cNvGrpSpPr/>
        <p:nvPr/>
      </p:nvGrpSpPr>
      <p:grpSpPr>
        <a:xfrm>
          <a:off x="0" y="0"/>
          <a:ext cx="0" cy="0"/>
          <a:chOff x="0" y="0"/>
          <a:chExt cx="0" cy="0"/>
        </a:xfrm>
      </p:grpSpPr>
      <p:sp>
        <p:nvSpPr>
          <p:cNvPr id="721" name="Google Shape;721;p62"/>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2800"/>
              <a:buFont typeface="Arial"/>
              <a:buNone/>
              <a:defRPr sz="1800"/>
            </a:lvl2pPr>
            <a:lvl3pPr lvl="2">
              <a:spcBef>
                <a:spcPts val="0"/>
              </a:spcBef>
              <a:spcAft>
                <a:spcPts val="0"/>
              </a:spcAft>
              <a:buSzPts val="2800"/>
              <a:buFont typeface="Arial"/>
              <a:buNone/>
              <a:defRPr sz="1800"/>
            </a:lvl3pPr>
            <a:lvl4pPr lvl="3">
              <a:spcBef>
                <a:spcPts val="0"/>
              </a:spcBef>
              <a:spcAft>
                <a:spcPts val="0"/>
              </a:spcAft>
              <a:buSzPts val="2800"/>
              <a:buFont typeface="Arial"/>
              <a:buNone/>
              <a:defRPr sz="1800"/>
            </a:lvl4pPr>
            <a:lvl5pPr lvl="4">
              <a:spcBef>
                <a:spcPts val="0"/>
              </a:spcBef>
              <a:spcAft>
                <a:spcPts val="0"/>
              </a:spcAft>
              <a:buSzPts val="2800"/>
              <a:buFont typeface="Arial"/>
              <a:buNone/>
              <a:defRPr sz="1800"/>
            </a:lvl5pPr>
            <a:lvl6pPr lvl="5">
              <a:spcBef>
                <a:spcPts val="0"/>
              </a:spcBef>
              <a:spcAft>
                <a:spcPts val="0"/>
              </a:spcAft>
              <a:buSzPts val="2800"/>
              <a:buFont typeface="Arial"/>
              <a:buNone/>
              <a:defRPr sz="1800"/>
            </a:lvl6pPr>
            <a:lvl7pPr lvl="6">
              <a:spcBef>
                <a:spcPts val="0"/>
              </a:spcBef>
              <a:spcAft>
                <a:spcPts val="0"/>
              </a:spcAft>
              <a:buSzPts val="2800"/>
              <a:buFont typeface="Arial"/>
              <a:buNone/>
              <a:defRPr sz="1800"/>
            </a:lvl7pPr>
            <a:lvl8pPr lvl="7">
              <a:spcBef>
                <a:spcPts val="0"/>
              </a:spcBef>
              <a:spcAft>
                <a:spcPts val="0"/>
              </a:spcAft>
              <a:buSzPts val="2800"/>
              <a:buFont typeface="Arial"/>
              <a:buNone/>
              <a:defRPr sz="1800"/>
            </a:lvl8pPr>
            <a:lvl9pPr lvl="8">
              <a:spcBef>
                <a:spcPts val="0"/>
              </a:spcBef>
              <a:spcAft>
                <a:spcPts val="0"/>
              </a:spcAft>
              <a:buSzPts val="2800"/>
              <a:buFont typeface="Arial"/>
              <a:buNone/>
              <a:defRPr sz="1800"/>
            </a:lvl9pPr>
          </a:lstStyle>
          <a:p/>
        </p:txBody>
      </p:sp>
      <p:sp>
        <p:nvSpPr>
          <p:cNvPr id="722" name="Google Shape;722;p62"/>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90000"/>
              </a:lnSpc>
              <a:spcBef>
                <a:spcPts val="0"/>
              </a:spcBef>
              <a:spcAft>
                <a:spcPts val="0"/>
              </a:spcAft>
              <a:buClr>
                <a:schemeClr val="dk1"/>
              </a:buClr>
              <a:buSzPts val="1800"/>
              <a:buFont typeface="Arial"/>
              <a:buChar char="●"/>
              <a:defRPr b="0" i="0" sz="2800" u="none" cap="none" strike="noStrike">
                <a:solidFill>
                  <a:schemeClr val="dk1"/>
                </a:solidFill>
                <a:latin typeface="Calibri"/>
                <a:ea typeface="Calibri"/>
                <a:cs typeface="Calibri"/>
                <a:sym typeface="Calibri"/>
              </a:defRPr>
            </a:lvl1pPr>
            <a:lvl2pPr indent="-317500" lvl="1" marL="914400" marR="0" rtl="0" algn="l">
              <a:lnSpc>
                <a:spcPct val="90000"/>
              </a:lnSpc>
              <a:spcBef>
                <a:spcPts val="0"/>
              </a:spcBef>
              <a:spcAft>
                <a:spcPts val="0"/>
              </a:spcAft>
              <a:buClr>
                <a:schemeClr val="dk1"/>
              </a:buClr>
              <a:buSzPts val="1400"/>
              <a:buFont typeface="Arial"/>
              <a:buChar char="○"/>
              <a:defRPr b="0" i="0" sz="2400" u="none" cap="none" strike="noStrike">
                <a:solidFill>
                  <a:schemeClr val="dk1"/>
                </a:solidFill>
                <a:latin typeface="Calibri"/>
                <a:ea typeface="Calibri"/>
                <a:cs typeface="Calibri"/>
                <a:sym typeface="Calibri"/>
              </a:defRPr>
            </a:lvl2pPr>
            <a:lvl3pPr indent="-317500" lvl="2" marL="1371600" marR="0" rtl="0" algn="l">
              <a:lnSpc>
                <a:spcPct val="9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3pPr>
            <a:lvl4pPr indent="-317500" lvl="3" marL="1828800" marR="0" rtl="0" algn="l">
              <a:lnSpc>
                <a:spcPct val="90000"/>
              </a:lnSpc>
              <a:spcBef>
                <a:spcPts val="0"/>
              </a:spcBef>
              <a:spcAft>
                <a:spcPts val="0"/>
              </a:spcAft>
              <a:buClr>
                <a:schemeClr val="dk1"/>
              </a:buClr>
              <a:buSzPts val="1400"/>
              <a:buFont typeface="Arial"/>
              <a:buChar char="●"/>
              <a:defRPr b="0" i="0" sz="1800" u="none" cap="none" strike="noStrike">
                <a:solidFill>
                  <a:schemeClr val="dk1"/>
                </a:solidFill>
                <a:latin typeface="Calibri"/>
                <a:ea typeface="Calibri"/>
                <a:cs typeface="Calibri"/>
                <a:sym typeface="Calibri"/>
              </a:defRPr>
            </a:lvl4pPr>
            <a:lvl5pPr indent="-317500" lvl="4" marL="2286000" marR="0" rtl="0" algn="l">
              <a:lnSpc>
                <a:spcPct val="90000"/>
              </a:lnSpc>
              <a:spcBef>
                <a:spcPts val="0"/>
              </a:spcBef>
              <a:spcAft>
                <a:spcPts val="0"/>
              </a:spcAft>
              <a:buClr>
                <a:schemeClr val="dk1"/>
              </a:buClr>
              <a:buSzPts val="1400"/>
              <a:buFont typeface="Arial"/>
              <a:buChar char="○"/>
              <a:defRPr b="0" i="0" sz="1800" u="none" cap="none" strike="noStrike">
                <a:solidFill>
                  <a:schemeClr val="dk1"/>
                </a:solidFill>
                <a:latin typeface="Calibri"/>
                <a:ea typeface="Calibri"/>
                <a:cs typeface="Calibri"/>
                <a:sym typeface="Calibri"/>
              </a:defRPr>
            </a:lvl5pPr>
            <a:lvl6pPr indent="-317500" lvl="5" marL="2743200" marR="0" rtl="0" algn="l">
              <a:lnSpc>
                <a:spcPct val="90000"/>
              </a:lnSpc>
              <a:spcBef>
                <a:spcPts val="0"/>
              </a:spcBef>
              <a:spcAft>
                <a:spcPts val="0"/>
              </a:spcAft>
              <a:buClr>
                <a:schemeClr val="dk1"/>
              </a:buClr>
              <a:buSzPts val="1400"/>
              <a:buFont typeface="Arial"/>
              <a:buChar char="■"/>
              <a:defRPr b="0" i="0" sz="1800" u="none" cap="none" strike="noStrike">
                <a:solidFill>
                  <a:schemeClr val="dk1"/>
                </a:solidFill>
                <a:latin typeface="Calibri"/>
                <a:ea typeface="Calibri"/>
                <a:cs typeface="Calibri"/>
                <a:sym typeface="Calibri"/>
              </a:defRPr>
            </a:lvl6pPr>
            <a:lvl7pPr indent="-317500" lvl="6" marL="3200400" marR="0" rtl="0" algn="l">
              <a:lnSpc>
                <a:spcPct val="90000"/>
              </a:lnSpc>
              <a:spcBef>
                <a:spcPts val="0"/>
              </a:spcBef>
              <a:spcAft>
                <a:spcPts val="0"/>
              </a:spcAft>
              <a:buClr>
                <a:schemeClr val="dk1"/>
              </a:buClr>
              <a:buSzPts val="1400"/>
              <a:buFont typeface="Arial"/>
              <a:buChar char="●"/>
              <a:defRPr b="0" i="0" sz="1800" u="none" cap="none" strike="noStrike">
                <a:solidFill>
                  <a:schemeClr val="dk1"/>
                </a:solidFill>
                <a:latin typeface="Calibri"/>
                <a:ea typeface="Calibri"/>
                <a:cs typeface="Calibri"/>
                <a:sym typeface="Calibri"/>
              </a:defRPr>
            </a:lvl7pPr>
            <a:lvl8pPr indent="-317500" lvl="7" marL="3657600" marR="0" rtl="0" algn="l">
              <a:lnSpc>
                <a:spcPct val="90000"/>
              </a:lnSpc>
              <a:spcBef>
                <a:spcPts val="0"/>
              </a:spcBef>
              <a:spcAft>
                <a:spcPts val="0"/>
              </a:spcAft>
              <a:buClr>
                <a:schemeClr val="dk1"/>
              </a:buClr>
              <a:buSzPts val="1400"/>
              <a:buFont typeface="Arial"/>
              <a:buChar char="○"/>
              <a:defRPr b="0" i="0" sz="1800" u="none" cap="none" strike="noStrike">
                <a:solidFill>
                  <a:schemeClr val="dk1"/>
                </a:solidFill>
                <a:latin typeface="Calibri"/>
                <a:ea typeface="Calibri"/>
                <a:cs typeface="Calibri"/>
                <a:sym typeface="Calibri"/>
              </a:defRPr>
            </a:lvl8pPr>
            <a:lvl9pPr indent="-317500" lvl="8" marL="4114800" marR="0" rtl="0" algn="l">
              <a:lnSpc>
                <a:spcPct val="90000"/>
              </a:lnSpc>
              <a:spcBef>
                <a:spcPts val="0"/>
              </a:spcBef>
              <a:spcAft>
                <a:spcPts val="0"/>
              </a:spcAft>
              <a:buClr>
                <a:schemeClr val="dk1"/>
              </a:buClr>
              <a:buSzPts val="1400"/>
              <a:buFont typeface="Arial"/>
              <a:buChar char="■"/>
              <a:defRPr b="0" i="0" sz="1800" u="none" cap="none" strike="noStrike">
                <a:solidFill>
                  <a:schemeClr val="dk1"/>
                </a:solidFill>
                <a:latin typeface="Calibri"/>
                <a:ea typeface="Calibri"/>
                <a:cs typeface="Calibri"/>
                <a:sym typeface="Calibri"/>
              </a:defRPr>
            </a:lvl9pPr>
          </a:lstStyle>
          <a:p/>
        </p:txBody>
      </p:sp>
      <p:sp>
        <p:nvSpPr>
          <p:cNvPr id="723" name="Google Shape;723;p6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1pPr>
            <a:lvl2pPr indent="0" lvl="1"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2pPr>
            <a:lvl3pPr indent="0" lvl="2"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3pPr>
            <a:lvl4pPr indent="0" lvl="3"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4pPr>
            <a:lvl5pPr indent="0" lvl="4"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5pPr>
            <a:lvl6pPr indent="0" lvl="5"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6pPr>
            <a:lvl7pPr indent="0" lvl="6"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7pPr>
            <a:lvl8pPr indent="0" lvl="7"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8pPr>
            <a:lvl9pPr indent="0" lvl="8" marL="0" algn="r">
              <a:lnSpc>
                <a:spcPct val="100000"/>
              </a:lnSpc>
              <a:spcBef>
                <a:spcPts val="0"/>
              </a:spcBef>
              <a:spcAft>
                <a:spcPts val="0"/>
              </a:spcAft>
              <a:buSzPts val="800"/>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9" Type="http://schemas.openxmlformats.org/officeDocument/2006/relationships/theme" Target="../theme/theme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35"/>
          <p:cNvPicPr preferRelativeResize="0"/>
          <p:nvPr/>
        </p:nvPicPr>
        <p:blipFill rotWithShape="1">
          <a:blip r:embed="rId1">
            <a:alphaModFix/>
          </a:blip>
          <a:srcRect b="0" l="0" r="0" t="0"/>
          <a:stretch/>
        </p:blipFill>
        <p:spPr>
          <a:xfrm>
            <a:off x="0" y="0"/>
            <a:ext cx="12191998" cy="6858000"/>
          </a:xfrm>
          <a:prstGeom prst="rect">
            <a:avLst/>
          </a:prstGeom>
          <a:noFill/>
          <a:ln>
            <a:noFill/>
          </a:ln>
        </p:spPr>
      </p:pic>
      <p:sp>
        <p:nvSpPr>
          <p:cNvPr id="7" name="Google Shape;7;p35"/>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 name="Google Shape;8;p35"/>
          <p:cNvSpPr/>
          <p:nvPr/>
        </p:nvSpPr>
        <p:spPr>
          <a:xfrm>
            <a:off x="0" y="267883"/>
            <a:ext cx="75500" cy="861239"/>
          </a:xfrm>
          <a:prstGeom prst="rect">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A4C74"/>
              </a:solidFill>
              <a:latin typeface="Calibri"/>
              <a:ea typeface="Calibri"/>
              <a:cs typeface="Calibri"/>
              <a:sym typeface="Calibri"/>
            </a:endParaRPr>
          </a:p>
        </p:txBody>
      </p:sp>
      <p:sp>
        <p:nvSpPr>
          <p:cNvPr id="9" name="Google Shape;9;p35"/>
          <p:cNvSpPr txBox="1"/>
          <p:nvPr/>
        </p:nvSpPr>
        <p:spPr>
          <a:xfrm>
            <a:off x="207963" y="273050"/>
            <a:ext cx="10515600" cy="2984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70C0"/>
              </a:buClr>
              <a:buSzPts val="1600"/>
              <a:buFont typeface="Arial"/>
              <a:buNone/>
            </a:pPr>
            <a:r>
              <a:rPr b="1" i="0" lang="en" sz="1600" u="none" cap="none" strike="noStrike">
                <a:solidFill>
                  <a:srgbClr val="0070C0"/>
                </a:solidFill>
                <a:latin typeface="Arial"/>
                <a:ea typeface="Arial"/>
                <a:cs typeface="Arial"/>
                <a:sym typeface="Arial"/>
              </a:rPr>
              <a:t>Module 2: </a:t>
            </a:r>
            <a:r>
              <a:rPr b="0" i="0" lang="en" sz="1600" u="none" cap="none" strike="noStrike">
                <a:solidFill>
                  <a:srgbClr val="0070C0"/>
                </a:solidFill>
                <a:latin typeface="Arial"/>
                <a:ea typeface="Arial"/>
                <a:cs typeface="Arial"/>
                <a:sym typeface="Arial"/>
              </a:rPr>
              <a:t>Types of SCM Systems </a:t>
            </a:r>
            <a:endParaRPr/>
          </a:p>
        </p:txBody>
      </p:sp>
      <p:sp>
        <p:nvSpPr>
          <p:cNvPr id="10" name="Google Shape;10;p35"/>
          <p:cNvSpPr/>
          <p:nvPr/>
        </p:nvSpPr>
        <p:spPr>
          <a:xfrm>
            <a:off x="75500" y="6506031"/>
            <a:ext cx="651707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F7F7F"/>
              </a:buClr>
              <a:buSzPts val="800"/>
              <a:buFont typeface="Arial"/>
              <a:buNone/>
            </a:pPr>
            <a:r>
              <a:rPr b="0" i="0" lang="en" sz="800" u="none" cap="none" strike="noStrike">
                <a:solidFill>
                  <a:srgbClr val="7F7F7F"/>
                </a:solidFill>
                <a:latin typeface="Arial"/>
                <a:ea typeface="Arial"/>
                <a:cs typeface="Arial"/>
                <a:sym typeface="Arial"/>
              </a:rPr>
              <a:t>Copyright © 2023. All rights reserved.  release 2.0.0</a:t>
            </a:r>
            <a:endParaRPr b="0" i="0" sz="800" u="none" cap="none" strike="noStrike">
              <a:solidFill>
                <a:srgbClr val="7F7F7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4" name="Shape 684"/>
        <p:cNvGrpSpPr/>
        <p:nvPr/>
      </p:nvGrpSpPr>
      <p:grpSpPr>
        <a:xfrm>
          <a:off x="0" y="0"/>
          <a:ext cx="0" cy="0"/>
          <a:chOff x="0" y="0"/>
          <a:chExt cx="0" cy="0"/>
        </a:xfrm>
      </p:grpSpPr>
      <p:sp>
        <p:nvSpPr>
          <p:cNvPr id="685" name="Google Shape;685;p37"/>
          <p:cNvSpPr/>
          <p:nvPr/>
        </p:nvSpPr>
        <p:spPr>
          <a:xfrm>
            <a:off x="0" y="267883"/>
            <a:ext cx="75500" cy="861239"/>
          </a:xfrm>
          <a:prstGeom prst="rect">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A4C74"/>
              </a:solidFill>
              <a:latin typeface="Calibri"/>
              <a:ea typeface="Calibri"/>
              <a:cs typeface="Calibri"/>
              <a:sym typeface="Calibri"/>
            </a:endParaRPr>
          </a:p>
        </p:txBody>
      </p:sp>
      <p:sp>
        <p:nvSpPr>
          <p:cNvPr id="686" name="Google Shape;686;p37"/>
          <p:cNvSpPr/>
          <p:nvPr/>
        </p:nvSpPr>
        <p:spPr>
          <a:xfrm>
            <a:off x="75500" y="6506031"/>
            <a:ext cx="651707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F7F7F"/>
              </a:buClr>
              <a:buSzPts val="800"/>
              <a:buFont typeface="Arial"/>
              <a:buNone/>
            </a:pPr>
            <a:r>
              <a:rPr b="0" i="0" lang="en" sz="800" u="none" cap="none" strike="noStrike">
                <a:solidFill>
                  <a:srgbClr val="7F7F7F"/>
                </a:solidFill>
                <a:latin typeface="Arial"/>
                <a:ea typeface="Arial"/>
                <a:cs typeface="Arial"/>
                <a:sym typeface="Arial"/>
              </a:rPr>
              <a:t>Copyright © 2023. All rights reserved.  release 2.0.0</a:t>
            </a:r>
            <a:endParaRPr b="0" i="0" sz="800" u="none" cap="none" strike="noStrike">
              <a:solidFill>
                <a:srgbClr val="7F7F7F"/>
              </a:solidFill>
              <a:latin typeface="Arial"/>
              <a:ea typeface="Arial"/>
              <a:cs typeface="Arial"/>
              <a:sym typeface="Arial"/>
            </a:endParaRPr>
          </a:p>
        </p:txBody>
      </p:sp>
      <p:sp>
        <p:nvSpPr>
          <p:cNvPr id="687" name="Google Shape;687;p37"/>
          <p:cNvSpPr txBox="1"/>
          <p:nvPr>
            <p:ph idx="12" type="sldNum"/>
          </p:nvPr>
        </p:nvSpPr>
        <p:spPr>
          <a:xfrm>
            <a:off x="11561884" y="6356350"/>
            <a:ext cx="38686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88" name="Google Shape;688;p37"/>
          <p:cNvSpPr txBox="1"/>
          <p:nvPr/>
        </p:nvSpPr>
        <p:spPr>
          <a:xfrm>
            <a:off x="207963" y="273050"/>
            <a:ext cx="10515600" cy="2984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70C0"/>
              </a:buClr>
              <a:buSzPts val="1600"/>
              <a:buFont typeface="Arial"/>
              <a:buNone/>
            </a:pPr>
            <a:r>
              <a:rPr b="1" i="0" lang="en" sz="1600" u="none" cap="none" strike="noStrike">
                <a:solidFill>
                  <a:srgbClr val="0070C0"/>
                </a:solidFill>
                <a:latin typeface="Arial"/>
                <a:ea typeface="Arial"/>
                <a:cs typeface="Arial"/>
                <a:sym typeface="Arial"/>
              </a:rPr>
              <a:t>Module 2: </a:t>
            </a:r>
            <a:r>
              <a:rPr b="0" i="0" lang="en" sz="1600" u="none" cap="none" strike="noStrike">
                <a:solidFill>
                  <a:srgbClr val="0070C0"/>
                </a:solidFill>
                <a:latin typeface="Arial"/>
                <a:ea typeface="Arial"/>
                <a:cs typeface="Arial"/>
                <a:sym typeface="Arial"/>
              </a:rPr>
              <a:t>Types of SCM Systems </a:t>
            </a:r>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comments" Target="../comments/commen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
          <p:cNvSpPr txBox="1"/>
          <p:nvPr>
            <p:ph idx="1" type="body"/>
          </p:nvPr>
        </p:nvSpPr>
        <p:spPr>
          <a:xfrm>
            <a:off x="4888295" y="719340"/>
            <a:ext cx="6474378" cy="1398560"/>
          </a:xfrm>
          <a:prstGeom prst="rect">
            <a:avLst/>
          </a:prstGeom>
          <a:noFill/>
          <a:ln>
            <a:noFill/>
          </a:ln>
        </p:spPr>
        <p:txBody>
          <a:bodyPr anchorCtr="0" anchor="ctr" bIns="45700" lIns="91425" spcFirstLastPara="1" rIns="91425" wrap="square" tIns="45700">
            <a:noAutofit/>
          </a:bodyPr>
          <a:lstStyle/>
          <a:p>
            <a:pPr indent="0" lvl="0" marL="0" rtl="0" algn="r">
              <a:lnSpc>
                <a:spcPct val="125000"/>
              </a:lnSpc>
              <a:spcBef>
                <a:spcPts val="0"/>
              </a:spcBef>
              <a:spcAft>
                <a:spcPts val="0"/>
              </a:spcAft>
              <a:buClr>
                <a:srgbClr val="000000"/>
              </a:buClr>
              <a:buSzPts val="3600"/>
              <a:buFont typeface="Arial"/>
              <a:buNone/>
            </a:pPr>
            <a:r>
              <a:rPr lang="en"/>
              <a:t>Source Code Management </a:t>
            </a:r>
            <a:endParaRPr/>
          </a:p>
        </p:txBody>
      </p:sp>
      <p:sp>
        <p:nvSpPr>
          <p:cNvPr id="729" name="Google Shape;729;p1"/>
          <p:cNvSpPr txBox="1"/>
          <p:nvPr>
            <p:ph idx="2" type="body"/>
          </p:nvPr>
        </p:nvSpPr>
        <p:spPr>
          <a:xfrm>
            <a:off x="4884251" y="2240441"/>
            <a:ext cx="6486586" cy="70406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3200"/>
              <a:buFont typeface="Arial"/>
              <a:buNone/>
            </a:pPr>
            <a:r>
              <a:rPr lang="en"/>
              <a:t>Types of SCM Systems  </a:t>
            </a:r>
            <a:endParaRPr/>
          </a:p>
        </p:txBody>
      </p:sp>
      <p:sp>
        <p:nvSpPr>
          <p:cNvPr id="730" name="Google Shape;730;p1"/>
          <p:cNvSpPr txBox="1"/>
          <p:nvPr>
            <p:ph idx="3" type="body"/>
          </p:nvPr>
        </p:nvSpPr>
        <p:spPr>
          <a:xfrm>
            <a:off x="4880131" y="704162"/>
            <a:ext cx="6474378" cy="430887"/>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Clr>
                <a:srgbClr val="7F7F7F"/>
              </a:buClr>
              <a:buSzPts val="2200"/>
              <a:buFont typeface="Arial"/>
              <a:buNone/>
            </a:pPr>
            <a:r>
              <a:rPr lang="en"/>
              <a:t> </a:t>
            </a:r>
            <a:endParaRPr/>
          </a:p>
        </p:txBody>
      </p:sp>
      <p:sp>
        <p:nvSpPr>
          <p:cNvPr id="731" name="Google Shape;731;p1"/>
          <p:cNvSpPr txBox="1"/>
          <p:nvPr/>
        </p:nvSpPr>
        <p:spPr>
          <a:xfrm>
            <a:off x="2277275" y="3706475"/>
            <a:ext cx="7477800" cy="888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500"/>
              </a:spcAft>
              <a:buNone/>
            </a:pPr>
            <a:r>
              <a:t/>
            </a:r>
            <a:endParaRPr b="0" i="0" sz="2200" u="none" cap="none" strike="noStrik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2"/>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Module Objective </a:t>
            </a:r>
            <a:endParaRPr/>
          </a:p>
        </p:txBody>
      </p:sp>
      <p:sp>
        <p:nvSpPr>
          <p:cNvPr id="737" name="Google Shape;737;p2"/>
          <p:cNvSpPr txBox="1"/>
          <p:nvPr>
            <p:ph idx="1" type="body"/>
          </p:nvPr>
        </p:nvSpPr>
        <p:spPr>
          <a:xfrm>
            <a:off x="514350" y="1304995"/>
            <a:ext cx="8020050"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At the end of this module, you will be able to learn the following:</a:t>
            </a:r>
            <a:endParaRPr/>
          </a:p>
          <a:p>
            <a:pPr indent="-285750" lvl="1" marL="285750" rtl="0" algn="l">
              <a:lnSpc>
                <a:spcPct val="90000"/>
              </a:lnSpc>
              <a:spcBef>
                <a:spcPts val="838"/>
              </a:spcBef>
              <a:spcAft>
                <a:spcPts val="0"/>
              </a:spcAft>
              <a:buClr>
                <a:schemeClr val="dk1"/>
              </a:buClr>
              <a:buSzPts val="1800"/>
              <a:buChar char="⭲"/>
            </a:pPr>
            <a:r>
              <a:rPr lang="en"/>
              <a:t>Understand the key characteristics of centralized and distributed Software Configuration Management (SCM) systems</a:t>
            </a:r>
            <a:endParaRPr/>
          </a:p>
          <a:p>
            <a:pPr indent="-285750" lvl="1" marL="285750" rtl="0" algn="l">
              <a:lnSpc>
                <a:spcPct val="90000"/>
              </a:lnSpc>
              <a:spcBef>
                <a:spcPts val="838"/>
              </a:spcBef>
              <a:spcAft>
                <a:spcPts val="0"/>
              </a:spcAft>
              <a:buClr>
                <a:schemeClr val="dk1"/>
              </a:buClr>
              <a:buSzPts val="1800"/>
              <a:buChar char="⭲"/>
            </a:pPr>
            <a:r>
              <a:rPr lang="en"/>
              <a:t>Explain the advantages and disadvantages of both centralized and distributed SCM systems.</a:t>
            </a:r>
            <a:endParaRPr/>
          </a:p>
          <a:p>
            <a:pPr indent="-285750" lvl="1" marL="285750" rtl="0" algn="l">
              <a:lnSpc>
                <a:spcPct val="90000"/>
              </a:lnSpc>
              <a:spcBef>
                <a:spcPts val="838"/>
              </a:spcBef>
              <a:spcAft>
                <a:spcPts val="0"/>
              </a:spcAft>
              <a:buClr>
                <a:schemeClr val="dk1"/>
              </a:buClr>
              <a:buSzPts val="1800"/>
              <a:buChar char="⭲"/>
            </a:pPr>
            <a:r>
              <a:rPr lang="en"/>
              <a:t>Explore widely-used SCM tools like Git, SVN, and Mercurial.</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pic>
        <p:nvPicPr>
          <p:cNvPr id="738" name="Google Shape;738;p2"/>
          <p:cNvPicPr preferRelativeResize="0"/>
          <p:nvPr/>
        </p:nvPicPr>
        <p:blipFill rotWithShape="1">
          <a:blip r:embed="rId3">
            <a:alphaModFix/>
          </a:blip>
          <a:srcRect b="0" l="0" r="0" t="0"/>
          <a:stretch/>
        </p:blipFill>
        <p:spPr>
          <a:xfrm>
            <a:off x="7647750" y="2653748"/>
            <a:ext cx="3712675" cy="35710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3"/>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Module Topics</a:t>
            </a:r>
            <a:br>
              <a:rPr lang="en"/>
            </a:br>
            <a:endParaRPr/>
          </a:p>
        </p:txBody>
      </p:sp>
      <p:sp>
        <p:nvSpPr>
          <p:cNvPr id="744" name="Google Shape;744;p3"/>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Let us take a quick look at the topics that we will cover in this module:</a:t>
            </a:r>
            <a:endParaRPr/>
          </a:p>
          <a:p>
            <a:pPr indent="-285750" lvl="1" marL="285750" rtl="0" algn="l">
              <a:lnSpc>
                <a:spcPct val="90000"/>
              </a:lnSpc>
              <a:spcBef>
                <a:spcPts val="838"/>
              </a:spcBef>
              <a:spcAft>
                <a:spcPts val="0"/>
              </a:spcAft>
              <a:buClr>
                <a:schemeClr val="dk1"/>
              </a:buClr>
              <a:buSzPts val="1800"/>
              <a:buChar char="⭲"/>
            </a:pPr>
            <a:r>
              <a:rPr lang="en"/>
              <a:t>Centralized vs. Distributed SCM</a:t>
            </a:r>
            <a:endParaRPr/>
          </a:p>
          <a:p>
            <a:pPr indent="-285750" lvl="1" marL="285750" rtl="0" algn="l">
              <a:lnSpc>
                <a:spcPct val="90000"/>
              </a:lnSpc>
              <a:spcBef>
                <a:spcPts val="838"/>
              </a:spcBef>
              <a:spcAft>
                <a:spcPts val="0"/>
              </a:spcAft>
              <a:buClr>
                <a:schemeClr val="dk1"/>
              </a:buClr>
              <a:buSzPts val="1800"/>
              <a:buChar char="⭲"/>
            </a:pPr>
            <a:r>
              <a:rPr lang="en"/>
              <a:t>Popular SCM tools</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pic>
        <p:nvPicPr>
          <p:cNvPr id="745" name="Google Shape;745;p3"/>
          <p:cNvPicPr preferRelativeResize="0"/>
          <p:nvPr/>
        </p:nvPicPr>
        <p:blipFill rotWithShape="1">
          <a:blip r:embed="rId3">
            <a:alphaModFix/>
          </a:blip>
          <a:srcRect b="0" l="0" r="0" t="0"/>
          <a:stretch/>
        </p:blipFill>
        <p:spPr>
          <a:xfrm>
            <a:off x="7647750" y="2653748"/>
            <a:ext cx="3712675" cy="35710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4"/>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2.1.0 Types of SCM Systems</a:t>
            </a:r>
            <a:endParaRPr/>
          </a:p>
        </p:txBody>
      </p:sp>
      <p:sp>
        <p:nvSpPr>
          <p:cNvPr id="751" name="Google Shape;751;p4"/>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The two major types of SCM systems are:</a:t>
            </a:r>
            <a:endParaRPr/>
          </a:p>
          <a:p>
            <a:pPr indent="-342900" lvl="1" marL="342900" rtl="0" algn="l">
              <a:lnSpc>
                <a:spcPct val="90000"/>
              </a:lnSpc>
              <a:spcBef>
                <a:spcPts val="838"/>
              </a:spcBef>
              <a:spcAft>
                <a:spcPts val="0"/>
              </a:spcAft>
              <a:buClr>
                <a:schemeClr val="dk1"/>
              </a:buClr>
              <a:buSzPts val="1800"/>
              <a:buFont typeface="Calibri"/>
              <a:buAutoNum type="arabicPeriod"/>
            </a:pPr>
            <a:r>
              <a:rPr lang="en"/>
              <a:t>Centralized SCM</a:t>
            </a:r>
            <a:endParaRPr/>
          </a:p>
          <a:p>
            <a:pPr indent="-342900" lvl="1" marL="342900" rtl="0" algn="l">
              <a:lnSpc>
                <a:spcPct val="90000"/>
              </a:lnSpc>
              <a:spcBef>
                <a:spcPts val="838"/>
              </a:spcBef>
              <a:spcAft>
                <a:spcPts val="0"/>
              </a:spcAft>
              <a:buClr>
                <a:schemeClr val="dk1"/>
              </a:buClr>
              <a:buSzPts val="1800"/>
              <a:buFont typeface="Calibri"/>
              <a:buAutoNum type="arabicPeriod"/>
            </a:pPr>
            <a:r>
              <a:rPr lang="en"/>
              <a:t>Distributed SCM</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grpSp>
        <p:nvGrpSpPr>
          <p:cNvPr id="752" name="Google Shape;752;p4"/>
          <p:cNvGrpSpPr/>
          <p:nvPr/>
        </p:nvGrpSpPr>
        <p:grpSpPr>
          <a:xfrm>
            <a:off x="1628082" y="2688124"/>
            <a:ext cx="3252121" cy="2153892"/>
            <a:chOff x="1628082" y="2453181"/>
            <a:chExt cx="3252121" cy="2153892"/>
          </a:xfrm>
        </p:grpSpPr>
        <p:sp>
          <p:nvSpPr>
            <p:cNvPr id="753" name="Google Shape;753;p4"/>
            <p:cNvSpPr/>
            <p:nvPr/>
          </p:nvSpPr>
          <p:spPr>
            <a:xfrm>
              <a:off x="2905760" y="3169375"/>
              <a:ext cx="599440" cy="304800"/>
            </a:xfrm>
            <a:prstGeom prst="roundRect">
              <a:avLst>
                <a:gd fmla="val 16667" name="adj"/>
              </a:avLst>
            </a:prstGeom>
            <a:gradFill>
              <a:gsLst>
                <a:gs pos="0">
                  <a:srgbClr val="FFC647"/>
                </a:gs>
                <a:gs pos="50000">
                  <a:srgbClr val="FFC600"/>
                </a:gs>
                <a:gs pos="100000">
                  <a:srgbClr val="E3B400"/>
                </a:gs>
              </a:gsLst>
              <a:lin ang="16200000" scaled="0"/>
            </a:gradFill>
            <a:ln cap="flat" cmpd="sng" w="9525">
              <a:solidFill>
                <a:schemeClr val="accent4"/>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Arial"/>
                  <a:ea typeface="Arial"/>
                  <a:cs typeface="Arial"/>
                  <a:sym typeface="Arial"/>
                </a:rPr>
                <a:t>Repository </a:t>
              </a:r>
              <a:endParaRPr b="1" i="0" sz="800" u="none" cap="none" strike="noStrike">
                <a:solidFill>
                  <a:schemeClr val="dk1"/>
                </a:solidFill>
                <a:latin typeface="Arial"/>
                <a:ea typeface="Arial"/>
                <a:cs typeface="Arial"/>
                <a:sym typeface="Arial"/>
              </a:endParaRPr>
            </a:p>
          </p:txBody>
        </p:sp>
        <p:sp>
          <p:nvSpPr>
            <p:cNvPr id="754" name="Google Shape;754;p4"/>
            <p:cNvSpPr/>
            <p:nvPr/>
          </p:nvSpPr>
          <p:spPr>
            <a:xfrm>
              <a:off x="3980344" y="4062234"/>
              <a:ext cx="599440" cy="304800"/>
            </a:xfrm>
            <a:prstGeom prst="roundRect">
              <a:avLst>
                <a:gd fmla="val 16667" name="adj"/>
              </a:avLst>
            </a:prstGeom>
            <a:gradFill>
              <a:gsLst>
                <a:gs pos="0">
                  <a:srgbClr val="045A88"/>
                </a:gs>
                <a:gs pos="50000">
                  <a:srgbClr val="0682C5"/>
                </a:gs>
                <a:gs pos="100000">
                  <a:srgbClr val="089DEC"/>
                </a:gs>
              </a:gsLst>
              <a:lin ang="16200000" scaled="0"/>
            </a:gra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0" i="0" lang="en" sz="800" u="none" cap="none" strike="noStrike">
                  <a:solidFill>
                    <a:schemeClr val="dk1"/>
                  </a:solidFill>
                  <a:latin typeface="Arial"/>
                  <a:ea typeface="Arial"/>
                  <a:cs typeface="Arial"/>
                  <a:sym typeface="Arial"/>
                </a:rPr>
                <a:t>Working copy</a:t>
              </a:r>
              <a:endParaRPr b="0" i="0" sz="800" u="none" cap="none" strike="noStrike">
                <a:solidFill>
                  <a:schemeClr val="dk1"/>
                </a:solidFill>
                <a:latin typeface="Arial"/>
                <a:ea typeface="Arial"/>
                <a:cs typeface="Arial"/>
                <a:sym typeface="Arial"/>
              </a:endParaRPr>
            </a:p>
          </p:txBody>
        </p:sp>
        <p:sp>
          <p:nvSpPr>
            <p:cNvPr id="755" name="Google Shape;755;p4"/>
            <p:cNvSpPr/>
            <p:nvPr/>
          </p:nvSpPr>
          <p:spPr>
            <a:xfrm>
              <a:off x="2938739" y="4062234"/>
              <a:ext cx="599440" cy="304800"/>
            </a:xfrm>
            <a:prstGeom prst="roundRect">
              <a:avLst>
                <a:gd fmla="val 16667" name="adj"/>
              </a:avLst>
            </a:prstGeom>
            <a:gradFill>
              <a:gsLst>
                <a:gs pos="0">
                  <a:srgbClr val="045A88"/>
                </a:gs>
                <a:gs pos="50000">
                  <a:srgbClr val="0682C5"/>
                </a:gs>
                <a:gs pos="100000">
                  <a:srgbClr val="089DEC"/>
                </a:gs>
              </a:gsLst>
              <a:lin ang="16200000" scaled="0"/>
            </a:gra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0" i="0" lang="en" sz="800" u="none" cap="none" strike="noStrike">
                  <a:solidFill>
                    <a:schemeClr val="dk1"/>
                  </a:solidFill>
                  <a:latin typeface="Arial"/>
                  <a:ea typeface="Arial"/>
                  <a:cs typeface="Arial"/>
                  <a:sym typeface="Arial"/>
                </a:rPr>
                <a:t>Working copy</a:t>
              </a:r>
              <a:endParaRPr b="0" i="0" sz="800" u="none" cap="none" strike="noStrike">
                <a:solidFill>
                  <a:schemeClr val="dk1"/>
                </a:solidFill>
                <a:latin typeface="Arial"/>
                <a:ea typeface="Arial"/>
                <a:cs typeface="Arial"/>
                <a:sym typeface="Arial"/>
              </a:endParaRPr>
            </a:p>
          </p:txBody>
        </p:sp>
        <p:sp>
          <p:nvSpPr>
            <p:cNvPr id="756" name="Google Shape;756;p4"/>
            <p:cNvSpPr/>
            <p:nvPr/>
          </p:nvSpPr>
          <p:spPr>
            <a:xfrm>
              <a:off x="1871980" y="4062234"/>
              <a:ext cx="599440" cy="304800"/>
            </a:xfrm>
            <a:prstGeom prst="roundRect">
              <a:avLst>
                <a:gd fmla="val 16667" name="adj"/>
              </a:avLst>
            </a:prstGeom>
            <a:gradFill>
              <a:gsLst>
                <a:gs pos="0">
                  <a:srgbClr val="045A88"/>
                </a:gs>
                <a:gs pos="50000">
                  <a:srgbClr val="0682C5"/>
                </a:gs>
                <a:gs pos="100000">
                  <a:srgbClr val="089DEC"/>
                </a:gs>
              </a:gsLst>
              <a:lin ang="16200000" scaled="0"/>
            </a:gra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0" i="0" lang="en" sz="800" u="none" cap="none" strike="noStrike">
                  <a:solidFill>
                    <a:schemeClr val="dk1"/>
                  </a:solidFill>
                  <a:latin typeface="Arial"/>
                  <a:ea typeface="Arial"/>
                  <a:cs typeface="Arial"/>
                  <a:sym typeface="Arial"/>
                </a:rPr>
                <a:t>Working copy</a:t>
              </a:r>
              <a:endParaRPr b="0" i="0" sz="800" u="none" cap="none" strike="noStrike">
                <a:solidFill>
                  <a:schemeClr val="dk1"/>
                </a:solidFill>
                <a:latin typeface="Arial"/>
                <a:ea typeface="Arial"/>
                <a:cs typeface="Arial"/>
                <a:sym typeface="Arial"/>
              </a:endParaRPr>
            </a:p>
          </p:txBody>
        </p:sp>
        <p:cxnSp>
          <p:nvCxnSpPr>
            <p:cNvPr id="757" name="Google Shape;757;p4"/>
            <p:cNvCxnSpPr/>
            <p:nvPr/>
          </p:nvCxnSpPr>
          <p:spPr>
            <a:xfrm flipH="1" rot="10800000">
              <a:off x="2100580" y="3474175"/>
              <a:ext cx="777240" cy="559345"/>
            </a:xfrm>
            <a:prstGeom prst="straightConnector1">
              <a:avLst/>
            </a:prstGeom>
            <a:noFill/>
            <a:ln cap="flat" cmpd="sng" w="28575">
              <a:solidFill>
                <a:srgbClr val="EF6322"/>
              </a:solidFill>
              <a:prstDash val="solid"/>
              <a:miter lim="800000"/>
              <a:headEnd len="sm" w="sm" type="none"/>
              <a:tailEnd len="med" w="med" type="triangle"/>
            </a:ln>
          </p:spPr>
        </p:cxnSp>
        <p:cxnSp>
          <p:nvCxnSpPr>
            <p:cNvPr id="758" name="Google Shape;758;p4"/>
            <p:cNvCxnSpPr/>
            <p:nvPr/>
          </p:nvCxnSpPr>
          <p:spPr>
            <a:xfrm flipH="1" rot="10800000">
              <a:off x="3167381" y="3511779"/>
              <a:ext cx="5079" cy="537945"/>
            </a:xfrm>
            <a:prstGeom prst="straightConnector1">
              <a:avLst/>
            </a:prstGeom>
            <a:noFill/>
            <a:ln cap="flat" cmpd="sng" w="28575">
              <a:solidFill>
                <a:srgbClr val="EF6322"/>
              </a:solidFill>
              <a:prstDash val="solid"/>
              <a:miter lim="800000"/>
              <a:headEnd len="sm" w="sm" type="none"/>
              <a:tailEnd len="med" w="med" type="triangle"/>
            </a:ln>
          </p:spPr>
        </p:cxnSp>
        <p:cxnSp>
          <p:nvCxnSpPr>
            <p:cNvPr id="759" name="Google Shape;759;p4"/>
            <p:cNvCxnSpPr/>
            <p:nvPr/>
          </p:nvCxnSpPr>
          <p:spPr>
            <a:xfrm>
              <a:off x="3266441" y="3511779"/>
              <a:ext cx="5079" cy="537945"/>
            </a:xfrm>
            <a:prstGeom prst="straightConnector1">
              <a:avLst/>
            </a:prstGeom>
            <a:noFill/>
            <a:ln cap="flat" cmpd="sng" w="28575">
              <a:solidFill>
                <a:srgbClr val="EF6322"/>
              </a:solidFill>
              <a:prstDash val="solid"/>
              <a:miter lim="800000"/>
              <a:headEnd len="sm" w="sm" type="none"/>
              <a:tailEnd len="med" w="med" type="triangle"/>
            </a:ln>
          </p:spPr>
        </p:cxnSp>
        <p:cxnSp>
          <p:nvCxnSpPr>
            <p:cNvPr id="760" name="Google Shape;760;p4"/>
            <p:cNvCxnSpPr/>
            <p:nvPr/>
          </p:nvCxnSpPr>
          <p:spPr>
            <a:xfrm>
              <a:off x="3434511" y="3511779"/>
              <a:ext cx="718389" cy="512851"/>
            </a:xfrm>
            <a:prstGeom prst="straightConnector1">
              <a:avLst/>
            </a:prstGeom>
            <a:noFill/>
            <a:ln cap="flat" cmpd="sng" w="28575">
              <a:solidFill>
                <a:srgbClr val="EF6322"/>
              </a:solidFill>
              <a:prstDash val="solid"/>
              <a:miter lim="800000"/>
              <a:headEnd len="sm" w="sm" type="none"/>
              <a:tailEnd len="med" w="med" type="triangle"/>
            </a:ln>
          </p:spPr>
        </p:cxnSp>
        <p:cxnSp>
          <p:nvCxnSpPr>
            <p:cNvPr id="761" name="Google Shape;761;p4"/>
            <p:cNvCxnSpPr/>
            <p:nvPr/>
          </p:nvCxnSpPr>
          <p:spPr>
            <a:xfrm rot="10800000">
              <a:off x="3576321" y="3459817"/>
              <a:ext cx="784859" cy="564813"/>
            </a:xfrm>
            <a:prstGeom prst="straightConnector1">
              <a:avLst/>
            </a:prstGeom>
            <a:noFill/>
            <a:ln cap="flat" cmpd="sng" w="28575">
              <a:solidFill>
                <a:srgbClr val="EF6322"/>
              </a:solidFill>
              <a:prstDash val="solid"/>
              <a:miter lim="800000"/>
              <a:headEnd len="sm" w="sm" type="none"/>
              <a:tailEnd len="med" w="med" type="triangle"/>
            </a:ln>
          </p:spPr>
        </p:cxnSp>
        <p:cxnSp>
          <p:nvCxnSpPr>
            <p:cNvPr id="762" name="Google Shape;762;p4"/>
            <p:cNvCxnSpPr/>
            <p:nvPr/>
          </p:nvCxnSpPr>
          <p:spPr>
            <a:xfrm flipH="1">
              <a:off x="2300073" y="3502889"/>
              <a:ext cx="740207" cy="530631"/>
            </a:xfrm>
            <a:prstGeom prst="straightConnector1">
              <a:avLst/>
            </a:prstGeom>
            <a:noFill/>
            <a:ln cap="flat" cmpd="sng" w="28575">
              <a:solidFill>
                <a:srgbClr val="EF6322"/>
              </a:solidFill>
              <a:prstDash val="solid"/>
              <a:miter lim="800000"/>
              <a:headEnd len="sm" w="sm" type="none"/>
              <a:tailEnd len="med" w="med" type="triangle"/>
            </a:ln>
          </p:spPr>
        </p:cxnSp>
        <p:sp>
          <p:nvSpPr>
            <p:cNvPr id="763" name="Google Shape;763;p4"/>
            <p:cNvSpPr txBox="1"/>
            <p:nvPr/>
          </p:nvSpPr>
          <p:spPr>
            <a:xfrm>
              <a:off x="1628082" y="2453181"/>
              <a:ext cx="322075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2000" u="none" cap="none" strike="noStrike">
                  <a:solidFill>
                    <a:srgbClr val="1481DA"/>
                  </a:solidFill>
                  <a:latin typeface="Arial"/>
                  <a:ea typeface="Arial"/>
                  <a:cs typeface="Arial"/>
                  <a:sym typeface="Arial"/>
                </a:rPr>
                <a:t>Centralized version control</a:t>
              </a:r>
              <a:endParaRPr b="0" i="0" sz="2000" u="none" cap="none" strike="noStrike">
                <a:solidFill>
                  <a:srgbClr val="1481DA"/>
                </a:solidFill>
                <a:latin typeface="Arial"/>
                <a:ea typeface="Arial"/>
                <a:cs typeface="Arial"/>
                <a:sym typeface="Arial"/>
              </a:endParaRPr>
            </a:p>
          </p:txBody>
        </p:sp>
        <p:sp>
          <p:nvSpPr>
            <p:cNvPr id="764" name="Google Shape;764;p4"/>
            <p:cNvSpPr txBox="1"/>
            <p:nvPr/>
          </p:nvSpPr>
          <p:spPr>
            <a:xfrm>
              <a:off x="2938739" y="2914050"/>
              <a:ext cx="59984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rgbClr val="7F7F7F"/>
                  </a:solidFill>
                  <a:latin typeface="Arial"/>
                  <a:ea typeface="Arial"/>
                  <a:cs typeface="Arial"/>
                  <a:sym typeface="Arial"/>
                </a:rPr>
                <a:t>Server</a:t>
              </a:r>
              <a:endParaRPr b="0" i="0" sz="1100" u="none" cap="none" strike="noStrike">
                <a:solidFill>
                  <a:srgbClr val="7F7F7F"/>
                </a:solidFill>
                <a:latin typeface="Arial"/>
                <a:ea typeface="Arial"/>
                <a:cs typeface="Arial"/>
                <a:sym typeface="Arial"/>
              </a:endParaRPr>
            </a:p>
          </p:txBody>
        </p:sp>
        <p:sp>
          <p:nvSpPr>
            <p:cNvPr id="765" name="Google Shape;765;p4"/>
            <p:cNvSpPr txBox="1"/>
            <p:nvPr/>
          </p:nvSpPr>
          <p:spPr>
            <a:xfrm rot="-1903998">
              <a:off x="2016359" y="3575118"/>
              <a:ext cx="6383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commit</a:t>
              </a:r>
              <a:endParaRPr b="0" i="0" sz="1100" u="none" cap="none" strike="noStrike">
                <a:solidFill>
                  <a:schemeClr val="dk1"/>
                </a:solidFill>
                <a:latin typeface="Arial"/>
                <a:ea typeface="Arial"/>
                <a:cs typeface="Arial"/>
                <a:sym typeface="Arial"/>
              </a:endParaRPr>
            </a:p>
          </p:txBody>
        </p:sp>
        <p:sp>
          <p:nvSpPr>
            <p:cNvPr id="766" name="Google Shape;766;p4"/>
            <p:cNvSpPr txBox="1"/>
            <p:nvPr/>
          </p:nvSpPr>
          <p:spPr>
            <a:xfrm rot="-1903998">
              <a:off x="2464812" y="3687509"/>
              <a:ext cx="61587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update</a:t>
              </a:r>
              <a:endParaRPr b="0" i="0" sz="1100" u="none" cap="none" strike="noStrike">
                <a:solidFill>
                  <a:schemeClr val="dk1"/>
                </a:solidFill>
                <a:latin typeface="Arial"/>
                <a:ea typeface="Arial"/>
                <a:cs typeface="Arial"/>
                <a:sym typeface="Arial"/>
              </a:endParaRPr>
            </a:p>
          </p:txBody>
        </p:sp>
        <p:sp>
          <p:nvSpPr>
            <p:cNvPr id="767" name="Google Shape;767;p4"/>
            <p:cNvSpPr txBox="1"/>
            <p:nvPr/>
          </p:nvSpPr>
          <p:spPr>
            <a:xfrm rot="5400000">
              <a:off x="3091486" y="3603574"/>
              <a:ext cx="61587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update</a:t>
              </a:r>
              <a:endParaRPr b="0" i="0" sz="1100" u="none" cap="none" strike="noStrike">
                <a:solidFill>
                  <a:schemeClr val="dk1"/>
                </a:solidFill>
                <a:latin typeface="Arial"/>
                <a:ea typeface="Arial"/>
                <a:cs typeface="Arial"/>
                <a:sym typeface="Arial"/>
              </a:endParaRPr>
            </a:p>
          </p:txBody>
        </p:sp>
        <p:sp>
          <p:nvSpPr>
            <p:cNvPr id="768" name="Google Shape;768;p4"/>
            <p:cNvSpPr txBox="1"/>
            <p:nvPr/>
          </p:nvSpPr>
          <p:spPr>
            <a:xfrm rot="-5400000">
              <a:off x="2769324" y="3700132"/>
              <a:ext cx="6383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commit</a:t>
              </a:r>
              <a:endParaRPr b="0" i="0" sz="1100" u="none" cap="none" strike="noStrike">
                <a:solidFill>
                  <a:schemeClr val="dk1"/>
                </a:solidFill>
                <a:latin typeface="Arial"/>
                <a:ea typeface="Arial"/>
                <a:cs typeface="Arial"/>
                <a:sym typeface="Arial"/>
              </a:endParaRPr>
            </a:p>
          </p:txBody>
        </p:sp>
        <p:sp>
          <p:nvSpPr>
            <p:cNvPr id="769" name="Google Shape;769;p4"/>
            <p:cNvSpPr txBox="1"/>
            <p:nvPr/>
          </p:nvSpPr>
          <p:spPr>
            <a:xfrm rot="2345937">
              <a:off x="3470323" y="3735839"/>
              <a:ext cx="6383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commit</a:t>
              </a:r>
              <a:endParaRPr b="0" i="0" sz="1100" u="none" cap="none" strike="noStrike">
                <a:solidFill>
                  <a:schemeClr val="dk1"/>
                </a:solidFill>
                <a:latin typeface="Arial"/>
                <a:ea typeface="Arial"/>
                <a:cs typeface="Arial"/>
                <a:sym typeface="Arial"/>
              </a:endParaRPr>
            </a:p>
          </p:txBody>
        </p:sp>
        <p:sp>
          <p:nvSpPr>
            <p:cNvPr id="770" name="Google Shape;770;p4"/>
            <p:cNvSpPr txBox="1"/>
            <p:nvPr/>
          </p:nvSpPr>
          <p:spPr>
            <a:xfrm rot="2140101">
              <a:off x="3819432" y="3559069"/>
              <a:ext cx="61587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update</a:t>
              </a:r>
              <a:endParaRPr b="0" i="0" sz="1100" u="none" cap="none" strike="noStrike">
                <a:solidFill>
                  <a:schemeClr val="dk1"/>
                </a:solidFill>
                <a:latin typeface="Arial"/>
                <a:ea typeface="Arial"/>
                <a:cs typeface="Arial"/>
                <a:sym typeface="Arial"/>
              </a:endParaRPr>
            </a:p>
          </p:txBody>
        </p:sp>
        <p:sp>
          <p:nvSpPr>
            <p:cNvPr id="771" name="Google Shape;771;p4"/>
            <p:cNvSpPr txBox="1"/>
            <p:nvPr/>
          </p:nvSpPr>
          <p:spPr>
            <a:xfrm>
              <a:off x="1628082" y="4390480"/>
              <a:ext cx="1093569"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800" u="none" cap="none" strike="noStrike">
                  <a:solidFill>
                    <a:srgbClr val="7F7F7F"/>
                  </a:solidFill>
                  <a:latin typeface="Arial"/>
                  <a:ea typeface="Arial"/>
                  <a:cs typeface="Arial"/>
                  <a:sym typeface="Arial"/>
                </a:rPr>
                <a:t>Workstation/PC #1</a:t>
              </a:r>
              <a:endParaRPr b="1" i="0" sz="800" u="none" cap="none" strike="noStrike">
                <a:solidFill>
                  <a:srgbClr val="7F7F7F"/>
                </a:solidFill>
                <a:latin typeface="Arial"/>
                <a:ea typeface="Arial"/>
                <a:cs typeface="Arial"/>
                <a:sym typeface="Arial"/>
              </a:endParaRPr>
            </a:p>
          </p:txBody>
        </p:sp>
        <p:sp>
          <p:nvSpPr>
            <p:cNvPr id="772" name="Google Shape;772;p4"/>
            <p:cNvSpPr txBox="1"/>
            <p:nvPr/>
          </p:nvSpPr>
          <p:spPr>
            <a:xfrm>
              <a:off x="2707358" y="4384702"/>
              <a:ext cx="1093569"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800" u="none" cap="none" strike="noStrike">
                  <a:solidFill>
                    <a:srgbClr val="7F7F7F"/>
                  </a:solidFill>
                  <a:latin typeface="Arial"/>
                  <a:ea typeface="Arial"/>
                  <a:cs typeface="Arial"/>
                  <a:sym typeface="Arial"/>
                </a:rPr>
                <a:t>Workstation/PC #2</a:t>
              </a:r>
              <a:endParaRPr b="1" i="0" sz="800" u="none" cap="none" strike="noStrike">
                <a:solidFill>
                  <a:srgbClr val="7F7F7F"/>
                </a:solidFill>
                <a:latin typeface="Arial"/>
                <a:ea typeface="Arial"/>
                <a:cs typeface="Arial"/>
                <a:sym typeface="Arial"/>
              </a:endParaRPr>
            </a:p>
          </p:txBody>
        </p:sp>
        <p:sp>
          <p:nvSpPr>
            <p:cNvPr id="773" name="Google Shape;773;p4"/>
            <p:cNvSpPr txBox="1"/>
            <p:nvPr/>
          </p:nvSpPr>
          <p:spPr>
            <a:xfrm>
              <a:off x="3786634" y="4391629"/>
              <a:ext cx="1093569"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800" u="none" cap="none" strike="noStrike">
                  <a:solidFill>
                    <a:srgbClr val="7F7F7F"/>
                  </a:solidFill>
                  <a:latin typeface="Arial"/>
                  <a:ea typeface="Arial"/>
                  <a:cs typeface="Arial"/>
                  <a:sym typeface="Arial"/>
                </a:rPr>
                <a:t>Workstation/PC #3</a:t>
              </a:r>
              <a:endParaRPr b="1" i="0" sz="800" u="none" cap="none" strike="noStrike">
                <a:solidFill>
                  <a:srgbClr val="7F7F7F"/>
                </a:solidFill>
                <a:latin typeface="Arial"/>
                <a:ea typeface="Arial"/>
                <a:cs typeface="Arial"/>
                <a:sym typeface="Arial"/>
              </a:endParaRPr>
            </a:p>
          </p:txBody>
        </p:sp>
      </p:grpSp>
      <p:grpSp>
        <p:nvGrpSpPr>
          <p:cNvPr id="774" name="Google Shape;774;p4"/>
          <p:cNvGrpSpPr/>
          <p:nvPr/>
        </p:nvGrpSpPr>
        <p:grpSpPr>
          <a:xfrm>
            <a:off x="7073211" y="2279796"/>
            <a:ext cx="3155381" cy="2831511"/>
            <a:chOff x="5651256" y="2453181"/>
            <a:chExt cx="3155381" cy="2831511"/>
          </a:xfrm>
        </p:grpSpPr>
        <p:sp>
          <p:nvSpPr>
            <p:cNvPr id="775" name="Google Shape;775;p4"/>
            <p:cNvSpPr txBox="1"/>
            <p:nvPr/>
          </p:nvSpPr>
          <p:spPr>
            <a:xfrm>
              <a:off x="5651256" y="2453181"/>
              <a:ext cx="314861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2000" u="none" cap="none" strike="noStrike">
                  <a:solidFill>
                    <a:srgbClr val="1481DA"/>
                  </a:solidFill>
                  <a:latin typeface="Arial"/>
                  <a:ea typeface="Arial"/>
                  <a:cs typeface="Arial"/>
                  <a:sym typeface="Arial"/>
                </a:rPr>
                <a:t>Distributed version control</a:t>
              </a:r>
              <a:endParaRPr b="0" i="0" sz="2000" u="none" cap="none" strike="noStrike">
                <a:solidFill>
                  <a:srgbClr val="1481DA"/>
                </a:solidFill>
                <a:latin typeface="Arial"/>
                <a:ea typeface="Arial"/>
                <a:cs typeface="Arial"/>
                <a:sym typeface="Arial"/>
              </a:endParaRPr>
            </a:p>
          </p:txBody>
        </p:sp>
        <p:sp>
          <p:nvSpPr>
            <p:cNvPr id="776" name="Google Shape;776;p4"/>
            <p:cNvSpPr/>
            <p:nvPr/>
          </p:nvSpPr>
          <p:spPr>
            <a:xfrm>
              <a:off x="6925845" y="3044855"/>
              <a:ext cx="599440" cy="304800"/>
            </a:xfrm>
            <a:prstGeom prst="roundRect">
              <a:avLst>
                <a:gd fmla="val 16667" name="adj"/>
              </a:avLst>
            </a:prstGeom>
            <a:gradFill>
              <a:gsLst>
                <a:gs pos="0">
                  <a:srgbClr val="FFC647"/>
                </a:gs>
                <a:gs pos="50000">
                  <a:srgbClr val="FFC600"/>
                </a:gs>
                <a:gs pos="100000">
                  <a:srgbClr val="E3B400"/>
                </a:gs>
              </a:gsLst>
              <a:lin ang="16200000" scaled="0"/>
            </a:gradFill>
            <a:ln cap="flat" cmpd="sng" w="9525">
              <a:solidFill>
                <a:schemeClr val="accent4"/>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Arial"/>
                  <a:ea typeface="Arial"/>
                  <a:cs typeface="Arial"/>
                  <a:sym typeface="Arial"/>
                </a:rPr>
                <a:t>Repository </a:t>
              </a:r>
              <a:endParaRPr b="1" i="0" sz="800" u="none" cap="none" strike="noStrike">
                <a:solidFill>
                  <a:schemeClr val="dk1"/>
                </a:solidFill>
                <a:latin typeface="Arial"/>
                <a:ea typeface="Arial"/>
                <a:cs typeface="Arial"/>
                <a:sym typeface="Arial"/>
              </a:endParaRPr>
            </a:p>
          </p:txBody>
        </p:sp>
        <p:sp>
          <p:nvSpPr>
            <p:cNvPr id="777" name="Google Shape;777;p4"/>
            <p:cNvSpPr/>
            <p:nvPr/>
          </p:nvSpPr>
          <p:spPr>
            <a:xfrm>
              <a:off x="5904980" y="3939129"/>
              <a:ext cx="599440" cy="304800"/>
            </a:xfrm>
            <a:prstGeom prst="roundRect">
              <a:avLst>
                <a:gd fmla="val 16667" name="adj"/>
              </a:avLst>
            </a:prstGeom>
            <a:gradFill>
              <a:gsLst>
                <a:gs pos="0">
                  <a:srgbClr val="FFC647"/>
                </a:gs>
                <a:gs pos="50000">
                  <a:srgbClr val="FFC600"/>
                </a:gs>
                <a:gs pos="100000">
                  <a:srgbClr val="E3B400"/>
                </a:gs>
              </a:gsLst>
              <a:lin ang="16200000" scaled="0"/>
            </a:gradFill>
            <a:ln cap="flat" cmpd="sng" w="9525">
              <a:solidFill>
                <a:schemeClr val="accent4"/>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Arial"/>
                  <a:ea typeface="Arial"/>
                  <a:cs typeface="Arial"/>
                  <a:sym typeface="Arial"/>
                </a:rPr>
                <a:t>Repository </a:t>
              </a:r>
              <a:endParaRPr b="1" i="0" sz="800" u="none" cap="none" strike="noStrike">
                <a:solidFill>
                  <a:schemeClr val="dk1"/>
                </a:solidFill>
                <a:latin typeface="Arial"/>
                <a:ea typeface="Arial"/>
                <a:cs typeface="Arial"/>
                <a:sym typeface="Arial"/>
              </a:endParaRPr>
            </a:p>
          </p:txBody>
        </p:sp>
        <p:sp>
          <p:nvSpPr>
            <p:cNvPr id="778" name="Google Shape;778;p4"/>
            <p:cNvSpPr/>
            <p:nvPr/>
          </p:nvSpPr>
          <p:spPr>
            <a:xfrm>
              <a:off x="6925845" y="3923296"/>
              <a:ext cx="599440" cy="304800"/>
            </a:xfrm>
            <a:prstGeom prst="roundRect">
              <a:avLst>
                <a:gd fmla="val 16667" name="adj"/>
              </a:avLst>
            </a:prstGeom>
            <a:gradFill>
              <a:gsLst>
                <a:gs pos="0">
                  <a:srgbClr val="FFC647"/>
                </a:gs>
                <a:gs pos="50000">
                  <a:srgbClr val="FFC600"/>
                </a:gs>
                <a:gs pos="100000">
                  <a:srgbClr val="E3B400"/>
                </a:gs>
              </a:gsLst>
              <a:lin ang="16200000" scaled="0"/>
            </a:gradFill>
            <a:ln cap="flat" cmpd="sng" w="9525">
              <a:solidFill>
                <a:schemeClr val="accent4"/>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Arial"/>
                  <a:ea typeface="Arial"/>
                  <a:cs typeface="Arial"/>
                  <a:sym typeface="Arial"/>
                </a:rPr>
                <a:t>Repository </a:t>
              </a:r>
              <a:endParaRPr b="1" i="0" sz="800" u="none" cap="none" strike="noStrike">
                <a:solidFill>
                  <a:schemeClr val="dk1"/>
                </a:solidFill>
                <a:latin typeface="Arial"/>
                <a:ea typeface="Arial"/>
                <a:cs typeface="Arial"/>
                <a:sym typeface="Arial"/>
              </a:endParaRPr>
            </a:p>
          </p:txBody>
        </p:sp>
        <p:sp>
          <p:nvSpPr>
            <p:cNvPr id="779" name="Google Shape;779;p4"/>
            <p:cNvSpPr/>
            <p:nvPr/>
          </p:nvSpPr>
          <p:spPr>
            <a:xfrm>
              <a:off x="7946710" y="3943481"/>
              <a:ext cx="599440" cy="304800"/>
            </a:xfrm>
            <a:prstGeom prst="roundRect">
              <a:avLst>
                <a:gd fmla="val 16667" name="adj"/>
              </a:avLst>
            </a:prstGeom>
            <a:gradFill>
              <a:gsLst>
                <a:gs pos="0">
                  <a:srgbClr val="FFC647"/>
                </a:gs>
                <a:gs pos="50000">
                  <a:srgbClr val="FFC600"/>
                </a:gs>
                <a:gs pos="100000">
                  <a:srgbClr val="E3B400"/>
                </a:gs>
              </a:gsLst>
              <a:lin ang="16200000" scaled="0"/>
            </a:gradFill>
            <a:ln cap="flat" cmpd="sng" w="9525">
              <a:solidFill>
                <a:schemeClr val="accent4"/>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1" i="0" lang="en" sz="800" u="none" cap="none" strike="noStrike">
                  <a:solidFill>
                    <a:schemeClr val="dk1"/>
                  </a:solidFill>
                  <a:latin typeface="Arial"/>
                  <a:ea typeface="Arial"/>
                  <a:cs typeface="Arial"/>
                  <a:sym typeface="Arial"/>
                </a:rPr>
                <a:t>Repository </a:t>
              </a:r>
              <a:endParaRPr b="1" i="0" sz="800" u="none" cap="none" strike="noStrike">
                <a:solidFill>
                  <a:schemeClr val="dk1"/>
                </a:solidFill>
                <a:latin typeface="Arial"/>
                <a:ea typeface="Arial"/>
                <a:cs typeface="Arial"/>
                <a:sym typeface="Arial"/>
              </a:endParaRPr>
            </a:p>
          </p:txBody>
        </p:sp>
        <p:sp>
          <p:nvSpPr>
            <p:cNvPr id="780" name="Google Shape;780;p4"/>
            <p:cNvSpPr/>
            <p:nvPr/>
          </p:nvSpPr>
          <p:spPr>
            <a:xfrm>
              <a:off x="5909718" y="4801737"/>
              <a:ext cx="599440" cy="304800"/>
            </a:xfrm>
            <a:prstGeom prst="roundRect">
              <a:avLst>
                <a:gd fmla="val 16667" name="adj"/>
              </a:avLst>
            </a:prstGeom>
            <a:gradFill>
              <a:gsLst>
                <a:gs pos="0">
                  <a:srgbClr val="045A88"/>
                </a:gs>
                <a:gs pos="50000">
                  <a:srgbClr val="0682C5"/>
                </a:gs>
                <a:gs pos="100000">
                  <a:srgbClr val="089DEC"/>
                </a:gs>
              </a:gsLst>
              <a:lin ang="16200000" scaled="0"/>
            </a:gra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0" i="0" lang="en" sz="800" u="none" cap="none" strike="noStrike">
                  <a:solidFill>
                    <a:schemeClr val="dk1"/>
                  </a:solidFill>
                  <a:latin typeface="Arial"/>
                  <a:ea typeface="Arial"/>
                  <a:cs typeface="Arial"/>
                  <a:sym typeface="Arial"/>
                </a:rPr>
                <a:t>Working copy</a:t>
              </a:r>
              <a:endParaRPr b="0" i="0" sz="800" u="none" cap="none" strike="noStrike">
                <a:solidFill>
                  <a:schemeClr val="dk1"/>
                </a:solidFill>
                <a:latin typeface="Arial"/>
                <a:ea typeface="Arial"/>
                <a:cs typeface="Arial"/>
                <a:sym typeface="Arial"/>
              </a:endParaRPr>
            </a:p>
          </p:txBody>
        </p:sp>
        <p:sp>
          <p:nvSpPr>
            <p:cNvPr id="781" name="Google Shape;781;p4"/>
            <p:cNvSpPr/>
            <p:nvPr/>
          </p:nvSpPr>
          <p:spPr>
            <a:xfrm>
              <a:off x="6925845" y="4795759"/>
              <a:ext cx="599440" cy="304800"/>
            </a:xfrm>
            <a:prstGeom prst="roundRect">
              <a:avLst>
                <a:gd fmla="val 16667" name="adj"/>
              </a:avLst>
            </a:prstGeom>
            <a:gradFill>
              <a:gsLst>
                <a:gs pos="0">
                  <a:srgbClr val="045A88"/>
                </a:gs>
                <a:gs pos="50000">
                  <a:srgbClr val="0682C5"/>
                </a:gs>
                <a:gs pos="100000">
                  <a:srgbClr val="089DEC"/>
                </a:gs>
              </a:gsLst>
              <a:lin ang="16200000" scaled="0"/>
            </a:gra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0" i="0" lang="en" sz="800" u="none" cap="none" strike="noStrike">
                  <a:solidFill>
                    <a:schemeClr val="dk1"/>
                  </a:solidFill>
                  <a:latin typeface="Arial"/>
                  <a:ea typeface="Arial"/>
                  <a:cs typeface="Arial"/>
                  <a:sym typeface="Arial"/>
                </a:rPr>
                <a:t>Working copy</a:t>
              </a:r>
              <a:endParaRPr b="0" i="0" sz="800" u="none" cap="none" strike="noStrike">
                <a:solidFill>
                  <a:schemeClr val="dk1"/>
                </a:solidFill>
                <a:latin typeface="Arial"/>
                <a:ea typeface="Arial"/>
                <a:cs typeface="Arial"/>
                <a:sym typeface="Arial"/>
              </a:endParaRPr>
            </a:p>
          </p:txBody>
        </p:sp>
        <p:sp>
          <p:nvSpPr>
            <p:cNvPr id="782" name="Google Shape;782;p4"/>
            <p:cNvSpPr/>
            <p:nvPr/>
          </p:nvSpPr>
          <p:spPr>
            <a:xfrm>
              <a:off x="7946710" y="4795759"/>
              <a:ext cx="599440" cy="304800"/>
            </a:xfrm>
            <a:prstGeom prst="roundRect">
              <a:avLst>
                <a:gd fmla="val 16667" name="adj"/>
              </a:avLst>
            </a:prstGeom>
            <a:gradFill>
              <a:gsLst>
                <a:gs pos="0">
                  <a:srgbClr val="045A88"/>
                </a:gs>
                <a:gs pos="50000">
                  <a:srgbClr val="0682C5"/>
                </a:gs>
                <a:gs pos="100000">
                  <a:srgbClr val="089DEC"/>
                </a:gs>
              </a:gsLst>
              <a:lin ang="16200000" scaled="0"/>
            </a:gra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None/>
              </a:pPr>
              <a:r>
                <a:rPr b="0" i="0" lang="en" sz="800" u="none" cap="none" strike="noStrike">
                  <a:solidFill>
                    <a:schemeClr val="dk1"/>
                  </a:solidFill>
                  <a:latin typeface="Arial"/>
                  <a:ea typeface="Arial"/>
                  <a:cs typeface="Arial"/>
                  <a:sym typeface="Arial"/>
                </a:rPr>
                <a:t>Working copy</a:t>
              </a:r>
              <a:endParaRPr b="0" i="0" sz="800" u="none" cap="none" strike="noStrike">
                <a:solidFill>
                  <a:schemeClr val="dk1"/>
                </a:solidFill>
                <a:latin typeface="Arial"/>
                <a:ea typeface="Arial"/>
                <a:cs typeface="Arial"/>
                <a:sym typeface="Arial"/>
              </a:endParaRPr>
            </a:p>
          </p:txBody>
        </p:sp>
        <p:sp>
          <p:nvSpPr>
            <p:cNvPr id="783" name="Google Shape;783;p4"/>
            <p:cNvSpPr txBox="1"/>
            <p:nvPr/>
          </p:nvSpPr>
          <p:spPr>
            <a:xfrm>
              <a:off x="7713068" y="5058546"/>
              <a:ext cx="1093569"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800" u="none" cap="none" strike="noStrike">
                  <a:solidFill>
                    <a:srgbClr val="7F7F7F"/>
                  </a:solidFill>
                  <a:latin typeface="Arial"/>
                  <a:ea typeface="Arial"/>
                  <a:cs typeface="Arial"/>
                  <a:sym typeface="Arial"/>
                </a:rPr>
                <a:t>Workstation/PC #3</a:t>
              </a:r>
              <a:endParaRPr b="1" i="0" sz="800" u="none" cap="none" strike="noStrike">
                <a:solidFill>
                  <a:srgbClr val="7F7F7F"/>
                </a:solidFill>
                <a:latin typeface="Arial"/>
                <a:ea typeface="Arial"/>
                <a:cs typeface="Arial"/>
                <a:sym typeface="Arial"/>
              </a:endParaRPr>
            </a:p>
          </p:txBody>
        </p:sp>
        <p:sp>
          <p:nvSpPr>
            <p:cNvPr id="784" name="Google Shape;784;p4"/>
            <p:cNvSpPr txBox="1"/>
            <p:nvPr/>
          </p:nvSpPr>
          <p:spPr>
            <a:xfrm>
              <a:off x="6710289" y="5061055"/>
              <a:ext cx="1093569"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800" u="none" cap="none" strike="noStrike">
                  <a:solidFill>
                    <a:srgbClr val="7F7F7F"/>
                  </a:solidFill>
                  <a:latin typeface="Arial"/>
                  <a:ea typeface="Arial"/>
                  <a:cs typeface="Arial"/>
                  <a:sym typeface="Arial"/>
                </a:rPr>
                <a:t>Workstation/PC #2</a:t>
              </a:r>
              <a:endParaRPr b="1" i="0" sz="800" u="none" cap="none" strike="noStrike">
                <a:solidFill>
                  <a:srgbClr val="7F7F7F"/>
                </a:solidFill>
                <a:latin typeface="Arial"/>
                <a:ea typeface="Arial"/>
                <a:cs typeface="Arial"/>
                <a:sym typeface="Arial"/>
              </a:endParaRPr>
            </a:p>
          </p:txBody>
        </p:sp>
        <p:sp>
          <p:nvSpPr>
            <p:cNvPr id="785" name="Google Shape;785;p4"/>
            <p:cNvSpPr txBox="1"/>
            <p:nvPr/>
          </p:nvSpPr>
          <p:spPr>
            <a:xfrm>
              <a:off x="5724498" y="5069248"/>
              <a:ext cx="1093569"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800" u="none" cap="none" strike="noStrike">
                  <a:solidFill>
                    <a:srgbClr val="7F7F7F"/>
                  </a:solidFill>
                  <a:latin typeface="Arial"/>
                  <a:ea typeface="Arial"/>
                  <a:cs typeface="Arial"/>
                  <a:sym typeface="Arial"/>
                </a:rPr>
                <a:t>Workstation/PC #1</a:t>
              </a:r>
              <a:endParaRPr b="1" i="0" sz="800" u="none" cap="none" strike="noStrike">
                <a:solidFill>
                  <a:srgbClr val="7F7F7F"/>
                </a:solidFill>
                <a:latin typeface="Arial"/>
                <a:ea typeface="Arial"/>
                <a:cs typeface="Arial"/>
                <a:sym typeface="Arial"/>
              </a:endParaRPr>
            </a:p>
          </p:txBody>
        </p:sp>
        <p:sp>
          <p:nvSpPr>
            <p:cNvPr id="786" name="Google Shape;786;p4"/>
            <p:cNvSpPr txBox="1"/>
            <p:nvPr/>
          </p:nvSpPr>
          <p:spPr>
            <a:xfrm>
              <a:off x="6957151" y="2824453"/>
              <a:ext cx="59984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rgbClr val="7F7F7F"/>
                  </a:solidFill>
                  <a:latin typeface="Arial"/>
                  <a:ea typeface="Arial"/>
                  <a:cs typeface="Arial"/>
                  <a:sym typeface="Arial"/>
                </a:rPr>
                <a:t>Server</a:t>
              </a:r>
              <a:endParaRPr b="0" i="0" sz="1100" u="none" cap="none" strike="noStrike">
                <a:solidFill>
                  <a:srgbClr val="7F7F7F"/>
                </a:solidFill>
                <a:latin typeface="Arial"/>
                <a:ea typeface="Arial"/>
                <a:cs typeface="Arial"/>
                <a:sym typeface="Arial"/>
              </a:endParaRPr>
            </a:p>
          </p:txBody>
        </p:sp>
        <p:grpSp>
          <p:nvGrpSpPr>
            <p:cNvPr id="787" name="Google Shape;787;p4"/>
            <p:cNvGrpSpPr/>
            <p:nvPr/>
          </p:nvGrpSpPr>
          <p:grpSpPr>
            <a:xfrm>
              <a:off x="5913406" y="4181620"/>
              <a:ext cx="598010" cy="677213"/>
              <a:chOff x="5913406" y="4181620"/>
              <a:chExt cx="598010" cy="677213"/>
            </a:xfrm>
          </p:grpSpPr>
          <p:cxnSp>
            <p:nvCxnSpPr>
              <p:cNvPr id="788" name="Google Shape;788;p4"/>
              <p:cNvCxnSpPr/>
              <p:nvPr/>
            </p:nvCxnSpPr>
            <p:spPr>
              <a:xfrm>
                <a:off x="6279837" y="4243929"/>
                <a:ext cx="0" cy="543637"/>
              </a:xfrm>
              <a:prstGeom prst="straightConnector1">
                <a:avLst/>
              </a:prstGeom>
              <a:noFill/>
              <a:ln cap="flat" cmpd="sng" w="28575">
                <a:solidFill>
                  <a:srgbClr val="EF6322"/>
                </a:solidFill>
                <a:prstDash val="solid"/>
                <a:miter lim="800000"/>
                <a:headEnd len="sm" w="sm" type="none"/>
                <a:tailEnd len="med" w="med" type="triangle"/>
              </a:ln>
            </p:spPr>
          </p:cxnSp>
          <p:cxnSp>
            <p:nvCxnSpPr>
              <p:cNvPr id="789" name="Google Shape;789;p4"/>
              <p:cNvCxnSpPr/>
              <p:nvPr/>
            </p:nvCxnSpPr>
            <p:spPr>
              <a:xfrm rot="10800000">
                <a:off x="6157917" y="4243929"/>
                <a:ext cx="0" cy="543637"/>
              </a:xfrm>
              <a:prstGeom prst="straightConnector1">
                <a:avLst/>
              </a:prstGeom>
              <a:noFill/>
              <a:ln cap="flat" cmpd="sng" w="28575">
                <a:solidFill>
                  <a:srgbClr val="EF6322"/>
                </a:solidFill>
                <a:prstDash val="solid"/>
                <a:miter lim="800000"/>
                <a:headEnd len="sm" w="sm" type="none"/>
                <a:tailEnd len="med" w="med" type="triangle"/>
              </a:ln>
            </p:spPr>
          </p:cxnSp>
          <p:sp>
            <p:nvSpPr>
              <p:cNvPr id="790" name="Google Shape;790;p4"/>
              <p:cNvSpPr txBox="1"/>
              <p:nvPr/>
            </p:nvSpPr>
            <p:spPr>
              <a:xfrm rot="5400000">
                <a:off x="6072674" y="4358752"/>
                <a:ext cx="61587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update</a:t>
                </a:r>
                <a:endParaRPr b="0" i="0" sz="1100" u="none" cap="none" strike="noStrike">
                  <a:solidFill>
                    <a:schemeClr val="dk1"/>
                  </a:solidFill>
                  <a:latin typeface="Arial"/>
                  <a:ea typeface="Arial"/>
                  <a:cs typeface="Arial"/>
                  <a:sym typeface="Arial"/>
                </a:endParaRPr>
              </a:p>
            </p:txBody>
          </p:sp>
          <p:sp>
            <p:nvSpPr>
              <p:cNvPr id="791" name="Google Shape;791;p4"/>
              <p:cNvSpPr txBox="1"/>
              <p:nvPr/>
            </p:nvSpPr>
            <p:spPr>
              <a:xfrm rot="-5400000">
                <a:off x="5725053" y="4408870"/>
                <a:ext cx="6383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commit</a:t>
                </a:r>
                <a:endParaRPr b="0" i="0" sz="1100" u="none" cap="none" strike="noStrike">
                  <a:solidFill>
                    <a:schemeClr val="dk1"/>
                  </a:solidFill>
                  <a:latin typeface="Arial"/>
                  <a:ea typeface="Arial"/>
                  <a:cs typeface="Arial"/>
                  <a:sym typeface="Arial"/>
                </a:endParaRPr>
              </a:p>
            </p:txBody>
          </p:sp>
        </p:grpSp>
        <p:grpSp>
          <p:nvGrpSpPr>
            <p:cNvPr id="792" name="Google Shape;792;p4"/>
            <p:cNvGrpSpPr/>
            <p:nvPr/>
          </p:nvGrpSpPr>
          <p:grpSpPr>
            <a:xfrm>
              <a:off x="6930583" y="4181620"/>
              <a:ext cx="598010" cy="677213"/>
              <a:chOff x="5913406" y="4181620"/>
              <a:chExt cx="598010" cy="677213"/>
            </a:xfrm>
          </p:grpSpPr>
          <p:cxnSp>
            <p:nvCxnSpPr>
              <p:cNvPr id="793" name="Google Shape;793;p4"/>
              <p:cNvCxnSpPr/>
              <p:nvPr/>
            </p:nvCxnSpPr>
            <p:spPr>
              <a:xfrm>
                <a:off x="6279837" y="4243929"/>
                <a:ext cx="0" cy="543637"/>
              </a:xfrm>
              <a:prstGeom prst="straightConnector1">
                <a:avLst/>
              </a:prstGeom>
              <a:noFill/>
              <a:ln cap="flat" cmpd="sng" w="28575">
                <a:solidFill>
                  <a:srgbClr val="EF6322"/>
                </a:solidFill>
                <a:prstDash val="solid"/>
                <a:miter lim="800000"/>
                <a:headEnd len="sm" w="sm" type="none"/>
                <a:tailEnd len="med" w="med" type="triangle"/>
              </a:ln>
            </p:spPr>
          </p:cxnSp>
          <p:cxnSp>
            <p:nvCxnSpPr>
              <p:cNvPr id="794" name="Google Shape;794;p4"/>
              <p:cNvCxnSpPr/>
              <p:nvPr/>
            </p:nvCxnSpPr>
            <p:spPr>
              <a:xfrm rot="10800000">
                <a:off x="6157917" y="4243929"/>
                <a:ext cx="0" cy="543637"/>
              </a:xfrm>
              <a:prstGeom prst="straightConnector1">
                <a:avLst/>
              </a:prstGeom>
              <a:noFill/>
              <a:ln cap="flat" cmpd="sng" w="28575">
                <a:solidFill>
                  <a:srgbClr val="EF6322"/>
                </a:solidFill>
                <a:prstDash val="solid"/>
                <a:miter lim="800000"/>
                <a:headEnd len="sm" w="sm" type="none"/>
                <a:tailEnd len="med" w="med" type="triangle"/>
              </a:ln>
            </p:spPr>
          </p:cxnSp>
          <p:sp>
            <p:nvSpPr>
              <p:cNvPr id="795" name="Google Shape;795;p4"/>
              <p:cNvSpPr txBox="1"/>
              <p:nvPr/>
            </p:nvSpPr>
            <p:spPr>
              <a:xfrm rot="5400000">
                <a:off x="6072674" y="4358752"/>
                <a:ext cx="61587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update</a:t>
                </a:r>
                <a:endParaRPr b="0" i="0" sz="1100" u="none" cap="none" strike="noStrike">
                  <a:solidFill>
                    <a:schemeClr val="dk1"/>
                  </a:solidFill>
                  <a:latin typeface="Arial"/>
                  <a:ea typeface="Arial"/>
                  <a:cs typeface="Arial"/>
                  <a:sym typeface="Arial"/>
                </a:endParaRPr>
              </a:p>
            </p:txBody>
          </p:sp>
          <p:sp>
            <p:nvSpPr>
              <p:cNvPr id="796" name="Google Shape;796;p4"/>
              <p:cNvSpPr txBox="1"/>
              <p:nvPr/>
            </p:nvSpPr>
            <p:spPr>
              <a:xfrm rot="-5400000">
                <a:off x="5725053" y="4408870"/>
                <a:ext cx="6383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commit</a:t>
                </a:r>
                <a:endParaRPr b="0" i="0" sz="1100" u="none" cap="none" strike="noStrike">
                  <a:solidFill>
                    <a:schemeClr val="dk1"/>
                  </a:solidFill>
                  <a:latin typeface="Arial"/>
                  <a:ea typeface="Arial"/>
                  <a:cs typeface="Arial"/>
                  <a:sym typeface="Arial"/>
                </a:endParaRPr>
              </a:p>
            </p:txBody>
          </p:sp>
        </p:grpSp>
        <p:grpSp>
          <p:nvGrpSpPr>
            <p:cNvPr id="797" name="Google Shape;797;p4"/>
            <p:cNvGrpSpPr/>
            <p:nvPr/>
          </p:nvGrpSpPr>
          <p:grpSpPr>
            <a:xfrm>
              <a:off x="7938963" y="4181620"/>
              <a:ext cx="598010" cy="677213"/>
              <a:chOff x="5913406" y="4181620"/>
              <a:chExt cx="598010" cy="677213"/>
            </a:xfrm>
          </p:grpSpPr>
          <p:cxnSp>
            <p:nvCxnSpPr>
              <p:cNvPr id="798" name="Google Shape;798;p4"/>
              <p:cNvCxnSpPr/>
              <p:nvPr/>
            </p:nvCxnSpPr>
            <p:spPr>
              <a:xfrm>
                <a:off x="6279837" y="4243929"/>
                <a:ext cx="0" cy="543637"/>
              </a:xfrm>
              <a:prstGeom prst="straightConnector1">
                <a:avLst/>
              </a:prstGeom>
              <a:noFill/>
              <a:ln cap="flat" cmpd="sng" w="28575">
                <a:solidFill>
                  <a:srgbClr val="EF6322"/>
                </a:solidFill>
                <a:prstDash val="solid"/>
                <a:miter lim="800000"/>
                <a:headEnd len="sm" w="sm" type="none"/>
                <a:tailEnd len="med" w="med" type="triangle"/>
              </a:ln>
            </p:spPr>
          </p:cxnSp>
          <p:cxnSp>
            <p:nvCxnSpPr>
              <p:cNvPr id="799" name="Google Shape;799;p4"/>
              <p:cNvCxnSpPr/>
              <p:nvPr/>
            </p:nvCxnSpPr>
            <p:spPr>
              <a:xfrm rot="10800000">
                <a:off x="6157917" y="4243929"/>
                <a:ext cx="0" cy="543637"/>
              </a:xfrm>
              <a:prstGeom prst="straightConnector1">
                <a:avLst/>
              </a:prstGeom>
              <a:noFill/>
              <a:ln cap="flat" cmpd="sng" w="28575">
                <a:solidFill>
                  <a:srgbClr val="EF6322"/>
                </a:solidFill>
                <a:prstDash val="solid"/>
                <a:miter lim="800000"/>
                <a:headEnd len="sm" w="sm" type="none"/>
                <a:tailEnd len="med" w="med" type="triangle"/>
              </a:ln>
            </p:spPr>
          </p:cxnSp>
          <p:sp>
            <p:nvSpPr>
              <p:cNvPr id="800" name="Google Shape;800;p4"/>
              <p:cNvSpPr txBox="1"/>
              <p:nvPr/>
            </p:nvSpPr>
            <p:spPr>
              <a:xfrm rot="5400000">
                <a:off x="6072674" y="4358752"/>
                <a:ext cx="61587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update</a:t>
                </a:r>
                <a:endParaRPr b="0" i="0" sz="1100" u="none" cap="none" strike="noStrike">
                  <a:solidFill>
                    <a:schemeClr val="dk1"/>
                  </a:solidFill>
                  <a:latin typeface="Arial"/>
                  <a:ea typeface="Arial"/>
                  <a:cs typeface="Arial"/>
                  <a:sym typeface="Arial"/>
                </a:endParaRPr>
              </a:p>
            </p:txBody>
          </p:sp>
          <p:sp>
            <p:nvSpPr>
              <p:cNvPr id="801" name="Google Shape;801;p4"/>
              <p:cNvSpPr txBox="1"/>
              <p:nvPr/>
            </p:nvSpPr>
            <p:spPr>
              <a:xfrm rot="-5400000">
                <a:off x="5725053" y="4408870"/>
                <a:ext cx="6383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commit</a:t>
                </a:r>
                <a:endParaRPr b="0" i="0" sz="1100" u="none" cap="none" strike="noStrike">
                  <a:solidFill>
                    <a:schemeClr val="dk1"/>
                  </a:solidFill>
                  <a:latin typeface="Arial"/>
                  <a:ea typeface="Arial"/>
                  <a:cs typeface="Arial"/>
                  <a:sym typeface="Arial"/>
                </a:endParaRPr>
              </a:p>
            </p:txBody>
          </p:sp>
        </p:grpSp>
        <p:grpSp>
          <p:nvGrpSpPr>
            <p:cNvPr id="802" name="Google Shape;802;p4"/>
            <p:cNvGrpSpPr/>
            <p:nvPr/>
          </p:nvGrpSpPr>
          <p:grpSpPr>
            <a:xfrm>
              <a:off x="6925845" y="3368321"/>
              <a:ext cx="598010" cy="543637"/>
              <a:chOff x="5913406" y="4243929"/>
              <a:chExt cx="598010" cy="543637"/>
            </a:xfrm>
          </p:grpSpPr>
          <p:cxnSp>
            <p:nvCxnSpPr>
              <p:cNvPr id="803" name="Google Shape;803;p4"/>
              <p:cNvCxnSpPr/>
              <p:nvPr/>
            </p:nvCxnSpPr>
            <p:spPr>
              <a:xfrm>
                <a:off x="6279837" y="4243929"/>
                <a:ext cx="0" cy="543637"/>
              </a:xfrm>
              <a:prstGeom prst="straightConnector1">
                <a:avLst/>
              </a:prstGeom>
              <a:noFill/>
              <a:ln cap="flat" cmpd="sng" w="28575">
                <a:solidFill>
                  <a:srgbClr val="EF6322"/>
                </a:solidFill>
                <a:prstDash val="solid"/>
                <a:miter lim="800000"/>
                <a:headEnd len="sm" w="sm" type="none"/>
                <a:tailEnd len="med" w="med" type="triangle"/>
              </a:ln>
            </p:spPr>
          </p:cxnSp>
          <p:cxnSp>
            <p:nvCxnSpPr>
              <p:cNvPr id="804" name="Google Shape;804;p4"/>
              <p:cNvCxnSpPr/>
              <p:nvPr/>
            </p:nvCxnSpPr>
            <p:spPr>
              <a:xfrm rot="10800000">
                <a:off x="6157917" y="4243929"/>
                <a:ext cx="0" cy="543637"/>
              </a:xfrm>
              <a:prstGeom prst="straightConnector1">
                <a:avLst/>
              </a:prstGeom>
              <a:noFill/>
              <a:ln cap="flat" cmpd="sng" w="28575">
                <a:solidFill>
                  <a:srgbClr val="EF6322"/>
                </a:solidFill>
                <a:prstDash val="solid"/>
                <a:miter lim="800000"/>
                <a:headEnd len="sm" w="sm" type="none"/>
                <a:tailEnd len="med" w="med" type="triangle"/>
              </a:ln>
            </p:spPr>
          </p:cxnSp>
          <p:sp>
            <p:nvSpPr>
              <p:cNvPr id="805" name="Google Shape;805;p4"/>
              <p:cNvSpPr txBox="1"/>
              <p:nvPr/>
            </p:nvSpPr>
            <p:spPr>
              <a:xfrm rot="5400000">
                <a:off x="6177671" y="4358752"/>
                <a:ext cx="40588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pull</a:t>
                </a:r>
                <a:endParaRPr b="0" i="0" sz="1100" u="none" cap="none" strike="noStrike">
                  <a:solidFill>
                    <a:schemeClr val="dk1"/>
                  </a:solidFill>
                  <a:latin typeface="Arial"/>
                  <a:ea typeface="Arial"/>
                  <a:cs typeface="Arial"/>
                  <a:sym typeface="Arial"/>
                </a:endParaRPr>
              </a:p>
            </p:txBody>
          </p:sp>
          <p:sp>
            <p:nvSpPr>
              <p:cNvPr id="806" name="Google Shape;806;p4"/>
              <p:cNvSpPr txBox="1"/>
              <p:nvPr/>
            </p:nvSpPr>
            <p:spPr>
              <a:xfrm rot="-5400000">
                <a:off x="5798791" y="4408870"/>
                <a:ext cx="49084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push</a:t>
                </a:r>
                <a:endParaRPr b="0" i="0" sz="1100" u="none" cap="none" strike="noStrike">
                  <a:solidFill>
                    <a:schemeClr val="dk1"/>
                  </a:solidFill>
                  <a:latin typeface="Arial"/>
                  <a:ea typeface="Arial"/>
                  <a:cs typeface="Arial"/>
                  <a:sym typeface="Arial"/>
                </a:endParaRPr>
              </a:p>
            </p:txBody>
          </p:sp>
        </p:grpSp>
        <p:cxnSp>
          <p:nvCxnSpPr>
            <p:cNvPr id="807" name="Google Shape;807;p4"/>
            <p:cNvCxnSpPr>
              <a:stCxn id="806" idx="3"/>
            </p:cNvCxnSpPr>
            <p:nvPr/>
          </p:nvCxnSpPr>
          <p:spPr>
            <a:xfrm flipH="1">
              <a:off x="6378350" y="3418647"/>
              <a:ext cx="678300" cy="478500"/>
            </a:xfrm>
            <a:prstGeom prst="straightConnector1">
              <a:avLst/>
            </a:prstGeom>
            <a:noFill/>
            <a:ln cap="flat" cmpd="sng" w="28575">
              <a:solidFill>
                <a:srgbClr val="EF6322"/>
              </a:solidFill>
              <a:prstDash val="solid"/>
              <a:miter lim="800000"/>
              <a:headEnd len="sm" w="sm" type="none"/>
              <a:tailEnd len="med" w="med" type="triangle"/>
            </a:ln>
          </p:spPr>
        </p:cxnSp>
        <p:cxnSp>
          <p:nvCxnSpPr>
            <p:cNvPr id="808" name="Google Shape;808;p4"/>
            <p:cNvCxnSpPr/>
            <p:nvPr/>
          </p:nvCxnSpPr>
          <p:spPr>
            <a:xfrm flipH="1" rot="10800000">
              <a:off x="6191711" y="3404051"/>
              <a:ext cx="719524" cy="519666"/>
            </a:xfrm>
            <a:prstGeom prst="straightConnector1">
              <a:avLst/>
            </a:prstGeom>
            <a:noFill/>
            <a:ln cap="flat" cmpd="sng" w="28575">
              <a:solidFill>
                <a:srgbClr val="EF6322"/>
              </a:solidFill>
              <a:prstDash val="solid"/>
              <a:miter lim="800000"/>
              <a:headEnd len="sm" w="sm" type="none"/>
              <a:tailEnd len="med" w="med" type="triangle"/>
            </a:ln>
          </p:spPr>
        </p:cxnSp>
        <p:sp>
          <p:nvSpPr>
            <p:cNvPr id="809" name="Google Shape;809;p4"/>
            <p:cNvSpPr txBox="1"/>
            <p:nvPr/>
          </p:nvSpPr>
          <p:spPr>
            <a:xfrm rot="-1751298">
              <a:off x="6492001" y="3650411"/>
              <a:ext cx="40588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pull</a:t>
              </a:r>
              <a:endParaRPr b="0" i="0" sz="1100" u="none" cap="none" strike="noStrike">
                <a:solidFill>
                  <a:schemeClr val="dk1"/>
                </a:solidFill>
                <a:latin typeface="Arial"/>
                <a:ea typeface="Arial"/>
                <a:cs typeface="Arial"/>
                <a:sym typeface="Arial"/>
              </a:endParaRPr>
            </a:p>
          </p:txBody>
        </p:sp>
        <p:sp>
          <p:nvSpPr>
            <p:cNvPr id="810" name="Google Shape;810;p4"/>
            <p:cNvSpPr txBox="1"/>
            <p:nvPr/>
          </p:nvSpPr>
          <p:spPr>
            <a:xfrm rot="-2148819">
              <a:off x="6106604" y="3538692"/>
              <a:ext cx="49084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push</a:t>
              </a:r>
              <a:endParaRPr b="0" i="0" sz="1100" u="none" cap="none" strike="noStrike">
                <a:solidFill>
                  <a:schemeClr val="dk1"/>
                </a:solidFill>
                <a:latin typeface="Arial"/>
                <a:ea typeface="Arial"/>
                <a:cs typeface="Arial"/>
                <a:sym typeface="Arial"/>
              </a:endParaRPr>
            </a:p>
          </p:txBody>
        </p:sp>
        <p:cxnSp>
          <p:nvCxnSpPr>
            <p:cNvPr id="811" name="Google Shape;811;p4"/>
            <p:cNvCxnSpPr/>
            <p:nvPr/>
          </p:nvCxnSpPr>
          <p:spPr>
            <a:xfrm rot="10800000">
              <a:off x="7599791" y="3416692"/>
              <a:ext cx="678344" cy="478394"/>
            </a:xfrm>
            <a:prstGeom prst="straightConnector1">
              <a:avLst/>
            </a:prstGeom>
            <a:noFill/>
            <a:ln cap="flat" cmpd="sng" w="28575">
              <a:solidFill>
                <a:srgbClr val="EF6322"/>
              </a:solidFill>
              <a:prstDash val="solid"/>
              <a:miter lim="800000"/>
              <a:headEnd len="sm" w="sm" type="none"/>
              <a:tailEnd len="med" w="med" type="triangle"/>
            </a:ln>
          </p:spPr>
        </p:cxnSp>
        <p:cxnSp>
          <p:nvCxnSpPr>
            <p:cNvPr id="812" name="Google Shape;812;p4"/>
            <p:cNvCxnSpPr/>
            <p:nvPr/>
          </p:nvCxnSpPr>
          <p:spPr>
            <a:xfrm>
              <a:off x="7413196" y="3402096"/>
              <a:ext cx="719524" cy="519666"/>
            </a:xfrm>
            <a:prstGeom prst="straightConnector1">
              <a:avLst/>
            </a:prstGeom>
            <a:noFill/>
            <a:ln cap="flat" cmpd="sng" w="28575">
              <a:solidFill>
                <a:srgbClr val="EF6322"/>
              </a:solidFill>
              <a:prstDash val="solid"/>
              <a:miter lim="800000"/>
              <a:headEnd len="sm" w="sm" type="none"/>
              <a:tailEnd len="med" w="med" type="triangle"/>
            </a:ln>
          </p:spPr>
        </p:cxnSp>
        <p:sp>
          <p:nvSpPr>
            <p:cNvPr id="813" name="Google Shape;813;p4"/>
            <p:cNvSpPr txBox="1"/>
            <p:nvPr/>
          </p:nvSpPr>
          <p:spPr>
            <a:xfrm rot="2148036">
              <a:off x="7467648" y="3586310"/>
              <a:ext cx="49084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push</a:t>
              </a:r>
              <a:endParaRPr b="0" i="0" sz="1100" u="none" cap="none" strike="noStrike">
                <a:solidFill>
                  <a:schemeClr val="dk1"/>
                </a:solidFill>
                <a:latin typeface="Arial"/>
                <a:ea typeface="Arial"/>
                <a:cs typeface="Arial"/>
                <a:sym typeface="Arial"/>
              </a:endParaRPr>
            </a:p>
          </p:txBody>
        </p:sp>
        <p:sp>
          <p:nvSpPr>
            <p:cNvPr id="814" name="Google Shape;814;p4"/>
            <p:cNvSpPr txBox="1"/>
            <p:nvPr/>
          </p:nvSpPr>
          <p:spPr>
            <a:xfrm rot="1861652">
              <a:off x="7795627" y="3438317"/>
              <a:ext cx="40588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100" u="none" cap="none" strike="noStrike">
                  <a:solidFill>
                    <a:schemeClr val="dk1"/>
                  </a:solidFill>
                  <a:latin typeface="Arial"/>
                  <a:ea typeface="Arial"/>
                  <a:cs typeface="Arial"/>
                  <a:sym typeface="Arial"/>
                </a:rPr>
                <a:t>pull</a:t>
              </a:r>
              <a:endParaRPr b="0" i="0" sz="1100" u="none" cap="none" strike="noStrike">
                <a:solidFill>
                  <a:schemeClr val="dk1"/>
                </a:solidFill>
                <a:latin typeface="Arial"/>
                <a:ea typeface="Arial"/>
                <a:cs typeface="Arial"/>
                <a:sym typeface="Arial"/>
              </a:endParaRPr>
            </a:p>
          </p:txBody>
        </p:sp>
      </p:grpSp>
      <p:sp>
        <p:nvSpPr>
          <p:cNvPr id="815" name="Google Shape;815;p4"/>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SCM is the backbone of version control, ensuring that projects maintain order and coherence. There are different types of SCM systems tailored to suit specific project requirements.</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5"/>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2.1.1  Centralized SCM Characteristics</a:t>
            </a:r>
            <a:endParaRPr/>
          </a:p>
        </p:txBody>
      </p:sp>
      <p:sp>
        <p:nvSpPr>
          <p:cNvPr id="821" name="Google Shape;821;p5"/>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the key characteristics of Centralized SCM:</a:t>
            </a:r>
            <a:endParaRPr/>
          </a:p>
          <a:p>
            <a:pPr indent="-285750" lvl="1" marL="285750" rtl="0" algn="l">
              <a:lnSpc>
                <a:spcPct val="90000"/>
              </a:lnSpc>
              <a:spcBef>
                <a:spcPts val="838"/>
              </a:spcBef>
              <a:spcAft>
                <a:spcPts val="0"/>
              </a:spcAft>
              <a:buClr>
                <a:schemeClr val="dk1"/>
              </a:buClr>
              <a:buSzPts val="1800"/>
              <a:buChar char="⭲"/>
            </a:pPr>
            <a:r>
              <a:rPr lang="en"/>
              <a:t>Single Repository</a:t>
            </a:r>
            <a:endParaRPr/>
          </a:p>
          <a:p>
            <a:pPr indent="-285750" lvl="1" marL="285750" rtl="0" algn="l">
              <a:lnSpc>
                <a:spcPct val="90000"/>
              </a:lnSpc>
              <a:spcBef>
                <a:spcPts val="838"/>
              </a:spcBef>
              <a:spcAft>
                <a:spcPts val="0"/>
              </a:spcAft>
              <a:buClr>
                <a:schemeClr val="dk1"/>
              </a:buClr>
              <a:buSzPts val="1800"/>
              <a:buChar char="⭲"/>
            </a:pPr>
            <a:r>
              <a:rPr lang="en"/>
              <a:t>Centralized Control</a:t>
            </a:r>
            <a:endParaRPr/>
          </a:p>
          <a:p>
            <a:pPr indent="-285750" lvl="1" marL="285750" rtl="0" algn="l">
              <a:lnSpc>
                <a:spcPct val="90000"/>
              </a:lnSpc>
              <a:spcBef>
                <a:spcPts val="838"/>
              </a:spcBef>
              <a:spcAft>
                <a:spcPts val="0"/>
              </a:spcAft>
              <a:buClr>
                <a:schemeClr val="dk1"/>
              </a:buClr>
              <a:buSzPts val="1800"/>
              <a:buChar char="⭲"/>
            </a:pPr>
            <a:r>
              <a:rPr lang="en"/>
              <a:t>Collaboration</a:t>
            </a:r>
            <a:endParaRPr/>
          </a:p>
          <a:p>
            <a:pPr indent="-285750" lvl="1" marL="285750" rtl="0" algn="l">
              <a:lnSpc>
                <a:spcPct val="90000"/>
              </a:lnSpc>
              <a:spcBef>
                <a:spcPts val="838"/>
              </a:spcBef>
              <a:spcAft>
                <a:spcPts val="0"/>
              </a:spcAft>
              <a:buClr>
                <a:schemeClr val="dk1"/>
              </a:buClr>
              <a:buSzPts val="1800"/>
              <a:buChar char="⭲"/>
            </a:pPr>
            <a:r>
              <a:rPr lang="en"/>
              <a:t>Coordination</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rPr lang="en"/>
              <a:t>.</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sp>
        <p:nvSpPr>
          <p:cNvPr id="822" name="Google Shape;822;p5"/>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Centralized SCM involves a single, centralized repository that stores the entire history of a project. All team members collaborate using this central repository.</a:t>
            </a:r>
            <a:endParaRPr b="0" i="0" sz="1800" u="none" cap="none" strike="noStrike">
              <a:solidFill>
                <a:srgbClr val="252525"/>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6"/>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2.1.1  Centralized SCM -Advantages and Considerations</a:t>
            </a:r>
            <a:endParaRPr/>
          </a:p>
        </p:txBody>
      </p:sp>
      <p:sp>
        <p:nvSpPr>
          <p:cNvPr id="828" name="Google Shape;828;p6"/>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the advantages and considerations of centralized SCM:</a:t>
            </a:r>
            <a:endParaRPr/>
          </a:p>
          <a:p>
            <a:pPr indent="0" lvl="0" marL="0" rtl="0" algn="l">
              <a:lnSpc>
                <a:spcPct val="90000"/>
              </a:lnSpc>
              <a:spcBef>
                <a:spcPts val="838"/>
              </a:spcBef>
              <a:spcAft>
                <a:spcPts val="0"/>
              </a:spcAft>
              <a:buClr>
                <a:schemeClr val="dk1"/>
              </a:buClr>
              <a:buSzPts val="1800"/>
              <a:buNone/>
            </a:pPr>
            <a:r>
              <a:t/>
            </a:r>
            <a:endParaRPr/>
          </a:p>
        </p:txBody>
      </p:sp>
      <p:sp>
        <p:nvSpPr>
          <p:cNvPr id="829" name="Google Shape;829;p6"/>
          <p:cNvSpPr txBox="1"/>
          <p:nvPr/>
        </p:nvSpPr>
        <p:spPr>
          <a:xfrm>
            <a:off x="499600" y="1377667"/>
            <a:ext cx="10703200" cy="484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1600"/>
              </a:spcBef>
              <a:spcAft>
                <a:spcPts val="1600"/>
              </a:spcAft>
              <a:buNone/>
            </a:pPr>
            <a:r>
              <a:t/>
            </a:r>
            <a:endParaRPr b="0" i="0" sz="3067" u="none" cap="none" strike="noStrike">
              <a:solidFill>
                <a:schemeClr val="dk2"/>
              </a:solidFill>
              <a:latin typeface="Arial"/>
              <a:ea typeface="Arial"/>
              <a:cs typeface="Arial"/>
              <a:sym typeface="Arial"/>
            </a:endParaRPr>
          </a:p>
        </p:txBody>
      </p:sp>
      <p:cxnSp>
        <p:nvCxnSpPr>
          <p:cNvPr id="830" name="Google Shape;830;p6"/>
          <p:cNvCxnSpPr/>
          <p:nvPr/>
        </p:nvCxnSpPr>
        <p:spPr>
          <a:xfrm>
            <a:off x="1017677" y="2986811"/>
            <a:ext cx="3329600" cy="0"/>
          </a:xfrm>
          <a:prstGeom prst="straightConnector1">
            <a:avLst/>
          </a:prstGeom>
          <a:noFill/>
          <a:ln cap="flat" cmpd="sng" w="28575">
            <a:solidFill>
              <a:srgbClr val="224970"/>
            </a:solidFill>
            <a:prstDash val="solid"/>
            <a:round/>
            <a:headEnd len="sm" w="sm" type="none"/>
            <a:tailEnd len="sm" w="sm" type="none"/>
          </a:ln>
        </p:spPr>
      </p:cxnSp>
      <p:cxnSp>
        <p:nvCxnSpPr>
          <p:cNvPr id="831" name="Google Shape;831;p6"/>
          <p:cNvCxnSpPr/>
          <p:nvPr/>
        </p:nvCxnSpPr>
        <p:spPr>
          <a:xfrm>
            <a:off x="6565448" y="2986811"/>
            <a:ext cx="3329600" cy="0"/>
          </a:xfrm>
          <a:prstGeom prst="straightConnector1">
            <a:avLst/>
          </a:prstGeom>
          <a:noFill/>
          <a:ln cap="flat" cmpd="sng" w="28575">
            <a:solidFill>
              <a:srgbClr val="224970"/>
            </a:solidFill>
            <a:prstDash val="solid"/>
            <a:round/>
            <a:headEnd len="sm" w="sm" type="none"/>
            <a:tailEnd len="sm" w="sm" type="none"/>
          </a:ln>
        </p:spPr>
      </p:cxnSp>
      <p:sp>
        <p:nvSpPr>
          <p:cNvPr id="832" name="Google Shape;832;p6"/>
          <p:cNvSpPr txBox="1"/>
          <p:nvPr/>
        </p:nvSpPr>
        <p:spPr>
          <a:xfrm>
            <a:off x="6582667" y="2986811"/>
            <a:ext cx="4620000" cy="1182400"/>
          </a:xfrm>
          <a:prstGeom prst="rect">
            <a:avLst/>
          </a:prstGeom>
          <a:noFill/>
          <a:ln>
            <a:noFill/>
          </a:ln>
        </p:spPr>
        <p:txBody>
          <a:bodyPr anchorCtr="0" anchor="t" bIns="121900" lIns="121900" spcFirstLastPara="1" rIns="121900" wrap="square" tIns="121900">
            <a:noAutofit/>
          </a:bodyPr>
          <a:lstStyle/>
          <a:p>
            <a:pPr indent="-342900" lvl="0" marL="342900" marR="0" rtl="0" algn="l">
              <a:lnSpc>
                <a:spcPct val="115000"/>
              </a:lnSpc>
              <a:spcBef>
                <a:spcPts val="0"/>
              </a:spcBef>
              <a:spcAft>
                <a:spcPts val="0"/>
              </a:spcAft>
              <a:buClr>
                <a:srgbClr val="595959"/>
              </a:buClr>
              <a:buSzPts val="1800"/>
              <a:buFont typeface="Noto Sans Symbols"/>
              <a:buChar char="⭲"/>
            </a:pPr>
            <a:r>
              <a:rPr b="0" i="0" lang="en" sz="1800" u="none" cap="none" strike="noStrike">
                <a:solidFill>
                  <a:srgbClr val="595959"/>
                </a:solidFill>
                <a:latin typeface="Arial"/>
                <a:ea typeface="Arial"/>
                <a:cs typeface="Arial"/>
                <a:sym typeface="Arial"/>
              </a:rPr>
              <a:t>Single point of failure</a:t>
            </a:r>
            <a:endParaRPr b="0" i="0" sz="1800" u="none" cap="none" strike="noStrike">
              <a:solidFill>
                <a:srgbClr val="595959"/>
              </a:solidFill>
              <a:latin typeface="Arial"/>
              <a:ea typeface="Arial"/>
              <a:cs typeface="Arial"/>
              <a:sym typeface="Arial"/>
            </a:endParaRPr>
          </a:p>
          <a:p>
            <a:pPr indent="-342900" lvl="0" marL="342900" marR="0" rtl="0" algn="l">
              <a:lnSpc>
                <a:spcPct val="115000"/>
              </a:lnSpc>
              <a:spcBef>
                <a:spcPts val="0"/>
              </a:spcBef>
              <a:spcAft>
                <a:spcPts val="0"/>
              </a:spcAft>
              <a:buClr>
                <a:srgbClr val="595959"/>
              </a:buClr>
              <a:buSzPts val="1800"/>
              <a:buFont typeface="Noto Sans Symbols"/>
              <a:buChar char="⭲"/>
            </a:pPr>
            <a:r>
              <a:rPr b="0" i="0" lang="en" sz="1800" u="none" cap="none" strike="noStrike">
                <a:solidFill>
                  <a:srgbClr val="595959"/>
                </a:solidFill>
                <a:latin typeface="Arial"/>
                <a:ea typeface="Arial"/>
                <a:cs typeface="Arial"/>
                <a:sym typeface="Arial"/>
              </a:rPr>
              <a:t>Limited </a:t>
            </a:r>
            <a:r>
              <a:rPr b="0" i="0" lang="en" sz="1800" u="none" cap="none" strike="noStrike">
                <a:solidFill>
                  <a:srgbClr val="374151"/>
                </a:solidFill>
                <a:latin typeface="Arial"/>
                <a:ea typeface="Arial"/>
                <a:cs typeface="Arial"/>
                <a:sym typeface="Arial"/>
              </a:rPr>
              <a:t>Offline Functionality</a:t>
            </a:r>
            <a:endParaRPr b="0" i="0" sz="1800" u="none" cap="none" strike="noStrike">
              <a:solidFill>
                <a:srgbClr val="374151"/>
              </a:solidFill>
              <a:latin typeface="Arial"/>
              <a:ea typeface="Arial"/>
              <a:cs typeface="Arial"/>
              <a:sym typeface="Arial"/>
            </a:endParaRPr>
          </a:p>
          <a:p>
            <a:pPr indent="-228600" lvl="0" marL="342900" marR="0" rtl="0" algn="l">
              <a:lnSpc>
                <a:spcPct val="115000"/>
              </a:lnSpc>
              <a:spcBef>
                <a:spcPts val="1600"/>
              </a:spcBef>
              <a:spcAft>
                <a:spcPts val="1600"/>
              </a:spcAft>
              <a:buClr>
                <a:srgbClr val="000000"/>
              </a:buClr>
              <a:buSzPts val="1800"/>
              <a:buFont typeface="Noto Sans Symbols"/>
              <a:buNone/>
            </a:pPr>
            <a:r>
              <a:t/>
            </a:r>
            <a:endParaRPr b="0" i="0" sz="1800" u="none" cap="none" strike="noStrike">
              <a:solidFill>
                <a:srgbClr val="595959"/>
              </a:solidFill>
              <a:latin typeface="Arial"/>
              <a:ea typeface="Arial"/>
              <a:cs typeface="Arial"/>
              <a:sym typeface="Arial"/>
            </a:endParaRPr>
          </a:p>
        </p:txBody>
      </p:sp>
      <p:sp>
        <p:nvSpPr>
          <p:cNvPr id="833" name="Google Shape;833;p6"/>
          <p:cNvSpPr txBox="1"/>
          <p:nvPr/>
        </p:nvSpPr>
        <p:spPr>
          <a:xfrm>
            <a:off x="1017677" y="2986811"/>
            <a:ext cx="3649396" cy="1182400"/>
          </a:xfrm>
          <a:prstGeom prst="rect">
            <a:avLst/>
          </a:prstGeom>
          <a:noFill/>
          <a:ln>
            <a:noFill/>
          </a:ln>
        </p:spPr>
        <p:txBody>
          <a:bodyPr anchorCtr="0" anchor="t" bIns="121900" lIns="121900" spcFirstLastPara="1" rIns="121900" wrap="square" tIns="121900">
            <a:noAutofit/>
          </a:bodyPr>
          <a:lstStyle/>
          <a:p>
            <a:pPr indent="-369888" lvl="0" marL="369888" marR="0" rtl="0" algn="l">
              <a:lnSpc>
                <a:spcPct val="115000"/>
              </a:lnSpc>
              <a:spcBef>
                <a:spcPts val="0"/>
              </a:spcBef>
              <a:spcAft>
                <a:spcPts val="0"/>
              </a:spcAft>
              <a:buClr>
                <a:srgbClr val="595959"/>
              </a:buClr>
              <a:buSzPts val="1800"/>
              <a:buFont typeface="Noto Sans Symbols"/>
              <a:buChar char="⭲"/>
            </a:pPr>
            <a:r>
              <a:rPr b="0" i="0" lang="en" sz="1800" u="none" cap="none" strike="noStrike">
                <a:solidFill>
                  <a:srgbClr val="595959"/>
                </a:solidFill>
                <a:latin typeface="Arial"/>
                <a:ea typeface="Arial"/>
                <a:cs typeface="Arial"/>
                <a:sym typeface="Arial"/>
              </a:rPr>
              <a:t>Control</a:t>
            </a:r>
            <a:endParaRPr b="0" i="0" sz="1800" u="none" cap="none" strike="noStrike">
              <a:solidFill>
                <a:srgbClr val="595959"/>
              </a:solidFill>
              <a:latin typeface="Arial"/>
              <a:ea typeface="Arial"/>
              <a:cs typeface="Arial"/>
              <a:sym typeface="Arial"/>
            </a:endParaRPr>
          </a:p>
          <a:p>
            <a:pPr indent="-369888" lvl="0" marL="369888" marR="0" rtl="0" algn="l">
              <a:lnSpc>
                <a:spcPct val="115000"/>
              </a:lnSpc>
              <a:spcBef>
                <a:spcPts val="0"/>
              </a:spcBef>
              <a:spcAft>
                <a:spcPts val="0"/>
              </a:spcAft>
              <a:buClr>
                <a:srgbClr val="595959"/>
              </a:buClr>
              <a:buSzPts val="1800"/>
              <a:buFont typeface="Noto Sans Symbols"/>
              <a:buChar char="⭲"/>
            </a:pPr>
            <a:r>
              <a:rPr b="0" i="0" lang="en" sz="1800" u="none" cap="none" strike="noStrike">
                <a:solidFill>
                  <a:srgbClr val="595959"/>
                </a:solidFill>
                <a:latin typeface="Arial"/>
                <a:ea typeface="Arial"/>
                <a:cs typeface="Arial"/>
                <a:sym typeface="Arial"/>
              </a:rPr>
              <a:t>Coordination</a:t>
            </a:r>
            <a:endParaRPr b="0" i="0" sz="1800" u="none" cap="none" strike="noStrike">
              <a:solidFill>
                <a:srgbClr val="595959"/>
              </a:solidFill>
              <a:latin typeface="Arial"/>
              <a:ea typeface="Arial"/>
              <a:cs typeface="Arial"/>
              <a:sym typeface="Arial"/>
            </a:endParaRPr>
          </a:p>
        </p:txBody>
      </p:sp>
      <p:sp>
        <p:nvSpPr>
          <p:cNvPr id="834" name="Google Shape;834;p6"/>
          <p:cNvSpPr txBox="1"/>
          <p:nvPr/>
        </p:nvSpPr>
        <p:spPr>
          <a:xfrm>
            <a:off x="1017678" y="2365378"/>
            <a:ext cx="3329600" cy="769914"/>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1600"/>
              </a:spcAft>
              <a:buNone/>
            </a:pPr>
            <a:r>
              <a:rPr b="1" i="0" lang="en" sz="1800" u="none" cap="none" strike="noStrike">
                <a:solidFill>
                  <a:srgbClr val="595959"/>
                </a:solidFill>
                <a:latin typeface="Arial"/>
                <a:ea typeface="Arial"/>
                <a:cs typeface="Arial"/>
                <a:sym typeface="Arial"/>
              </a:rPr>
              <a:t>Advantages</a:t>
            </a:r>
            <a:endParaRPr b="1" i="0" sz="1800" u="none" cap="none" strike="noStrike">
              <a:solidFill>
                <a:srgbClr val="000000"/>
              </a:solidFill>
              <a:latin typeface="Arial"/>
              <a:ea typeface="Arial"/>
              <a:cs typeface="Arial"/>
              <a:sym typeface="Arial"/>
            </a:endParaRPr>
          </a:p>
        </p:txBody>
      </p:sp>
      <p:sp>
        <p:nvSpPr>
          <p:cNvPr id="835" name="Google Shape;835;p6"/>
          <p:cNvSpPr txBox="1"/>
          <p:nvPr/>
        </p:nvSpPr>
        <p:spPr>
          <a:xfrm>
            <a:off x="6470650" y="2365378"/>
            <a:ext cx="4000000" cy="769914"/>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1600"/>
              </a:spcAft>
              <a:buNone/>
            </a:pPr>
            <a:r>
              <a:rPr b="1" i="0" lang="en" sz="1800" u="none" cap="none" strike="noStrike">
                <a:solidFill>
                  <a:srgbClr val="595959"/>
                </a:solidFill>
                <a:latin typeface="Arial"/>
                <a:ea typeface="Arial"/>
                <a:cs typeface="Arial"/>
                <a:sym typeface="Arial"/>
              </a:rPr>
              <a:t>Consideration</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7"/>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2.1.2 Distributed SCM Characteristics</a:t>
            </a:r>
            <a:endParaRPr/>
          </a:p>
        </p:txBody>
      </p:sp>
      <p:sp>
        <p:nvSpPr>
          <p:cNvPr id="841" name="Google Shape;841;p7"/>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the key characteristics of Distributed SCM:</a:t>
            </a:r>
            <a:endParaRPr/>
          </a:p>
          <a:p>
            <a:pPr indent="-285750" lvl="1" marL="285750" rtl="0" algn="l">
              <a:lnSpc>
                <a:spcPct val="90000"/>
              </a:lnSpc>
              <a:spcBef>
                <a:spcPts val="838"/>
              </a:spcBef>
              <a:spcAft>
                <a:spcPts val="0"/>
              </a:spcAft>
              <a:buClr>
                <a:schemeClr val="dk1"/>
              </a:buClr>
              <a:buSzPts val="1800"/>
              <a:buChar char="⭲"/>
            </a:pPr>
            <a:r>
              <a:rPr lang="en"/>
              <a:t>Complete Repository Copy</a:t>
            </a:r>
            <a:endParaRPr/>
          </a:p>
          <a:p>
            <a:pPr indent="-285750" lvl="1" marL="285750" rtl="0" algn="l">
              <a:lnSpc>
                <a:spcPct val="90000"/>
              </a:lnSpc>
              <a:spcBef>
                <a:spcPts val="838"/>
              </a:spcBef>
              <a:spcAft>
                <a:spcPts val="0"/>
              </a:spcAft>
              <a:buClr>
                <a:schemeClr val="dk1"/>
              </a:buClr>
              <a:buSzPts val="1800"/>
              <a:buChar char="⭲"/>
            </a:pPr>
            <a:r>
              <a:rPr lang="en"/>
              <a:t>Decentralized Control</a:t>
            </a:r>
            <a:endParaRPr/>
          </a:p>
          <a:p>
            <a:pPr indent="-285750" lvl="1" marL="285750" rtl="0" algn="l">
              <a:lnSpc>
                <a:spcPct val="90000"/>
              </a:lnSpc>
              <a:spcBef>
                <a:spcPts val="838"/>
              </a:spcBef>
              <a:spcAft>
                <a:spcPts val="0"/>
              </a:spcAft>
              <a:buClr>
                <a:schemeClr val="dk1"/>
              </a:buClr>
              <a:buSzPts val="1800"/>
              <a:buChar char="⭲"/>
            </a:pPr>
            <a:r>
              <a:rPr lang="en"/>
              <a:t>Peer-to-Peer Collaboration</a:t>
            </a:r>
            <a:endParaRPr/>
          </a:p>
          <a:p>
            <a:pPr indent="-285750" lvl="1" marL="285750" rtl="0" algn="l">
              <a:lnSpc>
                <a:spcPct val="90000"/>
              </a:lnSpc>
              <a:spcBef>
                <a:spcPts val="838"/>
              </a:spcBef>
              <a:spcAft>
                <a:spcPts val="0"/>
              </a:spcAft>
              <a:buClr>
                <a:schemeClr val="dk1"/>
              </a:buClr>
              <a:buSzPts val="1800"/>
              <a:buChar char="⭲"/>
            </a:pPr>
            <a:r>
              <a:rPr lang="en"/>
              <a:t>Enhanced Offline Functionality</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sp>
        <p:nvSpPr>
          <p:cNvPr id="842" name="Google Shape;842;p7"/>
          <p:cNvSpPr txBox="1"/>
          <p:nvPr/>
        </p:nvSpPr>
        <p:spPr>
          <a:xfrm>
            <a:off x="469433" y="1694100"/>
            <a:ext cx="10491200" cy="612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None/>
            </a:pPr>
            <a:r>
              <a:t/>
            </a:r>
            <a:endParaRPr b="0" i="0" sz="2133" u="none" cap="none" strike="noStrike">
              <a:solidFill>
                <a:schemeClr val="dk2"/>
              </a:solidFill>
              <a:latin typeface="Arial"/>
              <a:ea typeface="Arial"/>
              <a:cs typeface="Arial"/>
              <a:sym typeface="Arial"/>
            </a:endParaRPr>
          </a:p>
        </p:txBody>
      </p:sp>
      <p:sp>
        <p:nvSpPr>
          <p:cNvPr id="843" name="Google Shape;843;p7"/>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Distributed Software Configuration Management (SCM) is a version control system where each developer maintains a complete copy of the project repository on their local machine.</a:t>
            </a:r>
            <a:endParaRPr b="0" i="0" sz="1800" u="none" cap="none" strike="noStrike">
              <a:solidFill>
                <a:srgbClr val="252525"/>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8"/>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2.1.2 Distributed SCM Advantages and Considerations</a:t>
            </a:r>
            <a:endParaRPr/>
          </a:p>
        </p:txBody>
      </p:sp>
      <p:sp>
        <p:nvSpPr>
          <p:cNvPr id="849" name="Google Shape;849;p8"/>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the advantages and considerations of Distributed SCM:</a:t>
            </a:r>
            <a:endParaRPr/>
          </a:p>
          <a:p>
            <a:pPr indent="0" lvl="0" marL="0" rtl="0" algn="l">
              <a:lnSpc>
                <a:spcPct val="90000"/>
              </a:lnSpc>
              <a:spcBef>
                <a:spcPts val="838"/>
              </a:spcBef>
              <a:spcAft>
                <a:spcPts val="0"/>
              </a:spcAft>
              <a:buClr>
                <a:schemeClr val="dk1"/>
              </a:buClr>
              <a:buSzPts val="1800"/>
              <a:buNone/>
            </a:pPr>
            <a:r>
              <a:t/>
            </a:r>
            <a:endParaRPr/>
          </a:p>
        </p:txBody>
      </p:sp>
      <p:sp>
        <p:nvSpPr>
          <p:cNvPr id="850" name="Google Shape;850;p8"/>
          <p:cNvSpPr txBox="1"/>
          <p:nvPr/>
        </p:nvSpPr>
        <p:spPr>
          <a:xfrm>
            <a:off x="-99200" y="2225717"/>
            <a:ext cx="10703200" cy="484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1600"/>
              </a:spcBef>
              <a:spcAft>
                <a:spcPts val="1600"/>
              </a:spcAft>
              <a:buNone/>
            </a:pPr>
            <a:r>
              <a:t/>
            </a:r>
            <a:endParaRPr b="0" i="0" sz="3067" u="none" cap="none" strike="noStrike">
              <a:solidFill>
                <a:schemeClr val="dk2"/>
              </a:solidFill>
              <a:latin typeface="Arial"/>
              <a:ea typeface="Arial"/>
              <a:cs typeface="Arial"/>
              <a:sym typeface="Arial"/>
            </a:endParaRPr>
          </a:p>
        </p:txBody>
      </p:sp>
      <p:cxnSp>
        <p:nvCxnSpPr>
          <p:cNvPr id="851" name="Google Shape;851;p8"/>
          <p:cNvCxnSpPr/>
          <p:nvPr/>
        </p:nvCxnSpPr>
        <p:spPr>
          <a:xfrm>
            <a:off x="1103402" y="3263033"/>
            <a:ext cx="3329600" cy="0"/>
          </a:xfrm>
          <a:prstGeom prst="straightConnector1">
            <a:avLst/>
          </a:prstGeom>
          <a:noFill/>
          <a:ln cap="flat" cmpd="sng" w="28575">
            <a:solidFill>
              <a:srgbClr val="224970"/>
            </a:solidFill>
            <a:prstDash val="solid"/>
            <a:round/>
            <a:headEnd len="sm" w="sm" type="none"/>
            <a:tailEnd len="sm" w="sm" type="none"/>
          </a:ln>
        </p:spPr>
      </p:cxnSp>
      <p:cxnSp>
        <p:nvCxnSpPr>
          <p:cNvPr id="852" name="Google Shape;852;p8"/>
          <p:cNvCxnSpPr/>
          <p:nvPr/>
        </p:nvCxnSpPr>
        <p:spPr>
          <a:xfrm>
            <a:off x="6603548" y="3263033"/>
            <a:ext cx="3329600" cy="0"/>
          </a:xfrm>
          <a:prstGeom prst="straightConnector1">
            <a:avLst/>
          </a:prstGeom>
          <a:noFill/>
          <a:ln cap="flat" cmpd="sng" w="28575">
            <a:solidFill>
              <a:srgbClr val="224970"/>
            </a:solidFill>
            <a:prstDash val="solid"/>
            <a:round/>
            <a:headEnd len="sm" w="sm" type="none"/>
            <a:tailEnd len="sm" w="sm" type="none"/>
          </a:ln>
        </p:spPr>
      </p:cxnSp>
      <p:sp>
        <p:nvSpPr>
          <p:cNvPr id="853" name="Google Shape;853;p8"/>
          <p:cNvSpPr txBox="1"/>
          <p:nvPr/>
        </p:nvSpPr>
        <p:spPr>
          <a:xfrm>
            <a:off x="6582667" y="3263033"/>
            <a:ext cx="5389200" cy="2459200"/>
          </a:xfrm>
          <a:prstGeom prst="rect">
            <a:avLst/>
          </a:prstGeom>
          <a:noFill/>
          <a:ln>
            <a:noFill/>
          </a:ln>
        </p:spPr>
        <p:txBody>
          <a:bodyPr anchorCtr="0" anchor="t" bIns="121900" lIns="121900" spcFirstLastPara="1" rIns="121900" wrap="square" tIns="121900">
            <a:noAutofit/>
          </a:bodyPr>
          <a:lstStyle/>
          <a:p>
            <a:pPr indent="-361950" lvl="0" marL="361950" marR="0" rtl="0" algn="l">
              <a:lnSpc>
                <a:spcPct val="115000"/>
              </a:lnSpc>
              <a:spcBef>
                <a:spcPts val="0"/>
              </a:spcBef>
              <a:spcAft>
                <a:spcPts val="0"/>
              </a:spcAft>
              <a:buClr>
                <a:schemeClr val="dk2"/>
              </a:buClr>
              <a:buSzPts val="1800"/>
              <a:buFont typeface="Noto Sans Symbols"/>
              <a:buChar char="⭲"/>
            </a:pPr>
            <a:r>
              <a:rPr b="0" i="0" lang="en" sz="1800" u="none" cap="none" strike="noStrike">
                <a:solidFill>
                  <a:schemeClr val="dk1"/>
                </a:solidFill>
                <a:latin typeface="Arial"/>
                <a:ea typeface="Arial"/>
                <a:cs typeface="Arial"/>
                <a:sym typeface="Arial"/>
              </a:rPr>
              <a:t>Potential for Divergence</a:t>
            </a:r>
            <a:endParaRPr b="0" i="0" sz="1800" u="none" cap="none" strike="noStrike">
              <a:solidFill>
                <a:schemeClr val="dk1"/>
              </a:solidFill>
              <a:latin typeface="Arial"/>
              <a:ea typeface="Arial"/>
              <a:cs typeface="Arial"/>
              <a:sym typeface="Arial"/>
            </a:endParaRPr>
          </a:p>
          <a:p>
            <a:pPr indent="-361950" lvl="0" marL="361950" marR="0" rtl="0" algn="l">
              <a:lnSpc>
                <a:spcPct val="115000"/>
              </a:lnSpc>
              <a:spcBef>
                <a:spcPts val="0"/>
              </a:spcBef>
              <a:spcAft>
                <a:spcPts val="0"/>
              </a:spcAft>
              <a:buClr>
                <a:schemeClr val="dk2"/>
              </a:buClr>
              <a:buSzPts val="1800"/>
              <a:buFont typeface="Noto Sans Symbols"/>
              <a:buChar char="⭲"/>
            </a:pPr>
            <a:r>
              <a:rPr b="0" i="0" lang="en" sz="1800" u="none" cap="none" strike="noStrike">
                <a:solidFill>
                  <a:schemeClr val="dk1"/>
                </a:solidFill>
                <a:latin typeface="Arial"/>
                <a:ea typeface="Arial"/>
                <a:cs typeface="Arial"/>
                <a:sym typeface="Arial"/>
              </a:rPr>
              <a:t>Learning Curve</a:t>
            </a:r>
            <a:endParaRPr b="0" i="0" sz="1800" u="none" cap="none" strike="noStrike">
              <a:solidFill>
                <a:schemeClr val="dk1"/>
              </a:solidFill>
              <a:latin typeface="Arial"/>
              <a:ea typeface="Arial"/>
              <a:cs typeface="Arial"/>
              <a:sym typeface="Arial"/>
            </a:endParaRPr>
          </a:p>
          <a:p>
            <a:pPr indent="-361950" lvl="0" marL="361950" marR="0" rtl="0" algn="l">
              <a:lnSpc>
                <a:spcPct val="115000"/>
              </a:lnSpc>
              <a:spcBef>
                <a:spcPts val="0"/>
              </a:spcBef>
              <a:spcAft>
                <a:spcPts val="0"/>
              </a:spcAft>
              <a:buClr>
                <a:schemeClr val="dk2"/>
              </a:buClr>
              <a:buSzPts val="1800"/>
              <a:buFont typeface="Noto Sans Symbols"/>
              <a:buChar char="⭲"/>
            </a:pPr>
            <a:r>
              <a:rPr b="0" i="0" lang="en" sz="1800" u="none" cap="none" strike="noStrike">
                <a:solidFill>
                  <a:schemeClr val="dk1"/>
                </a:solidFill>
                <a:latin typeface="Arial"/>
                <a:ea typeface="Arial"/>
                <a:cs typeface="Arial"/>
                <a:sym typeface="Arial"/>
              </a:rPr>
              <a:t>Network Dependency for Synchronization</a:t>
            </a:r>
            <a:endParaRPr b="0" i="0" sz="1800" u="none" cap="none" strike="noStrike">
              <a:solidFill>
                <a:schemeClr val="dk1"/>
              </a:solidFill>
              <a:latin typeface="Arial"/>
              <a:ea typeface="Arial"/>
              <a:cs typeface="Arial"/>
              <a:sym typeface="Arial"/>
            </a:endParaRPr>
          </a:p>
          <a:p>
            <a:pPr indent="-361950" lvl="0" marL="361950" marR="0" rtl="0" algn="l">
              <a:lnSpc>
                <a:spcPct val="115000"/>
              </a:lnSpc>
              <a:spcBef>
                <a:spcPts val="0"/>
              </a:spcBef>
              <a:spcAft>
                <a:spcPts val="0"/>
              </a:spcAft>
              <a:buClr>
                <a:schemeClr val="dk2"/>
              </a:buClr>
              <a:buSzPts val="1800"/>
              <a:buFont typeface="Noto Sans Symbols"/>
              <a:buChar char="⭲"/>
            </a:pPr>
            <a:r>
              <a:rPr b="0" i="0" lang="en" sz="1800" u="none" cap="none" strike="noStrike">
                <a:solidFill>
                  <a:schemeClr val="dk1"/>
                </a:solidFill>
                <a:latin typeface="Arial"/>
                <a:ea typeface="Arial"/>
                <a:cs typeface="Arial"/>
                <a:sym typeface="Arial"/>
              </a:rPr>
              <a:t>Complex Branching and Merging</a:t>
            </a:r>
            <a:endParaRPr b="0" i="0" sz="1800" u="none" cap="none" strike="noStrike">
              <a:solidFill>
                <a:schemeClr val="dk1"/>
              </a:solidFill>
              <a:latin typeface="Arial"/>
              <a:ea typeface="Arial"/>
              <a:cs typeface="Arial"/>
              <a:sym typeface="Arial"/>
            </a:endParaRPr>
          </a:p>
          <a:p>
            <a:pPr indent="-247650" lvl="0" marL="361950" marR="0" rtl="0" algn="l">
              <a:lnSpc>
                <a:spcPct val="115000"/>
              </a:lnSpc>
              <a:spcBef>
                <a:spcPts val="1600"/>
              </a:spcBef>
              <a:spcAft>
                <a:spcPts val="1600"/>
              </a:spcAft>
              <a:buClr>
                <a:srgbClr val="000000"/>
              </a:buClr>
              <a:buSzPts val="1800"/>
              <a:buFont typeface="Noto Sans Symbols"/>
              <a:buNone/>
            </a:pPr>
            <a:r>
              <a:t/>
            </a:r>
            <a:endParaRPr b="0" i="0" sz="1800" u="none" cap="none" strike="noStrike">
              <a:solidFill>
                <a:schemeClr val="dk1"/>
              </a:solidFill>
              <a:latin typeface="Arial"/>
              <a:ea typeface="Arial"/>
              <a:cs typeface="Arial"/>
              <a:sym typeface="Arial"/>
            </a:endParaRPr>
          </a:p>
        </p:txBody>
      </p:sp>
      <p:sp>
        <p:nvSpPr>
          <p:cNvPr id="854" name="Google Shape;854;p8"/>
          <p:cNvSpPr txBox="1"/>
          <p:nvPr/>
        </p:nvSpPr>
        <p:spPr>
          <a:xfrm>
            <a:off x="1017676" y="3263033"/>
            <a:ext cx="4021049" cy="1998000"/>
          </a:xfrm>
          <a:prstGeom prst="rect">
            <a:avLst/>
          </a:prstGeom>
          <a:noFill/>
          <a:ln>
            <a:noFill/>
          </a:ln>
        </p:spPr>
        <p:txBody>
          <a:bodyPr anchorCtr="0" anchor="t" bIns="121900" lIns="121900" spcFirstLastPara="1" rIns="121900" wrap="square" tIns="121900">
            <a:noAutofit/>
          </a:bodyPr>
          <a:lstStyle/>
          <a:p>
            <a:pPr indent="-361950" lvl="0" marL="361950" marR="0" rtl="0" algn="l">
              <a:lnSpc>
                <a:spcPct val="115000"/>
              </a:lnSpc>
              <a:spcBef>
                <a:spcPts val="0"/>
              </a:spcBef>
              <a:spcAft>
                <a:spcPts val="0"/>
              </a:spcAft>
              <a:buClr>
                <a:schemeClr val="dk2"/>
              </a:buClr>
              <a:buSzPts val="1800"/>
              <a:buFont typeface="Noto Sans Symbols"/>
              <a:buChar char="⭲"/>
            </a:pPr>
            <a:r>
              <a:rPr b="0" i="0" lang="en" sz="1800" u="none" cap="none" strike="noStrike">
                <a:solidFill>
                  <a:schemeClr val="dk1"/>
                </a:solidFill>
                <a:latin typeface="Arial"/>
                <a:ea typeface="Arial"/>
                <a:cs typeface="Arial"/>
                <a:sym typeface="Arial"/>
              </a:rPr>
              <a:t>Decentralized Control</a:t>
            </a:r>
            <a:endParaRPr b="0" i="0" sz="1800" u="none" cap="none" strike="noStrike">
              <a:solidFill>
                <a:schemeClr val="dk1"/>
              </a:solidFill>
              <a:latin typeface="Arial"/>
              <a:ea typeface="Arial"/>
              <a:cs typeface="Arial"/>
              <a:sym typeface="Arial"/>
            </a:endParaRPr>
          </a:p>
          <a:p>
            <a:pPr indent="-361950" lvl="0" marL="361950" marR="0" rtl="0" algn="l">
              <a:lnSpc>
                <a:spcPct val="115000"/>
              </a:lnSpc>
              <a:spcBef>
                <a:spcPts val="0"/>
              </a:spcBef>
              <a:spcAft>
                <a:spcPts val="0"/>
              </a:spcAft>
              <a:buClr>
                <a:schemeClr val="dk2"/>
              </a:buClr>
              <a:buSzPts val="1800"/>
              <a:buFont typeface="Noto Sans Symbols"/>
              <a:buChar char="⭲"/>
            </a:pPr>
            <a:r>
              <a:rPr b="0" i="0" lang="en" sz="1800" u="none" cap="none" strike="noStrike">
                <a:solidFill>
                  <a:schemeClr val="dk1"/>
                </a:solidFill>
                <a:latin typeface="Arial"/>
                <a:ea typeface="Arial"/>
                <a:cs typeface="Arial"/>
                <a:sym typeface="Arial"/>
              </a:rPr>
              <a:t>Enhanced Collaboration</a:t>
            </a:r>
            <a:endParaRPr b="0" i="0" sz="1800" u="none" cap="none" strike="noStrike">
              <a:solidFill>
                <a:schemeClr val="dk1"/>
              </a:solidFill>
              <a:latin typeface="Arial"/>
              <a:ea typeface="Arial"/>
              <a:cs typeface="Arial"/>
              <a:sym typeface="Arial"/>
            </a:endParaRPr>
          </a:p>
          <a:p>
            <a:pPr indent="-361950" lvl="0" marL="361950" marR="0" rtl="0" algn="l">
              <a:lnSpc>
                <a:spcPct val="115000"/>
              </a:lnSpc>
              <a:spcBef>
                <a:spcPts val="0"/>
              </a:spcBef>
              <a:spcAft>
                <a:spcPts val="0"/>
              </a:spcAft>
              <a:buClr>
                <a:schemeClr val="dk2"/>
              </a:buClr>
              <a:buSzPts val="1800"/>
              <a:buFont typeface="Noto Sans Symbols"/>
              <a:buChar char="⭲"/>
            </a:pPr>
            <a:r>
              <a:rPr b="0" i="0" lang="en" sz="1800" u="none" cap="none" strike="noStrike">
                <a:solidFill>
                  <a:schemeClr val="dk1"/>
                </a:solidFill>
                <a:latin typeface="Arial"/>
                <a:ea typeface="Arial"/>
                <a:cs typeface="Arial"/>
                <a:sym typeface="Arial"/>
              </a:rPr>
              <a:t>Improved Flexibility</a:t>
            </a:r>
            <a:endParaRPr b="0" i="0" sz="1800" u="none" cap="none" strike="noStrike">
              <a:solidFill>
                <a:schemeClr val="dk1"/>
              </a:solidFill>
              <a:latin typeface="Arial"/>
              <a:ea typeface="Arial"/>
              <a:cs typeface="Arial"/>
              <a:sym typeface="Arial"/>
            </a:endParaRPr>
          </a:p>
          <a:p>
            <a:pPr indent="-361950" lvl="0" marL="361950" marR="0" rtl="0" algn="l">
              <a:lnSpc>
                <a:spcPct val="115000"/>
              </a:lnSpc>
              <a:spcBef>
                <a:spcPts val="0"/>
              </a:spcBef>
              <a:spcAft>
                <a:spcPts val="0"/>
              </a:spcAft>
              <a:buClr>
                <a:schemeClr val="dk2"/>
              </a:buClr>
              <a:buSzPts val="1800"/>
              <a:buFont typeface="Noto Sans Symbols"/>
              <a:buChar char="⭲"/>
            </a:pPr>
            <a:r>
              <a:rPr b="0" i="0" lang="en" sz="1800" u="none" cap="none" strike="noStrike">
                <a:solidFill>
                  <a:schemeClr val="dk1"/>
                </a:solidFill>
                <a:latin typeface="Arial"/>
                <a:ea typeface="Arial"/>
                <a:cs typeface="Arial"/>
                <a:sym typeface="Arial"/>
              </a:rPr>
              <a:t>Enhanced Offline Functionality</a:t>
            </a:r>
            <a:endParaRPr b="0" i="0" sz="1800" u="none" cap="none" strike="noStrike">
              <a:solidFill>
                <a:schemeClr val="dk1"/>
              </a:solidFill>
              <a:latin typeface="Arial"/>
              <a:ea typeface="Arial"/>
              <a:cs typeface="Arial"/>
              <a:sym typeface="Arial"/>
            </a:endParaRPr>
          </a:p>
        </p:txBody>
      </p:sp>
      <p:sp>
        <p:nvSpPr>
          <p:cNvPr id="855" name="Google Shape;855;p8"/>
          <p:cNvSpPr txBox="1"/>
          <p:nvPr/>
        </p:nvSpPr>
        <p:spPr>
          <a:xfrm>
            <a:off x="1017676" y="2641600"/>
            <a:ext cx="3693523" cy="769914"/>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1600"/>
              </a:spcAft>
              <a:buNone/>
            </a:pPr>
            <a:r>
              <a:rPr b="1" i="0" lang="en" sz="1800" u="none" cap="none" strike="noStrike">
                <a:solidFill>
                  <a:srgbClr val="595959"/>
                </a:solidFill>
                <a:latin typeface="Arial"/>
                <a:ea typeface="Arial"/>
                <a:cs typeface="Arial"/>
                <a:sym typeface="Arial"/>
              </a:rPr>
              <a:t>Advantages</a:t>
            </a:r>
            <a:endParaRPr b="1" i="0" sz="1800" u="none" cap="none" strike="noStrike">
              <a:solidFill>
                <a:srgbClr val="000000"/>
              </a:solidFill>
              <a:latin typeface="Arial"/>
              <a:ea typeface="Arial"/>
              <a:cs typeface="Arial"/>
              <a:sym typeface="Arial"/>
            </a:endParaRPr>
          </a:p>
        </p:txBody>
      </p:sp>
      <p:sp>
        <p:nvSpPr>
          <p:cNvPr id="856" name="Google Shape;856;p8"/>
          <p:cNvSpPr txBox="1"/>
          <p:nvPr/>
        </p:nvSpPr>
        <p:spPr>
          <a:xfrm>
            <a:off x="6489700" y="2641600"/>
            <a:ext cx="4000000" cy="769914"/>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1600"/>
              </a:spcAft>
              <a:buNone/>
            </a:pPr>
            <a:r>
              <a:rPr b="1" i="0" lang="en" sz="1800" u="none" cap="none" strike="noStrike">
                <a:solidFill>
                  <a:srgbClr val="595959"/>
                </a:solidFill>
                <a:latin typeface="Arial"/>
                <a:ea typeface="Arial"/>
                <a:cs typeface="Arial"/>
                <a:sym typeface="Arial"/>
              </a:rPr>
              <a:t>Consideration</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9"/>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2.1.3 Diversity Across Projects: Choosing the Right Tool</a:t>
            </a:r>
            <a:endParaRPr/>
          </a:p>
        </p:txBody>
      </p:sp>
      <p:sp>
        <p:nvSpPr>
          <p:cNvPr id="862" name="Google Shape;862;p9"/>
          <p:cNvSpPr txBox="1"/>
          <p:nvPr>
            <p:ph idx="1" type="body"/>
          </p:nvPr>
        </p:nvSpPr>
        <p:spPr>
          <a:xfrm>
            <a:off x="514350" y="1304925"/>
            <a:ext cx="10274300" cy="484028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The diverse landscape of a project has an impact on tool and methodology selection.</a:t>
            </a:r>
            <a:endParaRPr/>
          </a:p>
        </p:txBody>
      </p:sp>
      <p:sp>
        <p:nvSpPr>
          <p:cNvPr id="863" name="Google Shape;863;p9"/>
          <p:cNvSpPr/>
          <p:nvPr/>
        </p:nvSpPr>
        <p:spPr>
          <a:xfrm>
            <a:off x="1569389" y="3003333"/>
            <a:ext cx="2271200" cy="1713600"/>
          </a:xfrm>
          <a:prstGeom prst="flowChartAlternateProcess">
            <a:avLst/>
          </a:prstGeom>
          <a:solidFill>
            <a:srgbClr val="224970"/>
          </a:solidFill>
          <a:ln cap="flat" cmpd="sng" w="3810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0" i="0" lang="en" sz="1800" u="none" cap="none" strike="noStrike">
                <a:solidFill>
                  <a:schemeClr val="lt1"/>
                </a:solidFill>
                <a:latin typeface="Arial"/>
                <a:ea typeface="Arial"/>
                <a:cs typeface="Arial"/>
                <a:sym typeface="Arial"/>
              </a:rPr>
              <a:t>Project Size</a:t>
            </a:r>
            <a:endParaRPr b="0" i="0" sz="1800" u="none" cap="none" strike="noStrike">
              <a:solidFill>
                <a:schemeClr val="lt1"/>
              </a:solidFill>
              <a:latin typeface="Arial"/>
              <a:ea typeface="Arial"/>
              <a:cs typeface="Arial"/>
              <a:sym typeface="Arial"/>
            </a:endParaRPr>
          </a:p>
        </p:txBody>
      </p:sp>
      <p:sp>
        <p:nvSpPr>
          <p:cNvPr id="864" name="Google Shape;864;p9"/>
          <p:cNvSpPr/>
          <p:nvPr/>
        </p:nvSpPr>
        <p:spPr>
          <a:xfrm>
            <a:off x="4895627" y="3003333"/>
            <a:ext cx="2271200" cy="1713600"/>
          </a:xfrm>
          <a:prstGeom prst="flowChartAlternateProcess">
            <a:avLst/>
          </a:prstGeom>
          <a:solidFill>
            <a:srgbClr val="0070C0"/>
          </a:solidFill>
          <a:ln cap="flat" cmpd="sng" w="3810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l">
              <a:lnSpc>
                <a:spcPct val="115000"/>
              </a:lnSpc>
              <a:spcBef>
                <a:spcPts val="0"/>
              </a:spcBef>
              <a:spcAft>
                <a:spcPts val="0"/>
              </a:spcAft>
              <a:buNone/>
            </a:pPr>
            <a:r>
              <a:rPr b="0" i="0" lang="en" sz="1800" u="none" cap="none" strike="noStrike">
                <a:solidFill>
                  <a:schemeClr val="lt1"/>
                </a:solidFill>
                <a:latin typeface="Arial"/>
                <a:ea typeface="Arial"/>
                <a:cs typeface="Arial"/>
                <a:sym typeface="Arial"/>
              </a:rPr>
              <a:t>Team Distribution</a:t>
            </a:r>
            <a:endParaRPr b="0" i="0" sz="1800" u="none" cap="none" strike="noStrike">
              <a:solidFill>
                <a:schemeClr val="lt1"/>
              </a:solidFill>
              <a:latin typeface="Arial"/>
              <a:ea typeface="Arial"/>
              <a:cs typeface="Arial"/>
              <a:sym typeface="Arial"/>
            </a:endParaRPr>
          </a:p>
        </p:txBody>
      </p:sp>
      <p:sp>
        <p:nvSpPr>
          <p:cNvPr id="865" name="Google Shape;865;p9"/>
          <p:cNvSpPr/>
          <p:nvPr/>
        </p:nvSpPr>
        <p:spPr>
          <a:xfrm>
            <a:off x="8221865" y="3003333"/>
            <a:ext cx="2271200" cy="1713600"/>
          </a:xfrm>
          <a:prstGeom prst="flowChartAlternateProcess">
            <a:avLst/>
          </a:prstGeom>
          <a:solidFill>
            <a:srgbClr val="00B0F0"/>
          </a:solidFill>
          <a:ln cap="flat" cmpd="sng" w="3810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0" i="0" lang="en" sz="1800" u="none" cap="none" strike="noStrike">
                <a:solidFill>
                  <a:schemeClr val="lt1"/>
                </a:solidFill>
                <a:latin typeface="Arial"/>
                <a:ea typeface="Arial"/>
                <a:cs typeface="Arial"/>
                <a:sym typeface="Arial"/>
              </a:rPr>
              <a:t>Collaboration</a:t>
            </a:r>
            <a:br>
              <a:rPr b="0" i="0" lang="en" sz="1800" u="none" cap="none" strike="noStrike">
                <a:solidFill>
                  <a:schemeClr val="lt1"/>
                </a:solidFill>
                <a:latin typeface="Arial"/>
                <a:ea typeface="Arial"/>
                <a:cs typeface="Arial"/>
                <a:sym typeface="Arial"/>
              </a:rPr>
            </a:br>
            <a:r>
              <a:rPr b="0" i="0" lang="en" sz="1800" u="none" cap="none" strike="noStrike">
                <a:solidFill>
                  <a:schemeClr val="lt1"/>
                </a:solidFill>
                <a:latin typeface="Arial"/>
                <a:ea typeface="Arial"/>
                <a:cs typeface="Arial"/>
                <a:sym typeface="Arial"/>
              </a:rPr>
              <a:t>Preferences</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0"/>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2.1.3 Diversity Across Projects: Choosing the Right Tool</a:t>
            </a:r>
            <a:endParaRPr/>
          </a:p>
        </p:txBody>
      </p:sp>
      <p:sp>
        <p:nvSpPr>
          <p:cNvPr id="871" name="Google Shape;871;p10"/>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is how project size impacts methodology selection:</a:t>
            </a:r>
            <a:endParaRPr/>
          </a:p>
          <a:p>
            <a:pPr indent="0" lvl="0" marL="0" rtl="0" algn="l">
              <a:lnSpc>
                <a:spcPct val="90000"/>
              </a:lnSpc>
              <a:spcBef>
                <a:spcPts val="838"/>
              </a:spcBef>
              <a:spcAft>
                <a:spcPts val="0"/>
              </a:spcAft>
              <a:buClr>
                <a:schemeClr val="dk1"/>
              </a:buClr>
              <a:buSzPts val="1800"/>
              <a:buNone/>
            </a:pPr>
            <a:r>
              <a:t/>
            </a:r>
            <a:endParaRPr/>
          </a:p>
        </p:txBody>
      </p:sp>
      <p:cxnSp>
        <p:nvCxnSpPr>
          <p:cNvPr id="872" name="Google Shape;872;p10"/>
          <p:cNvCxnSpPr>
            <a:stCxn id="873" idx="2"/>
            <a:endCxn id="874" idx="0"/>
          </p:cNvCxnSpPr>
          <p:nvPr/>
        </p:nvCxnSpPr>
        <p:spPr>
          <a:xfrm flipH="1" rot="-5400000">
            <a:off x="6735594" y="2169133"/>
            <a:ext cx="958800" cy="2719200"/>
          </a:xfrm>
          <a:prstGeom prst="bentConnector3">
            <a:avLst>
              <a:gd fmla="val 50002" name="adj1"/>
            </a:avLst>
          </a:prstGeom>
          <a:noFill/>
          <a:ln cap="flat" cmpd="sng" w="19050">
            <a:solidFill>
              <a:schemeClr val="dk1"/>
            </a:solidFill>
            <a:prstDash val="solid"/>
            <a:miter lim="8000"/>
            <a:headEnd len="sm" w="sm" type="none"/>
            <a:tailEnd len="sm" w="sm" type="none"/>
          </a:ln>
        </p:spPr>
      </p:cxnSp>
      <p:cxnSp>
        <p:nvCxnSpPr>
          <p:cNvPr id="875" name="Google Shape;875;p10"/>
          <p:cNvCxnSpPr>
            <a:stCxn id="876" idx="0"/>
            <a:endCxn id="873" idx="2"/>
          </p:cNvCxnSpPr>
          <p:nvPr/>
        </p:nvCxnSpPr>
        <p:spPr>
          <a:xfrm rot="-5400000">
            <a:off x="3896375" y="2049171"/>
            <a:ext cx="958800" cy="2959200"/>
          </a:xfrm>
          <a:prstGeom prst="bentConnector3">
            <a:avLst>
              <a:gd fmla="val 50002" name="adj1"/>
            </a:avLst>
          </a:prstGeom>
          <a:noFill/>
          <a:ln cap="flat" cmpd="sng" w="19050">
            <a:solidFill>
              <a:schemeClr val="dk1"/>
            </a:solidFill>
            <a:prstDash val="solid"/>
            <a:miter lim="8000"/>
            <a:headEnd len="sm" w="sm" type="none"/>
            <a:tailEnd len="sm" w="sm" type="none"/>
          </a:ln>
        </p:spPr>
      </p:cxnSp>
      <p:sp>
        <p:nvSpPr>
          <p:cNvPr id="873" name="Google Shape;873;p10"/>
          <p:cNvSpPr txBox="1"/>
          <p:nvPr/>
        </p:nvSpPr>
        <p:spPr>
          <a:xfrm>
            <a:off x="4490837" y="2001333"/>
            <a:ext cx="2729113" cy="1048000"/>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 Project Size</a:t>
            </a:r>
            <a:endParaRPr b="1" i="0" sz="1867" u="none" cap="none" strike="noStrike">
              <a:solidFill>
                <a:schemeClr val="lt1"/>
              </a:solidFill>
              <a:latin typeface="Arial"/>
              <a:ea typeface="Arial"/>
              <a:cs typeface="Arial"/>
              <a:sym typeface="Arial"/>
            </a:endParaRPr>
          </a:p>
        </p:txBody>
      </p:sp>
      <p:sp>
        <p:nvSpPr>
          <p:cNvPr id="876" name="Google Shape;876;p10"/>
          <p:cNvSpPr txBox="1"/>
          <p:nvPr/>
        </p:nvSpPr>
        <p:spPr>
          <a:xfrm>
            <a:off x="1662975" y="4008171"/>
            <a:ext cx="2466400" cy="578495"/>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Small Projects</a:t>
            </a:r>
            <a:endParaRPr b="1" i="0" sz="1867" u="none" cap="none" strike="noStrike">
              <a:solidFill>
                <a:schemeClr val="lt1"/>
              </a:solidFill>
              <a:latin typeface="Arial"/>
              <a:ea typeface="Arial"/>
              <a:cs typeface="Arial"/>
              <a:sym typeface="Arial"/>
            </a:endParaRPr>
          </a:p>
        </p:txBody>
      </p:sp>
      <p:sp>
        <p:nvSpPr>
          <p:cNvPr id="874" name="Google Shape;874;p10"/>
          <p:cNvSpPr txBox="1"/>
          <p:nvPr/>
        </p:nvSpPr>
        <p:spPr>
          <a:xfrm>
            <a:off x="7341267" y="4008172"/>
            <a:ext cx="2466400" cy="578494"/>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Large Projects</a:t>
            </a:r>
            <a:endParaRPr b="1" i="0" sz="1867" u="none" cap="none" strike="noStrike">
              <a:solidFill>
                <a:schemeClr val="lt1"/>
              </a:solidFill>
              <a:latin typeface="Arial"/>
              <a:ea typeface="Arial"/>
              <a:cs typeface="Arial"/>
              <a:sym typeface="Arial"/>
            </a:endParaRPr>
          </a:p>
        </p:txBody>
      </p:sp>
      <p:sp>
        <p:nvSpPr>
          <p:cNvPr id="877" name="Google Shape;877;p10"/>
          <p:cNvSpPr/>
          <p:nvPr/>
        </p:nvSpPr>
        <p:spPr>
          <a:xfrm>
            <a:off x="2575408" y="4692133"/>
            <a:ext cx="424800" cy="688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878" name="Google Shape;878;p10"/>
          <p:cNvSpPr/>
          <p:nvPr/>
        </p:nvSpPr>
        <p:spPr>
          <a:xfrm>
            <a:off x="8468208" y="4692133"/>
            <a:ext cx="424800" cy="688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879" name="Google Shape;879;p10"/>
          <p:cNvSpPr txBox="1"/>
          <p:nvPr/>
        </p:nvSpPr>
        <p:spPr>
          <a:xfrm>
            <a:off x="1336675" y="5486400"/>
            <a:ext cx="4000000" cy="53350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Arial"/>
                <a:ea typeface="Arial"/>
                <a:cs typeface="Arial"/>
                <a:sym typeface="Arial"/>
              </a:rPr>
              <a:t>Centralized SCM (simple)</a:t>
            </a:r>
            <a:endParaRPr b="1" i="0" sz="1800" u="none" cap="none" strike="noStrike">
              <a:solidFill>
                <a:schemeClr val="dk1"/>
              </a:solidFill>
              <a:latin typeface="Arial"/>
              <a:ea typeface="Arial"/>
              <a:cs typeface="Arial"/>
              <a:sym typeface="Arial"/>
            </a:endParaRPr>
          </a:p>
        </p:txBody>
      </p:sp>
      <p:sp>
        <p:nvSpPr>
          <p:cNvPr id="880" name="Google Shape;880;p10"/>
          <p:cNvSpPr txBox="1"/>
          <p:nvPr/>
        </p:nvSpPr>
        <p:spPr>
          <a:xfrm>
            <a:off x="7534275" y="5486400"/>
            <a:ext cx="3362325" cy="53350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Arial"/>
                <a:ea typeface="Arial"/>
                <a:cs typeface="Arial"/>
                <a:sym typeface="Arial"/>
              </a:rPr>
              <a:t>Distributed SCM (flexible)</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1"/>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2.1.3 Diversity Across Projects: Choosing the Right Tool</a:t>
            </a:r>
            <a:endParaRPr/>
          </a:p>
        </p:txBody>
      </p:sp>
      <p:sp>
        <p:nvSpPr>
          <p:cNvPr id="886" name="Google Shape;886;p11"/>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is how team distribution impacts methodology selection:</a:t>
            </a:r>
            <a:endParaRPr/>
          </a:p>
          <a:p>
            <a:pPr indent="0" lvl="0" marL="0" rtl="0" algn="l">
              <a:lnSpc>
                <a:spcPct val="90000"/>
              </a:lnSpc>
              <a:spcBef>
                <a:spcPts val="838"/>
              </a:spcBef>
              <a:spcAft>
                <a:spcPts val="0"/>
              </a:spcAft>
              <a:buClr>
                <a:schemeClr val="dk1"/>
              </a:buClr>
              <a:buSzPts val="1800"/>
              <a:buNone/>
            </a:pPr>
            <a:r>
              <a:t/>
            </a:r>
            <a:endParaRPr/>
          </a:p>
        </p:txBody>
      </p:sp>
      <p:cxnSp>
        <p:nvCxnSpPr>
          <p:cNvPr id="887" name="Google Shape;887;p11"/>
          <p:cNvCxnSpPr>
            <a:stCxn id="888" idx="2"/>
            <a:endCxn id="889" idx="0"/>
          </p:cNvCxnSpPr>
          <p:nvPr/>
        </p:nvCxnSpPr>
        <p:spPr>
          <a:xfrm flipH="1" rot="-5400000">
            <a:off x="6739979" y="2158311"/>
            <a:ext cx="963600" cy="2736000"/>
          </a:xfrm>
          <a:prstGeom prst="bentConnector3">
            <a:avLst>
              <a:gd fmla="val 50003" name="adj1"/>
            </a:avLst>
          </a:prstGeom>
          <a:noFill/>
          <a:ln cap="flat" cmpd="sng" w="19050">
            <a:solidFill>
              <a:schemeClr val="dk1"/>
            </a:solidFill>
            <a:prstDash val="solid"/>
            <a:miter lim="8000"/>
            <a:headEnd len="sm" w="sm" type="none"/>
            <a:tailEnd len="sm" w="sm" type="none"/>
          </a:ln>
        </p:spPr>
      </p:cxnSp>
      <p:cxnSp>
        <p:nvCxnSpPr>
          <p:cNvPr id="890" name="Google Shape;890;p11"/>
          <p:cNvCxnSpPr>
            <a:stCxn id="891" idx="0"/>
            <a:endCxn id="888" idx="2"/>
          </p:cNvCxnSpPr>
          <p:nvPr/>
        </p:nvCxnSpPr>
        <p:spPr>
          <a:xfrm rot="-5400000">
            <a:off x="3897950" y="2052322"/>
            <a:ext cx="963600" cy="2948100"/>
          </a:xfrm>
          <a:prstGeom prst="bentConnector3">
            <a:avLst>
              <a:gd fmla="val 50003" name="adj1"/>
            </a:avLst>
          </a:prstGeom>
          <a:noFill/>
          <a:ln cap="flat" cmpd="sng" w="19050">
            <a:solidFill>
              <a:schemeClr val="dk1"/>
            </a:solidFill>
            <a:prstDash val="solid"/>
            <a:miter lim="8000"/>
            <a:headEnd len="sm" w="sm" type="none"/>
            <a:tailEnd len="sm" w="sm" type="none"/>
          </a:ln>
        </p:spPr>
      </p:cxnSp>
      <p:sp>
        <p:nvSpPr>
          <p:cNvPr id="891" name="Google Shape;891;p11"/>
          <p:cNvSpPr txBox="1"/>
          <p:nvPr/>
        </p:nvSpPr>
        <p:spPr>
          <a:xfrm>
            <a:off x="1672500" y="4008172"/>
            <a:ext cx="2466400" cy="579600"/>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Co-located Teams</a:t>
            </a:r>
            <a:endParaRPr b="1" i="0" sz="1867" u="none" cap="none" strike="noStrike">
              <a:solidFill>
                <a:schemeClr val="lt1"/>
              </a:solidFill>
              <a:latin typeface="Arial"/>
              <a:ea typeface="Arial"/>
              <a:cs typeface="Arial"/>
              <a:sym typeface="Arial"/>
            </a:endParaRPr>
          </a:p>
        </p:txBody>
      </p:sp>
      <p:sp>
        <p:nvSpPr>
          <p:cNvPr id="889" name="Google Shape;889;p11"/>
          <p:cNvSpPr txBox="1"/>
          <p:nvPr/>
        </p:nvSpPr>
        <p:spPr>
          <a:xfrm>
            <a:off x="7356475" y="4008172"/>
            <a:ext cx="2466400" cy="579600"/>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Remote Teams</a:t>
            </a:r>
            <a:endParaRPr b="1" i="0" sz="1867" u="none" cap="none" strike="noStrike">
              <a:solidFill>
                <a:schemeClr val="lt1"/>
              </a:solidFill>
              <a:latin typeface="Arial"/>
              <a:ea typeface="Arial"/>
              <a:cs typeface="Arial"/>
              <a:sym typeface="Arial"/>
            </a:endParaRPr>
          </a:p>
        </p:txBody>
      </p:sp>
      <p:sp>
        <p:nvSpPr>
          <p:cNvPr id="888" name="Google Shape;888;p11"/>
          <p:cNvSpPr txBox="1"/>
          <p:nvPr/>
        </p:nvSpPr>
        <p:spPr>
          <a:xfrm>
            <a:off x="4489379" y="1996911"/>
            <a:ext cx="2728800" cy="1047600"/>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  Team Distribution</a:t>
            </a:r>
            <a:endParaRPr b="1" i="0" sz="1867" u="none" cap="none" strike="noStrike">
              <a:solidFill>
                <a:schemeClr val="lt1"/>
              </a:solidFill>
              <a:latin typeface="Arial"/>
              <a:ea typeface="Arial"/>
              <a:cs typeface="Arial"/>
              <a:sym typeface="Arial"/>
            </a:endParaRPr>
          </a:p>
        </p:txBody>
      </p:sp>
      <p:sp>
        <p:nvSpPr>
          <p:cNvPr id="892" name="Google Shape;892;p11"/>
          <p:cNvSpPr/>
          <p:nvPr/>
        </p:nvSpPr>
        <p:spPr>
          <a:xfrm>
            <a:off x="2670658" y="4732597"/>
            <a:ext cx="424800" cy="688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893" name="Google Shape;893;p11"/>
          <p:cNvSpPr/>
          <p:nvPr/>
        </p:nvSpPr>
        <p:spPr>
          <a:xfrm>
            <a:off x="8563458" y="4732597"/>
            <a:ext cx="424800" cy="688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894" name="Google Shape;894;p11"/>
          <p:cNvSpPr txBox="1"/>
          <p:nvPr/>
        </p:nvSpPr>
        <p:spPr>
          <a:xfrm>
            <a:off x="1095458" y="5486400"/>
            <a:ext cx="4000000" cy="53350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Arial"/>
                <a:ea typeface="Arial"/>
                <a:cs typeface="Arial"/>
                <a:sym typeface="Arial"/>
              </a:rPr>
              <a:t>Centralized SCM (Coordination)</a:t>
            </a:r>
            <a:endParaRPr b="1" i="0" sz="1800" u="none" cap="none" strike="noStrike">
              <a:solidFill>
                <a:schemeClr val="dk1"/>
              </a:solidFill>
              <a:latin typeface="Arial"/>
              <a:ea typeface="Arial"/>
              <a:cs typeface="Arial"/>
              <a:sym typeface="Arial"/>
            </a:endParaRPr>
          </a:p>
        </p:txBody>
      </p:sp>
      <p:sp>
        <p:nvSpPr>
          <p:cNvPr id="895" name="Google Shape;895;p11"/>
          <p:cNvSpPr txBox="1"/>
          <p:nvPr/>
        </p:nvSpPr>
        <p:spPr>
          <a:xfrm>
            <a:off x="6775858" y="5486400"/>
            <a:ext cx="4000000" cy="53350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Arial"/>
                <a:ea typeface="Arial"/>
                <a:cs typeface="Arial"/>
                <a:sym typeface="Arial"/>
              </a:rPr>
              <a:t>Distributed SCM (Independent)</a:t>
            </a:r>
            <a:endParaRPr b="1" i="0" sz="1800" u="none" cap="none" strike="noStrike">
              <a:solidFill>
                <a:schemeClr val="dk1"/>
              </a:solidFill>
              <a:latin typeface="Arial"/>
              <a:ea typeface="Arial"/>
              <a:cs typeface="Arial"/>
              <a:sym typeface="Arial"/>
            </a:endParaRPr>
          </a:p>
        </p:txBody>
      </p:sp>
      <p:cxnSp>
        <p:nvCxnSpPr>
          <p:cNvPr id="896" name="Google Shape;896;p11"/>
          <p:cNvCxnSpPr/>
          <p:nvPr/>
        </p:nvCxnSpPr>
        <p:spPr>
          <a:xfrm>
            <a:off x="5855394" y="3049332"/>
            <a:ext cx="2719200" cy="958800"/>
          </a:xfrm>
          <a:prstGeom prst="bentConnector3">
            <a:avLst>
              <a:gd fmla="val 0" name="adj1"/>
            </a:avLst>
          </a:prstGeom>
          <a:noFill/>
          <a:ln cap="flat" cmpd="sng" w="19050">
            <a:solidFill>
              <a:schemeClr val="dk1"/>
            </a:solidFill>
            <a:prstDash val="solid"/>
            <a:miter lim="8000"/>
            <a:headEnd len="sm" w="sm" type="none"/>
            <a:tailEnd len="sm" w="sm" type="none"/>
          </a:ln>
        </p:spPr>
      </p:cxnSp>
      <p:cxnSp>
        <p:nvCxnSpPr>
          <p:cNvPr id="897" name="Google Shape;897;p11"/>
          <p:cNvCxnSpPr/>
          <p:nvPr/>
        </p:nvCxnSpPr>
        <p:spPr>
          <a:xfrm flipH="1" rot="10800000">
            <a:off x="2896174" y="3049371"/>
            <a:ext cx="2959200" cy="958800"/>
          </a:xfrm>
          <a:prstGeom prst="bentConnector3">
            <a:avLst>
              <a:gd fmla="val 0" name="adj1"/>
            </a:avLst>
          </a:prstGeom>
          <a:noFill/>
          <a:ln cap="flat" cmpd="sng" w="19050">
            <a:solidFill>
              <a:schemeClr val="dk1"/>
            </a:solidFill>
            <a:prstDash val="solid"/>
            <a:miter lim="8000"/>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2"/>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2.1.3 Diversity Across Projects: Choosing the Right Tool</a:t>
            </a:r>
            <a:endParaRPr/>
          </a:p>
        </p:txBody>
      </p:sp>
      <p:sp>
        <p:nvSpPr>
          <p:cNvPr id="903" name="Google Shape;903;p12"/>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is how collaboration preferences impacts methodology selection:</a:t>
            </a:r>
            <a:endParaRPr/>
          </a:p>
          <a:p>
            <a:pPr indent="0" lvl="0" marL="0" rtl="0" algn="l">
              <a:lnSpc>
                <a:spcPct val="90000"/>
              </a:lnSpc>
              <a:spcBef>
                <a:spcPts val="838"/>
              </a:spcBef>
              <a:spcAft>
                <a:spcPts val="0"/>
              </a:spcAft>
              <a:buClr>
                <a:schemeClr val="dk1"/>
              </a:buClr>
              <a:buSzPts val="1800"/>
              <a:buNone/>
            </a:pPr>
            <a:r>
              <a:t/>
            </a:r>
            <a:endParaRPr/>
          </a:p>
        </p:txBody>
      </p:sp>
      <p:sp>
        <p:nvSpPr>
          <p:cNvPr id="904" name="Google Shape;904;p12"/>
          <p:cNvSpPr txBox="1"/>
          <p:nvPr/>
        </p:nvSpPr>
        <p:spPr>
          <a:xfrm>
            <a:off x="541433" y="1358600"/>
            <a:ext cx="10336400" cy="440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None/>
            </a:pPr>
            <a:r>
              <a:t/>
            </a:r>
            <a:endParaRPr b="0" i="0" sz="2133" u="none" cap="none" strike="noStrike">
              <a:solidFill>
                <a:schemeClr val="dk2"/>
              </a:solidFill>
              <a:latin typeface="Arial"/>
              <a:ea typeface="Arial"/>
              <a:cs typeface="Arial"/>
              <a:sym typeface="Arial"/>
            </a:endParaRPr>
          </a:p>
        </p:txBody>
      </p:sp>
      <p:cxnSp>
        <p:nvCxnSpPr>
          <p:cNvPr id="905" name="Google Shape;905;p12"/>
          <p:cNvCxnSpPr>
            <a:stCxn id="906" idx="2"/>
            <a:endCxn id="907" idx="0"/>
          </p:cNvCxnSpPr>
          <p:nvPr/>
        </p:nvCxnSpPr>
        <p:spPr>
          <a:xfrm flipH="1" rot="-5400000">
            <a:off x="6739979" y="2158311"/>
            <a:ext cx="963600" cy="2736000"/>
          </a:xfrm>
          <a:prstGeom prst="bentConnector3">
            <a:avLst>
              <a:gd fmla="val 50003" name="adj1"/>
            </a:avLst>
          </a:prstGeom>
          <a:noFill/>
          <a:ln cap="flat" cmpd="sng" w="19050">
            <a:solidFill>
              <a:schemeClr val="dk1"/>
            </a:solidFill>
            <a:prstDash val="solid"/>
            <a:miter lim="8000"/>
            <a:headEnd len="sm" w="sm" type="none"/>
            <a:tailEnd len="sm" w="sm" type="none"/>
          </a:ln>
        </p:spPr>
      </p:cxnSp>
      <p:cxnSp>
        <p:nvCxnSpPr>
          <p:cNvPr id="908" name="Google Shape;908;p12"/>
          <p:cNvCxnSpPr>
            <a:stCxn id="909" idx="0"/>
            <a:endCxn id="906" idx="2"/>
          </p:cNvCxnSpPr>
          <p:nvPr/>
        </p:nvCxnSpPr>
        <p:spPr>
          <a:xfrm rot="-5400000">
            <a:off x="3897950" y="2052322"/>
            <a:ext cx="963600" cy="2948100"/>
          </a:xfrm>
          <a:prstGeom prst="bentConnector3">
            <a:avLst>
              <a:gd fmla="val 50003" name="adj1"/>
            </a:avLst>
          </a:prstGeom>
          <a:noFill/>
          <a:ln cap="flat" cmpd="sng" w="19050">
            <a:solidFill>
              <a:schemeClr val="dk1"/>
            </a:solidFill>
            <a:prstDash val="solid"/>
            <a:miter lim="8000"/>
            <a:headEnd len="sm" w="sm" type="none"/>
            <a:tailEnd len="sm" w="sm" type="none"/>
          </a:ln>
        </p:spPr>
      </p:cxnSp>
      <p:sp>
        <p:nvSpPr>
          <p:cNvPr id="909" name="Google Shape;909;p12"/>
          <p:cNvSpPr txBox="1"/>
          <p:nvPr/>
        </p:nvSpPr>
        <p:spPr>
          <a:xfrm>
            <a:off x="1672500" y="4008172"/>
            <a:ext cx="2466400" cy="579600"/>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Co-located Teams</a:t>
            </a:r>
            <a:endParaRPr b="1" i="0" sz="1867" u="none" cap="none" strike="noStrike">
              <a:solidFill>
                <a:schemeClr val="lt1"/>
              </a:solidFill>
              <a:latin typeface="Arial"/>
              <a:ea typeface="Arial"/>
              <a:cs typeface="Arial"/>
              <a:sym typeface="Arial"/>
            </a:endParaRPr>
          </a:p>
        </p:txBody>
      </p:sp>
      <p:sp>
        <p:nvSpPr>
          <p:cNvPr id="907" name="Google Shape;907;p12"/>
          <p:cNvSpPr txBox="1"/>
          <p:nvPr/>
        </p:nvSpPr>
        <p:spPr>
          <a:xfrm>
            <a:off x="7356475" y="4008172"/>
            <a:ext cx="2466400" cy="579600"/>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Remote Teams</a:t>
            </a:r>
            <a:endParaRPr b="1" i="0" sz="1867" u="none" cap="none" strike="noStrike">
              <a:solidFill>
                <a:schemeClr val="lt1"/>
              </a:solidFill>
              <a:latin typeface="Arial"/>
              <a:ea typeface="Arial"/>
              <a:cs typeface="Arial"/>
              <a:sym typeface="Arial"/>
            </a:endParaRPr>
          </a:p>
        </p:txBody>
      </p:sp>
      <p:sp>
        <p:nvSpPr>
          <p:cNvPr id="906" name="Google Shape;906;p12"/>
          <p:cNvSpPr txBox="1"/>
          <p:nvPr/>
        </p:nvSpPr>
        <p:spPr>
          <a:xfrm>
            <a:off x="4489379" y="1996911"/>
            <a:ext cx="2728800" cy="1047600"/>
          </a:xfrm>
          <a:prstGeom prst="rect">
            <a:avLst/>
          </a:prstGeom>
          <a:solidFill>
            <a:srgbClr val="224970"/>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121900" lIns="121900" spcFirstLastPara="1" rIns="121900" wrap="square" tIns="121900">
            <a:noAutofit/>
          </a:bodyPr>
          <a:lstStyle/>
          <a:p>
            <a:pPr indent="0" lvl="0" marL="0" marR="0" rtl="0" algn="ctr">
              <a:lnSpc>
                <a:spcPct val="115000"/>
              </a:lnSpc>
              <a:spcBef>
                <a:spcPts val="0"/>
              </a:spcBef>
              <a:spcAft>
                <a:spcPts val="0"/>
              </a:spcAft>
              <a:buNone/>
            </a:pPr>
            <a:r>
              <a:rPr b="1" i="0" lang="en" sz="1867" u="none" cap="none" strike="noStrike">
                <a:solidFill>
                  <a:schemeClr val="lt1"/>
                </a:solidFill>
                <a:latin typeface="Arial"/>
                <a:ea typeface="Arial"/>
                <a:cs typeface="Arial"/>
                <a:sym typeface="Arial"/>
              </a:rPr>
              <a:t> Collaboration Preferences</a:t>
            </a:r>
            <a:endParaRPr b="1" i="0" sz="1867" u="none" cap="none" strike="noStrike">
              <a:solidFill>
                <a:schemeClr val="lt1"/>
              </a:solidFill>
              <a:latin typeface="Arial"/>
              <a:ea typeface="Arial"/>
              <a:cs typeface="Arial"/>
              <a:sym typeface="Arial"/>
            </a:endParaRPr>
          </a:p>
        </p:txBody>
      </p:sp>
      <p:sp>
        <p:nvSpPr>
          <p:cNvPr id="910" name="Google Shape;910;p12"/>
          <p:cNvSpPr/>
          <p:nvPr/>
        </p:nvSpPr>
        <p:spPr>
          <a:xfrm>
            <a:off x="2670658" y="4732597"/>
            <a:ext cx="424800" cy="688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911" name="Google Shape;911;p12"/>
          <p:cNvSpPr/>
          <p:nvPr/>
        </p:nvSpPr>
        <p:spPr>
          <a:xfrm>
            <a:off x="8563458" y="4732597"/>
            <a:ext cx="424800" cy="688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912" name="Google Shape;912;p12"/>
          <p:cNvSpPr txBox="1"/>
          <p:nvPr/>
        </p:nvSpPr>
        <p:spPr>
          <a:xfrm>
            <a:off x="1095458" y="5486400"/>
            <a:ext cx="4000000" cy="53350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Arial"/>
                <a:ea typeface="Arial"/>
                <a:cs typeface="Arial"/>
                <a:sym typeface="Arial"/>
              </a:rPr>
              <a:t>Centralized SCM (Coordination)</a:t>
            </a:r>
            <a:endParaRPr/>
          </a:p>
        </p:txBody>
      </p:sp>
      <p:sp>
        <p:nvSpPr>
          <p:cNvPr id="913" name="Google Shape;913;p12"/>
          <p:cNvSpPr txBox="1"/>
          <p:nvPr/>
        </p:nvSpPr>
        <p:spPr>
          <a:xfrm>
            <a:off x="6775858" y="5486400"/>
            <a:ext cx="4593412" cy="52318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Arial"/>
                <a:ea typeface="Arial"/>
                <a:cs typeface="Arial"/>
                <a:sym typeface="Arial"/>
              </a:rPr>
              <a:t>Distributed SCM (Parallel Development) </a:t>
            </a:r>
            <a:endParaRPr/>
          </a:p>
        </p:txBody>
      </p:sp>
      <p:cxnSp>
        <p:nvCxnSpPr>
          <p:cNvPr id="914" name="Google Shape;914;p12"/>
          <p:cNvCxnSpPr/>
          <p:nvPr/>
        </p:nvCxnSpPr>
        <p:spPr>
          <a:xfrm>
            <a:off x="5855394" y="3049332"/>
            <a:ext cx="2719200" cy="958800"/>
          </a:xfrm>
          <a:prstGeom prst="bentConnector3">
            <a:avLst>
              <a:gd fmla="val 0" name="adj1"/>
            </a:avLst>
          </a:prstGeom>
          <a:noFill/>
          <a:ln cap="flat" cmpd="sng" w="19050">
            <a:solidFill>
              <a:schemeClr val="dk1"/>
            </a:solidFill>
            <a:prstDash val="solid"/>
            <a:miter lim="8000"/>
            <a:headEnd len="sm" w="sm" type="none"/>
            <a:tailEnd len="sm" w="sm" type="none"/>
          </a:ln>
        </p:spPr>
      </p:cxnSp>
      <p:cxnSp>
        <p:nvCxnSpPr>
          <p:cNvPr id="915" name="Google Shape;915;p12"/>
          <p:cNvCxnSpPr/>
          <p:nvPr/>
        </p:nvCxnSpPr>
        <p:spPr>
          <a:xfrm flipH="1" rot="10800000">
            <a:off x="2896174" y="3049371"/>
            <a:ext cx="2959200" cy="958800"/>
          </a:xfrm>
          <a:prstGeom prst="bentConnector3">
            <a:avLst>
              <a:gd fmla="val 0" name="adj1"/>
            </a:avLst>
          </a:prstGeom>
          <a:noFill/>
          <a:ln cap="flat" cmpd="sng" w="19050">
            <a:solidFill>
              <a:schemeClr val="dk1"/>
            </a:solidFill>
            <a:prstDash val="solid"/>
            <a:miter lim="8000"/>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3"/>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921" name="Google Shape;921;p13"/>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a:pPr>
            <a:r>
              <a:rPr lang="en"/>
              <a:t>What is a potential drawback of a Centralized SCM system in the context of a "Single Point of Failure"?</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342900" lvl="1" marL="800100" rtl="0" algn="l">
              <a:lnSpc>
                <a:spcPct val="90000"/>
              </a:lnSpc>
              <a:spcBef>
                <a:spcPts val="500"/>
              </a:spcBef>
              <a:spcAft>
                <a:spcPts val="0"/>
              </a:spcAft>
              <a:buClr>
                <a:schemeClr val="dk1"/>
              </a:buClr>
              <a:buSzPts val="1800"/>
              <a:buFont typeface="Calibri"/>
              <a:buAutoNum type="alphaUcPeriod"/>
            </a:pPr>
            <a:r>
              <a:rPr b="1" lang="en"/>
              <a:t>Improved collaboration</a:t>
            </a:r>
            <a:endParaRPr/>
          </a:p>
          <a:p>
            <a:pPr indent="-342900" lvl="1" marL="800100" rtl="0" algn="l">
              <a:lnSpc>
                <a:spcPct val="90000"/>
              </a:lnSpc>
              <a:spcBef>
                <a:spcPts val="500"/>
              </a:spcBef>
              <a:spcAft>
                <a:spcPts val="0"/>
              </a:spcAft>
              <a:buClr>
                <a:schemeClr val="dk1"/>
              </a:buClr>
              <a:buSzPts val="1800"/>
              <a:buFont typeface="Calibri"/>
              <a:buAutoNum type="alphaUcPeriod"/>
            </a:pPr>
            <a:r>
              <a:rPr b="1" lang="en"/>
              <a:t>Enhanced version control</a:t>
            </a:r>
            <a:endParaRPr/>
          </a:p>
          <a:p>
            <a:pPr indent="-342900" lvl="1" marL="800100" rtl="0" algn="l">
              <a:lnSpc>
                <a:spcPct val="90000"/>
              </a:lnSpc>
              <a:spcBef>
                <a:spcPts val="500"/>
              </a:spcBef>
              <a:spcAft>
                <a:spcPts val="0"/>
              </a:spcAft>
              <a:buClr>
                <a:schemeClr val="dk1"/>
              </a:buClr>
              <a:buSzPts val="1800"/>
              <a:buFont typeface="Calibri"/>
              <a:buAutoNum type="alphaUcPeriod"/>
            </a:pPr>
            <a:r>
              <a:rPr b="1" lang="en"/>
              <a:t>Risk of disruption if the central server experiences issues</a:t>
            </a:r>
            <a:endParaRPr/>
          </a:p>
          <a:p>
            <a:pPr indent="-342900" lvl="1" marL="800100" rtl="0" algn="l">
              <a:lnSpc>
                <a:spcPct val="90000"/>
              </a:lnSpc>
              <a:spcBef>
                <a:spcPts val="500"/>
              </a:spcBef>
              <a:spcAft>
                <a:spcPts val="0"/>
              </a:spcAft>
              <a:buClr>
                <a:schemeClr val="dk1"/>
              </a:buClr>
              <a:buSzPts val="1800"/>
              <a:buFont typeface="Calibri"/>
              <a:buAutoNum type="alphaUcPeriod"/>
            </a:pPr>
            <a:r>
              <a:rPr b="1" lang="en"/>
              <a:t>Greater offline functionality</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4"/>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927" name="Google Shape;927;p14"/>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startAt="2"/>
            </a:pPr>
            <a:r>
              <a:rPr lang="en"/>
              <a:t>What is a key characteristic of Centralized SCM?</a:t>
            </a:r>
            <a:endParaRPr/>
          </a:p>
          <a:p>
            <a:pPr indent="-228600" lvl="0" marL="342900" rtl="0" algn="l">
              <a:lnSpc>
                <a:spcPct val="90000"/>
              </a:lnSpc>
              <a:spcBef>
                <a:spcPts val="1000"/>
              </a:spcBef>
              <a:spcAft>
                <a:spcPts val="0"/>
              </a:spcAft>
              <a:buClr>
                <a:schemeClr val="dk1"/>
              </a:buClr>
              <a:buSzPts val="1800"/>
              <a:buFont typeface="Calibri"/>
              <a:buNone/>
            </a:pPr>
            <a:r>
              <a:t/>
            </a:r>
            <a:endParaRPr b="1"/>
          </a:p>
          <a:p>
            <a:pPr indent="-438150" lvl="1" marL="800100" rtl="0" algn="l">
              <a:lnSpc>
                <a:spcPct val="90000"/>
              </a:lnSpc>
              <a:spcBef>
                <a:spcPts val="500"/>
              </a:spcBef>
              <a:spcAft>
                <a:spcPts val="0"/>
              </a:spcAft>
              <a:buClr>
                <a:schemeClr val="dk1"/>
              </a:buClr>
              <a:buSzPts val="1800"/>
              <a:buFont typeface="Calibri"/>
              <a:buAutoNum type="alphaUcPeriod"/>
            </a:pPr>
            <a:r>
              <a:rPr b="1" lang="en"/>
              <a:t>Each developer has a complete local copy of the project repository.</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Control and versioning are distributed among team members.</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Project assets are stored in multiple decentralized repositories.</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All code and project files are stored in a single, centralized repository.</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5"/>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933" name="Google Shape;933;p15"/>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startAt="3"/>
            </a:pPr>
            <a:r>
              <a:rPr lang="en"/>
              <a:t>What is a key characteristic of Centralized SCM?</a:t>
            </a:r>
            <a:endParaRPr/>
          </a:p>
          <a:p>
            <a:pPr indent="-228600" lvl="0" marL="342900" rtl="0" algn="l">
              <a:lnSpc>
                <a:spcPct val="90000"/>
              </a:lnSpc>
              <a:spcBef>
                <a:spcPts val="1000"/>
              </a:spcBef>
              <a:spcAft>
                <a:spcPts val="0"/>
              </a:spcAft>
              <a:buClr>
                <a:schemeClr val="dk1"/>
              </a:buClr>
              <a:buSzPts val="1800"/>
              <a:buFont typeface="Calibri"/>
              <a:buNone/>
            </a:pPr>
            <a:r>
              <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Each developer has a complete local copy of the project repository.</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Control and versioning are distributed among team members.</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Project assets are stored in multiple decentralized repositories.</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All code and project files are stored in a single, centralized repository.</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6"/>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939" name="Google Shape;939;p16"/>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startAt="4"/>
            </a:pPr>
            <a:r>
              <a:rPr lang="en"/>
              <a:t>What defines Distributed Software Configuration Management (Distributed SCM)?</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A system with a single central repository</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Each developer maintaining a complete copy of the project repository</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A system that relies on constant server connectivity</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A system with limited offline functionality</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7"/>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2.2.0 Introduction to Popular SCM Tools</a:t>
            </a:r>
            <a:endParaRPr/>
          </a:p>
        </p:txBody>
      </p:sp>
      <p:sp>
        <p:nvSpPr>
          <p:cNvPr id="945" name="Google Shape;945;p17"/>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Teams often evaluate SCM tools based on specific criteria such as:</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sp>
        <p:nvSpPr>
          <p:cNvPr id="946" name="Google Shape;946;p17"/>
          <p:cNvSpPr txBox="1"/>
          <p:nvPr/>
        </p:nvSpPr>
        <p:spPr>
          <a:xfrm>
            <a:off x="321733" y="1439333"/>
            <a:ext cx="11751600" cy="575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1600"/>
              </a:spcBef>
              <a:spcAft>
                <a:spcPts val="0"/>
              </a:spcAft>
              <a:buNone/>
            </a:pPr>
            <a:r>
              <a:t/>
            </a:r>
            <a:endParaRPr b="0" i="0" sz="2400" u="none" cap="none" strike="noStrike">
              <a:solidFill>
                <a:schemeClr val="dk2"/>
              </a:solidFill>
              <a:latin typeface="Arial"/>
              <a:ea typeface="Arial"/>
              <a:cs typeface="Arial"/>
              <a:sym typeface="Arial"/>
            </a:endParaRPr>
          </a:p>
        </p:txBody>
      </p:sp>
      <p:sp>
        <p:nvSpPr>
          <p:cNvPr id="947" name="Google Shape;947;p17"/>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Software Configuration Management (SCM) tools are essential for version control, collaboration, and managing changes in software development.</a:t>
            </a:r>
            <a:endParaRPr/>
          </a:p>
        </p:txBody>
      </p:sp>
      <p:sp>
        <p:nvSpPr>
          <p:cNvPr id="948" name="Google Shape;948;p17"/>
          <p:cNvSpPr/>
          <p:nvPr/>
        </p:nvSpPr>
        <p:spPr>
          <a:xfrm>
            <a:off x="1466850" y="1875493"/>
            <a:ext cx="2740530" cy="692296"/>
          </a:xfrm>
          <a:prstGeom prst="roundRect">
            <a:avLst>
              <a:gd fmla="val 16667" name="adj"/>
            </a:avLst>
          </a:prstGeom>
          <a:solidFill>
            <a:srgbClr val="1E4062"/>
          </a:solidFill>
          <a:ln cap="flat" cmpd="sng" w="38100">
            <a:solidFill>
              <a:schemeClr val="l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800" u="none" cap="none" strike="noStrike">
                <a:solidFill>
                  <a:schemeClr val="lt1"/>
                </a:solidFill>
                <a:latin typeface="Arial"/>
                <a:ea typeface="Arial"/>
                <a:cs typeface="Arial"/>
                <a:sym typeface="Arial"/>
              </a:rPr>
              <a:t>Distributed vs. Centralized Control</a:t>
            </a:r>
            <a:endParaRPr/>
          </a:p>
        </p:txBody>
      </p:sp>
      <p:sp>
        <p:nvSpPr>
          <p:cNvPr id="949" name="Google Shape;949;p17"/>
          <p:cNvSpPr/>
          <p:nvPr/>
        </p:nvSpPr>
        <p:spPr>
          <a:xfrm>
            <a:off x="1466850" y="2723255"/>
            <a:ext cx="2740530" cy="2290253"/>
          </a:xfrm>
          <a:prstGeom prst="roundRect">
            <a:avLst>
              <a:gd fmla="val 9301" name="adj"/>
            </a:avLst>
          </a:prstGeom>
          <a:solidFill>
            <a:srgbClr val="1E4062"/>
          </a:solidFill>
          <a:ln cap="flat" cmpd="sng" w="38100">
            <a:solidFill>
              <a:schemeClr val="l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360363" lvl="0" marL="360363" marR="0" rtl="0" algn="l">
              <a:lnSpc>
                <a:spcPct val="100000"/>
              </a:lnSpc>
              <a:spcBef>
                <a:spcPts val="0"/>
              </a:spcBef>
              <a:spcAft>
                <a:spcPts val="0"/>
              </a:spcAft>
              <a:buClr>
                <a:schemeClr val="lt1"/>
              </a:buClr>
              <a:buSzPts val="1600"/>
              <a:buFont typeface="Noto Sans Symbols"/>
              <a:buChar char="⭲"/>
            </a:pPr>
            <a:r>
              <a:rPr b="0" i="0" lang="en" sz="1600" u="none" cap="none" strike="noStrike">
                <a:solidFill>
                  <a:schemeClr val="lt1"/>
                </a:solidFill>
                <a:latin typeface="Arial"/>
                <a:ea typeface="Arial"/>
                <a:cs typeface="Arial"/>
                <a:sym typeface="Arial"/>
              </a:rPr>
              <a:t>Understanding whether a tool offers a distributed or centralized version control system.</a:t>
            </a:r>
            <a:endParaRPr/>
          </a:p>
        </p:txBody>
      </p:sp>
      <p:sp>
        <p:nvSpPr>
          <p:cNvPr id="950" name="Google Shape;950;p17"/>
          <p:cNvSpPr/>
          <p:nvPr/>
        </p:nvSpPr>
        <p:spPr>
          <a:xfrm>
            <a:off x="4569330" y="1875493"/>
            <a:ext cx="2739600" cy="692296"/>
          </a:xfrm>
          <a:prstGeom prst="roundRect">
            <a:avLst>
              <a:gd fmla="val 16667" name="adj"/>
            </a:avLst>
          </a:prstGeom>
          <a:solidFill>
            <a:srgbClr val="30669C"/>
          </a:solidFill>
          <a:ln cap="flat" cmpd="sng" w="38100">
            <a:solidFill>
              <a:schemeClr val="l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800" u="none" cap="none" strike="noStrike">
                <a:solidFill>
                  <a:schemeClr val="lt1"/>
                </a:solidFill>
                <a:latin typeface="Arial"/>
                <a:ea typeface="Arial"/>
                <a:cs typeface="Arial"/>
                <a:sym typeface="Arial"/>
              </a:rPr>
              <a:t>Popularity and Community Support</a:t>
            </a:r>
            <a:endParaRPr/>
          </a:p>
        </p:txBody>
      </p:sp>
      <p:sp>
        <p:nvSpPr>
          <p:cNvPr id="951" name="Google Shape;951;p17"/>
          <p:cNvSpPr/>
          <p:nvPr/>
        </p:nvSpPr>
        <p:spPr>
          <a:xfrm>
            <a:off x="4569330" y="2719997"/>
            <a:ext cx="2739600" cy="2290253"/>
          </a:xfrm>
          <a:prstGeom prst="roundRect">
            <a:avLst>
              <a:gd fmla="val 9792" name="adj"/>
            </a:avLst>
          </a:prstGeom>
          <a:solidFill>
            <a:srgbClr val="30669C"/>
          </a:solidFill>
          <a:ln cap="flat" cmpd="sng" w="38100">
            <a:solidFill>
              <a:schemeClr val="l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lt1"/>
              </a:buClr>
              <a:buSzPts val="1600"/>
              <a:buFont typeface="Noto Sans Symbols"/>
              <a:buChar char="⭲"/>
            </a:pPr>
            <a:r>
              <a:rPr b="0" i="0" lang="en" sz="1600" u="none" cap="none" strike="noStrike">
                <a:solidFill>
                  <a:schemeClr val="lt1"/>
                </a:solidFill>
                <a:latin typeface="Arial"/>
                <a:ea typeface="Arial"/>
                <a:cs typeface="Arial"/>
                <a:sym typeface="Arial"/>
              </a:rPr>
              <a:t>Examining the popularity of a tool within the development community and the availability of community support.</a:t>
            </a:r>
            <a:endParaRPr/>
          </a:p>
        </p:txBody>
      </p:sp>
      <p:sp>
        <p:nvSpPr>
          <p:cNvPr id="952" name="Google Shape;952;p17"/>
          <p:cNvSpPr/>
          <p:nvPr/>
        </p:nvSpPr>
        <p:spPr>
          <a:xfrm>
            <a:off x="7670880" y="1841121"/>
            <a:ext cx="2739600" cy="726667"/>
          </a:xfrm>
          <a:prstGeom prst="roundRect">
            <a:avLst>
              <a:gd fmla="val 16667" name="adj"/>
            </a:avLst>
          </a:prstGeom>
          <a:solidFill>
            <a:srgbClr val="5B94CD"/>
          </a:solidFill>
          <a:ln cap="flat" cmpd="sng" w="38100">
            <a:solidFill>
              <a:schemeClr val="l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800" u="none" cap="none" strike="noStrike">
                <a:solidFill>
                  <a:schemeClr val="lt1"/>
                </a:solidFill>
                <a:latin typeface="Arial"/>
                <a:ea typeface="Arial"/>
                <a:cs typeface="Arial"/>
                <a:sym typeface="Arial"/>
              </a:rPr>
              <a:t>Ease of Use and Flexibility</a:t>
            </a:r>
            <a:endParaRPr/>
          </a:p>
        </p:txBody>
      </p:sp>
      <p:sp>
        <p:nvSpPr>
          <p:cNvPr id="953" name="Google Shape;953;p17"/>
          <p:cNvSpPr/>
          <p:nvPr/>
        </p:nvSpPr>
        <p:spPr>
          <a:xfrm>
            <a:off x="7687067" y="2719997"/>
            <a:ext cx="2739600" cy="2290253"/>
          </a:xfrm>
          <a:prstGeom prst="roundRect">
            <a:avLst>
              <a:gd fmla="val 11265" name="adj"/>
            </a:avLst>
          </a:prstGeom>
          <a:solidFill>
            <a:srgbClr val="5B94CD"/>
          </a:solidFill>
          <a:ln cap="flat" cmpd="sng" w="38100">
            <a:solidFill>
              <a:schemeClr val="l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lt1"/>
              </a:buClr>
              <a:buSzPts val="1600"/>
              <a:buFont typeface="Noto Sans Symbols"/>
              <a:buChar char="⭲"/>
            </a:pPr>
            <a:r>
              <a:rPr b="0" i="0" lang="en" sz="1600" u="none" cap="none" strike="noStrike">
                <a:solidFill>
                  <a:schemeClr val="lt1"/>
                </a:solidFill>
                <a:latin typeface="Arial"/>
                <a:ea typeface="Arial"/>
                <a:cs typeface="Arial"/>
                <a:sym typeface="Arial"/>
              </a:rPr>
              <a:t>Assessing the tool's user-friendliness and adaptability to different project structures.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18"/>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2.2.1  Git - Distributed Version Control</a:t>
            </a:r>
            <a:endParaRPr/>
          </a:p>
        </p:txBody>
      </p:sp>
      <p:sp>
        <p:nvSpPr>
          <p:cNvPr id="959" name="Google Shape;959;p18"/>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the key features of Git:</a:t>
            </a:r>
            <a:endParaRPr/>
          </a:p>
          <a:p>
            <a:pPr indent="-285750" lvl="1" marL="285750" rtl="0" algn="l">
              <a:lnSpc>
                <a:spcPct val="90000"/>
              </a:lnSpc>
              <a:spcBef>
                <a:spcPts val="838"/>
              </a:spcBef>
              <a:spcAft>
                <a:spcPts val="0"/>
              </a:spcAft>
              <a:buClr>
                <a:schemeClr val="dk1"/>
              </a:buClr>
              <a:buSzPts val="1800"/>
              <a:buChar char="⭲"/>
            </a:pPr>
            <a:r>
              <a:rPr lang="en"/>
              <a:t>Distributed Control</a:t>
            </a:r>
            <a:endParaRPr/>
          </a:p>
          <a:p>
            <a:pPr indent="-285750" lvl="1" marL="285750" rtl="0" algn="l">
              <a:lnSpc>
                <a:spcPct val="90000"/>
              </a:lnSpc>
              <a:spcBef>
                <a:spcPts val="838"/>
              </a:spcBef>
              <a:spcAft>
                <a:spcPts val="0"/>
              </a:spcAft>
              <a:buClr>
                <a:schemeClr val="dk1"/>
              </a:buClr>
              <a:buSzPts val="1800"/>
              <a:buChar char="⭲"/>
            </a:pPr>
            <a:r>
              <a:rPr lang="en"/>
              <a:t>Branching and Merging</a:t>
            </a:r>
            <a:endParaRPr/>
          </a:p>
          <a:p>
            <a:pPr indent="-285750" lvl="1" marL="285750" rtl="0" algn="l">
              <a:lnSpc>
                <a:spcPct val="90000"/>
              </a:lnSpc>
              <a:spcBef>
                <a:spcPts val="838"/>
              </a:spcBef>
              <a:spcAft>
                <a:spcPts val="0"/>
              </a:spcAft>
              <a:buClr>
                <a:schemeClr val="dk1"/>
              </a:buClr>
              <a:buSzPts val="1800"/>
              <a:buChar char="⭲"/>
            </a:pPr>
            <a:r>
              <a:rPr lang="en"/>
              <a:t>Strong community support</a:t>
            </a:r>
            <a:endParaRPr/>
          </a:p>
          <a:p>
            <a:pPr indent="-285750" lvl="1" marL="285750" rtl="0" algn="l">
              <a:lnSpc>
                <a:spcPct val="90000"/>
              </a:lnSpc>
              <a:spcBef>
                <a:spcPts val="838"/>
              </a:spcBef>
              <a:spcAft>
                <a:spcPts val="0"/>
              </a:spcAft>
              <a:buClr>
                <a:schemeClr val="dk1"/>
              </a:buClr>
              <a:buSzPts val="1800"/>
              <a:buChar char="⭲"/>
            </a:pPr>
            <a:r>
              <a:rPr lang="en"/>
              <a:t>Speed and efficiency</a:t>
            </a:r>
            <a:endParaRPr/>
          </a:p>
          <a:p>
            <a:pPr indent="-285750" lvl="1" marL="285750" rtl="0" algn="l">
              <a:lnSpc>
                <a:spcPct val="90000"/>
              </a:lnSpc>
              <a:spcBef>
                <a:spcPts val="838"/>
              </a:spcBef>
              <a:spcAft>
                <a:spcPts val="0"/>
              </a:spcAft>
              <a:buClr>
                <a:schemeClr val="dk1"/>
              </a:buClr>
              <a:buSzPts val="1800"/>
              <a:buChar char="⭲"/>
            </a:pPr>
            <a:r>
              <a:rPr lang="en"/>
              <a:t>Security and Integrity</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pic>
        <p:nvPicPr>
          <p:cNvPr id="960" name="Google Shape;960;p18"/>
          <p:cNvPicPr preferRelativeResize="0"/>
          <p:nvPr/>
        </p:nvPicPr>
        <p:blipFill rotWithShape="1">
          <a:blip r:embed="rId3">
            <a:alphaModFix/>
          </a:blip>
          <a:srcRect b="0" l="0" r="0" t="0"/>
          <a:stretch/>
        </p:blipFill>
        <p:spPr>
          <a:xfrm>
            <a:off x="5994409" y="2311401"/>
            <a:ext cx="5505451" cy="2578100"/>
          </a:xfrm>
          <a:prstGeom prst="rect">
            <a:avLst/>
          </a:prstGeom>
          <a:noFill/>
          <a:ln>
            <a:noFill/>
          </a:ln>
        </p:spPr>
      </p:pic>
      <p:sp>
        <p:nvSpPr>
          <p:cNvPr id="961" name="Google Shape;961;p18"/>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Git is a widely adopted distributed version control system renowned for its speed, flexibility, and collaborative features.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9"/>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2.2.1  Git Use-Cases</a:t>
            </a:r>
            <a:endParaRPr/>
          </a:p>
        </p:txBody>
      </p:sp>
      <p:sp>
        <p:nvSpPr>
          <p:cNvPr id="967" name="Google Shape;967;p19"/>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some prominent use cases where Git is particularly beneficial</a:t>
            </a:r>
            <a:endParaRPr/>
          </a:p>
          <a:p>
            <a:pPr indent="-285750" lvl="1" marL="285750" rtl="0" algn="l">
              <a:lnSpc>
                <a:spcPct val="90000"/>
              </a:lnSpc>
              <a:spcBef>
                <a:spcPts val="838"/>
              </a:spcBef>
              <a:spcAft>
                <a:spcPts val="0"/>
              </a:spcAft>
              <a:buClr>
                <a:schemeClr val="dk1"/>
              </a:buClr>
              <a:buSzPts val="1800"/>
              <a:buChar char="⭲"/>
            </a:pPr>
            <a:r>
              <a:rPr lang="en"/>
              <a:t>Collaborative Software Development:</a:t>
            </a:r>
            <a:endParaRPr/>
          </a:p>
          <a:p>
            <a:pPr indent="-285750" lvl="1" marL="285750" rtl="0" algn="l">
              <a:lnSpc>
                <a:spcPct val="90000"/>
              </a:lnSpc>
              <a:spcBef>
                <a:spcPts val="838"/>
              </a:spcBef>
              <a:spcAft>
                <a:spcPts val="0"/>
              </a:spcAft>
              <a:buClr>
                <a:schemeClr val="dk1"/>
              </a:buClr>
              <a:buSzPts val="1800"/>
              <a:buChar char="⭲"/>
            </a:pPr>
            <a:r>
              <a:rPr lang="en"/>
              <a:t>Open-Source Projects</a:t>
            </a:r>
            <a:endParaRPr/>
          </a:p>
          <a:p>
            <a:pPr indent="-285750" lvl="1" marL="285750" rtl="0" algn="l">
              <a:lnSpc>
                <a:spcPct val="90000"/>
              </a:lnSpc>
              <a:spcBef>
                <a:spcPts val="838"/>
              </a:spcBef>
              <a:spcAft>
                <a:spcPts val="0"/>
              </a:spcAft>
              <a:buClr>
                <a:schemeClr val="dk1"/>
              </a:buClr>
              <a:buSzPts val="1800"/>
              <a:buChar char="⭲"/>
            </a:pPr>
            <a:r>
              <a:rPr lang="en"/>
              <a:t>Enterprise Software Development</a:t>
            </a:r>
            <a:endParaRPr/>
          </a:p>
          <a:p>
            <a:pPr indent="-285750" lvl="1" marL="285750" rtl="0" algn="l">
              <a:lnSpc>
                <a:spcPct val="90000"/>
              </a:lnSpc>
              <a:spcBef>
                <a:spcPts val="838"/>
              </a:spcBef>
              <a:spcAft>
                <a:spcPts val="0"/>
              </a:spcAft>
              <a:buClr>
                <a:schemeClr val="dk1"/>
              </a:buClr>
              <a:buSzPts val="1800"/>
              <a:buChar char="⭲"/>
            </a:pPr>
            <a:r>
              <a:rPr lang="en"/>
              <a:t>Continuous Integration and Continuous Deployment (CI/CD)</a:t>
            </a:r>
            <a:endParaRPr/>
          </a:p>
          <a:p>
            <a:pPr indent="-285750" lvl="1" marL="285750" rtl="0" algn="l">
              <a:lnSpc>
                <a:spcPct val="90000"/>
              </a:lnSpc>
              <a:spcBef>
                <a:spcPts val="838"/>
              </a:spcBef>
              <a:spcAft>
                <a:spcPts val="0"/>
              </a:spcAft>
              <a:buClr>
                <a:schemeClr val="dk1"/>
              </a:buClr>
              <a:buSzPts val="1800"/>
              <a:buChar char="⭲"/>
            </a:pPr>
            <a:r>
              <a:rPr lang="en"/>
              <a:t>Documentation Versioning</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sp>
        <p:nvSpPr>
          <p:cNvPr id="968" name="Google Shape;968;p19"/>
          <p:cNvSpPr txBox="1"/>
          <p:nvPr/>
        </p:nvSpPr>
        <p:spPr>
          <a:xfrm>
            <a:off x="-869950" y="3117265"/>
            <a:ext cx="11360800" cy="609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2000"/>
              </a:spcBef>
              <a:spcAft>
                <a:spcPts val="0"/>
              </a:spcAft>
              <a:buNone/>
            </a:pPr>
            <a:r>
              <a:t/>
            </a:r>
            <a:endParaRPr b="0" i="0" sz="2400" u="none" cap="none" strike="noStrike">
              <a:solidFill>
                <a:schemeClr val="dk2"/>
              </a:solidFill>
              <a:latin typeface="Arial"/>
              <a:ea typeface="Arial"/>
              <a:cs typeface="Arial"/>
              <a:sym typeface="Arial"/>
            </a:endParaRPr>
          </a:p>
        </p:txBody>
      </p:sp>
      <p:sp>
        <p:nvSpPr>
          <p:cNvPr id="969" name="Google Shape;969;p19"/>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Git is a versatile distributed version control system that caters to a wide range of use cases across various industries.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20"/>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2.2.2  SVN (Subversion) - Centralized SCM</a:t>
            </a:r>
            <a:endParaRPr/>
          </a:p>
        </p:txBody>
      </p:sp>
      <p:sp>
        <p:nvSpPr>
          <p:cNvPr id="975" name="Google Shape;975;p20"/>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the key features of SVN:</a:t>
            </a:r>
            <a:endParaRPr/>
          </a:p>
          <a:p>
            <a:pPr indent="-285750" lvl="1" marL="285750" rtl="0" algn="l">
              <a:lnSpc>
                <a:spcPct val="90000"/>
              </a:lnSpc>
              <a:spcBef>
                <a:spcPts val="838"/>
              </a:spcBef>
              <a:spcAft>
                <a:spcPts val="0"/>
              </a:spcAft>
              <a:buClr>
                <a:schemeClr val="dk1"/>
              </a:buClr>
              <a:buSzPts val="1800"/>
              <a:buChar char="⭲"/>
            </a:pPr>
            <a:r>
              <a:rPr lang="en"/>
              <a:t>Centralized Control</a:t>
            </a:r>
            <a:endParaRPr/>
          </a:p>
          <a:p>
            <a:pPr indent="-285750" lvl="1" marL="285750" rtl="0" algn="l">
              <a:lnSpc>
                <a:spcPct val="90000"/>
              </a:lnSpc>
              <a:spcBef>
                <a:spcPts val="838"/>
              </a:spcBef>
              <a:spcAft>
                <a:spcPts val="0"/>
              </a:spcAft>
              <a:buClr>
                <a:schemeClr val="dk1"/>
              </a:buClr>
              <a:buSzPts val="1800"/>
              <a:buChar char="⭲"/>
            </a:pPr>
            <a:r>
              <a:rPr lang="en"/>
              <a:t>Atomic Commits</a:t>
            </a:r>
            <a:endParaRPr/>
          </a:p>
          <a:p>
            <a:pPr indent="-285750" lvl="1" marL="285750" rtl="0" algn="l">
              <a:lnSpc>
                <a:spcPct val="90000"/>
              </a:lnSpc>
              <a:spcBef>
                <a:spcPts val="838"/>
              </a:spcBef>
              <a:spcAft>
                <a:spcPts val="0"/>
              </a:spcAft>
              <a:buClr>
                <a:schemeClr val="dk1"/>
              </a:buClr>
              <a:buSzPts val="1800"/>
              <a:buChar char="⭲"/>
            </a:pPr>
            <a:r>
              <a:rPr lang="en"/>
              <a:t>Linear Version History</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sp>
        <p:nvSpPr>
          <p:cNvPr id="976" name="Google Shape;976;p20"/>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Subversion (SVN) is a centralized version control system known for its simplicity and straightforward centralized repository structure.</a:t>
            </a:r>
            <a:endParaRPr b="0" i="0" sz="1800" u="none" cap="none" strike="noStrike">
              <a:solidFill>
                <a:srgbClr val="252525"/>
              </a:solidFill>
              <a:latin typeface="Arial"/>
              <a:ea typeface="Arial"/>
              <a:cs typeface="Arial"/>
              <a:sym typeface="Arial"/>
            </a:endParaRPr>
          </a:p>
        </p:txBody>
      </p:sp>
      <p:pic>
        <p:nvPicPr>
          <p:cNvPr id="977" name="Google Shape;977;p20"/>
          <p:cNvPicPr preferRelativeResize="0"/>
          <p:nvPr/>
        </p:nvPicPr>
        <p:blipFill rotWithShape="1">
          <a:blip r:embed="rId3">
            <a:alphaModFix/>
          </a:blip>
          <a:srcRect b="0" l="0" r="0" t="0"/>
          <a:stretch/>
        </p:blipFill>
        <p:spPr>
          <a:xfrm>
            <a:off x="7563107" y="1619476"/>
            <a:ext cx="4114286" cy="36190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21"/>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2.2.2  SVN Use Cases</a:t>
            </a:r>
            <a:endParaRPr/>
          </a:p>
        </p:txBody>
      </p:sp>
      <p:sp>
        <p:nvSpPr>
          <p:cNvPr id="983" name="Google Shape;983;p21"/>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some common use cases for SVN:</a:t>
            </a:r>
            <a:endParaRPr/>
          </a:p>
          <a:p>
            <a:pPr indent="-285750" lvl="1" marL="285750" rtl="0" algn="l">
              <a:lnSpc>
                <a:spcPct val="90000"/>
              </a:lnSpc>
              <a:spcBef>
                <a:spcPts val="838"/>
              </a:spcBef>
              <a:spcAft>
                <a:spcPts val="0"/>
              </a:spcAft>
              <a:buClr>
                <a:schemeClr val="dk1"/>
              </a:buClr>
              <a:buSzPts val="1800"/>
              <a:buChar char="⭲"/>
            </a:pPr>
            <a:r>
              <a:rPr lang="en"/>
              <a:t>Small to Medium-Sized Projects</a:t>
            </a:r>
            <a:endParaRPr/>
          </a:p>
          <a:p>
            <a:pPr indent="-285750" lvl="1" marL="285750" rtl="0" algn="l">
              <a:lnSpc>
                <a:spcPct val="90000"/>
              </a:lnSpc>
              <a:spcBef>
                <a:spcPts val="838"/>
              </a:spcBef>
              <a:spcAft>
                <a:spcPts val="0"/>
              </a:spcAft>
              <a:buClr>
                <a:schemeClr val="dk1"/>
              </a:buClr>
              <a:buSzPts val="1800"/>
              <a:buChar char="⭲"/>
            </a:pPr>
            <a:r>
              <a:rPr lang="en"/>
              <a:t>Legacy Projects</a:t>
            </a:r>
            <a:endParaRPr/>
          </a:p>
          <a:p>
            <a:pPr indent="-285750" lvl="1" marL="285750" rtl="0" algn="l">
              <a:lnSpc>
                <a:spcPct val="90000"/>
              </a:lnSpc>
              <a:spcBef>
                <a:spcPts val="838"/>
              </a:spcBef>
              <a:spcAft>
                <a:spcPts val="0"/>
              </a:spcAft>
              <a:buClr>
                <a:schemeClr val="dk1"/>
              </a:buClr>
              <a:buSzPts val="1800"/>
              <a:buChar char="⭲"/>
            </a:pPr>
            <a:r>
              <a:rPr lang="en"/>
              <a:t>Clear Versioning Approach</a:t>
            </a:r>
            <a:endParaRPr/>
          </a:p>
          <a:p>
            <a:pPr indent="-285750" lvl="1" marL="285750" rtl="0" algn="l">
              <a:lnSpc>
                <a:spcPct val="90000"/>
              </a:lnSpc>
              <a:spcBef>
                <a:spcPts val="838"/>
              </a:spcBef>
              <a:spcAft>
                <a:spcPts val="0"/>
              </a:spcAft>
              <a:buClr>
                <a:schemeClr val="dk1"/>
              </a:buClr>
              <a:buSzPts val="1800"/>
              <a:buChar char="⭲"/>
            </a:pPr>
            <a:r>
              <a:rPr lang="en"/>
              <a:t>Centralized Control Requirements:</a:t>
            </a:r>
            <a:endParaRPr/>
          </a:p>
          <a:p>
            <a:pPr indent="-285750" lvl="1" marL="285750" rtl="0" algn="l">
              <a:lnSpc>
                <a:spcPct val="90000"/>
              </a:lnSpc>
              <a:spcBef>
                <a:spcPts val="838"/>
              </a:spcBef>
              <a:spcAft>
                <a:spcPts val="0"/>
              </a:spcAft>
              <a:buClr>
                <a:schemeClr val="dk1"/>
              </a:buClr>
              <a:buSzPts val="1800"/>
              <a:buChar char="⭲"/>
            </a:pPr>
            <a:r>
              <a:rPr lang="en"/>
              <a:t>Environments with Limited Internet Access</a:t>
            </a:r>
            <a:endParaRPr/>
          </a:p>
          <a:p>
            <a:pPr indent="-285750" lvl="1" marL="285750" rtl="0" algn="l">
              <a:lnSpc>
                <a:spcPct val="90000"/>
              </a:lnSpc>
              <a:spcBef>
                <a:spcPts val="838"/>
              </a:spcBef>
              <a:spcAft>
                <a:spcPts val="0"/>
              </a:spcAft>
              <a:buClr>
                <a:schemeClr val="dk1"/>
              </a:buClr>
              <a:buSzPts val="1800"/>
              <a:buChar char="⭲"/>
            </a:pPr>
            <a:r>
              <a:rPr lang="en"/>
              <a:t>Projects with strict change management</a:t>
            </a:r>
            <a:endParaRPr/>
          </a:p>
          <a:p>
            <a:pPr indent="-285750" lvl="1" marL="285750" rtl="0" algn="l">
              <a:lnSpc>
                <a:spcPct val="90000"/>
              </a:lnSpc>
              <a:spcBef>
                <a:spcPts val="838"/>
              </a:spcBef>
              <a:spcAft>
                <a:spcPts val="0"/>
              </a:spcAft>
              <a:buClr>
                <a:schemeClr val="dk1"/>
              </a:buClr>
              <a:buSzPts val="1800"/>
              <a:buChar char="⭲"/>
            </a:pPr>
            <a:r>
              <a:rPr lang="en"/>
              <a:t>Industries with Regulatory Compliance Requirements</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sp>
        <p:nvSpPr>
          <p:cNvPr id="984" name="Google Shape;984;p21"/>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Subversion (SVN) is a centralized version control system that is well-suited for various use cases, particularly in scenarios where a centralized control structure and linear version history are preferred.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22"/>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2.2.3  Mercurial - Scalable and Intuitive SCM</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990" name="Google Shape;990;p22"/>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the key features of Mercurial:</a:t>
            </a:r>
            <a:endParaRPr/>
          </a:p>
          <a:p>
            <a:pPr indent="-285750" lvl="1" marL="285750" rtl="0" algn="l">
              <a:lnSpc>
                <a:spcPct val="90000"/>
              </a:lnSpc>
              <a:spcBef>
                <a:spcPts val="838"/>
              </a:spcBef>
              <a:spcAft>
                <a:spcPts val="0"/>
              </a:spcAft>
              <a:buClr>
                <a:schemeClr val="dk1"/>
              </a:buClr>
              <a:buSzPts val="1800"/>
              <a:buChar char="⭲"/>
            </a:pPr>
            <a:r>
              <a:rPr lang="en"/>
              <a:t>Distributed Control</a:t>
            </a:r>
            <a:endParaRPr/>
          </a:p>
          <a:p>
            <a:pPr indent="-285750" lvl="1" marL="285750" rtl="0" algn="l">
              <a:lnSpc>
                <a:spcPct val="90000"/>
              </a:lnSpc>
              <a:spcBef>
                <a:spcPts val="838"/>
              </a:spcBef>
              <a:spcAft>
                <a:spcPts val="0"/>
              </a:spcAft>
              <a:buClr>
                <a:schemeClr val="dk1"/>
              </a:buClr>
              <a:buSzPts val="1800"/>
              <a:buChar char="⭲"/>
            </a:pPr>
            <a:r>
              <a:rPr lang="en"/>
              <a:t>Intuitive Interface</a:t>
            </a:r>
            <a:endParaRPr/>
          </a:p>
          <a:p>
            <a:pPr indent="-285750" lvl="1" marL="285750" rtl="0" algn="l">
              <a:lnSpc>
                <a:spcPct val="90000"/>
              </a:lnSpc>
              <a:spcBef>
                <a:spcPts val="838"/>
              </a:spcBef>
              <a:spcAft>
                <a:spcPts val="0"/>
              </a:spcAft>
              <a:buClr>
                <a:schemeClr val="dk1"/>
              </a:buClr>
              <a:buSzPts val="1800"/>
              <a:buChar char="⭲"/>
            </a:pPr>
            <a:r>
              <a:rPr lang="en"/>
              <a:t>Efficient Handling of Large Projects</a:t>
            </a:r>
            <a:endParaRPr/>
          </a:p>
          <a:p>
            <a:pPr indent="-285750" lvl="1" marL="285750" rtl="0" algn="l">
              <a:lnSpc>
                <a:spcPct val="90000"/>
              </a:lnSpc>
              <a:spcBef>
                <a:spcPts val="838"/>
              </a:spcBef>
              <a:spcAft>
                <a:spcPts val="0"/>
              </a:spcAft>
              <a:buClr>
                <a:schemeClr val="dk1"/>
              </a:buClr>
              <a:buSzPts val="1800"/>
              <a:buChar char="⭲"/>
            </a:pPr>
            <a:r>
              <a:rPr lang="en"/>
              <a:t>Branching and Merging</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sp>
        <p:nvSpPr>
          <p:cNvPr id="991" name="Google Shape;991;p22"/>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Mercurial is a distributed version control system renowned for its scalability, simplicity, and user-friendly interface.</a:t>
            </a:r>
            <a:endParaRPr b="0" i="0" sz="1800" u="none" cap="none" strike="noStrike">
              <a:solidFill>
                <a:srgbClr val="252525"/>
              </a:solidFill>
              <a:latin typeface="Arial"/>
              <a:ea typeface="Arial"/>
              <a:cs typeface="Arial"/>
              <a:sym typeface="Arial"/>
            </a:endParaRPr>
          </a:p>
        </p:txBody>
      </p:sp>
      <p:grpSp>
        <p:nvGrpSpPr>
          <p:cNvPr id="992" name="Google Shape;992;p22"/>
          <p:cNvGrpSpPr/>
          <p:nvPr/>
        </p:nvGrpSpPr>
        <p:grpSpPr>
          <a:xfrm>
            <a:off x="6257925" y="1304995"/>
            <a:ext cx="5537886" cy="3394298"/>
            <a:chOff x="7031797" y="1200220"/>
            <a:chExt cx="4764014" cy="2919974"/>
          </a:xfrm>
        </p:grpSpPr>
        <p:sp>
          <p:nvSpPr>
            <p:cNvPr id="993" name="Google Shape;993;p22"/>
            <p:cNvSpPr/>
            <p:nvPr/>
          </p:nvSpPr>
          <p:spPr>
            <a:xfrm>
              <a:off x="7031797" y="1478844"/>
              <a:ext cx="4764014" cy="2246565"/>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994" name="Google Shape;994;p22"/>
            <p:cNvPicPr preferRelativeResize="0"/>
            <p:nvPr/>
          </p:nvPicPr>
          <p:blipFill rotWithShape="1">
            <a:blip r:embed="rId3">
              <a:alphaModFix/>
            </a:blip>
            <a:srcRect b="0" l="0" r="0" t="0"/>
            <a:stretch/>
          </p:blipFill>
          <p:spPr>
            <a:xfrm>
              <a:off x="7031797" y="1200220"/>
              <a:ext cx="4693478" cy="2919974"/>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23"/>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2.2.3  Mercurial - Use Cases</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1000" name="Google Shape;1000;p23"/>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Here are some common use cases for Mercurial:</a:t>
            </a:r>
            <a:endParaRPr/>
          </a:p>
          <a:p>
            <a:pPr indent="-285750" lvl="1" marL="285750" rtl="0" algn="l">
              <a:lnSpc>
                <a:spcPct val="90000"/>
              </a:lnSpc>
              <a:spcBef>
                <a:spcPts val="838"/>
              </a:spcBef>
              <a:spcAft>
                <a:spcPts val="0"/>
              </a:spcAft>
              <a:buClr>
                <a:schemeClr val="dk1"/>
              </a:buClr>
              <a:buSzPts val="1800"/>
              <a:buChar char="⭲"/>
            </a:pPr>
            <a:r>
              <a:rPr lang="en"/>
              <a:t>Decentralized Collaboration</a:t>
            </a:r>
            <a:endParaRPr/>
          </a:p>
          <a:p>
            <a:pPr indent="-285750" lvl="1" marL="285750" rtl="0" algn="l">
              <a:lnSpc>
                <a:spcPct val="90000"/>
              </a:lnSpc>
              <a:spcBef>
                <a:spcPts val="838"/>
              </a:spcBef>
              <a:spcAft>
                <a:spcPts val="0"/>
              </a:spcAft>
              <a:buClr>
                <a:schemeClr val="dk1"/>
              </a:buClr>
              <a:buSzPts val="1800"/>
              <a:buChar char="⭲"/>
            </a:pPr>
            <a:r>
              <a:rPr lang="en"/>
              <a:t>Open Source Projects</a:t>
            </a:r>
            <a:endParaRPr/>
          </a:p>
          <a:p>
            <a:pPr indent="-285750" lvl="1" marL="285750" rtl="0" algn="l">
              <a:lnSpc>
                <a:spcPct val="90000"/>
              </a:lnSpc>
              <a:spcBef>
                <a:spcPts val="838"/>
              </a:spcBef>
              <a:spcAft>
                <a:spcPts val="0"/>
              </a:spcAft>
              <a:buClr>
                <a:schemeClr val="dk1"/>
              </a:buClr>
              <a:buSzPts val="1800"/>
              <a:buChar char="⭲"/>
            </a:pPr>
            <a:r>
              <a:rPr lang="en"/>
              <a:t>Small to Medium-Sized Projects</a:t>
            </a:r>
            <a:endParaRPr/>
          </a:p>
          <a:p>
            <a:pPr indent="-285750" lvl="1" marL="285750" rtl="0" algn="l">
              <a:lnSpc>
                <a:spcPct val="90000"/>
              </a:lnSpc>
              <a:spcBef>
                <a:spcPts val="838"/>
              </a:spcBef>
              <a:spcAft>
                <a:spcPts val="0"/>
              </a:spcAft>
              <a:buClr>
                <a:schemeClr val="dk1"/>
              </a:buClr>
              <a:buSzPts val="1800"/>
              <a:buChar char="⭲"/>
            </a:pPr>
            <a:r>
              <a:rPr lang="en"/>
              <a:t>Projects with Limited Learning Resources</a:t>
            </a:r>
            <a:endParaRPr/>
          </a:p>
          <a:p>
            <a:pPr indent="-285750" lvl="1" marL="285750" rtl="0" algn="l">
              <a:lnSpc>
                <a:spcPct val="90000"/>
              </a:lnSpc>
              <a:spcBef>
                <a:spcPts val="838"/>
              </a:spcBef>
              <a:spcAft>
                <a:spcPts val="0"/>
              </a:spcAft>
              <a:buClr>
                <a:schemeClr val="dk1"/>
              </a:buClr>
              <a:buSzPts val="1800"/>
              <a:buChar char="⭲"/>
            </a:pPr>
            <a:r>
              <a:rPr lang="en"/>
              <a:t>Efficient Handling of Large Codebases</a:t>
            </a:r>
            <a:endParaRPr/>
          </a:p>
          <a:p>
            <a:pPr indent="-285750" lvl="1" marL="285750" rtl="0" algn="l">
              <a:lnSpc>
                <a:spcPct val="90000"/>
              </a:lnSpc>
              <a:spcBef>
                <a:spcPts val="838"/>
              </a:spcBef>
              <a:spcAft>
                <a:spcPts val="0"/>
              </a:spcAft>
              <a:buClr>
                <a:schemeClr val="dk1"/>
              </a:buClr>
              <a:buSzPts val="1800"/>
              <a:buChar char="⭲"/>
            </a:pPr>
            <a:r>
              <a:rPr lang="en"/>
              <a:t>Projects Emphasizing User Experience</a:t>
            </a:r>
            <a:endParaRPr/>
          </a:p>
          <a:p>
            <a:pPr indent="-285750" lvl="1" marL="285750" rtl="0" algn="l">
              <a:lnSpc>
                <a:spcPct val="90000"/>
              </a:lnSpc>
              <a:spcBef>
                <a:spcPts val="838"/>
              </a:spcBef>
              <a:spcAft>
                <a:spcPts val="0"/>
              </a:spcAft>
              <a:buClr>
                <a:schemeClr val="dk1"/>
              </a:buClr>
              <a:buSzPts val="1800"/>
              <a:buChar char="⭲"/>
            </a:pPr>
            <a:r>
              <a:rPr lang="en"/>
              <a:t>Research and Academic Projects</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sp>
        <p:nvSpPr>
          <p:cNvPr id="1001" name="Google Shape;1001;p23"/>
          <p:cNvSpPr/>
          <p:nvPr/>
        </p:nvSpPr>
        <p:spPr>
          <a:xfrm>
            <a:off x="514350" y="5307496"/>
            <a:ext cx="11281461" cy="1073426"/>
          </a:xfrm>
          <a:prstGeom prst="roundRect">
            <a:avLst>
              <a:gd fmla="val 16667" name="adj"/>
            </a:avLst>
          </a:prstGeom>
          <a:solidFill>
            <a:srgbClr val="EEEEEE"/>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 sz="1800" u="none" cap="none" strike="noStrike">
                <a:solidFill>
                  <a:srgbClr val="252525"/>
                </a:solidFill>
                <a:latin typeface="Arial"/>
                <a:ea typeface="Arial"/>
                <a:cs typeface="Arial"/>
                <a:sym typeface="Arial"/>
              </a:rPr>
              <a:t>Mercurial, with its focus on simplicity, intuitive interface, and efficient distributed control, is well-suited for a variety of use cases in software development.</a:t>
            </a:r>
            <a:endParaRPr b="0" i="0" sz="1800" u="none" cap="none" strike="noStrike">
              <a:solidFill>
                <a:srgbClr val="252525"/>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24"/>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1007" name="Google Shape;1007;p24"/>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a:pPr>
            <a:r>
              <a:rPr lang="en"/>
              <a:t>What is a key feature of Mercurial's version control model?</a:t>
            </a:r>
            <a:endParaRPr/>
          </a:p>
          <a:p>
            <a:pPr indent="-228600" lvl="0" marL="342900" rtl="0" algn="l">
              <a:lnSpc>
                <a:spcPct val="90000"/>
              </a:lnSpc>
              <a:spcBef>
                <a:spcPts val="1000"/>
              </a:spcBef>
              <a:spcAft>
                <a:spcPts val="0"/>
              </a:spcAft>
              <a:buClr>
                <a:schemeClr val="dk1"/>
              </a:buClr>
              <a:buSzPts val="1800"/>
              <a:buFont typeface="Calibri"/>
              <a:buNone/>
            </a:pPr>
            <a:r>
              <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Centralized control</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Distributed control</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Linear version history</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Atomic commits</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25"/>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1013" name="Google Shape;1013;p25"/>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startAt="2"/>
            </a:pPr>
            <a:r>
              <a:rPr lang="en"/>
              <a:t>What is a notable characteristic of SVN's version history?</a:t>
            </a:r>
            <a:endParaRPr/>
          </a:p>
          <a:p>
            <a:pPr indent="-228600" lvl="0" marL="342900" rtl="0" algn="l">
              <a:lnSpc>
                <a:spcPct val="90000"/>
              </a:lnSpc>
              <a:spcBef>
                <a:spcPts val="1000"/>
              </a:spcBef>
              <a:spcAft>
                <a:spcPts val="0"/>
              </a:spcAft>
              <a:buClr>
                <a:schemeClr val="dk1"/>
              </a:buClr>
              <a:buSzPts val="1800"/>
              <a:buFont typeface="Calibri"/>
              <a:buNone/>
            </a:pPr>
            <a:r>
              <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Linear version history</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Nonlinear version history</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Branchless version history</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Chronologically random version history</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26"/>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1019" name="Google Shape;1019;p26"/>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startAt="3"/>
            </a:pPr>
            <a:r>
              <a:rPr lang="en"/>
              <a:t>What feature of Git allows developers to create independent lines of development without affecting the main codebase?</a:t>
            </a:r>
            <a:endParaRPr/>
          </a:p>
          <a:p>
            <a:pPr indent="-228600" lvl="0" marL="342900" rtl="0" algn="l">
              <a:lnSpc>
                <a:spcPct val="90000"/>
              </a:lnSpc>
              <a:spcBef>
                <a:spcPts val="1000"/>
              </a:spcBef>
              <a:spcAft>
                <a:spcPts val="0"/>
              </a:spcAft>
              <a:buClr>
                <a:schemeClr val="dk1"/>
              </a:buClr>
              <a:buSzPts val="1800"/>
              <a:buFont typeface="Calibri"/>
              <a:buNone/>
            </a:pPr>
            <a:r>
              <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Atomic commits</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Linear version history</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Branching and merging</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Centralized control</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27"/>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2.2.4  Compare Git, SVN (Subversion), and Mercurial </a:t>
            </a:r>
            <a:endParaRPr/>
          </a:p>
        </p:txBody>
      </p:sp>
      <p:sp>
        <p:nvSpPr>
          <p:cNvPr id="1025" name="Google Shape;1025;p27"/>
          <p:cNvSpPr txBox="1"/>
          <p:nvPr>
            <p:ph idx="1" type="body"/>
          </p:nvPr>
        </p:nvSpPr>
        <p:spPr>
          <a:xfrm>
            <a:off x="514350" y="1304995"/>
            <a:ext cx="10273812" cy="48408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Let's compare Git, SVN (Subversion), and Mercurial in a table based on key aspects:</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graphicFrame>
        <p:nvGraphicFramePr>
          <p:cNvPr id="1026" name="Google Shape;1026;p27"/>
          <p:cNvGraphicFramePr/>
          <p:nvPr/>
        </p:nvGraphicFramePr>
        <p:xfrm>
          <a:off x="508000" y="1916113"/>
          <a:ext cx="3000000" cy="3000000"/>
        </p:xfrm>
        <a:graphic>
          <a:graphicData uri="http://schemas.openxmlformats.org/drawingml/2006/table">
            <a:tbl>
              <a:tblPr bandRow="1" firstRow="1">
                <a:noFill/>
                <a:tableStyleId>{8303CBBC-101D-4AEF-92D8-41F000404E68}</a:tableStyleId>
              </a:tblPr>
              <a:tblGrid>
                <a:gridCol w="2529925"/>
                <a:gridCol w="2727925"/>
                <a:gridCol w="3233900"/>
                <a:gridCol w="2776625"/>
              </a:tblGrid>
              <a:tr h="446025">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Aspect</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Git</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SVN (Subversion)</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Mercurial</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r>
              <a:tr h="8666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Version Control Model</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Distributed</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Centralized</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Distributed</a:t>
                      </a:r>
                      <a:endParaRPr sz="1600" u="none" cap="none" strike="noStrike">
                        <a:solidFill>
                          <a:srgbClr val="374151"/>
                        </a:solidFill>
                        <a:latin typeface="Arial"/>
                        <a:ea typeface="Arial"/>
                        <a:cs typeface="Arial"/>
                        <a:sym typeface="Arial"/>
                      </a:endParaRPr>
                    </a:p>
                  </a:txBody>
                  <a:tcPr marT="12700" marB="12700" marR="12700" marL="144000" anchor="ctr"/>
                </a:tc>
              </a:tr>
              <a:tr h="8666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Branching and Merging</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Efficient and supports branching model</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Supports branching but less flexible</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Supports branching and merging well</a:t>
                      </a:r>
                      <a:endParaRPr sz="1600" u="none" cap="none" strike="noStrike">
                        <a:solidFill>
                          <a:srgbClr val="374151"/>
                        </a:solidFill>
                        <a:latin typeface="Arial"/>
                        <a:ea typeface="Arial"/>
                        <a:cs typeface="Arial"/>
                        <a:sym typeface="Arial"/>
                      </a:endParaRPr>
                    </a:p>
                  </a:txBody>
                  <a:tcPr marT="12700" marB="12700" marR="12700" marL="144000" anchor="ctr"/>
                </a:tc>
              </a:tr>
              <a:tr h="52070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Atomic Commits</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Yes</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Yes</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Yes</a:t>
                      </a:r>
                      <a:endParaRPr sz="1600" u="none" cap="none" strike="noStrike">
                        <a:solidFill>
                          <a:srgbClr val="374151"/>
                        </a:solidFill>
                        <a:latin typeface="Arial"/>
                        <a:ea typeface="Arial"/>
                        <a:cs typeface="Arial"/>
                        <a:sym typeface="Arial"/>
                      </a:endParaRPr>
                    </a:p>
                  </a:txBody>
                  <a:tcPr marT="12700" marB="12700" marR="12700" marL="144000"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28"/>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2.2.4  Compare Git, SVN (Subversion), and Mercurial </a:t>
            </a:r>
            <a:endParaRPr/>
          </a:p>
        </p:txBody>
      </p:sp>
      <p:sp>
        <p:nvSpPr>
          <p:cNvPr id="1032" name="Google Shape;1032;p28"/>
          <p:cNvSpPr txBox="1"/>
          <p:nvPr>
            <p:ph idx="1" type="body"/>
          </p:nvPr>
        </p:nvSpPr>
        <p:spPr>
          <a:xfrm>
            <a:off x="514350" y="1304925"/>
            <a:ext cx="10274300" cy="484028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Let's compare Git, SVN (Subversion), and Mercurial in a table based on key aspects:</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graphicFrame>
        <p:nvGraphicFramePr>
          <p:cNvPr id="1033" name="Google Shape;1033;p28"/>
          <p:cNvGraphicFramePr/>
          <p:nvPr/>
        </p:nvGraphicFramePr>
        <p:xfrm>
          <a:off x="508000" y="1905000"/>
          <a:ext cx="3000000" cy="3000000"/>
        </p:xfrm>
        <a:graphic>
          <a:graphicData uri="http://schemas.openxmlformats.org/drawingml/2006/table">
            <a:tbl>
              <a:tblPr bandRow="1" firstRow="1">
                <a:noFill/>
                <a:tableStyleId>{8303CBBC-101D-4AEF-92D8-41F000404E68}</a:tableStyleId>
              </a:tblPr>
              <a:tblGrid>
                <a:gridCol w="2529925"/>
                <a:gridCol w="2727925"/>
                <a:gridCol w="3233900"/>
                <a:gridCol w="2776625"/>
              </a:tblGrid>
              <a:tr h="446025">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Aspect </a:t>
                      </a:r>
                      <a:endParaRPr sz="1800" u="none" cap="none" strike="noStrike">
                        <a:solidFill>
                          <a:schemeClr val="dk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Git</a:t>
                      </a:r>
                      <a:endParaRPr sz="1800" u="none" cap="none" strike="noStrike">
                        <a:solidFill>
                          <a:schemeClr val="dk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SVN (Subversion)</a:t>
                      </a:r>
                      <a:endParaRPr sz="1800" u="none" cap="none" strike="noStrike">
                        <a:solidFill>
                          <a:schemeClr val="dk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Mercurial</a:t>
                      </a:r>
                      <a:endParaRPr sz="1800" u="none" cap="none" strike="noStrike">
                        <a:solidFill>
                          <a:schemeClr val="dk1"/>
                        </a:solidFill>
                        <a:latin typeface="Arial"/>
                        <a:ea typeface="Arial"/>
                        <a:cs typeface="Arial"/>
                        <a:sym typeface="Arial"/>
                      </a:endParaRPr>
                    </a:p>
                  </a:txBody>
                  <a:tcPr marT="12700" marB="12700" marR="12700" marL="144000" anchor="ctr">
                    <a:solidFill>
                      <a:srgbClr val="224970"/>
                    </a:solidFill>
                  </a:tcPr>
                </a:tc>
              </a:tr>
              <a:tr h="6874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Linear Version History</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Yes</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Yes</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Yes</a:t>
                      </a:r>
                      <a:endParaRPr sz="1600" u="none" cap="none" strike="noStrike">
                        <a:solidFill>
                          <a:schemeClr val="dk1"/>
                        </a:solidFill>
                        <a:latin typeface="Arial"/>
                        <a:ea typeface="Arial"/>
                        <a:cs typeface="Arial"/>
                        <a:sym typeface="Arial"/>
                      </a:endParaRPr>
                    </a:p>
                  </a:txBody>
                  <a:tcPr marT="12700" marB="12700" marR="12700" marL="144000" anchor="ctr"/>
                </a:tc>
              </a:tr>
              <a:tr h="1114425">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User Interface</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Command Line and GUI options (e.g., GitKraken, SourceTree)</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Command Line and GUI (e.g., TortoiseSVN)</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Command Line and GUI (e.g., TortoiseHg)</a:t>
                      </a:r>
                      <a:endParaRPr sz="1600" u="none" cap="none" strike="noStrike">
                        <a:solidFill>
                          <a:schemeClr val="dk1"/>
                        </a:solidFill>
                        <a:latin typeface="Arial"/>
                        <a:ea typeface="Arial"/>
                        <a:cs typeface="Arial"/>
                        <a:sym typeface="Arial"/>
                      </a:endParaRPr>
                    </a:p>
                  </a:txBody>
                  <a:tcPr marT="12700" marB="12700" marR="12700" marL="144000" anchor="ctr"/>
                </a:tc>
              </a:tr>
              <a:tr h="8953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Performance</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Generally fast due to local operations</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May experience performance issues with large repositories</a:t>
                      </a:r>
                      <a:endParaRPr sz="1600" u="none" cap="none" strike="noStrike">
                        <a:solidFill>
                          <a:schemeClr val="dk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Efficient even with large projects</a:t>
                      </a:r>
                      <a:endParaRPr sz="1600" u="none" cap="none" strike="noStrike">
                        <a:solidFill>
                          <a:schemeClr val="dk1"/>
                        </a:solidFill>
                        <a:latin typeface="Arial"/>
                        <a:ea typeface="Arial"/>
                        <a:cs typeface="Arial"/>
                        <a:sym typeface="Arial"/>
                      </a:endParaRPr>
                    </a:p>
                  </a:txBody>
                  <a:tcPr marT="12700" marB="12700" marR="12700" marL="144000" anchor="ct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29"/>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2.2.4  Compare Git, SVN (Subversion), and Mercurial </a:t>
            </a:r>
            <a:endParaRPr/>
          </a:p>
        </p:txBody>
      </p:sp>
      <p:sp>
        <p:nvSpPr>
          <p:cNvPr id="1039" name="Google Shape;1039;p29"/>
          <p:cNvSpPr txBox="1"/>
          <p:nvPr>
            <p:ph idx="1" type="body"/>
          </p:nvPr>
        </p:nvSpPr>
        <p:spPr>
          <a:xfrm>
            <a:off x="514350" y="1304925"/>
            <a:ext cx="10274300" cy="484028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Let's compare Git, SVN (Subversion), and Mercurial in a table based on key aspects:</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graphicFrame>
        <p:nvGraphicFramePr>
          <p:cNvPr id="1040" name="Google Shape;1040;p29"/>
          <p:cNvGraphicFramePr/>
          <p:nvPr/>
        </p:nvGraphicFramePr>
        <p:xfrm>
          <a:off x="508000" y="1916113"/>
          <a:ext cx="3000000" cy="3000000"/>
        </p:xfrm>
        <a:graphic>
          <a:graphicData uri="http://schemas.openxmlformats.org/drawingml/2006/table">
            <a:tbl>
              <a:tblPr bandRow="1" firstRow="1">
                <a:noFill/>
                <a:tableStyleId>{8303CBBC-101D-4AEF-92D8-41F000404E68}</a:tableStyleId>
              </a:tblPr>
              <a:tblGrid>
                <a:gridCol w="2529925"/>
                <a:gridCol w="2727925"/>
                <a:gridCol w="3233900"/>
                <a:gridCol w="2776625"/>
              </a:tblGrid>
              <a:tr h="446025">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Aspect</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Git</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SVN (Subversion)</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Mercurial</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r>
              <a:tr h="8666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Community and Popularity</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Highly popular with a large community</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Widely used, but less popular than Git</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Popular, especially for its simplicity</a:t>
                      </a:r>
                      <a:endParaRPr sz="1600" u="none" cap="none" strike="noStrike">
                        <a:solidFill>
                          <a:srgbClr val="374151"/>
                        </a:solidFill>
                        <a:latin typeface="Arial"/>
                        <a:ea typeface="Arial"/>
                        <a:cs typeface="Arial"/>
                        <a:sym typeface="Arial"/>
                      </a:endParaRPr>
                    </a:p>
                  </a:txBody>
                  <a:tcPr marT="12700" marB="12700" marR="12700" marL="144000" anchor="ctr"/>
                </a:tc>
              </a:tr>
              <a:tr h="8666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Learning Curve</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Moderate to steep for beginners</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Relatively straightforward</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Approachable for users of all levels</a:t>
                      </a:r>
                      <a:endParaRPr sz="1600" u="none" cap="none" strike="noStrike">
                        <a:solidFill>
                          <a:srgbClr val="374151"/>
                        </a:solidFill>
                        <a:latin typeface="Arial"/>
                        <a:ea typeface="Arial"/>
                        <a:cs typeface="Arial"/>
                        <a:sym typeface="Arial"/>
                      </a:endParaRPr>
                    </a:p>
                  </a:txBody>
                  <a:tcPr marT="12700" marB="12700" marR="12700" marL="144000" anchor="ctr"/>
                </a:tc>
              </a:tr>
              <a:tr h="1219525">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Use Cases</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Versatile, suitable for projects of all sizes</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Effective for small to medium-sized projects, less suitable for large projects</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Scalable and suitable for various project sizes</a:t>
                      </a:r>
                      <a:endParaRPr sz="1600" u="none" cap="none" strike="noStrike">
                        <a:solidFill>
                          <a:srgbClr val="374151"/>
                        </a:solidFill>
                        <a:latin typeface="Arial"/>
                        <a:ea typeface="Arial"/>
                        <a:cs typeface="Arial"/>
                        <a:sym typeface="Arial"/>
                      </a:endParaRPr>
                    </a:p>
                  </a:txBody>
                  <a:tcPr marT="12700" marB="12700" marR="12700" marL="144000" anchor="ct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30"/>
          <p:cNvSpPr txBox="1"/>
          <p:nvPr>
            <p:ph type="title"/>
          </p:nvPr>
        </p:nvSpPr>
        <p:spPr>
          <a:xfrm>
            <a:off x="208635" y="633245"/>
            <a:ext cx="10515600"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2.2.4  Compare Git, SVN (Subversion), and Mercurial </a:t>
            </a:r>
            <a:endParaRPr/>
          </a:p>
        </p:txBody>
      </p:sp>
      <p:sp>
        <p:nvSpPr>
          <p:cNvPr id="1046" name="Google Shape;1046;p30"/>
          <p:cNvSpPr txBox="1"/>
          <p:nvPr>
            <p:ph idx="1" type="body"/>
          </p:nvPr>
        </p:nvSpPr>
        <p:spPr>
          <a:xfrm>
            <a:off x="514350" y="1304925"/>
            <a:ext cx="10274300" cy="484028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
              <a:t>Let's compare Git, SVN (Subversion), and Mercurial in a table based on key aspects:</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a:p>
            <a:pPr indent="0" lvl="0" marL="0" rtl="0" algn="l">
              <a:lnSpc>
                <a:spcPct val="90000"/>
              </a:lnSpc>
              <a:spcBef>
                <a:spcPts val="838"/>
              </a:spcBef>
              <a:spcAft>
                <a:spcPts val="0"/>
              </a:spcAft>
              <a:buClr>
                <a:schemeClr val="dk1"/>
              </a:buClr>
              <a:buSzPts val="1800"/>
              <a:buNone/>
            </a:pPr>
            <a:r>
              <a:t/>
            </a:r>
            <a:endParaRPr/>
          </a:p>
        </p:txBody>
      </p:sp>
      <p:graphicFrame>
        <p:nvGraphicFramePr>
          <p:cNvPr id="1047" name="Google Shape;1047;p30"/>
          <p:cNvGraphicFramePr/>
          <p:nvPr/>
        </p:nvGraphicFramePr>
        <p:xfrm>
          <a:off x="508000" y="1916113"/>
          <a:ext cx="3000000" cy="3000000"/>
        </p:xfrm>
        <a:graphic>
          <a:graphicData uri="http://schemas.openxmlformats.org/drawingml/2006/table">
            <a:tbl>
              <a:tblPr bandRow="1" firstRow="1">
                <a:noFill/>
                <a:tableStyleId>{8303CBBC-101D-4AEF-92D8-41F000404E68}</a:tableStyleId>
              </a:tblPr>
              <a:tblGrid>
                <a:gridCol w="2529925"/>
                <a:gridCol w="2727925"/>
                <a:gridCol w="3233900"/>
                <a:gridCol w="2776625"/>
              </a:tblGrid>
              <a:tr h="446025">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Aspect</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Git</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SVN (Subversion)</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c>
                  <a:txBody>
                    <a:bodyPr/>
                    <a:lstStyle/>
                    <a:p>
                      <a:pPr indent="0" lvl="0" marL="0" marR="0" rtl="0" algn="l">
                        <a:lnSpc>
                          <a:spcPct val="115000"/>
                        </a:lnSpc>
                        <a:spcBef>
                          <a:spcPts val="0"/>
                        </a:spcBef>
                        <a:spcAft>
                          <a:spcPts val="0"/>
                        </a:spcAft>
                        <a:buClr>
                          <a:schemeClr val="dk1"/>
                        </a:buClr>
                        <a:buSzPts val="1800"/>
                        <a:buFont typeface="Arial"/>
                        <a:buNone/>
                      </a:pPr>
                      <a:r>
                        <a:rPr lang="en" sz="1800" u="none" cap="none" strike="noStrike">
                          <a:latin typeface="Arial"/>
                          <a:ea typeface="Arial"/>
                          <a:cs typeface="Arial"/>
                          <a:sym typeface="Arial"/>
                        </a:rPr>
                        <a:t>Mercurial</a:t>
                      </a:r>
                      <a:endParaRPr b="1" sz="1800" u="none" cap="none" strike="noStrike">
                        <a:solidFill>
                          <a:schemeClr val="lt1"/>
                        </a:solidFill>
                        <a:latin typeface="Arial"/>
                        <a:ea typeface="Arial"/>
                        <a:cs typeface="Arial"/>
                        <a:sym typeface="Arial"/>
                      </a:endParaRPr>
                    </a:p>
                  </a:txBody>
                  <a:tcPr marT="12700" marB="12700" marR="12700" marL="144000" anchor="ctr">
                    <a:solidFill>
                      <a:srgbClr val="224970"/>
                    </a:solidFill>
                  </a:tcPr>
                </a:tc>
              </a:tr>
              <a:tr h="9049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Customization and Extensibility</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Highly customizable and extensible</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Limited customization options</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Offers some customization capabilities</a:t>
                      </a:r>
                      <a:endParaRPr sz="1600" u="none" cap="none" strike="noStrike">
                        <a:solidFill>
                          <a:srgbClr val="374151"/>
                        </a:solidFill>
                        <a:latin typeface="Arial"/>
                        <a:ea typeface="Arial"/>
                        <a:cs typeface="Arial"/>
                        <a:sym typeface="Arial"/>
                      </a:endParaRPr>
                    </a:p>
                  </a:txBody>
                  <a:tcPr marT="12700" marB="12700" marR="12700" marL="144000" anchor="ctr"/>
                </a:tc>
              </a:tr>
              <a:tr h="9334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Integration with CI/CD</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Integrates well with CI/CD pipelines</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Integrates with CI/CD but may require additional setup</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Integration capabilities for CI/CD</a:t>
                      </a:r>
                      <a:endParaRPr sz="1600" u="none" cap="none" strike="noStrike">
                        <a:solidFill>
                          <a:srgbClr val="374151"/>
                        </a:solidFill>
                        <a:latin typeface="Arial"/>
                        <a:ea typeface="Arial"/>
                        <a:cs typeface="Arial"/>
                        <a:sym typeface="Arial"/>
                      </a:endParaRPr>
                    </a:p>
                  </a:txBody>
                  <a:tcPr marT="12700" marB="12700" marR="12700" marL="144000" anchor="ctr"/>
                </a:tc>
              </a:tr>
              <a:tr h="866650">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Offline Work</a:t>
                      </a:r>
                      <a:endParaRPr b="1"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Excellent support for offline work</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Limited offline functionality</a:t>
                      </a:r>
                      <a:endParaRPr sz="1600" u="none" cap="none" strike="noStrike">
                        <a:solidFill>
                          <a:srgbClr val="374151"/>
                        </a:solidFill>
                        <a:latin typeface="Arial"/>
                        <a:ea typeface="Arial"/>
                        <a:cs typeface="Arial"/>
                        <a:sym typeface="Arial"/>
                      </a:endParaRPr>
                    </a:p>
                  </a:txBody>
                  <a:tcPr marT="12700" marB="12700" marR="12700" marL="144000" anchor="ctr"/>
                </a:tc>
                <a:tc>
                  <a:txBody>
                    <a:bodyPr/>
                    <a:lstStyle/>
                    <a:p>
                      <a:pPr indent="0" lvl="0" marL="0" marR="0" rtl="0" algn="l">
                        <a:lnSpc>
                          <a:spcPct val="115000"/>
                        </a:lnSpc>
                        <a:spcBef>
                          <a:spcPts val="0"/>
                        </a:spcBef>
                        <a:spcAft>
                          <a:spcPts val="0"/>
                        </a:spcAft>
                        <a:buClr>
                          <a:schemeClr val="dk1"/>
                        </a:buClr>
                        <a:buSzPts val="1600"/>
                        <a:buFont typeface="Arial"/>
                        <a:buNone/>
                      </a:pPr>
                      <a:r>
                        <a:rPr lang="en" sz="1600" u="none" cap="none" strike="noStrike">
                          <a:latin typeface="Arial"/>
                          <a:ea typeface="Arial"/>
                          <a:cs typeface="Arial"/>
                          <a:sym typeface="Arial"/>
                        </a:rPr>
                        <a:t>Good support for offline work</a:t>
                      </a:r>
                      <a:endParaRPr sz="1600" u="none" cap="none" strike="noStrike">
                        <a:solidFill>
                          <a:srgbClr val="374151"/>
                        </a:solidFill>
                        <a:latin typeface="Arial"/>
                        <a:ea typeface="Arial"/>
                        <a:cs typeface="Arial"/>
                        <a:sym typeface="Arial"/>
                      </a:endParaRPr>
                    </a:p>
                  </a:txBody>
                  <a:tcPr marT="12700" marB="12700" marR="12700" marL="144000" anchor="ct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31"/>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1053" name="Google Shape;1053;p31"/>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a:pPr>
            <a:r>
              <a:rPr lang="en"/>
              <a:t>Which version control system has an intuitive interface and is valued for its simplicity?</a:t>
            </a:r>
            <a:endParaRPr/>
          </a:p>
          <a:p>
            <a:pPr indent="0" lvl="0" marL="0" rtl="0" algn="l">
              <a:lnSpc>
                <a:spcPct val="90000"/>
              </a:lnSpc>
              <a:spcBef>
                <a:spcPts val="1000"/>
              </a:spcBef>
              <a:spcAft>
                <a:spcPts val="0"/>
              </a:spcAft>
              <a:buClr>
                <a:schemeClr val="dk1"/>
              </a:buClr>
              <a:buSzPts val="1800"/>
              <a:buNone/>
            </a:pPr>
            <a:r>
              <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Git</a:t>
            </a:r>
            <a:endParaRPr b="1"/>
          </a:p>
          <a:p>
            <a:pPr indent="-447675" lvl="1" marL="809625" rtl="0" algn="l">
              <a:lnSpc>
                <a:spcPct val="90000"/>
              </a:lnSpc>
              <a:spcBef>
                <a:spcPts val="500"/>
              </a:spcBef>
              <a:spcAft>
                <a:spcPts val="0"/>
              </a:spcAft>
              <a:buClr>
                <a:schemeClr val="dk1"/>
              </a:buClr>
              <a:buSzPts val="1800"/>
              <a:buFont typeface="Calibri"/>
              <a:buAutoNum type="alphaUcPeriod"/>
            </a:pPr>
            <a:r>
              <a:rPr b="1" lang="en"/>
              <a:t>SVN (Subversion)</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Mercurial</a:t>
            </a:r>
            <a:endParaRPr/>
          </a:p>
          <a:p>
            <a:pPr indent="-447675" lvl="1" marL="809625" rtl="0" algn="l">
              <a:lnSpc>
                <a:spcPct val="90000"/>
              </a:lnSpc>
              <a:spcBef>
                <a:spcPts val="500"/>
              </a:spcBef>
              <a:spcAft>
                <a:spcPts val="0"/>
              </a:spcAft>
              <a:buClr>
                <a:schemeClr val="dk1"/>
              </a:buClr>
              <a:buSzPts val="1800"/>
              <a:buFont typeface="Calibri"/>
              <a:buAutoNum type="alphaUcPeriod"/>
            </a:pPr>
            <a:r>
              <a:rPr b="1" lang="en"/>
              <a:t>CVS (Concurrent Versions System)</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32"/>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
              <a:t>What did you grasp ?</a:t>
            </a:r>
            <a:endParaRPr/>
          </a:p>
          <a:p>
            <a:pPr indent="0" lvl="0" marL="0" rtl="0" algn="l">
              <a:lnSpc>
                <a:spcPct val="90000"/>
              </a:lnSpc>
              <a:spcBef>
                <a:spcPts val="0"/>
              </a:spcBef>
              <a:spcAft>
                <a:spcPts val="0"/>
              </a:spcAft>
              <a:buClr>
                <a:schemeClr val="dk2"/>
              </a:buClr>
              <a:buSzPts val="2800"/>
              <a:buFont typeface="Arial"/>
              <a:buNone/>
            </a:pPr>
            <a:r>
              <a:t/>
            </a:r>
            <a:endParaRPr/>
          </a:p>
          <a:p>
            <a:pPr indent="0" lvl="0" marL="0" rtl="0" algn="l">
              <a:lnSpc>
                <a:spcPct val="90000"/>
              </a:lnSpc>
              <a:spcBef>
                <a:spcPts val="0"/>
              </a:spcBef>
              <a:spcAft>
                <a:spcPts val="0"/>
              </a:spcAft>
              <a:buClr>
                <a:schemeClr val="dk2"/>
              </a:buClr>
              <a:buSzPts val="2800"/>
              <a:buFont typeface="Arial"/>
              <a:buNone/>
            </a:pPr>
            <a:r>
              <a:t/>
            </a:r>
            <a:endParaRPr/>
          </a:p>
        </p:txBody>
      </p:sp>
      <p:sp>
        <p:nvSpPr>
          <p:cNvPr id="1059" name="Google Shape;1059;p32"/>
          <p:cNvSpPr txBox="1"/>
          <p:nvPr>
            <p:ph idx="1" type="body"/>
          </p:nvPr>
        </p:nvSpPr>
        <p:spPr>
          <a:xfrm>
            <a:off x="4808538" y="1852613"/>
            <a:ext cx="6691312" cy="37496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Calibri"/>
              <a:buAutoNum type="arabicPeriod" startAt="2"/>
            </a:pPr>
            <a:r>
              <a:rPr lang="en"/>
              <a:t>What is the control model of Git?</a:t>
            </a:r>
            <a:endParaRPr/>
          </a:p>
          <a:p>
            <a:pPr indent="-228600" lvl="0" marL="342900" rtl="0" algn="l">
              <a:lnSpc>
                <a:spcPct val="90000"/>
              </a:lnSpc>
              <a:spcBef>
                <a:spcPts val="1000"/>
              </a:spcBef>
              <a:spcAft>
                <a:spcPts val="0"/>
              </a:spcAft>
              <a:buClr>
                <a:schemeClr val="dk1"/>
              </a:buClr>
              <a:buSzPts val="1800"/>
              <a:buFont typeface="Calibri"/>
              <a:buNone/>
            </a:pPr>
            <a:r>
              <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Centralized</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Distributed</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Hybrid</a:t>
            </a:r>
            <a:endParaRPr/>
          </a:p>
          <a:p>
            <a:pPr indent="-438150" lvl="1" marL="800100" rtl="0" algn="l">
              <a:lnSpc>
                <a:spcPct val="90000"/>
              </a:lnSpc>
              <a:spcBef>
                <a:spcPts val="500"/>
              </a:spcBef>
              <a:spcAft>
                <a:spcPts val="0"/>
              </a:spcAft>
              <a:buClr>
                <a:schemeClr val="dk1"/>
              </a:buClr>
              <a:buSzPts val="1800"/>
              <a:buFont typeface="Calibri"/>
              <a:buAutoNum type="alphaUcPeriod"/>
            </a:pPr>
            <a:r>
              <a:rPr b="1" lang="en"/>
              <a:t>Decentralized</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a:p>
            <a:pPr indent="268288" lvl="0" marL="0" rtl="0" algn="l">
              <a:lnSpc>
                <a:spcPct val="90000"/>
              </a:lnSpc>
              <a:spcBef>
                <a:spcPts val="1000"/>
              </a:spcBef>
              <a:spcAft>
                <a:spcPts val="0"/>
              </a:spcAft>
              <a:buClr>
                <a:schemeClr val="dk1"/>
              </a:buClr>
              <a:buSzPts val="1800"/>
              <a:buFont typeface="Calibri"/>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33"/>
          <p:cNvSpPr txBox="1"/>
          <p:nvPr>
            <p:ph type="title"/>
          </p:nvPr>
        </p:nvSpPr>
        <p:spPr>
          <a:xfrm>
            <a:off x="208635" y="633245"/>
            <a:ext cx="11291702" cy="49217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Arial"/>
              <a:buNone/>
            </a:pPr>
            <a:r>
              <a:rPr lang="en"/>
              <a:t>In a nutshell, we learnt:</a:t>
            </a:r>
            <a:endParaRPr/>
          </a:p>
        </p:txBody>
      </p:sp>
      <p:sp>
        <p:nvSpPr>
          <p:cNvPr id="1065" name="Google Shape;1065;p33"/>
          <p:cNvSpPr txBox="1"/>
          <p:nvPr>
            <p:ph idx="1" type="body"/>
          </p:nvPr>
        </p:nvSpPr>
        <p:spPr>
          <a:xfrm>
            <a:off x="6213746" y="1967241"/>
            <a:ext cx="5285919" cy="3749409"/>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1800"/>
              <a:buFont typeface="Arial"/>
              <a:buAutoNum type="arabicPeriod"/>
            </a:pPr>
            <a:r>
              <a:rPr lang="en"/>
              <a:t>Summarize the key differences between centralized and distributed SCM systems, highlighting their respective advantages and limitations.</a:t>
            </a:r>
            <a:endParaRPr/>
          </a:p>
          <a:p>
            <a:pPr indent="-342900" lvl="0" marL="342900" rtl="0" algn="l">
              <a:lnSpc>
                <a:spcPct val="100000"/>
              </a:lnSpc>
              <a:spcBef>
                <a:spcPts val="0"/>
              </a:spcBef>
              <a:spcAft>
                <a:spcPts val="0"/>
              </a:spcAft>
              <a:buClr>
                <a:schemeClr val="dk1"/>
              </a:buClr>
              <a:buSzPts val="1800"/>
              <a:buFont typeface="Arial"/>
              <a:buAutoNum type="arabicPeriod"/>
            </a:pPr>
            <a:r>
              <a:rPr lang="en"/>
              <a:t>Reflect on the distinctive features of Git, SVN, and Mercurial, outlining their strengths and applications.</a:t>
            </a:r>
            <a:endParaRPr/>
          </a:p>
          <a:p>
            <a:pPr indent="-342900" lvl="0" marL="342900" rtl="0" algn="l">
              <a:lnSpc>
                <a:spcPct val="100000"/>
              </a:lnSpc>
              <a:spcBef>
                <a:spcPts val="0"/>
              </a:spcBef>
              <a:spcAft>
                <a:spcPts val="0"/>
              </a:spcAft>
              <a:buClr>
                <a:schemeClr val="dk1"/>
              </a:buClr>
              <a:buSzPts val="1800"/>
              <a:buFont typeface="Arial"/>
              <a:buAutoNum type="arabicPeriod"/>
            </a:pPr>
            <a:r>
              <a:rPr lang="en"/>
              <a:t>Formulate recommendations for selecting an SCM system based on project requirements and team preferences.</a:t>
            </a:r>
            <a:endParaRPr/>
          </a:p>
          <a:p>
            <a:pPr indent="-342900" lvl="0" marL="342900" rtl="0" algn="l">
              <a:lnSpc>
                <a:spcPct val="100000"/>
              </a:lnSpc>
              <a:spcBef>
                <a:spcPts val="0"/>
              </a:spcBef>
              <a:spcAft>
                <a:spcPts val="0"/>
              </a:spcAft>
              <a:buClr>
                <a:schemeClr val="dk1"/>
              </a:buClr>
              <a:buSzPts val="1800"/>
              <a:buFont typeface="Arial"/>
              <a:buAutoNum type="arabicPeriod"/>
            </a:pPr>
            <a:r>
              <a:rPr lang="en"/>
              <a:t>Demonstrate an understanding of the broader significance of effective SCM in streamlining collaborative development and version control practices.</a:t>
            </a:r>
            <a:endParaRPr/>
          </a:p>
          <a:p>
            <a:pPr indent="-228600" lvl="0" marL="342900" rtl="0" algn="l">
              <a:lnSpc>
                <a:spcPct val="100000"/>
              </a:lnSpc>
              <a:spcBef>
                <a:spcPts val="0"/>
              </a:spcBef>
              <a:spcAft>
                <a:spcPts val="0"/>
              </a:spcAft>
              <a:buClr>
                <a:schemeClr val="dk1"/>
              </a:buClr>
              <a:buSzPts val="1800"/>
              <a:buFont typeface="Arial"/>
              <a:buNone/>
            </a:pPr>
            <a:r>
              <a:t/>
            </a:r>
            <a:endParaRPr/>
          </a:p>
          <a:p>
            <a:pPr indent="-228600" lvl="0" marL="342900" rtl="0" algn="l">
              <a:lnSpc>
                <a:spcPct val="100000"/>
              </a:lnSpc>
              <a:spcBef>
                <a:spcPts val="0"/>
              </a:spcBef>
              <a:spcAft>
                <a:spcPts val="0"/>
              </a:spcAft>
              <a:buClr>
                <a:schemeClr val="dk1"/>
              </a:buClr>
              <a:buSzPts val="1800"/>
              <a:buFont typeface="Arial"/>
              <a:buNone/>
            </a:pPr>
            <a:r>
              <a:t/>
            </a:r>
            <a:endParaRPr/>
          </a:p>
        </p:txBody>
      </p:sp>
      <p:sp>
        <p:nvSpPr>
          <p:cNvPr id="1066" name="Google Shape;1066;p33"/>
          <p:cNvSpPr txBox="1"/>
          <p:nvPr/>
        </p:nvSpPr>
        <p:spPr>
          <a:xfrm>
            <a:off x="4000500" y="1354675"/>
            <a:ext cx="7666800" cy="5928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0"/>
              </a:spcAft>
              <a:buNone/>
            </a:pPr>
            <a:r>
              <a:rPr b="0" i="0" lang="en" sz="2133" u="none" cap="none" strike="noStrike">
                <a:solidFill>
                  <a:schemeClr val="dk1"/>
                </a:solidFill>
                <a:latin typeface="Arial"/>
                <a:ea typeface="Arial"/>
                <a:cs typeface="Arial"/>
                <a:sym typeface="Arial"/>
              </a:rPr>
              <a:t>In this module, you have learned:</a:t>
            </a:r>
            <a:endParaRPr b="0" i="0" sz="2933" u="none" cap="none" strike="noStrike">
              <a:solidFill>
                <a:schemeClr val="dk2"/>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34"/>
          <p:cNvSpPr txBox="1"/>
          <p:nvPr>
            <p:ph idx="1" type="body"/>
          </p:nvPr>
        </p:nvSpPr>
        <p:spPr>
          <a:xfrm>
            <a:off x="571925" y="2422525"/>
            <a:ext cx="11192181" cy="4000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Arial"/>
              <a:buNone/>
            </a:pPr>
            <a:r>
              <a:rPr b="1" lang="en"/>
              <a:t>Next Module 3:</a:t>
            </a:r>
            <a:r>
              <a:rPr lang="en"/>
              <a:t> Git Basics</a:t>
            </a:r>
            <a:endParaRPr/>
          </a:p>
          <a:p>
            <a:pPr indent="0" lvl="0" marL="0" rtl="0" algn="r">
              <a:lnSpc>
                <a:spcPct val="100000"/>
              </a:lnSpc>
              <a:spcBef>
                <a:spcPts val="0"/>
              </a:spcBef>
              <a:spcAft>
                <a:spcPts val="0"/>
              </a:spcAft>
              <a:buClr>
                <a:schemeClr val="dk1"/>
              </a:buClr>
              <a:buSzPts val="1400"/>
              <a:buFont typeface="Arial"/>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Digital_Mint">
      <a:dk1>
        <a:srgbClr val="000000"/>
      </a:dk1>
      <a:lt1>
        <a:srgbClr val="FFFFFF"/>
      </a:lt1>
      <a:dk2>
        <a:srgbClr val="44546A"/>
      </a:dk2>
      <a:lt2>
        <a:srgbClr val="E7E6E6"/>
      </a:lt2>
      <a:accent1>
        <a:srgbClr val="1CC083"/>
      </a:accent1>
      <a:accent2>
        <a:srgbClr val="96E2C0"/>
      </a:accent2>
      <a:accent3>
        <a:srgbClr val="56687C"/>
      </a:accent3>
      <a:accent4>
        <a:srgbClr val="44546A"/>
      </a:accent4>
      <a:accent5>
        <a:srgbClr val="1CC083"/>
      </a:accent5>
      <a:accent6>
        <a:srgbClr val="96E2C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Rashid</dc:creator>
</cp:coreProperties>
</file>