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1.xml" ContentType="application/vnd.openxmlformats-officedocument.presentationml.comments+xml"/>
  <Override PartName="/ppt/notesSlides/notesSlide7.xml" ContentType="application/vnd.openxmlformats-officedocument.presentationml.notesSlide+xml"/>
  <Override PartName="/ppt/comments/comment2.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comment3.xml" ContentType="application/vnd.openxmlformats-officedocument.presentationml.comment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7" r:id="rId2"/>
  </p:sldMasterIdLst>
  <p:notesMasterIdLst>
    <p:notesMasterId r:id="rId4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91" r:id="rId34"/>
    <p:sldId id="292" r:id="rId35"/>
    <p:sldId id="300" r:id="rId36"/>
    <p:sldId id="301" r:id="rId37"/>
    <p:sldId id="302" r:id="rId38"/>
    <p:sldId id="303" r:id="rId39"/>
    <p:sldId id="304" r:id="rId40"/>
  </p:sldIdLst>
  <p:sldSz cx="12192000" cy="6858000"/>
  <p:notesSz cx="6858000" cy="9144000"/>
  <p:embeddedFontLst>
    <p:embeddedFont>
      <p:font typeface="Open Sans" panose="020B0606030504020204" pitchFamily="34" charset="0"/>
      <p:regular r:id="rId42"/>
      <p:bold r:id="rId43"/>
      <p:italic r:id="rId44"/>
      <p:boldItalic r:id="rId45"/>
    </p:embeddedFont>
    <p:embeddedFont>
      <p:font typeface="Roboto" panose="02000000000000000000" pitchFamily="2" charset="0"/>
      <p:regular r:id="rId46"/>
      <p:bold r:id="rId47"/>
      <p:italic r:id="rId48"/>
      <p:boldItalic r:id="rId49"/>
    </p:embeddedFont>
    <p:embeddedFont>
      <p:font typeface="Roboto Mono" panose="00000009000000000000" pitchFamily="49"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07">
          <p15:clr>
            <a:srgbClr val="747775"/>
          </p15:clr>
        </p15:guide>
        <p15:guide id="2" pos="960">
          <p15:clr>
            <a:srgbClr val="747775"/>
          </p15:clr>
        </p15:guide>
        <p15:guide id="3" pos="5450">
          <p15:clr>
            <a:srgbClr val="747775"/>
          </p15:clr>
        </p15:guide>
        <p15:guide id="4" orient="horz" pos="290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9" roundtripDataSignature="AMtx7mjmRbGeXojMZ2tekBjBgvJ/S/VJM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ooja Pahwa"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guide orient="horz" pos="1207"/>
        <p:guide pos="960"/>
        <p:guide pos="5450"/>
        <p:guide orient="horz" pos="29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5.fntdata"/><Relationship Id="rId71"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4.fntdata"/><Relationship Id="rId53" Type="http://schemas.openxmlformats.org/officeDocument/2006/relationships/font" Target="fonts/font12.fntdata"/><Relationship Id="rId7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3.fntdata"/><Relationship Id="rId52" Type="http://schemas.openxmlformats.org/officeDocument/2006/relationships/font" Target="fonts/font11.fntdata"/><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font" Target="fonts/font7.fntdata"/><Relationship Id="rId69" Type="http://customschemas.google.com/relationships/presentationmetadata" Target="metadata"/><Relationship Id="rId8" Type="http://schemas.openxmlformats.org/officeDocument/2006/relationships/slide" Target="slides/slide6.xml"/><Relationship Id="rId51" Type="http://schemas.openxmlformats.org/officeDocument/2006/relationships/font" Target="fonts/font10.fntdata"/><Relationship Id="rId72" Type="http://schemas.openxmlformats.org/officeDocument/2006/relationships/viewProps" Target="viewProps.xml"/><Relationship Id="rId3"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1-02T12:52:25.410" idx="1">
    <p:pos x="324" y="822"/>
    <p:text>Please fix the command alignment.</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DjkEdC8"/>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4-01-02T12:53:00.923" idx="2">
    <p:pos x="6000" y="0"/>
    <p:text>Please fix the command alignment.</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DjkEdDA"/>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4-01-02T12:57:27.019" idx="3">
    <p:pos x="6000" y="0"/>
    <p:text>Make the text fit on the slide.</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DjkEdDE"/>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6" name="Google Shape;7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Introduce the module to the participants.</a:t>
            </a:r>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Welcome to our Git mastery module! Throughout this course, we'll cover essential Git topics, from workflow basics to seamless branching, merging, and conflict resolution. Our goal is to equip you with practical skills for efficient version control, ensuring you can confidently navigate collaborative coding projects using Git. Let's get started on this journey together!</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t>Notes to the Facilitator:</a:t>
            </a:r>
            <a:endParaRPr/>
          </a:p>
          <a:p>
            <a:pPr marL="0" lvl="0" indent="0" algn="l" rtl="0">
              <a:lnSpc>
                <a:spcPct val="100000"/>
              </a:lnSpc>
              <a:spcBef>
                <a:spcPts val="0"/>
              </a:spcBef>
              <a:spcAft>
                <a:spcPts val="0"/>
              </a:spcAft>
              <a:buClr>
                <a:schemeClr val="dk1"/>
              </a:buClr>
              <a:buSzPts val="1100"/>
              <a:buFont typeface="Arial"/>
              <a:buNone/>
            </a:pPr>
            <a:r>
              <a:rPr lang="en"/>
              <a:t>Explain the module objectives to the participants. </a:t>
            </a:r>
            <a:endParaRPr/>
          </a:p>
          <a:p>
            <a:pPr marL="0" lvl="0" indent="0" algn="l" rtl="0">
              <a:lnSpc>
                <a:spcPct val="100000"/>
              </a:lnSpc>
              <a:spcBef>
                <a:spcPts val="0"/>
              </a:spcBef>
              <a:spcAft>
                <a:spcPts val="0"/>
              </a:spcAft>
              <a:buClr>
                <a:schemeClr val="dk1"/>
              </a:buClr>
              <a:buSzPts val="1100"/>
              <a:buFont typeface="Arial"/>
              <a:buNone/>
            </a:pPr>
            <a:r>
              <a:rPr lang="en" b="1"/>
              <a:t>Notes to the Participants:</a:t>
            </a:r>
            <a:endParaRPr/>
          </a:p>
          <a:p>
            <a:pPr marL="0" lvl="0" indent="0" algn="l" rtl="0">
              <a:lnSpc>
                <a:spcPct val="100000"/>
              </a:lnSpc>
              <a:spcBef>
                <a:spcPts val="0"/>
              </a:spcBef>
              <a:spcAft>
                <a:spcPts val="0"/>
              </a:spcAft>
              <a:buClr>
                <a:schemeClr val="dk1"/>
              </a:buClr>
              <a:buSzPts val="1100"/>
              <a:buFont typeface="Arial"/>
              <a:buNone/>
            </a:pPr>
            <a:r>
              <a:rPr lang="en"/>
              <a:t>You will be informed about the module objectives.</a:t>
            </a:r>
            <a:endParaRPr/>
          </a:p>
          <a:p>
            <a:pPr marL="0" lvl="0" indent="0" algn="l" rtl="0">
              <a:lnSpc>
                <a:spcPct val="100000"/>
              </a:lnSpc>
              <a:spcBef>
                <a:spcPts val="0"/>
              </a:spcBef>
              <a:spcAft>
                <a:spcPts val="0"/>
              </a:spcAft>
              <a:buSzPts val="1100"/>
              <a:buNone/>
            </a:pPr>
            <a:r>
              <a:rPr lang="en"/>
              <a:t>At the end of this module, you will be able to learn:</a:t>
            </a:r>
            <a:endParaRPr/>
          </a:p>
          <a:p>
            <a:pPr marL="457200" lvl="0" indent="-298450" algn="l" rtl="0">
              <a:lnSpc>
                <a:spcPct val="100000"/>
              </a:lnSpc>
              <a:spcBef>
                <a:spcPts val="0"/>
              </a:spcBef>
              <a:spcAft>
                <a:spcPts val="0"/>
              </a:spcAft>
              <a:buSzPts val="1100"/>
              <a:buChar char="●"/>
            </a:pPr>
            <a:r>
              <a:rPr lang="en"/>
              <a:t>Learn the standard Git workflow and understand how changes move through the Git system.</a:t>
            </a:r>
            <a:endParaRPr/>
          </a:p>
          <a:p>
            <a:pPr marL="457200" lvl="0" indent="-298450" algn="l" rtl="0">
              <a:lnSpc>
                <a:spcPct val="100000"/>
              </a:lnSpc>
              <a:spcBef>
                <a:spcPts val="0"/>
              </a:spcBef>
              <a:spcAft>
                <a:spcPts val="0"/>
              </a:spcAft>
              <a:buSzPts val="1100"/>
              <a:buChar char="●"/>
            </a:pPr>
            <a:r>
              <a:rPr lang="en"/>
              <a:t>Cover fundamental Git commands (init, add, commit, status, log) for day-to-day operations.</a:t>
            </a:r>
            <a:endParaRPr/>
          </a:p>
          <a:p>
            <a:pPr marL="457200" lvl="0" indent="-298450" algn="l" rtl="0">
              <a:lnSpc>
                <a:spcPct val="100000"/>
              </a:lnSpc>
              <a:spcBef>
                <a:spcPts val="0"/>
              </a:spcBef>
              <a:spcAft>
                <a:spcPts val="0"/>
              </a:spcAft>
              <a:buSzPts val="1100"/>
              <a:buChar char="●"/>
            </a:pPr>
            <a:r>
              <a:rPr lang="en"/>
              <a:t>Explore the concepts of branching and merging in Git.</a:t>
            </a:r>
            <a:endParaRPr/>
          </a:p>
          <a:p>
            <a:pPr marL="457200" lvl="0" indent="-298450" algn="l" rtl="0">
              <a:lnSpc>
                <a:spcPct val="100000"/>
              </a:lnSpc>
              <a:spcBef>
                <a:spcPts val="0"/>
              </a:spcBef>
              <a:spcAft>
                <a:spcPts val="0"/>
              </a:spcAft>
              <a:buSzPts val="1100"/>
              <a:buChar char="●"/>
            </a:pPr>
            <a:r>
              <a:rPr lang="en"/>
              <a:t>Understand how to handle conflicts that may arise during the merging process.</a:t>
            </a:r>
            <a:endParaRPr/>
          </a:p>
          <a:p>
            <a:pPr marL="457200" lvl="0" indent="0" algn="l" rtl="0">
              <a:lnSpc>
                <a:spcPct val="100000"/>
              </a:lnSpc>
              <a:spcBef>
                <a:spcPts val="0"/>
              </a:spcBef>
              <a:spcAft>
                <a:spcPts val="0"/>
              </a:spcAft>
              <a:buSzPts val="1100"/>
              <a:buNone/>
            </a:pPr>
            <a:endParaRPr/>
          </a:p>
          <a:p>
            <a:pPr marL="45720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1" name="Google Shape;74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chemeClr val="dk1"/>
                </a:solidFill>
              </a:rPr>
              <a:t>Inform the participants about the topics that they will be learning in this module.</a:t>
            </a:r>
            <a:endParaRPr sz="1200">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600"/>
              </a:spcBef>
              <a:spcAft>
                <a:spcPts val="0"/>
              </a:spcAft>
              <a:buSzPts val="1100"/>
              <a:buNone/>
            </a:pPr>
            <a:r>
              <a:rPr lang="en" sz="1200">
                <a:solidFill>
                  <a:srgbClr val="374151"/>
                </a:solidFill>
              </a:rPr>
              <a:t>In this module, we will delve into the following key topics:</a:t>
            </a:r>
            <a:endParaRPr sz="1200">
              <a:solidFill>
                <a:srgbClr val="374151"/>
              </a:solidFill>
            </a:endParaRPr>
          </a:p>
          <a:p>
            <a:pPr marL="457200" lvl="0"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Git Workflow:</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Track changes by initiating a repository.</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Understand the flow of changes in Git.</a:t>
            </a:r>
            <a:endParaRPr sz="1200">
              <a:solidFill>
                <a:srgbClr val="374151"/>
              </a:solidFill>
              <a:latin typeface="Roboto"/>
              <a:ea typeface="Roboto"/>
              <a:cs typeface="Roboto"/>
              <a:sym typeface="Roboto"/>
            </a:endParaRPr>
          </a:p>
          <a:p>
            <a:pPr marL="457200" lvl="0"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Use basic commands for day-to-day operations.</a:t>
            </a:r>
            <a:endParaRPr sz="1200">
              <a:solidFill>
                <a:srgbClr val="374151"/>
              </a:solidFill>
              <a:latin typeface="Roboto"/>
              <a:ea typeface="Roboto"/>
              <a:cs typeface="Roboto"/>
              <a:sym typeface="Roboto"/>
            </a:endParaRPr>
          </a:p>
          <a:p>
            <a:pPr marL="457200" lvl="0"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Branching and Merging:</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Learn to create and merge branches seamlessly.</a:t>
            </a:r>
            <a:endParaRPr sz="1200">
              <a:solidFill>
                <a:srgbClr val="374151"/>
              </a:solidFill>
              <a:latin typeface="Roboto"/>
              <a:ea typeface="Roboto"/>
              <a:cs typeface="Roboto"/>
              <a:sym typeface="Roboto"/>
            </a:endParaRPr>
          </a:p>
          <a:p>
            <a:pPr marL="45720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8" name="Google Shape;74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Briefly define Git as a distributed version control system and introduce them to the key stages of the Git workflow.</a:t>
            </a:r>
            <a:endParaRPr sz="1200">
              <a:solidFill>
                <a:srgbClr val="37415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Git Workflow Overview</a:t>
            </a:r>
            <a:endParaRPr sz="1200" b="1">
              <a:solidFill>
                <a:srgbClr val="252525"/>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Here are the key stages that form the backbone of the Git workflow, steering you through the essentials of version control and collaborative development.</a:t>
            </a:r>
            <a:endParaRPr sz="1200">
              <a:solidFill>
                <a:srgbClr val="252525"/>
              </a:solidFill>
              <a:latin typeface="Calibri"/>
              <a:ea typeface="Calibri"/>
              <a:cs typeface="Calibri"/>
              <a:sym typeface="Calibri"/>
            </a:endParaRPr>
          </a:p>
          <a:p>
            <a:pPr marL="457200" lvl="0" indent="-304800" algn="l" rtl="0">
              <a:lnSpc>
                <a:spcPct val="115000"/>
              </a:lnSpc>
              <a:spcBef>
                <a:spcPts val="120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Initialization:</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Start by initializing a Git repository in your project directory using the git init command. This lays the groundwork for version control.</a:t>
            </a:r>
            <a:endParaRPr sz="1200">
              <a:solidFill>
                <a:srgbClr val="252525"/>
              </a:solidFill>
              <a:latin typeface="Calibri"/>
              <a:ea typeface="Calibri"/>
              <a:cs typeface="Calibri"/>
              <a:sym typeface="Calibri"/>
            </a:endParaRPr>
          </a:p>
          <a:p>
            <a:pPr marL="457200" lvl="0"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Staging Changes</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Use git add to stage changes selectively. This step allows you to curate modifications before committing them, offering fine-grained control over what becomes part of the next snapshot.</a:t>
            </a:r>
            <a:endParaRPr sz="1200">
              <a:solidFill>
                <a:srgbClr val="252525"/>
              </a:solidFill>
              <a:latin typeface="Calibri"/>
              <a:ea typeface="Calibri"/>
              <a:cs typeface="Calibri"/>
              <a:sym typeface="Calibri"/>
            </a:endParaRPr>
          </a:p>
          <a:p>
            <a:pPr marL="457200" lvl="0"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Committing Changes:</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Execute git commit to permanently record staged changes in the version history. Each commit is accompanied by a meaningful message, providing context about the modifications made.</a:t>
            </a:r>
            <a:endParaRPr sz="1200">
              <a:solidFill>
                <a:srgbClr val="252525"/>
              </a:solidFill>
              <a:latin typeface="Calibri"/>
              <a:ea typeface="Calibri"/>
              <a:cs typeface="Calibri"/>
              <a:sym typeface="Calibri"/>
            </a:endParaRPr>
          </a:p>
          <a:p>
            <a:pPr marL="457200" lvl="0"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Branching:</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Create branches using git branches to diverge from the main line of development. Branches enable parallel work on distinct features or bug fixes without affecting the stability of the main branch.</a:t>
            </a:r>
            <a:endParaRPr sz="1200">
              <a:solidFill>
                <a:srgbClr val="252525"/>
              </a:solidFill>
              <a:latin typeface="Calibri"/>
              <a:ea typeface="Calibri"/>
              <a:cs typeface="Calibri"/>
              <a:sym typeface="Calibri"/>
            </a:endParaRPr>
          </a:p>
          <a:p>
            <a:pPr marL="457200" lvl="0"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Merging Changes:</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Use git merge to integrate changes from one branch into another. Git employs different strategies, including fast-forward and three-way merging, to seamlessly combine divergent changes.</a:t>
            </a:r>
            <a:endParaRPr sz="1200">
              <a:solidFill>
                <a:srgbClr val="252525"/>
              </a:solidFill>
              <a:latin typeface="Calibri"/>
              <a:ea typeface="Calibri"/>
              <a:cs typeface="Calibri"/>
              <a:sym typeface="Calibri"/>
            </a:endParaRPr>
          </a:p>
          <a:p>
            <a:pPr marL="457200" lvl="0"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Conflict Resolution:</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In cases where changes in different branches conflict, manual intervention is required to resolve conflicts using tools like the git merge tool. Resolving conflicts ensures a smooth integration of changes.</a:t>
            </a:r>
            <a:endParaRPr sz="1200">
              <a:solidFill>
                <a:srgbClr val="252525"/>
              </a:solidFill>
              <a:latin typeface="Calibri"/>
              <a:ea typeface="Calibri"/>
              <a:cs typeface="Calibri"/>
              <a:sym typeface="Calibri"/>
            </a:endParaRPr>
          </a:p>
          <a:p>
            <a:pPr marL="457200" lvl="0"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Pushing and pulling:</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Collaborate with others by pushing your changes to a shared repository (git push) and incorporating their modifications into your local repository (git pull).</a:t>
            </a:r>
            <a:endParaRPr sz="1200">
              <a:solidFill>
                <a:srgbClr val="252525"/>
              </a:solidFill>
              <a:latin typeface="Calibri"/>
              <a:ea typeface="Calibri"/>
              <a:cs typeface="Calibri"/>
              <a:sym typeface="Calibri"/>
            </a:endParaRPr>
          </a:p>
          <a:p>
            <a:pPr marL="457200" lvl="0"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Version History:</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Git maintains a detailed version history, allowing you to navigate through different commits, understand modifications, and roll back to previous states if needed.</a:t>
            </a:r>
            <a:endParaRPr sz="1200">
              <a:solidFill>
                <a:srgbClr val="252525"/>
              </a:solidFill>
              <a:latin typeface="Calibri"/>
              <a:ea typeface="Calibri"/>
              <a:cs typeface="Calibri"/>
              <a:sym typeface="Calibri"/>
            </a:endParaRPr>
          </a:p>
          <a:p>
            <a:pPr marL="457200" lvl="0"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Continuous Iteration:</a:t>
            </a:r>
            <a:endParaRPr sz="1200">
              <a:solidFill>
                <a:srgbClr val="252525"/>
              </a:solidFill>
              <a:latin typeface="Calibri"/>
              <a:ea typeface="Calibri"/>
              <a:cs typeface="Calibri"/>
              <a:sym typeface="Calibri"/>
            </a:endParaRPr>
          </a:p>
          <a:p>
            <a:pPr marL="914400" lvl="1" indent="-304800" algn="l" rtl="0">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The process iterates as the development cycle progresses. Developers continuously stage, commit, branch, merge, and resolve conflicts to collaboratively evolve the codebase.</a:t>
            </a:r>
            <a:endParaRPr sz="1200">
              <a:solidFill>
                <a:srgbClr val="252525"/>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By comprehending this flow, developers can effectively manage changes, collaborate with team members, and maintain a well-documented and organized version history for their projects.</a:t>
            </a:r>
            <a:endParaRPr sz="1200">
              <a:solidFill>
                <a:srgbClr val="252525"/>
              </a:solidFill>
              <a:latin typeface="Calibri"/>
              <a:ea typeface="Calibri"/>
              <a:cs typeface="Calibri"/>
              <a:sym typeface="Calibri"/>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2" name="Google Shape;77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latin typeface="Calibri"/>
                <a:ea typeface="Calibri"/>
                <a:cs typeface="Calibri"/>
                <a:sym typeface="Calibri"/>
              </a:rPr>
              <a:t>Guide participants to the essential starting point of Git by emphasizing the key step of initialization. Use the 'git init' command to kickstart version control, laying the foundation for tracking different versions in the Git workflow.</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b="1">
                <a:solidFill>
                  <a:srgbClr val="252525"/>
                </a:solidFill>
                <a:latin typeface="Calibri"/>
                <a:ea typeface="Calibri"/>
                <a:cs typeface="Calibri"/>
                <a:sym typeface="Calibri"/>
              </a:rPr>
              <a:t>Initialization: </a:t>
            </a:r>
            <a:endParaRPr sz="1200" b="1">
              <a:solidFill>
                <a:srgbClr val="252525"/>
              </a:solidFill>
              <a:latin typeface="Calibri"/>
              <a:ea typeface="Calibri"/>
              <a:cs typeface="Calibri"/>
              <a:sym typeface="Calibri"/>
            </a:endParaRPr>
          </a:p>
          <a:p>
            <a:pPr marL="0" lvl="0" indent="0" algn="l" rtl="0">
              <a:lnSpc>
                <a:spcPct val="115000"/>
              </a:lnSpc>
              <a:spcBef>
                <a:spcPts val="1500"/>
              </a:spcBef>
              <a:spcAft>
                <a:spcPts val="1500"/>
              </a:spcAft>
              <a:buSzPts val="1100"/>
              <a:buNone/>
            </a:pPr>
            <a:r>
              <a:rPr lang="en" sz="1200">
                <a:solidFill>
                  <a:srgbClr val="252525"/>
                </a:solidFill>
                <a:latin typeface="Calibri"/>
                <a:ea typeface="Calibri"/>
                <a:cs typeface="Calibri"/>
                <a:sym typeface="Calibri"/>
              </a:rPr>
              <a:t>Initiation in the context of Git refers to the foundational step of establishing a version-controlled environment for a software project. This process is initiated by the</a:t>
            </a:r>
            <a:r>
              <a:rPr lang="en" sz="1200">
                <a:solidFill>
                  <a:schemeClr val="dk2"/>
                </a:solidFill>
                <a:latin typeface="Calibri"/>
                <a:ea typeface="Calibri"/>
                <a:cs typeface="Calibri"/>
                <a:sym typeface="Calibri"/>
              </a:rPr>
              <a:t> git init</a:t>
            </a:r>
            <a:r>
              <a:rPr lang="en" sz="1200">
                <a:solidFill>
                  <a:srgbClr val="252525"/>
                </a:solidFill>
                <a:latin typeface="Calibri"/>
                <a:ea typeface="Calibri"/>
                <a:cs typeface="Calibri"/>
                <a:sym typeface="Calibri"/>
              </a:rPr>
              <a:t> command, which creates a hidden directory named .git within the project directory. This directory contains the configuration files and subdirectories necessary for Git to start monitoring and tracking changes in the project. Essentially, initiation sets the stage for comprehensive version control, enabling developers to systematically manage and document alterations to their codebase. It marks the beginning of a project's journey with Git, providing the infrastructure for subsequent actions such as staging changes, committing snapshots, and branching, which collectively form the core of the Git workflow.</a:t>
            </a:r>
            <a:endParaRPr sz="1200">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9" name="Google Shape;79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latin typeface="Calibri"/>
                <a:ea typeface="Calibri"/>
                <a:cs typeface="Calibri"/>
                <a:sym typeface="Calibri"/>
              </a:rPr>
              <a:t>Guide participants through the critical process of staging changes in Git, emphasizing the </a:t>
            </a:r>
            <a:r>
              <a:rPr lang="en" sz="950">
                <a:solidFill>
                  <a:srgbClr val="188038"/>
                </a:solidFill>
                <a:latin typeface="Calibri"/>
                <a:ea typeface="Calibri"/>
                <a:cs typeface="Calibri"/>
                <a:sym typeface="Calibri"/>
              </a:rPr>
              <a:t>git add</a:t>
            </a:r>
            <a:r>
              <a:rPr lang="en" sz="1200">
                <a:solidFill>
                  <a:srgbClr val="374151"/>
                </a:solidFill>
                <a:latin typeface="Calibri"/>
                <a:ea typeface="Calibri"/>
                <a:cs typeface="Calibri"/>
                <a:sym typeface="Calibri"/>
              </a:rPr>
              <a:t> command and its selective nature, ensuring a clear understanding of how to curate and prepare modifications before committing them to the version history.</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Staging Changes</a:t>
            </a:r>
            <a:r>
              <a:rPr lang="en" sz="1200">
                <a:solidFill>
                  <a:srgbClr val="374151"/>
                </a:solidFill>
              </a:rPr>
              <a:t>”</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Staging changes in Git is a crucial step that allows developers to curate and selectively prepare modifications before committing them to the version history. Here's a detailed explanation:</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Viewing the Status: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Before staging changes, it's beneficial to check the current status of your repository using </a:t>
            </a:r>
            <a:r>
              <a:rPr lang="en" sz="1050">
                <a:solidFill>
                  <a:srgbClr val="374151"/>
                </a:solidFill>
                <a:latin typeface="Courier New"/>
                <a:ea typeface="Courier New"/>
                <a:cs typeface="Courier New"/>
                <a:sym typeface="Courier New"/>
              </a:rPr>
              <a:t>git status</a:t>
            </a:r>
            <a:r>
              <a:rPr lang="en" sz="1200">
                <a:solidFill>
                  <a:srgbClr val="374151"/>
                </a:solidFill>
                <a:latin typeface="Roboto"/>
                <a:ea typeface="Roboto"/>
                <a:cs typeface="Roboto"/>
                <a:sym typeface="Roboto"/>
              </a:rPr>
              <a:t>. </a:t>
            </a:r>
            <a:r>
              <a:rPr lang="en" sz="1200">
                <a:solidFill>
                  <a:srgbClr val="374151"/>
                </a:solidFill>
              </a:rPr>
              <a:t>This command provides information about modified, untracked, and staged files.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Selectively Adding Changes:</a:t>
            </a:r>
            <a:endParaRPr sz="1200">
              <a:solidFill>
                <a:srgbClr val="374151"/>
              </a:solidFill>
            </a:endParaRPr>
          </a:p>
          <a:p>
            <a:pPr marL="914400" lvl="1" indent="-304800" algn="l" rtl="0">
              <a:lnSpc>
                <a:spcPct val="171429"/>
              </a:lnSpc>
              <a:spcBef>
                <a:spcPts val="0"/>
              </a:spcBef>
              <a:spcAft>
                <a:spcPts val="0"/>
              </a:spcAft>
              <a:buClr>
                <a:srgbClr val="374151"/>
              </a:buClr>
              <a:buSzPts val="1200"/>
              <a:buFont typeface="Roboto"/>
              <a:buChar char="●"/>
            </a:pPr>
            <a:r>
              <a:rPr lang="en" sz="1200">
                <a:solidFill>
                  <a:srgbClr val="374151"/>
                </a:solidFill>
              </a:rPr>
              <a:t>Use the</a:t>
            </a:r>
            <a:r>
              <a:rPr lang="en" sz="1200">
                <a:solidFill>
                  <a:srgbClr val="374151"/>
                </a:solidFill>
                <a:latin typeface="Roboto"/>
                <a:ea typeface="Roboto"/>
                <a:cs typeface="Roboto"/>
                <a:sym typeface="Roboto"/>
              </a:rPr>
              <a:t> </a:t>
            </a:r>
            <a:r>
              <a:rPr lang="en" sz="1050">
                <a:solidFill>
                  <a:srgbClr val="374151"/>
                </a:solidFill>
                <a:latin typeface="Courier New"/>
                <a:ea typeface="Courier New"/>
                <a:cs typeface="Courier New"/>
                <a:sym typeface="Courier New"/>
              </a:rPr>
              <a:t>git add</a:t>
            </a:r>
            <a:r>
              <a:rPr lang="en" sz="1200">
                <a:solidFill>
                  <a:srgbClr val="374151"/>
                </a:solidFill>
                <a:latin typeface="Roboto"/>
                <a:ea typeface="Roboto"/>
                <a:cs typeface="Roboto"/>
                <a:sym typeface="Roboto"/>
              </a:rPr>
              <a:t> </a:t>
            </a:r>
            <a:r>
              <a:rPr lang="en" sz="1200">
                <a:solidFill>
                  <a:srgbClr val="374151"/>
                </a:solidFill>
              </a:rPr>
              <a:t>command to stage changes selectively. This can be done at the file level or by specifying individual changes within a file.</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Staging All Changes:</a:t>
            </a:r>
            <a:endParaRPr sz="1200">
              <a:solidFill>
                <a:srgbClr val="374151"/>
              </a:solidFill>
            </a:endParaRPr>
          </a:p>
          <a:p>
            <a:pPr marL="914400" lvl="1" indent="-304800" algn="l" rtl="0">
              <a:lnSpc>
                <a:spcPct val="171429"/>
              </a:lnSpc>
              <a:spcBef>
                <a:spcPts val="0"/>
              </a:spcBef>
              <a:spcAft>
                <a:spcPts val="0"/>
              </a:spcAft>
              <a:buClr>
                <a:srgbClr val="374151"/>
              </a:buClr>
              <a:buSzPts val="1200"/>
              <a:buFont typeface="Roboto"/>
              <a:buChar char="●"/>
            </a:pPr>
            <a:r>
              <a:rPr lang="en" sz="1200">
                <a:solidFill>
                  <a:srgbClr val="374151"/>
                </a:solidFill>
              </a:rPr>
              <a:t>To stage all changes in the working directory, use</a:t>
            </a:r>
            <a:r>
              <a:rPr lang="en" sz="1200">
                <a:solidFill>
                  <a:srgbClr val="374151"/>
                </a:solidFill>
                <a:latin typeface="Roboto"/>
                <a:ea typeface="Roboto"/>
                <a:cs typeface="Roboto"/>
                <a:sym typeface="Roboto"/>
              </a:rPr>
              <a:t> </a:t>
            </a:r>
            <a:r>
              <a:rPr lang="en" sz="1050">
                <a:solidFill>
                  <a:srgbClr val="374151"/>
                </a:solidFill>
                <a:latin typeface="Courier New"/>
                <a:ea typeface="Courier New"/>
                <a:cs typeface="Courier New"/>
                <a:sym typeface="Courier New"/>
              </a:rPr>
              <a:t>git add </a:t>
            </a:r>
            <a:r>
              <a:rPr lang="en" sz="1050">
                <a:solidFill>
                  <a:srgbClr val="374151"/>
                </a:solidFill>
              </a:rPr>
              <a:t>.</a:t>
            </a:r>
            <a:r>
              <a:rPr lang="en" sz="1200">
                <a:solidFill>
                  <a:srgbClr val="374151"/>
                </a:solidFill>
              </a:rPr>
              <a:t> This stages modifications across all tracked files.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Checking the Staging Area:</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After staging changes, execute</a:t>
            </a:r>
            <a:r>
              <a:rPr lang="en" sz="1200">
                <a:solidFill>
                  <a:srgbClr val="374151"/>
                </a:solidFill>
                <a:latin typeface="Roboto"/>
                <a:ea typeface="Roboto"/>
                <a:cs typeface="Roboto"/>
                <a:sym typeface="Roboto"/>
              </a:rPr>
              <a:t> </a:t>
            </a:r>
            <a:r>
              <a:rPr lang="en" sz="1050">
                <a:solidFill>
                  <a:srgbClr val="374151"/>
                </a:solidFill>
                <a:latin typeface="Courier New"/>
                <a:ea typeface="Courier New"/>
                <a:cs typeface="Courier New"/>
                <a:sym typeface="Courier New"/>
              </a:rPr>
              <a:t>git status</a:t>
            </a:r>
            <a:r>
              <a:rPr lang="en" sz="1200">
                <a:solidFill>
                  <a:srgbClr val="374151"/>
                </a:solidFill>
                <a:latin typeface="Roboto"/>
                <a:ea typeface="Roboto"/>
                <a:cs typeface="Roboto"/>
                <a:sym typeface="Roboto"/>
              </a:rPr>
              <a:t> </a:t>
            </a:r>
            <a:r>
              <a:rPr lang="en" sz="1200">
                <a:solidFill>
                  <a:srgbClr val="374151"/>
                </a:solidFill>
              </a:rPr>
              <a:t>again to review the files that have been staged. </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Staged files appear in the "Changes to be committed" section.</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Unstaging Changes:</a:t>
            </a:r>
            <a:endParaRPr sz="1200">
              <a:solidFill>
                <a:srgbClr val="374151"/>
              </a:solidFill>
            </a:endParaRPr>
          </a:p>
          <a:p>
            <a:pPr marL="914400" lvl="1" indent="-304800" algn="l" rtl="0">
              <a:lnSpc>
                <a:spcPct val="171429"/>
              </a:lnSpc>
              <a:spcBef>
                <a:spcPts val="0"/>
              </a:spcBef>
              <a:spcAft>
                <a:spcPts val="0"/>
              </a:spcAft>
              <a:buClr>
                <a:srgbClr val="374151"/>
              </a:buClr>
              <a:buSzPts val="1200"/>
              <a:buFont typeface="Roboto"/>
              <a:buChar char="●"/>
            </a:pPr>
            <a:r>
              <a:rPr lang="en" sz="1200">
                <a:solidFill>
                  <a:srgbClr val="374151"/>
                </a:solidFill>
              </a:rPr>
              <a:t>If you mistakenly stage a file or want to unstage changes, use</a:t>
            </a:r>
            <a:r>
              <a:rPr lang="en" sz="1200">
                <a:solidFill>
                  <a:srgbClr val="374151"/>
                </a:solidFill>
                <a:latin typeface="Roboto"/>
                <a:ea typeface="Roboto"/>
                <a:cs typeface="Roboto"/>
                <a:sym typeface="Roboto"/>
              </a:rPr>
              <a:t> </a:t>
            </a:r>
            <a:r>
              <a:rPr lang="en" sz="1050">
                <a:solidFill>
                  <a:srgbClr val="374151"/>
                </a:solidFill>
                <a:latin typeface="Courier New"/>
                <a:ea typeface="Courier New"/>
                <a:cs typeface="Courier New"/>
                <a:sym typeface="Courier New"/>
              </a:rPr>
              <a:t>git reset</a:t>
            </a:r>
            <a:r>
              <a:rPr lang="en" sz="1200">
                <a:solidFill>
                  <a:srgbClr val="374151"/>
                </a:solidFill>
                <a:latin typeface="Roboto"/>
                <a:ea typeface="Roboto"/>
                <a:cs typeface="Roboto"/>
                <a:sym typeface="Roboto"/>
              </a:rPr>
              <a:t> </a:t>
            </a:r>
            <a:r>
              <a:rPr lang="en" sz="1200">
                <a:solidFill>
                  <a:srgbClr val="374151"/>
                </a:solidFill>
              </a:rPr>
              <a:t>followed by the file name.</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Understanding the staging process in Git empowers developers to have fine-grained control over which modifications are included in each commit. It fosters a systematic approach to version control, contributing to a well-organized and comprehensible project history.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0" name="Google Shape;81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latin typeface="Calibri"/>
                <a:ea typeface="Calibri"/>
                <a:cs typeface="Calibri"/>
                <a:sym typeface="Calibri"/>
              </a:rPr>
              <a:t>Lead participants through the critical Git committing process, emphasizing the importance of descriptive commit messages, proper staging, and effective use of tools like </a:t>
            </a:r>
            <a:r>
              <a:rPr lang="en" sz="1200">
                <a:solidFill>
                  <a:srgbClr val="374151"/>
                </a:solidFill>
                <a:latin typeface="Courier New"/>
                <a:ea typeface="Courier New"/>
                <a:cs typeface="Courier New"/>
                <a:sym typeface="Courier New"/>
              </a:rPr>
              <a:t>git log</a:t>
            </a:r>
            <a:r>
              <a:rPr lang="en" sz="1200">
                <a:solidFill>
                  <a:srgbClr val="374151"/>
                </a:solidFill>
                <a:latin typeface="Calibri"/>
                <a:ea typeface="Calibri"/>
                <a:cs typeface="Calibri"/>
                <a:sym typeface="Calibri"/>
              </a:rPr>
              <a:t> for a comprehensive understanding of version history.</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latin typeface="Roboto"/>
                <a:ea typeface="Roboto"/>
                <a:cs typeface="Roboto"/>
                <a:sym typeface="Roboto"/>
              </a:rPr>
              <a:t>Commiting Changes</a:t>
            </a:r>
            <a:endParaRPr sz="1200" b="1">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It is a crucial step in the Git workflow, marking the point at which modifications become a permanent part of the version history. </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Here is the detailed guide that covers the essential aspects of committing changes:</a:t>
            </a:r>
            <a:endParaRPr sz="1200">
              <a:solidFill>
                <a:srgbClr val="374151"/>
              </a:solidFill>
              <a:latin typeface="Roboto"/>
              <a:ea typeface="Roboto"/>
              <a:cs typeface="Roboto"/>
              <a:sym typeface="Roboto"/>
            </a:endParaRPr>
          </a:p>
          <a:p>
            <a:pPr marL="457200" lvl="0" indent="-228600" algn="l" rtl="0">
              <a:lnSpc>
                <a:spcPct val="115000"/>
              </a:lnSpc>
              <a:spcBef>
                <a:spcPts val="150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a:solidFill>
                  <a:srgbClr val="374151"/>
                </a:solidFill>
                <a:latin typeface="Roboto"/>
                <a:ea typeface="Roboto"/>
                <a:cs typeface="Roboto"/>
                <a:sym typeface="Roboto"/>
              </a:rPr>
              <a:t>Committing Changes:</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Execute the </a:t>
            </a:r>
            <a:r>
              <a:rPr lang="en" sz="1050">
                <a:solidFill>
                  <a:srgbClr val="374151"/>
                </a:solidFill>
                <a:latin typeface="Courier New"/>
                <a:ea typeface="Courier New"/>
                <a:cs typeface="Courier New"/>
                <a:sym typeface="Courier New"/>
              </a:rPr>
              <a:t>git commit</a:t>
            </a:r>
            <a:r>
              <a:rPr lang="en" sz="1200">
                <a:solidFill>
                  <a:srgbClr val="374151"/>
                </a:solidFill>
                <a:latin typeface="Roboto"/>
                <a:ea typeface="Roboto"/>
                <a:cs typeface="Roboto"/>
                <a:sym typeface="Roboto"/>
              </a:rPr>
              <a:t> command to create a snapshot of the staged changes. Include a descriptive commit message using the </a:t>
            </a:r>
            <a:r>
              <a:rPr lang="en" sz="1050">
                <a:solidFill>
                  <a:srgbClr val="374151"/>
                </a:solidFill>
                <a:latin typeface="Courier New"/>
                <a:ea typeface="Courier New"/>
                <a:cs typeface="Courier New"/>
                <a:sym typeface="Courier New"/>
              </a:rPr>
              <a:t>-m</a:t>
            </a:r>
            <a:r>
              <a:rPr lang="en" sz="1200">
                <a:solidFill>
                  <a:srgbClr val="374151"/>
                </a:solidFill>
                <a:latin typeface="Roboto"/>
                <a:ea typeface="Roboto"/>
                <a:cs typeface="Roboto"/>
                <a:sym typeface="Roboto"/>
              </a:rPr>
              <a:t> flag to articulate the purpose of the modifications.</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a:solidFill>
                  <a:srgbClr val="374151"/>
                </a:solidFill>
                <a:latin typeface="Roboto"/>
                <a:ea typeface="Roboto"/>
                <a:cs typeface="Roboto"/>
                <a:sym typeface="Roboto"/>
              </a:rPr>
              <a:t>Commit Message Guidelines:</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Craft meaningful commit messages that concisely describe the purpose of the changes. A well-formatted message aids in understanding the history of the project.</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a:solidFill>
                  <a:srgbClr val="374151"/>
                </a:solidFill>
                <a:latin typeface="Roboto"/>
                <a:ea typeface="Roboto"/>
                <a:cs typeface="Roboto"/>
                <a:sym typeface="Roboto"/>
              </a:rPr>
              <a:t>Viewing Commit History:</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Review the commit history using </a:t>
            </a:r>
            <a:r>
              <a:rPr lang="en" sz="1050">
                <a:solidFill>
                  <a:srgbClr val="374151"/>
                </a:solidFill>
                <a:latin typeface="Courier New"/>
                <a:ea typeface="Courier New"/>
                <a:cs typeface="Courier New"/>
                <a:sym typeface="Courier New"/>
              </a:rPr>
              <a:t>git log</a:t>
            </a:r>
            <a:r>
              <a:rPr lang="en" sz="1200">
                <a:solidFill>
                  <a:srgbClr val="374151"/>
                </a:solidFill>
                <a:latin typeface="Roboto"/>
                <a:ea typeface="Roboto"/>
                <a:cs typeface="Roboto"/>
                <a:sym typeface="Roboto"/>
              </a:rPr>
              <a:t>. This command provides a chronological list of commits, displaying commit messages, authors, timestamps, and commit hashes.</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a:solidFill>
                  <a:srgbClr val="374151"/>
                </a:solidFill>
                <a:latin typeface="Roboto"/>
                <a:ea typeface="Roboto"/>
                <a:cs typeface="Roboto"/>
                <a:sym typeface="Roboto"/>
              </a:rPr>
              <a:t>Amending Commits:</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If changes are missed or need modification after a commit, use </a:t>
            </a:r>
            <a:r>
              <a:rPr lang="en" sz="1050">
                <a:solidFill>
                  <a:srgbClr val="374151"/>
                </a:solidFill>
                <a:latin typeface="Courier New"/>
                <a:ea typeface="Courier New"/>
                <a:cs typeface="Courier New"/>
                <a:sym typeface="Courier New"/>
              </a:rPr>
              <a:t>git commit --amend</a:t>
            </a:r>
            <a:r>
              <a:rPr lang="en" sz="1200">
                <a:solidFill>
                  <a:srgbClr val="374151"/>
                </a:solidFill>
                <a:latin typeface="Roboto"/>
                <a:ea typeface="Roboto"/>
                <a:cs typeface="Roboto"/>
                <a:sym typeface="Roboto"/>
              </a:rPr>
              <a:t> to add more changes or adjust the commit message.</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a:solidFill>
                  <a:srgbClr val="374151"/>
                </a:solidFill>
                <a:latin typeface="Roboto"/>
                <a:ea typeface="Roboto"/>
                <a:cs typeface="Roboto"/>
                <a:sym typeface="Roboto"/>
              </a:rPr>
              <a:t>Interactive Committing:</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Utilize interactive mode with </a:t>
            </a:r>
            <a:r>
              <a:rPr lang="en" sz="1050">
                <a:solidFill>
                  <a:srgbClr val="374151"/>
                </a:solidFill>
                <a:latin typeface="Courier New"/>
                <a:ea typeface="Courier New"/>
                <a:cs typeface="Courier New"/>
                <a:sym typeface="Courier New"/>
              </a:rPr>
              <a:t>git add -i</a:t>
            </a:r>
            <a:r>
              <a:rPr lang="en" sz="1200">
                <a:solidFill>
                  <a:srgbClr val="374151"/>
                </a:solidFill>
                <a:latin typeface="Roboto"/>
                <a:ea typeface="Roboto"/>
                <a:cs typeface="Roboto"/>
                <a:sym typeface="Roboto"/>
              </a:rPr>
              <a:t> to selectively stage changes and commit only specific modifications.</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a:solidFill>
                  <a:srgbClr val="374151"/>
                </a:solidFill>
                <a:latin typeface="Roboto"/>
                <a:ea typeface="Roboto"/>
                <a:cs typeface="Roboto"/>
                <a:sym typeface="Roboto"/>
              </a:rPr>
              <a:t>Rollback to Previous Commits:</a:t>
            </a:r>
            <a:endParaRPr sz="1200">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If necessary, roll back to a previous commit using </a:t>
            </a:r>
            <a:r>
              <a:rPr lang="en" sz="1050">
                <a:solidFill>
                  <a:srgbClr val="374151"/>
                </a:solidFill>
                <a:latin typeface="Courier New"/>
                <a:ea typeface="Courier New"/>
                <a:cs typeface="Courier New"/>
                <a:sym typeface="Courier New"/>
              </a:rPr>
              <a:t>git revert</a:t>
            </a:r>
            <a:r>
              <a:rPr lang="en" sz="1200">
                <a:solidFill>
                  <a:srgbClr val="374151"/>
                </a:solidFill>
                <a:latin typeface="Roboto"/>
                <a:ea typeface="Roboto"/>
                <a:cs typeface="Roboto"/>
                <a:sym typeface="Roboto"/>
              </a:rPr>
              <a:t> or </a:t>
            </a:r>
            <a:r>
              <a:rPr lang="en" sz="1050">
                <a:solidFill>
                  <a:srgbClr val="374151"/>
                </a:solidFill>
                <a:latin typeface="Courier New"/>
                <a:ea typeface="Courier New"/>
                <a:cs typeface="Courier New"/>
                <a:sym typeface="Courier New"/>
              </a:rPr>
              <a:t>git reset</a:t>
            </a:r>
            <a:r>
              <a:rPr lang="en" sz="1200">
                <a:solidFill>
                  <a:srgbClr val="374151"/>
                </a:solidFill>
                <a:latin typeface="Roboto"/>
                <a:ea typeface="Roboto"/>
                <a:cs typeface="Roboto"/>
                <a:sym typeface="Roboto"/>
              </a:rPr>
              <a:t> to undo changes and create a new commit.</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Committing changes in Git is a fundamental aspect of version control, allowing developers to systematically record and document the evolution of their projects. It promotes collaboration and facilitates a clear understanding of the project's history.</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45720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00000"/>
              </a:lnSpc>
              <a:spcBef>
                <a:spcPts val="150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0" name="Google Shape;82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participants through the git branch command, emphasizing its role in creating, switching, and managing branches.</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15000"/>
              </a:lnSpc>
              <a:spcBef>
                <a:spcPts val="0"/>
              </a:spcBef>
              <a:spcAft>
                <a:spcPts val="0"/>
              </a:spcAft>
              <a:buSzPts val="1100"/>
              <a:buNone/>
            </a:pPr>
            <a:r>
              <a:rPr lang="en" sz="1200">
                <a:solidFill>
                  <a:srgbClr val="374151"/>
                </a:solidFill>
              </a:rPr>
              <a:t>Branching in Git is a powerful concept that allows developers to create separate lines of development within a repository. It enables teams to work on different features, bug fixes, or experiments simultaneously without interfering with the main codebase. A branch is essentially a lightweight, independent copy of the code, and creating branches is like diverging from the main line of development.</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Here are the key aspects of branching in Git:</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b="1">
                <a:solidFill>
                  <a:srgbClr val="374151"/>
                </a:solidFill>
              </a:rPr>
              <a:t>Isolation</a:t>
            </a:r>
            <a:r>
              <a:rPr lang="en" sz="1200">
                <a:solidFill>
                  <a:srgbClr val="374151"/>
                </a:solidFill>
              </a:rPr>
              <a:t>: Each branch represents a specific task or feature, providing isolation from changes happening in other branches. This isolation allows developers to work independently on their assigned tasks without affecting the stability of the main codebase.</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b="1">
                <a:solidFill>
                  <a:srgbClr val="374151"/>
                </a:solidFill>
              </a:rPr>
              <a:t>Parallel Development</a:t>
            </a:r>
            <a:r>
              <a:rPr lang="en" sz="1200">
                <a:solidFill>
                  <a:srgbClr val="374151"/>
                </a:solidFill>
              </a:rPr>
              <a:t>: Branching allows for parallel development, enabling team members to work on distinct features concurrently. This parallelism significantly speeds up development processes and facilitates collaboration within a team.</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Main Branch (Master/Main): The main branch (often named "master" or "main") represents the default and stable state of the project. It serves as a reference point for the latest working version, and branches are typically created from and merged back into this main branch.</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endParaRPr>
          </a:p>
          <a:p>
            <a:pPr marL="457200" lvl="0" indent="-228600" algn="l" rtl="0">
              <a:lnSpc>
                <a:spcPct val="171429"/>
              </a:lnSpc>
              <a:spcBef>
                <a:spcPts val="0"/>
              </a:spcBef>
              <a:spcAft>
                <a:spcPts val="0"/>
              </a:spcAft>
              <a:buClr>
                <a:srgbClr val="374151"/>
              </a:buClr>
              <a:buSzPts val="1200"/>
              <a:buFont typeface="Roboto"/>
              <a:buNone/>
            </a:pPr>
            <a:r>
              <a:rPr lang="en" sz="1200">
                <a:solidFill>
                  <a:srgbClr val="374151"/>
                </a:solidFill>
              </a:rPr>
              <a:t>Creating Branches: Developers use the</a:t>
            </a:r>
            <a:r>
              <a:rPr lang="en" sz="1200">
                <a:solidFill>
                  <a:srgbClr val="374151"/>
                </a:solidFill>
                <a:latin typeface="Roboto"/>
                <a:ea typeface="Roboto"/>
                <a:cs typeface="Roboto"/>
                <a:sym typeface="Roboto"/>
              </a:rPr>
              <a:t> </a:t>
            </a:r>
            <a:r>
              <a:rPr lang="en" sz="1050">
                <a:solidFill>
                  <a:srgbClr val="374151"/>
                </a:solidFill>
                <a:latin typeface="Courier New"/>
                <a:ea typeface="Courier New"/>
                <a:cs typeface="Courier New"/>
                <a:sym typeface="Courier New"/>
              </a:rPr>
              <a:t>git branch</a:t>
            </a:r>
            <a:r>
              <a:rPr lang="en" sz="1200">
                <a:solidFill>
                  <a:srgbClr val="374151"/>
                </a:solidFill>
                <a:latin typeface="Roboto"/>
                <a:ea typeface="Roboto"/>
                <a:cs typeface="Roboto"/>
                <a:sym typeface="Roboto"/>
              </a:rPr>
              <a:t> </a:t>
            </a:r>
            <a:r>
              <a:rPr lang="en" sz="1200">
                <a:solidFill>
                  <a:srgbClr val="374151"/>
                </a:solidFill>
              </a:rPr>
              <a:t>command to create a new branch</a:t>
            </a:r>
            <a:r>
              <a:rPr lang="en" sz="1200">
                <a:solidFill>
                  <a:srgbClr val="374151"/>
                </a:solidFill>
                <a:latin typeface="Roboto"/>
                <a:ea typeface="Roboto"/>
                <a:cs typeface="Roboto"/>
                <a:sym typeface="Roboto"/>
              </a:rPr>
              <a:t>.</a:t>
            </a:r>
            <a:endParaRPr sz="1050">
              <a:solidFill>
                <a:srgbClr val="FFFFFF"/>
              </a:solidFill>
              <a:latin typeface="Roboto Mono"/>
              <a:ea typeface="Roboto Mono"/>
              <a:cs typeface="Roboto Mono"/>
              <a:sym typeface="Roboto Mono"/>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457200" lvl="0" indent="-228600" algn="l" rtl="0">
              <a:lnSpc>
                <a:spcPct val="171429"/>
              </a:lnSpc>
              <a:spcBef>
                <a:spcPts val="0"/>
              </a:spcBef>
              <a:spcAft>
                <a:spcPts val="0"/>
              </a:spcAft>
              <a:buClr>
                <a:srgbClr val="374151"/>
              </a:buClr>
              <a:buSzPts val="1200"/>
              <a:buFont typeface="Roboto"/>
              <a:buNone/>
            </a:pPr>
            <a:r>
              <a:rPr lang="en" sz="1200">
                <a:solidFill>
                  <a:srgbClr val="374151"/>
                </a:solidFill>
              </a:rPr>
              <a:t>Switching Between Branches: The</a:t>
            </a:r>
            <a:r>
              <a:rPr lang="en" sz="1200">
                <a:solidFill>
                  <a:srgbClr val="374151"/>
                </a:solidFill>
                <a:latin typeface="Roboto"/>
                <a:ea typeface="Roboto"/>
                <a:cs typeface="Roboto"/>
                <a:sym typeface="Roboto"/>
              </a:rPr>
              <a:t> </a:t>
            </a:r>
            <a:r>
              <a:rPr lang="en" sz="1050">
                <a:solidFill>
                  <a:srgbClr val="374151"/>
                </a:solidFill>
                <a:latin typeface="Courier New"/>
                <a:ea typeface="Courier New"/>
                <a:cs typeface="Courier New"/>
                <a:sym typeface="Courier New"/>
              </a:rPr>
              <a:t>git checkout</a:t>
            </a:r>
            <a:r>
              <a:rPr lang="en" sz="1200">
                <a:solidFill>
                  <a:srgbClr val="374151"/>
                </a:solidFill>
                <a:latin typeface="Roboto"/>
                <a:ea typeface="Roboto"/>
                <a:cs typeface="Roboto"/>
                <a:sym typeface="Roboto"/>
              </a:rPr>
              <a:t> </a:t>
            </a:r>
            <a:r>
              <a:rPr lang="en" sz="1200">
                <a:solidFill>
                  <a:srgbClr val="374151"/>
                </a:solidFill>
              </a:rPr>
              <a:t>command is used to switch between branches</a:t>
            </a:r>
            <a:r>
              <a:rPr lang="en" sz="1200">
                <a:solidFill>
                  <a:srgbClr val="374151"/>
                </a:solidFill>
                <a:latin typeface="Roboto"/>
                <a:ea typeface="Roboto"/>
                <a:cs typeface="Roboto"/>
                <a:sym typeface="Roboto"/>
              </a:rPr>
              <a:t>.</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a:solidFill>
                  <a:srgbClr val="374151"/>
                </a:solidFill>
              </a:rPr>
              <a:t>Merging Branches: After completing work in a branch, changes are merged back into the main branch using the</a:t>
            </a:r>
            <a:r>
              <a:rPr lang="en" sz="1200">
                <a:solidFill>
                  <a:srgbClr val="374151"/>
                </a:solidFill>
                <a:latin typeface="Roboto"/>
                <a:ea typeface="Roboto"/>
                <a:cs typeface="Roboto"/>
                <a:sym typeface="Roboto"/>
              </a:rPr>
              <a:t> </a:t>
            </a:r>
            <a:r>
              <a:rPr lang="en" sz="1050">
                <a:solidFill>
                  <a:srgbClr val="374151"/>
                </a:solidFill>
                <a:latin typeface="Courier New"/>
                <a:ea typeface="Courier New"/>
                <a:cs typeface="Courier New"/>
                <a:sym typeface="Courier New"/>
              </a:rPr>
              <a:t>git merge</a:t>
            </a:r>
            <a:r>
              <a:rPr lang="en" sz="1200">
                <a:solidFill>
                  <a:srgbClr val="374151"/>
                </a:solidFill>
                <a:latin typeface="Roboto"/>
                <a:ea typeface="Roboto"/>
                <a:cs typeface="Roboto"/>
                <a:sym typeface="Roboto"/>
              </a:rPr>
              <a:t> </a:t>
            </a:r>
            <a:r>
              <a:rPr lang="en" sz="1200">
                <a:solidFill>
                  <a:srgbClr val="374151"/>
                </a:solidFill>
              </a:rPr>
              <a:t>command. This integration ensures that the new features or changes are incorporated into the main codebase.</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Branching is a key feature in Git that fosters a modular and collaborative development environment. It provides a structured way to manage and organize code changes, making version control more efficient and flexible.</a:t>
            </a:r>
            <a:endParaRPr sz="1200">
              <a:solidFill>
                <a:srgbClr val="374151"/>
              </a:solidFill>
            </a:endParaRPr>
          </a:p>
          <a:p>
            <a:pPr marL="13716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9" name="Google Shape;82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Lead participants through the essential</a:t>
            </a:r>
            <a:r>
              <a:rPr lang="en" sz="1200">
                <a:solidFill>
                  <a:srgbClr val="374151"/>
                </a:solidFill>
                <a:latin typeface="Roboto"/>
                <a:ea typeface="Roboto"/>
                <a:cs typeface="Roboto"/>
                <a:sym typeface="Roboto"/>
              </a:rPr>
              <a:t> </a:t>
            </a:r>
            <a:r>
              <a:rPr lang="en" sz="950">
                <a:solidFill>
                  <a:srgbClr val="188038"/>
                </a:solidFill>
                <a:latin typeface="Courier New"/>
                <a:ea typeface="Courier New"/>
                <a:cs typeface="Courier New"/>
                <a:sym typeface="Courier New"/>
              </a:rPr>
              <a:t>git merge</a:t>
            </a:r>
            <a:r>
              <a:rPr lang="en" sz="1200">
                <a:solidFill>
                  <a:srgbClr val="374151"/>
                </a:solidFill>
                <a:latin typeface="Roboto"/>
                <a:ea typeface="Roboto"/>
                <a:cs typeface="Roboto"/>
                <a:sym typeface="Roboto"/>
              </a:rPr>
              <a:t> </a:t>
            </a:r>
            <a:r>
              <a:rPr lang="en" sz="1200">
                <a:solidFill>
                  <a:srgbClr val="374151"/>
                </a:solidFill>
              </a:rPr>
              <a:t>command, </a:t>
            </a:r>
            <a:r>
              <a:rPr lang="en" sz="1200">
                <a:solidFill>
                  <a:srgbClr val="374151"/>
                </a:solidFill>
                <a:latin typeface="Roboto"/>
                <a:ea typeface="Roboto"/>
                <a:cs typeface="Roboto"/>
                <a:sym typeface="Roboto"/>
              </a:rPr>
              <a:t>followed by covering versatile merge types like fast-forward, three-way, recursive, octopus, and squash merges, empowering developers to integrate changes efficiently in version control.</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15000"/>
              </a:lnSpc>
              <a:spcBef>
                <a:spcPts val="1500"/>
              </a:spcBef>
              <a:spcAft>
                <a:spcPts val="0"/>
              </a:spcAft>
              <a:buSzPts val="1100"/>
              <a:buNone/>
            </a:pPr>
            <a:r>
              <a:rPr lang="en" sz="1200">
                <a:solidFill>
                  <a:srgbClr val="374151"/>
                </a:solidFill>
              </a:rPr>
              <a:t>Merging in Git is a critical process for integrating changes from one branch into another, often used to bring features developed in separate branches back into the main branch. The</a:t>
            </a:r>
            <a:r>
              <a:rPr lang="en" sz="1200">
                <a:solidFill>
                  <a:srgbClr val="374151"/>
                </a:solidFill>
                <a:latin typeface="Roboto"/>
                <a:ea typeface="Roboto"/>
                <a:cs typeface="Roboto"/>
                <a:sym typeface="Roboto"/>
              </a:rPr>
              <a:t> </a:t>
            </a:r>
            <a:r>
              <a:rPr lang="en" sz="950">
                <a:solidFill>
                  <a:srgbClr val="188038"/>
                </a:solidFill>
                <a:latin typeface="Courier New"/>
                <a:ea typeface="Courier New"/>
                <a:cs typeface="Courier New"/>
                <a:sym typeface="Courier New"/>
              </a:rPr>
              <a:t>git merge</a:t>
            </a:r>
            <a:r>
              <a:rPr lang="en" sz="1200">
                <a:solidFill>
                  <a:srgbClr val="374151"/>
                </a:solidFill>
                <a:latin typeface="Roboto"/>
                <a:ea typeface="Roboto"/>
                <a:cs typeface="Roboto"/>
                <a:sym typeface="Roboto"/>
              </a:rPr>
              <a:t> </a:t>
            </a:r>
            <a:r>
              <a:rPr lang="en" sz="1200">
                <a:solidFill>
                  <a:srgbClr val="374151"/>
                </a:solidFill>
              </a:rPr>
              <a:t>command is central to this process, enabling developers to seamlessly integrate changes.</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In Git, there are several types of merges, each serving specific purposes in the version control process. Here are some common types:</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Fast-Forward Merge: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It occurs when the branch being merged has no new commits since the branch was created.</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Git simply moves the branch pointer forward to include the changes from the feature branch.</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Executed using the command: </a:t>
            </a:r>
            <a:r>
              <a:rPr lang="en" sz="1050">
                <a:solidFill>
                  <a:srgbClr val="374151"/>
                </a:solidFill>
                <a:latin typeface="Courier New"/>
                <a:ea typeface="Courier New"/>
                <a:cs typeface="Courier New"/>
                <a:sym typeface="Courier New"/>
              </a:rPr>
              <a:t>git merge --ff-only feature-branch</a:t>
            </a:r>
            <a:r>
              <a:rPr lang="en" sz="1200">
                <a:solidFill>
                  <a:srgbClr val="374151"/>
                </a:solidFill>
                <a:latin typeface="Roboto"/>
                <a:ea typeface="Roboto"/>
                <a:cs typeface="Roboto"/>
                <a:sym typeface="Roboto"/>
              </a:rPr>
              <a:t>.</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Three-Way Merge: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Takes place when both branches have new commits since they diverged.</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Git automatically compares the common ancestor, the current branch, and the branch being merged.</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Resolves non-conflicting changes automatically.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Standard merge command:</a:t>
            </a:r>
            <a:r>
              <a:rPr lang="en" sz="1200">
                <a:solidFill>
                  <a:srgbClr val="374151"/>
                </a:solidFill>
                <a:latin typeface="Roboto"/>
                <a:ea typeface="Roboto"/>
                <a:cs typeface="Roboto"/>
                <a:sym typeface="Roboto"/>
              </a:rPr>
              <a:t> </a:t>
            </a:r>
            <a:r>
              <a:rPr lang="en" sz="1050">
                <a:solidFill>
                  <a:srgbClr val="374151"/>
                </a:solidFill>
                <a:latin typeface="Courier New"/>
                <a:ea typeface="Courier New"/>
                <a:cs typeface="Courier New"/>
                <a:sym typeface="Courier New"/>
              </a:rPr>
              <a:t>git merge feature-branch</a:t>
            </a:r>
            <a:r>
              <a:rPr lang="en" sz="1200">
                <a:solidFill>
                  <a:srgbClr val="374151"/>
                </a:solidFill>
                <a:latin typeface="Roboto"/>
                <a:ea typeface="Roboto"/>
                <a:cs typeface="Roboto"/>
                <a:sym typeface="Roboto"/>
              </a:rPr>
              <a:t>.</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Recursive Merge: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An advanced form of three-way merging that handles complex branch hierarchies.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Utilizes a recursive strategy to integrate changes from multiple branches.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Especially useful in more intricate development scenarios.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Octopus Merge: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Involves merging more than two branches simultaneously.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Suitable for combining changes from multiple feature branches into a single branch.</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Executed using the standard merge command with multiple branch names.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Squash Merge: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Combines multiple commits from a feature branch into a single, condensed commit.</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Useful for maintaining a clean and concise commit history.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Executed using the interactive rebase or </a:t>
            </a:r>
            <a:r>
              <a:rPr lang="en" sz="1050">
                <a:solidFill>
                  <a:srgbClr val="374151"/>
                </a:solidFill>
                <a:latin typeface="Courier New"/>
                <a:ea typeface="Courier New"/>
                <a:cs typeface="Courier New"/>
                <a:sym typeface="Courier New"/>
              </a:rPr>
              <a:t>--squash</a:t>
            </a:r>
            <a:r>
              <a:rPr lang="en" sz="1200">
                <a:solidFill>
                  <a:srgbClr val="374151"/>
                </a:solidFill>
                <a:latin typeface="Roboto"/>
                <a:ea typeface="Roboto"/>
                <a:cs typeface="Roboto"/>
                <a:sym typeface="Roboto"/>
              </a:rPr>
              <a:t> </a:t>
            </a:r>
            <a:r>
              <a:rPr lang="en" sz="1200">
                <a:solidFill>
                  <a:srgbClr val="374151"/>
                </a:solidFill>
              </a:rPr>
              <a:t>option during merge</a:t>
            </a:r>
            <a:r>
              <a:rPr lang="en" sz="1200">
                <a:solidFill>
                  <a:srgbClr val="374151"/>
                </a:solidFill>
                <a:latin typeface="Roboto"/>
                <a:ea typeface="Roboto"/>
                <a:cs typeface="Roboto"/>
                <a:sym typeface="Roboto"/>
              </a:rPr>
              <a:t>.</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These merge types provide flexibility in handling different scenarios during the software development process, allowing developers to choose the most suitable approach for their specific needs.</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r>
              <a:rPr lang="en" sz="1200">
                <a:solidFill>
                  <a:schemeClr val="dk1"/>
                </a:solidFill>
              </a:rPr>
              <a:t>Conflict Resolution:</a:t>
            </a:r>
            <a:endParaRPr sz="1200">
              <a:solidFill>
                <a:schemeClr val="dk1"/>
              </a:solidFill>
            </a:endParaRPr>
          </a:p>
          <a:p>
            <a:pPr marL="0" lvl="0" indent="0" algn="l" rtl="0">
              <a:lnSpc>
                <a:spcPct val="115000"/>
              </a:lnSpc>
              <a:spcBef>
                <a:spcPts val="1500"/>
              </a:spcBef>
              <a:spcAft>
                <a:spcPts val="0"/>
              </a:spcAft>
              <a:buSzPts val="1100"/>
              <a:buNone/>
            </a:pPr>
            <a:r>
              <a:rPr lang="en" sz="1200">
                <a:solidFill>
                  <a:srgbClr val="374151"/>
                </a:solidFill>
              </a:rPr>
              <a:t>Address the possibility of conflicts arising during merging, where changes in the branches being merged cannot be automatically reconciled. This situation requires manual intervention to resolve conflicting changes, either through the </a:t>
            </a:r>
            <a:r>
              <a:rPr lang="en" sz="950">
                <a:solidFill>
                  <a:srgbClr val="188038"/>
                </a:solidFill>
                <a:latin typeface="Courier New"/>
                <a:ea typeface="Courier New"/>
                <a:cs typeface="Courier New"/>
                <a:sym typeface="Courier New"/>
              </a:rPr>
              <a:t>git mergetool</a:t>
            </a:r>
            <a:r>
              <a:rPr lang="en" sz="1200">
                <a:solidFill>
                  <a:srgbClr val="374151"/>
                </a:solidFill>
                <a:latin typeface="Roboto"/>
                <a:ea typeface="Roboto"/>
                <a:cs typeface="Roboto"/>
                <a:sym typeface="Roboto"/>
              </a:rPr>
              <a:t> </a:t>
            </a:r>
            <a:r>
              <a:rPr lang="en" sz="1200">
                <a:solidFill>
                  <a:srgbClr val="374151"/>
                </a:solidFill>
              </a:rPr>
              <a:t>command or manual editing</a:t>
            </a:r>
            <a:r>
              <a:rPr lang="en" sz="1200">
                <a:solidFill>
                  <a:srgbClr val="374151"/>
                </a:solidFill>
                <a:latin typeface="Roboto"/>
                <a:ea typeface="Roboto"/>
                <a:cs typeface="Roboto"/>
                <a:sym typeface="Roboto"/>
              </a:rPr>
              <a:t>.</a:t>
            </a:r>
            <a:endParaRPr sz="1200">
              <a:solidFill>
                <a:schemeClr val="dk1"/>
              </a:solidFill>
              <a:latin typeface="Roboto"/>
              <a:ea typeface="Roboto"/>
              <a:cs typeface="Roboto"/>
              <a:sym typeface="Roboto"/>
            </a:endParaRPr>
          </a:p>
          <a:p>
            <a:pPr marL="13716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2" name="Google Shape;8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Navigate participants through Git conflict resolution, emphasizing the manual intervention needed when changes overlap.</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Conflict Resolution:</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Address the possibility of conflicts arising during merging, where changes in the branches being merged cannot be automatically reconciled. This situation requires manual intervention to resolve conflicting changes, either through the </a:t>
            </a:r>
            <a:r>
              <a:rPr lang="en" sz="950">
                <a:solidFill>
                  <a:srgbClr val="188038"/>
                </a:solidFill>
                <a:latin typeface="Courier New"/>
                <a:ea typeface="Courier New"/>
                <a:cs typeface="Courier New"/>
                <a:sym typeface="Courier New"/>
              </a:rPr>
              <a:t>git mergetool</a:t>
            </a:r>
            <a:r>
              <a:rPr lang="en" sz="1200">
                <a:solidFill>
                  <a:srgbClr val="374151"/>
                </a:solidFill>
                <a:latin typeface="Roboto"/>
                <a:ea typeface="Roboto"/>
                <a:cs typeface="Roboto"/>
                <a:sym typeface="Roboto"/>
              </a:rPr>
              <a:t> </a:t>
            </a:r>
            <a:r>
              <a:rPr lang="en" sz="1200">
                <a:solidFill>
                  <a:srgbClr val="374151"/>
                </a:solidFill>
              </a:rPr>
              <a:t>command or manual editing</a:t>
            </a:r>
            <a:r>
              <a:rPr lang="en" sz="1200">
                <a:solidFill>
                  <a:srgbClr val="374151"/>
                </a:solidFill>
                <a:latin typeface="Roboto"/>
                <a:ea typeface="Roboto"/>
                <a:cs typeface="Roboto"/>
                <a:sym typeface="Roboto"/>
              </a:rPr>
              <a:t>.</a:t>
            </a:r>
            <a:endParaRPr sz="1200">
              <a:solidFill>
                <a:schemeClr val="dk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Conflict resolution is a crucial step in Git merging when changes from different branches cannot be automatically reconciled. Here's an overview of the conflict resolution process:</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Identification of Conflicts: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Git identifies conflicts when changes in the branches being merged overlap and cannot be merged automatically.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Conflicts typically occur when the same lines in the same file have been modified in both branches.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Manual Resolution:</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Developers are notified of conflicts, and the affected files are marked as conflicted.</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Manual intervention is required to resolve conflicts by editing the conflicted files.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Developers need to decide which changes to keep, modify, or discard based on the requirements of the project.</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Conflict Markers: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Git marks conflicted sections in the file with special markers such as </a:t>
            </a:r>
            <a:r>
              <a:rPr lang="en" sz="1050">
                <a:solidFill>
                  <a:srgbClr val="374151"/>
                </a:solidFill>
              </a:rPr>
              <a:t>&lt;&lt;&lt;&lt;&lt;&lt;&lt;</a:t>
            </a:r>
            <a:r>
              <a:rPr lang="en" sz="1200">
                <a:solidFill>
                  <a:srgbClr val="374151"/>
                </a:solidFill>
              </a:rPr>
              <a:t>, </a:t>
            </a:r>
            <a:r>
              <a:rPr lang="en" sz="1050">
                <a:solidFill>
                  <a:srgbClr val="374151"/>
                </a:solidFill>
              </a:rPr>
              <a:t>=======</a:t>
            </a:r>
            <a:r>
              <a:rPr lang="en" sz="1200">
                <a:solidFill>
                  <a:srgbClr val="374151"/>
                </a:solidFill>
              </a:rPr>
              <a:t>, and </a:t>
            </a:r>
            <a:r>
              <a:rPr lang="en" sz="1050">
                <a:solidFill>
                  <a:srgbClr val="374151"/>
                </a:solidFill>
              </a:rPr>
              <a:t>&gt;&gt;&gt;&gt;&gt;&gt;&gt;</a:t>
            </a:r>
            <a:r>
              <a:rPr lang="en" sz="1200">
                <a:solidFill>
                  <a:srgbClr val="374151"/>
                </a:solidFill>
              </a:rPr>
              <a:t>.</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Developers need to edit the file, removing these markers and deciding on the final content of the conflicted area.</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Merge Tool:</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Git provides tools, such as </a:t>
            </a:r>
            <a:r>
              <a:rPr lang="en" sz="1050">
                <a:solidFill>
                  <a:srgbClr val="374151"/>
                </a:solidFill>
              </a:rPr>
              <a:t>git mergetool</a:t>
            </a:r>
            <a:r>
              <a:rPr lang="en" sz="1200">
                <a:solidFill>
                  <a:srgbClr val="374151"/>
                </a:solidFill>
              </a:rPr>
              <a:t>, to assist in conflict resolution.</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Merge tools can provide a visual interface to compare and merge conflicting changes.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Committing Resolved Changes: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After resolving conflicts, developers need to mark the files as resolved using </a:t>
            </a:r>
            <a:r>
              <a:rPr lang="en" sz="1050">
                <a:solidFill>
                  <a:srgbClr val="374151"/>
                </a:solidFill>
              </a:rPr>
              <a:t>git add</a:t>
            </a:r>
            <a:r>
              <a:rPr lang="en" sz="1200">
                <a:solidFill>
                  <a:srgbClr val="374151"/>
                </a:solidFill>
              </a:rPr>
              <a:t>.</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The changes are then committed with </a:t>
            </a:r>
            <a:r>
              <a:rPr lang="en" sz="1050">
                <a:solidFill>
                  <a:srgbClr val="374151"/>
                </a:solidFill>
              </a:rPr>
              <a:t>git commit</a:t>
            </a:r>
            <a:r>
              <a:rPr lang="en" sz="1200">
                <a:solidFill>
                  <a:srgbClr val="374151"/>
                </a:solidFill>
              </a:rPr>
              <a:t>, finalizing the resolution.</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Continuation of Merge: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The merge process continues once conflicts are successfully resolved and committed.</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Developers can then complete the merge using </a:t>
            </a:r>
            <a:r>
              <a:rPr lang="en" sz="1050">
                <a:solidFill>
                  <a:srgbClr val="374151"/>
                </a:solidFill>
              </a:rPr>
              <a:t>git merge </a:t>
            </a:r>
            <a:r>
              <a:rPr lang="en" sz="1050">
                <a:solidFill>
                  <a:srgbClr val="374151"/>
                </a:solidFill>
                <a:latin typeface="Courier New"/>
                <a:ea typeface="Courier New"/>
                <a:cs typeface="Courier New"/>
                <a:sym typeface="Courier New"/>
              </a:rPr>
              <a:t>--continue</a:t>
            </a:r>
            <a:r>
              <a:rPr lang="en" sz="1200">
                <a:solidFill>
                  <a:srgbClr val="374151"/>
                </a:solidFill>
                <a:latin typeface="Courier New"/>
                <a:ea typeface="Courier New"/>
                <a:cs typeface="Courier New"/>
                <a:sym typeface="Courier New"/>
              </a:rPr>
              <a:t> </a:t>
            </a:r>
            <a:r>
              <a:rPr lang="en" sz="1200">
                <a:solidFill>
                  <a:srgbClr val="374151"/>
                </a:solidFill>
              </a:rPr>
              <a:t>or </a:t>
            </a:r>
            <a:r>
              <a:rPr lang="en" sz="1050">
                <a:solidFill>
                  <a:srgbClr val="374151"/>
                </a:solidFill>
              </a:rPr>
              <a:t>git merge -</a:t>
            </a:r>
            <a:r>
              <a:rPr lang="en" sz="1050">
                <a:solidFill>
                  <a:srgbClr val="374151"/>
                </a:solidFill>
                <a:latin typeface="Courier New"/>
                <a:ea typeface="Courier New"/>
                <a:cs typeface="Courier New"/>
                <a:sym typeface="Courier New"/>
              </a:rPr>
              <a:t>-abort</a:t>
            </a:r>
            <a:r>
              <a:rPr lang="en" sz="1200">
                <a:solidFill>
                  <a:srgbClr val="374151"/>
                </a:solidFill>
              </a:rPr>
              <a:t> to either proceed or cancel the merge.</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Effective conflict resolution ensures a harmonious integration of changes from different branches, maintaining code integrity and preventing unintended errors in the project's history. It emphasizes the collaborative aspect of version control, as teams work together to align code modifications seamlessly.</a:t>
            </a:r>
            <a:endParaRPr sz="1200">
              <a:solidFill>
                <a:srgbClr val="374151"/>
              </a:solidFill>
            </a:endParaRPr>
          </a:p>
          <a:p>
            <a:pPr marL="45720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2" name="Google Shape;87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Navigate essential Git actions: push for collaboration, pull for code synchronization between local and remote repositories.</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00000"/>
              </a:lnSpc>
              <a:spcBef>
                <a:spcPts val="0"/>
              </a:spcBef>
              <a:spcAft>
                <a:spcPts val="0"/>
              </a:spcAft>
              <a:buSzPts val="1100"/>
              <a:buNone/>
            </a:pPr>
            <a:endParaRPr sz="1200" b="1">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sz="1200" b="1">
                <a:solidFill>
                  <a:schemeClr val="dk1"/>
                </a:solidFill>
              </a:rPr>
              <a:t>Pushing and Pulling Changes in Git</a:t>
            </a:r>
            <a:endParaRPr sz="1200" b="1">
              <a:solidFill>
                <a:schemeClr val="dk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200"/>
              </a:spcBef>
              <a:spcAft>
                <a:spcPts val="0"/>
              </a:spcAft>
              <a:buClr>
                <a:schemeClr val="dk1"/>
              </a:buClr>
              <a:buSzPts val="1100"/>
              <a:buFont typeface="Arial"/>
              <a:buNone/>
            </a:pPr>
            <a:r>
              <a:rPr lang="en" sz="1200">
                <a:solidFill>
                  <a:srgbClr val="374151"/>
                </a:solidFill>
              </a:rPr>
              <a:t>Pushing and pulling are integral actions in Git that facilitate collaboration and the synchronization of code between local and remote repositories.</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Pushing changes in Git involves transmitting local commits to a remote repository, enabling collaboration and sharing progress. </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Pulling changes in Git involves fetching updates from a remote repository and merging them into the local branch.</a:t>
            </a: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9" name="Google Shape;88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participants in grasping the nuances of Git pushing, emphasizing proper branch naming, caution with force pushing, and the significance of tags for versioning in collaborative development.</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15000"/>
              </a:lnSpc>
              <a:spcBef>
                <a:spcPts val="1500"/>
              </a:spcBef>
              <a:spcAft>
                <a:spcPts val="0"/>
              </a:spcAft>
              <a:buSzPts val="1100"/>
              <a:buNone/>
            </a:pPr>
            <a:r>
              <a:rPr lang="en" sz="1200">
                <a:solidFill>
                  <a:srgbClr val="374151"/>
                </a:solidFill>
              </a:rPr>
              <a:t>Here's a detailed guide on pushing changes:</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Pushing to the Default Branch:</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By default, pushing without specifying a branch name pushes changes to the corresponding branch on the remote repository. Use </a:t>
            </a:r>
            <a:r>
              <a:rPr lang="en" sz="1200">
                <a:solidFill>
                  <a:schemeClr val="dk1"/>
                </a:solidFill>
                <a:latin typeface="Courier New"/>
                <a:ea typeface="Courier New"/>
                <a:cs typeface="Courier New"/>
                <a:sym typeface="Courier New"/>
              </a:rPr>
              <a:t>git push origin </a:t>
            </a:r>
            <a:r>
              <a:rPr lang="en" sz="1200">
                <a:solidFill>
                  <a:srgbClr val="374151"/>
                </a:solidFill>
              </a:rPr>
              <a:t>for pushing to the default branch.</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Pushing to a Specific Branch:</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Specify the local and remote branch names to push changes from a specific local branch to its counterpart on the remote repository.Use </a:t>
            </a:r>
            <a:r>
              <a:rPr lang="en" sz="1200">
                <a:solidFill>
                  <a:schemeClr val="dk1"/>
                </a:solidFill>
                <a:latin typeface="Courier New"/>
                <a:ea typeface="Courier New"/>
                <a:cs typeface="Courier New"/>
                <a:sym typeface="Courier New"/>
              </a:rPr>
              <a:t>git push origin feature-branch </a:t>
            </a:r>
            <a:r>
              <a:rPr lang="en" sz="1200">
                <a:solidFill>
                  <a:srgbClr val="374151"/>
                </a:solidFill>
              </a:rPr>
              <a:t>for pushing to a specific branch.</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Force Pushing:</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Use </a:t>
            </a:r>
            <a:r>
              <a:rPr lang="en" sz="1050">
                <a:solidFill>
                  <a:srgbClr val="374151"/>
                </a:solidFill>
                <a:latin typeface="Courier New"/>
                <a:ea typeface="Courier New"/>
                <a:cs typeface="Courier New"/>
                <a:sym typeface="Courier New"/>
              </a:rPr>
              <a:t>git push -f</a:t>
            </a:r>
            <a:r>
              <a:rPr lang="en" sz="1200">
                <a:solidFill>
                  <a:srgbClr val="374151"/>
                </a:solidFill>
                <a:latin typeface="Courier New"/>
                <a:ea typeface="Courier New"/>
                <a:cs typeface="Courier New"/>
                <a:sym typeface="Courier New"/>
              </a:rPr>
              <a:t> </a:t>
            </a:r>
            <a:r>
              <a:rPr lang="en" sz="1200">
                <a:solidFill>
                  <a:srgbClr val="374151"/>
                </a:solidFill>
              </a:rPr>
              <a:t>cautiously. It forcefully updates the remote branch, discarding any changes made by others. Avoid force pushing on shared branches.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Pushing Tags: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Use </a:t>
            </a:r>
            <a:r>
              <a:rPr lang="en" sz="1200">
                <a:solidFill>
                  <a:schemeClr val="dk1"/>
                </a:solidFill>
                <a:latin typeface="Courier New"/>
                <a:ea typeface="Courier New"/>
                <a:cs typeface="Courier New"/>
                <a:sym typeface="Courier New"/>
              </a:rPr>
              <a:t>git push origin --tags </a:t>
            </a:r>
            <a:r>
              <a:rPr lang="en" sz="1200">
                <a:solidFill>
                  <a:schemeClr val="dk1"/>
                </a:solidFill>
              </a:rPr>
              <a:t>to </a:t>
            </a:r>
            <a:r>
              <a:rPr lang="en" sz="1200">
                <a:solidFill>
                  <a:srgbClr val="374151"/>
                </a:solidFill>
              </a:rPr>
              <a:t>push tags to the remote repository to share specific points in the project history, such as release versions.</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      Deleting Remote Branch:</a:t>
            </a:r>
            <a:endParaRPr sz="1200">
              <a:solidFill>
                <a:srgbClr val="374151"/>
              </a:solidFill>
            </a:endParaRPr>
          </a:p>
          <a:p>
            <a:pPr marL="914400" lvl="1" indent="-304800" algn="l" rtl="0">
              <a:lnSpc>
                <a:spcPct val="115000"/>
              </a:lnSpc>
              <a:spcBef>
                <a:spcPts val="1500"/>
              </a:spcBef>
              <a:spcAft>
                <a:spcPts val="0"/>
              </a:spcAft>
              <a:buClr>
                <a:srgbClr val="374151"/>
              </a:buClr>
              <a:buSzPts val="1200"/>
              <a:buFont typeface="Roboto"/>
              <a:buChar char="●"/>
            </a:pPr>
            <a:r>
              <a:rPr lang="en" sz="1200">
                <a:solidFill>
                  <a:srgbClr val="374151"/>
                </a:solidFill>
              </a:rPr>
              <a:t>To delete a remote branch, use the </a:t>
            </a:r>
            <a:r>
              <a:rPr lang="en" sz="1050">
                <a:solidFill>
                  <a:srgbClr val="374151"/>
                </a:solidFill>
              </a:rPr>
              <a:t>git push</a:t>
            </a:r>
            <a:r>
              <a:rPr lang="en" sz="1200">
                <a:solidFill>
                  <a:srgbClr val="374151"/>
                </a:solidFill>
              </a:rPr>
              <a:t> command with the </a:t>
            </a:r>
            <a:r>
              <a:rPr lang="en" sz="1050">
                <a:solidFill>
                  <a:srgbClr val="374151"/>
                </a:solidFill>
                <a:latin typeface="Courier New"/>
                <a:ea typeface="Courier New"/>
                <a:cs typeface="Courier New"/>
                <a:sym typeface="Courier New"/>
              </a:rPr>
              <a:t>--delete</a:t>
            </a:r>
            <a:r>
              <a:rPr lang="en" sz="1200">
                <a:solidFill>
                  <a:srgbClr val="374151"/>
                </a:solidFill>
              </a:rPr>
              <a:t> option.</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Tracking Branches: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When branches are set to track remote branches, use </a:t>
            </a:r>
            <a:r>
              <a:rPr lang="en" sz="1050">
                <a:solidFill>
                  <a:srgbClr val="374151"/>
                </a:solidFill>
                <a:latin typeface="Courier New"/>
                <a:ea typeface="Courier New"/>
                <a:cs typeface="Courier New"/>
                <a:sym typeface="Courier New"/>
              </a:rPr>
              <a:t>git push</a:t>
            </a:r>
            <a:r>
              <a:rPr lang="en" sz="1200">
                <a:solidFill>
                  <a:srgbClr val="374151"/>
                </a:solidFill>
              </a:rPr>
              <a:t> without specifying the remote and branch names.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Dry Run:</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Preview the changes that would be pushed without actually pushing them using the </a:t>
            </a:r>
            <a:r>
              <a:rPr lang="en" sz="1050">
                <a:solidFill>
                  <a:srgbClr val="374151"/>
                </a:solidFill>
                <a:latin typeface="Courier New"/>
                <a:ea typeface="Courier New"/>
                <a:cs typeface="Courier New"/>
                <a:sym typeface="Courier New"/>
              </a:rPr>
              <a:t>--dry-run</a:t>
            </a:r>
            <a:r>
              <a:rPr lang="en" sz="1200">
                <a:solidFill>
                  <a:srgbClr val="374151"/>
                </a:solidFill>
                <a:latin typeface="Courier New"/>
                <a:ea typeface="Courier New"/>
                <a:cs typeface="Courier New"/>
                <a:sym typeface="Courier New"/>
              </a:rPr>
              <a:t> </a:t>
            </a:r>
            <a:r>
              <a:rPr lang="en" sz="1200">
                <a:solidFill>
                  <a:srgbClr val="374151"/>
                </a:solidFill>
              </a:rPr>
              <a:t>option.</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Pushing Specific Commits: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Push specific commits using the commit hash and the </a:t>
            </a:r>
            <a:r>
              <a:rPr lang="en" sz="1050">
                <a:solidFill>
                  <a:srgbClr val="374151"/>
                </a:solidFill>
              </a:rPr>
              <a:t>^</a:t>
            </a:r>
            <a:r>
              <a:rPr lang="en" sz="1200">
                <a:solidFill>
                  <a:srgbClr val="374151"/>
                </a:solidFill>
              </a:rPr>
              <a:t> symbol to indicate the commit and all its ancestors.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Authentication:</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Ensure proper authentication when pushing to a remote repository. You might be prompted for credentials if not already configured.</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Git Push Hooks: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Implement custom actions before or after pushing using Git hooks, enhancing automation and workflow integration.</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Pushing changes is a collaborative act, and understanding the various options and considerations ensures a smooth integration of updates into a shared codebase.</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5" name="Google Shape;8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Walk participants through the process of pulling changes in Git, explaining that it's like getting the latest updates from a shared project. Emphasize the options for updating, resolving conflicts, and staying in sync with the team</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15000"/>
              </a:lnSpc>
              <a:spcBef>
                <a:spcPts val="1500"/>
              </a:spcBef>
              <a:spcAft>
                <a:spcPts val="0"/>
              </a:spcAft>
              <a:buSzPts val="1100"/>
              <a:buNone/>
            </a:pPr>
            <a:r>
              <a:rPr lang="en" sz="1200">
                <a:solidFill>
                  <a:srgbClr val="374151"/>
                </a:solidFill>
              </a:rPr>
              <a:t>Here are more details on pulling changes:</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Fetch and Merge: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The </a:t>
            </a:r>
            <a:r>
              <a:rPr lang="en" sz="1050">
                <a:solidFill>
                  <a:srgbClr val="374151"/>
                </a:solidFill>
                <a:latin typeface="Courier New"/>
                <a:ea typeface="Courier New"/>
                <a:cs typeface="Courier New"/>
                <a:sym typeface="Courier New"/>
              </a:rPr>
              <a:t>git pull</a:t>
            </a:r>
            <a:r>
              <a:rPr lang="en" sz="1200">
                <a:solidFill>
                  <a:srgbClr val="374151"/>
                </a:solidFill>
              </a:rPr>
              <a:t> command is a combination of </a:t>
            </a:r>
            <a:r>
              <a:rPr lang="en" sz="1050">
                <a:solidFill>
                  <a:srgbClr val="374151"/>
                </a:solidFill>
              </a:rPr>
              <a:t>git fetch</a:t>
            </a:r>
            <a:r>
              <a:rPr lang="en" sz="1200">
                <a:solidFill>
                  <a:srgbClr val="374151"/>
                </a:solidFill>
              </a:rPr>
              <a:t> and </a:t>
            </a:r>
            <a:r>
              <a:rPr lang="en" sz="1050">
                <a:solidFill>
                  <a:srgbClr val="374151"/>
                </a:solidFill>
              </a:rPr>
              <a:t>git merge</a:t>
            </a:r>
            <a:r>
              <a:rPr lang="en" sz="1200">
                <a:solidFill>
                  <a:srgbClr val="374151"/>
                </a:solidFill>
              </a:rPr>
              <a:t>. It fetches changes from the remote repository and automatically merges them into the current local branch.</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Rebasing Instead of Merging:</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Use </a:t>
            </a:r>
            <a:r>
              <a:rPr lang="en" sz="1050">
                <a:solidFill>
                  <a:srgbClr val="374151"/>
                </a:solidFill>
              </a:rPr>
              <a:t>git pull </a:t>
            </a:r>
            <a:r>
              <a:rPr lang="en" sz="1050">
                <a:solidFill>
                  <a:srgbClr val="374151"/>
                </a:solidFill>
                <a:latin typeface="Courier New"/>
                <a:ea typeface="Courier New"/>
                <a:cs typeface="Courier New"/>
                <a:sym typeface="Courier New"/>
              </a:rPr>
              <a:t>--rebase</a:t>
            </a:r>
            <a:r>
              <a:rPr lang="en" sz="1200">
                <a:solidFill>
                  <a:srgbClr val="374151"/>
                </a:solidFill>
              </a:rPr>
              <a:t> to rebase local changes on top of the fetched changes instead of creating a merge commit. This results in a cleaner commit history.</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Pulling Specific Branch:</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Specify the remote branch to pull changes from a specific branch.</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Fetch Before Merge: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Explicitly fetch changes before merging to ensure that the local repository is up-to-date with the remote repository.</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Pulling Tags: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Tags are not automatically fetched during a regular </a:t>
            </a:r>
            <a:r>
              <a:rPr lang="en" sz="1050">
                <a:solidFill>
                  <a:srgbClr val="374151"/>
                </a:solidFill>
                <a:latin typeface="Courier New"/>
                <a:ea typeface="Courier New"/>
                <a:cs typeface="Courier New"/>
                <a:sym typeface="Courier New"/>
              </a:rPr>
              <a:t>git pull</a:t>
            </a:r>
            <a:r>
              <a:rPr lang="en" sz="1200">
                <a:solidFill>
                  <a:srgbClr val="374151"/>
                </a:solidFill>
                <a:latin typeface="Courier New"/>
                <a:ea typeface="Courier New"/>
                <a:cs typeface="Courier New"/>
                <a:sym typeface="Courier New"/>
              </a:rPr>
              <a:t>.</a:t>
            </a:r>
            <a:r>
              <a:rPr lang="en" sz="1200">
                <a:solidFill>
                  <a:srgbClr val="374151"/>
                </a:solidFill>
              </a:rPr>
              <a:t> To fetch tags, use the</a:t>
            </a:r>
            <a:r>
              <a:rPr lang="en" sz="1200">
                <a:solidFill>
                  <a:srgbClr val="374151"/>
                </a:solidFill>
                <a:latin typeface="Courier New"/>
                <a:ea typeface="Courier New"/>
                <a:cs typeface="Courier New"/>
                <a:sym typeface="Courier New"/>
              </a:rPr>
              <a:t> </a:t>
            </a:r>
            <a:r>
              <a:rPr lang="en" sz="1050">
                <a:solidFill>
                  <a:srgbClr val="374151"/>
                </a:solidFill>
                <a:latin typeface="Courier New"/>
                <a:ea typeface="Courier New"/>
                <a:cs typeface="Courier New"/>
                <a:sym typeface="Courier New"/>
              </a:rPr>
              <a:t>--tags</a:t>
            </a:r>
            <a:r>
              <a:rPr lang="en" sz="1200">
                <a:solidFill>
                  <a:srgbClr val="374151"/>
                </a:solidFill>
                <a:latin typeface="Courier New"/>
                <a:ea typeface="Courier New"/>
                <a:cs typeface="Courier New"/>
                <a:sym typeface="Courier New"/>
              </a:rPr>
              <a:t> </a:t>
            </a:r>
            <a:r>
              <a:rPr lang="en" sz="1200">
                <a:solidFill>
                  <a:srgbClr val="374151"/>
                </a:solidFill>
              </a:rPr>
              <a:t>option.</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Rebasing Instead of Merging (Interactive):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For more control over rebasing, use </a:t>
            </a:r>
            <a:r>
              <a:rPr lang="en" sz="1050">
                <a:solidFill>
                  <a:srgbClr val="374151"/>
                </a:solidFill>
              </a:rPr>
              <a:t>git pull </a:t>
            </a:r>
            <a:r>
              <a:rPr lang="en" sz="1050">
                <a:solidFill>
                  <a:srgbClr val="374151"/>
                </a:solidFill>
                <a:latin typeface="Courier New"/>
                <a:ea typeface="Courier New"/>
                <a:cs typeface="Courier New"/>
                <a:sym typeface="Courier New"/>
              </a:rPr>
              <a:t>--rebase=interactive</a:t>
            </a:r>
            <a:r>
              <a:rPr lang="en" sz="1200">
                <a:solidFill>
                  <a:srgbClr val="374151"/>
                </a:solidFill>
              </a:rPr>
              <a:t>. This allows you to interactively choose which commits to rebase.</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Pulling Submodules: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When working with submodules, use </a:t>
            </a:r>
            <a:r>
              <a:rPr lang="en" sz="1050">
                <a:solidFill>
                  <a:srgbClr val="374151"/>
                </a:solidFill>
              </a:rPr>
              <a:t>git pull </a:t>
            </a:r>
            <a:r>
              <a:rPr lang="en" sz="1050">
                <a:solidFill>
                  <a:srgbClr val="374151"/>
                </a:solidFill>
                <a:latin typeface="Courier New"/>
                <a:ea typeface="Courier New"/>
                <a:cs typeface="Courier New"/>
                <a:sym typeface="Courier New"/>
              </a:rPr>
              <a:t>--recurse-submodules</a:t>
            </a:r>
            <a:r>
              <a:rPr lang="en" sz="1200">
                <a:solidFill>
                  <a:srgbClr val="374151"/>
                </a:solidFill>
              </a:rPr>
              <a:t> to update both the main repository and its submodules.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Conflict Resolution:</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Resolve conflicts that may arise during pulling by manually editing files or using merge tools.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Fetching Without Merging:</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If you only want to fetch changes without merging, use </a:t>
            </a:r>
            <a:r>
              <a:rPr lang="en" sz="1050">
                <a:solidFill>
                  <a:srgbClr val="374151"/>
                </a:solidFill>
                <a:latin typeface="Courier New"/>
                <a:ea typeface="Courier New"/>
                <a:cs typeface="Courier New"/>
                <a:sym typeface="Courier New"/>
              </a:rPr>
              <a:t>git fetch</a:t>
            </a:r>
            <a:r>
              <a:rPr lang="en" sz="1200">
                <a:solidFill>
                  <a:srgbClr val="374151"/>
                </a:solidFill>
              </a:rPr>
              <a:t>.</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Updating Local Repository: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Regularly pulling updates keeps the local repository in sync with the latest changes from collaborators.</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Understanding the intricacies of pulling changes is essential for maintaining a harmonious collaboration and ensuring that local branches reflect the most recent state of the shared repository.</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1" name="Google Shape;90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participants through Git's version history tools, demonstrating the use of </a:t>
            </a:r>
            <a:r>
              <a:rPr lang="en" sz="950">
                <a:solidFill>
                  <a:srgbClr val="188038"/>
                </a:solidFill>
                <a:latin typeface="Courier New"/>
                <a:ea typeface="Courier New"/>
                <a:cs typeface="Courier New"/>
                <a:sym typeface="Courier New"/>
              </a:rPr>
              <a:t>git log</a:t>
            </a:r>
            <a:r>
              <a:rPr lang="en" sz="1200">
                <a:solidFill>
                  <a:srgbClr val="374151"/>
                </a:solidFill>
              </a:rPr>
              <a:t> and related commands to explore commit details, compare changes, and visualize the evolution of a project. </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Version history in Git provides a chronological record of changes made to a project, allowing developers to understand and track the evolution of the codebase. Here are details on version history:</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Viewing Commit History: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Use </a:t>
            </a:r>
            <a:r>
              <a:rPr lang="en" sz="1050">
                <a:solidFill>
                  <a:srgbClr val="374151"/>
                </a:solidFill>
                <a:latin typeface="Courier New"/>
                <a:ea typeface="Courier New"/>
                <a:cs typeface="Courier New"/>
                <a:sym typeface="Courier New"/>
              </a:rPr>
              <a:t>git log</a:t>
            </a:r>
            <a:r>
              <a:rPr lang="en" sz="1200">
                <a:solidFill>
                  <a:srgbClr val="374151"/>
                </a:solidFill>
              </a:rPr>
              <a:t> to display a detailed history of commits. This includes commit hashes, authors, timestamps, and commit messages.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Filtering Commit History: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Refine the log output by adding options such as </a:t>
            </a:r>
            <a:r>
              <a:rPr lang="en" sz="1050">
                <a:solidFill>
                  <a:srgbClr val="374151"/>
                </a:solidFill>
                <a:latin typeface="Courier New"/>
                <a:ea typeface="Courier New"/>
                <a:cs typeface="Courier New"/>
                <a:sym typeface="Courier New"/>
              </a:rPr>
              <a:t>--author</a:t>
            </a:r>
            <a:r>
              <a:rPr lang="en" sz="1200">
                <a:solidFill>
                  <a:srgbClr val="374151"/>
                </a:solidFill>
                <a:latin typeface="Courier New"/>
                <a:ea typeface="Courier New"/>
                <a:cs typeface="Courier New"/>
                <a:sym typeface="Courier New"/>
              </a:rPr>
              <a:t>, </a:t>
            </a:r>
            <a:r>
              <a:rPr lang="en" sz="1050">
                <a:solidFill>
                  <a:srgbClr val="374151"/>
                </a:solidFill>
                <a:latin typeface="Courier New"/>
                <a:ea typeface="Courier New"/>
                <a:cs typeface="Courier New"/>
                <a:sym typeface="Courier New"/>
              </a:rPr>
              <a:t>--since</a:t>
            </a:r>
            <a:r>
              <a:rPr lang="en" sz="1200">
                <a:solidFill>
                  <a:srgbClr val="374151"/>
                </a:solidFill>
                <a:latin typeface="Courier New"/>
                <a:ea typeface="Courier New"/>
                <a:cs typeface="Courier New"/>
                <a:sym typeface="Courier New"/>
              </a:rPr>
              <a:t>, </a:t>
            </a:r>
            <a:r>
              <a:rPr lang="en" sz="1200">
                <a:solidFill>
                  <a:srgbClr val="374151"/>
                </a:solidFill>
                <a:latin typeface="Calibri"/>
                <a:ea typeface="Calibri"/>
                <a:cs typeface="Calibri"/>
                <a:sym typeface="Calibri"/>
              </a:rPr>
              <a:t>or</a:t>
            </a:r>
            <a:r>
              <a:rPr lang="en" sz="1200">
                <a:solidFill>
                  <a:srgbClr val="374151"/>
                </a:solidFill>
                <a:latin typeface="Courier New"/>
                <a:ea typeface="Courier New"/>
                <a:cs typeface="Courier New"/>
                <a:sym typeface="Courier New"/>
              </a:rPr>
              <a:t> </a:t>
            </a:r>
            <a:r>
              <a:rPr lang="en" sz="1050">
                <a:solidFill>
                  <a:srgbClr val="374151"/>
                </a:solidFill>
                <a:latin typeface="Courier New"/>
                <a:ea typeface="Courier New"/>
                <a:cs typeface="Courier New"/>
                <a:sym typeface="Courier New"/>
              </a:rPr>
              <a:t>--until</a:t>
            </a:r>
            <a:r>
              <a:rPr lang="en" sz="1200">
                <a:solidFill>
                  <a:srgbClr val="374151"/>
                </a:solidFill>
                <a:latin typeface="Courier New"/>
                <a:ea typeface="Courier New"/>
                <a:cs typeface="Courier New"/>
                <a:sym typeface="Courier New"/>
              </a:rPr>
              <a:t> </a:t>
            </a:r>
            <a:r>
              <a:rPr lang="en" sz="1200">
                <a:solidFill>
                  <a:srgbClr val="374151"/>
                </a:solidFill>
              </a:rPr>
              <a:t>to filter commits based on specific criteria.</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Graphical View:</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Visualize the commit history graphically using tools like </a:t>
            </a:r>
            <a:r>
              <a:rPr lang="en" sz="1050">
                <a:solidFill>
                  <a:srgbClr val="374151"/>
                </a:solidFill>
              </a:rPr>
              <a:t>git log --graph</a:t>
            </a:r>
            <a:r>
              <a:rPr lang="en" sz="1200">
                <a:solidFill>
                  <a:srgbClr val="374151"/>
                </a:solidFill>
              </a:rPr>
              <a:t> to understand the branching and merging of different branches.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Commit Details: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Use </a:t>
            </a:r>
            <a:r>
              <a:rPr lang="en" sz="1050">
                <a:solidFill>
                  <a:srgbClr val="374151"/>
                </a:solidFill>
              </a:rPr>
              <a:t>git show</a:t>
            </a:r>
            <a:r>
              <a:rPr lang="en" sz="1200">
                <a:solidFill>
                  <a:srgbClr val="374151"/>
                </a:solidFill>
              </a:rPr>
              <a:t> followed by the commit hash to view detailed information about a specific commit, including changes made.</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Comparing Commits: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Compare changes between two commits using </a:t>
            </a:r>
            <a:r>
              <a:rPr lang="en" sz="1050">
                <a:solidFill>
                  <a:srgbClr val="374151"/>
                </a:solidFill>
              </a:rPr>
              <a:t>git diff</a:t>
            </a:r>
            <a:r>
              <a:rPr lang="en" sz="1200">
                <a:solidFill>
                  <a:srgbClr val="374151"/>
                </a:solidFill>
              </a:rPr>
              <a:t>. This helps understand modifications made over a specific range.</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Blame Annotation:</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Utilize </a:t>
            </a:r>
            <a:r>
              <a:rPr lang="en" sz="1050">
                <a:solidFill>
                  <a:srgbClr val="374151"/>
                </a:solidFill>
              </a:rPr>
              <a:t>git blame</a:t>
            </a:r>
            <a:r>
              <a:rPr lang="en" sz="1200">
                <a:solidFill>
                  <a:srgbClr val="374151"/>
                </a:solidFill>
              </a:rPr>
              <a:t> to annotate each line in a file, showing which commit and author last modified each line.</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Viewing Tags: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Display a list of tags and their associated commits using </a:t>
            </a:r>
            <a:r>
              <a:rPr lang="en" sz="1050">
                <a:solidFill>
                  <a:srgbClr val="374151"/>
                </a:solidFill>
              </a:rPr>
              <a:t>git tag</a:t>
            </a:r>
            <a:r>
              <a:rPr lang="en" sz="1200">
                <a:solidFill>
                  <a:srgbClr val="374151"/>
                </a:solidFill>
              </a:rPr>
              <a:t>.</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Time Travel with Checkout:</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Use </a:t>
            </a:r>
            <a:r>
              <a:rPr lang="en" sz="1050">
                <a:solidFill>
                  <a:srgbClr val="374151"/>
                </a:solidFill>
              </a:rPr>
              <a:t>git checkout</a:t>
            </a:r>
            <a:r>
              <a:rPr lang="en" sz="1200">
                <a:solidFill>
                  <a:srgbClr val="374151"/>
                </a:solidFill>
              </a:rPr>
              <a:t> followed by a commit hash to temporarily "time travel" to a specific commit, exploring the code at that point in history.</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Branch History: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Observe the history of branches and their merges by using </a:t>
            </a:r>
            <a:r>
              <a:rPr lang="en" sz="1050">
                <a:solidFill>
                  <a:srgbClr val="374151"/>
                </a:solidFill>
              </a:rPr>
              <a:t>git branch --merged</a:t>
            </a:r>
            <a:r>
              <a:rPr lang="en" sz="1200">
                <a:solidFill>
                  <a:srgbClr val="374151"/>
                </a:solidFill>
              </a:rPr>
              <a:t> and </a:t>
            </a:r>
            <a:r>
              <a:rPr lang="en" sz="1050">
                <a:solidFill>
                  <a:srgbClr val="374151"/>
                </a:solidFill>
              </a:rPr>
              <a:t>git branch --no-merged</a:t>
            </a:r>
            <a:r>
              <a:rPr lang="en" sz="1200">
                <a:solidFill>
                  <a:srgbClr val="374151"/>
                </a:solidFill>
              </a:rPr>
              <a:t>.</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Git Log Format Options: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Customize the log output using options like </a:t>
            </a:r>
            <a:r>
              <a:rPr lang="en" sz="1050">
                <a:solidFill>
                  <a:srgbClr val="374151"/>
                </a:solidFill>
              </a:rPr>
              <a:t>--oneline</a:t>
            </a:r>
            <a:r>
              <a:rPr lang="en" sz="1200">
                <a:solidFill>
                  <a:srgbClr val="374151"/>
                </a:solidFill>
              </a:rPr>
              <a:t>, </a:t>
            </a:r>
            <a:r>
              <a:rPr lang="en" sz="1050">
                <a:solidFill>
                  <a:srgbClr val="374151"/>
                </a:solidFill>
              </a:rPr>
              <a:t>--pretty</a:t>
            </a:r>
            <a:r>
              <a:rPr lang="en" sz="1200">
                <a:solidFill>
                  <a:srgbClr val="374151"/>
                </a:solidFill>
              </a:rPr>
              <a:t>, and </a:t>
            </a:r>
            <a:r>
              <a:rPr lang="en" sz="1050">
                <a:solidFill>
                  <a:srgbClr val="374151"/>
                </a:solidFill>
              </a:rPr>
              <a:t>--format</a:t>
            </a:r>
            <a:r>
              <a:rPr lang="en" sz="1200">
                <a:solidFill>
                  <a:srgbClr val="374151"/>
                </a:solidFill>
              </a:rPr>
              <a:t> for a more concise or detailed view.</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Understanding version history empowers developers to trace changes, identify contributors, and make informed decisions about code evolution within a project.</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 name="Google Shape;9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participants through the continuous iteration process in Git, emphasizing collaborative practices, conflict resolution, and the significance of version history for informed decision-making.</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15000"/>
              </a:lnSpc>
              <a:spcBef>
                <a:spcPts val="1500"/>
              </a:spcBef>
              <a:spcAft>
                <a:spcPts val="0"/>
              </a:spcAft>
              <a:buSzPts val="1100"/>
              <a:buNone/>
            </a:pPr>
            <a:r>
              <a:rPr lang="en" sz="1200">
                <a:solidFill>
                  <a:srgbClr val="374151"/>
                </a:solidFill>
              </a:rPr>
              <a:t>Continuous Iteration in Git is the heartbeat of agile development, fostering a dynamic and collaborative cycle of making, sharing, and integrating changes. Developers embark on a continuous development cycle, utilizing Git commands like </a:t>
            </a:r>
            <a:r>
              <a:rPr lang="en" sz="950">
                <a:solidFill>
                  <a:srgbClr val="188038"/>
                </a:solidFill>
                <a:latin typeface="Courier New"/>
                <a:ea typeface="Courier New"/>
                <a:cs typeface="Courier New"/>
                <a:sym typeface="Courier New"/>
              </a:rPr>
              <a:t>git add</a:t>
            </a:r>
            <a:r>
              <a:rPr lang="en" sz="1200">
                <a:solidFill>
                  <a:srgbClr val="374151"/>
                </a:solidFill>
              </a:rPr>
              <a:t> and </a:t>
            </a:r>
            <a:r>
              <a:rPr lang="en" sz="950">
                <a:solidFill>
                  <a:srgbClr val="188038"/>
                </a:solidFill>
                <a:latin typeface="Courier New"/>
                <a:ea typeface="Courier New"/>
                <a:cs typeface="Courier New"/>
                <a:sym typeface="Courier New"/>
              </a:rPr>
              <a:t>git commit</a:t>
            </a:r>
            <a:r>
              <a:rPr lang="en" sz="1200">
                <a:solidFill>
                  <a:srgbClr val="374151"/>
                </a:solidFill>
              </a:rPr>
              <a:t> to selectively stage and permanently record modifications. Branching with </a:t>
            </a:r>
            <a:r>
              <a:rPr lang="en" sz="950">
                <a:solidFill>
                  <a:srgbClr val="188038"/>
                </a:solidFill>
                <a:latin typeface="Courier New"/>
                <a:ea typeface="Courier New"/>
                <a:cs typeface="Courier New"/>
                <a:sym typeface="Courier New"/>
              </a:rPr>
              <a:t>git branch</a:t>
            </a:r>
            <a:r>
              <a:rPr lang="en" sz="1200">
                <a:solidFill>
                  <a:srgbClr val="374151"/>
                </a:solidFill>
              </a:rPr>
              <a:t> enables the concurrent development of features or bug fixes without disrupting the main branches stability. The seamless integration of changes is facilitated through </a:t>
            </a:r>
            <a:r>
              <a:rPr lang="en" sz="950">
                <a:solidFill>
                  <a:srgbClr val="188038"/>
                </a:solidFill>
                <a:latin typeface="Courier New"/>
                <a:ea typeface="Courier New"/>
                <a:cs typeface="Courier New"/>
                <a:sym typeface="Courier New"/>
              </a:rPr>
              <a:t>git merge</a:t>
            </a:r>
            <a:r>
              <a:rPr lang="en" sz="1200">
                <a:solidFill>
                  <a:srgbClr val="374151"/>
                </a:solidFill>
              </a:rPr>
              <a:t>, with conflict resolution handled using tools like</a:t>
            </a:r>
            <a:r>
              <a:rPr lang="en" sz="1200">
                <a:solidFill>
                  <a:srgbClr val="374151"/>
                </a:solidFill>
                <a:latin typeface="Courier New"/>
                <a:ea typeface="Courier New"/>
                <a:cs typeface="Courier New"/>
                <a:sym typeface="Courier New"/>
              </a:rPr>
              <a:t> </a:t>
            </a:r>
            <a:r>
              <a:rPr lang="en" sz="950">
                <a:solidFill>
                  <a:srgbClr val="188038"/>
                </a:solidFill>
                <a:latin typeface="Courier New"/>
                <a:ea typeface="Courier New"/>
                <a:cs typeface="Courier New"/>
                <a:sym typeface="Courier New"/>
              </a:rPr>
              <a:t>git mergetool</a:t>
            </a:r>
            <a:r>
              <a:rPr lang="en" sz="1200">
                <a:solidFill>
                  <a:srgbClr val="374151"/>
                </a:solidFill>
                <a:latin typeface="Courier New"/>
                <a:ea typeface="Courier New"/>
                <a:cs typeface="Courier New"/>
                <a:sym typeface="Courier New"/>
              </a:rPr>
              <a:t>.</a:t>
            </a:r>
            <a:r>
              <a:rPr lang="en" sz="1200">
                <a:solidFill>
                  <a:srgbClr val="374151"/>
                </a:solidFill>
              </a:rPr>
              <a:t> Collaborative efforts extend to pushing changes (</a:t>
            </a:r>
            <a:r>
              <a:rPr lang="en" sz="950">
                <a:solidFill>
                  <a:srgbClr val="188038"/>
                </a:solidFill>
                <a:latin typeface="Courier New"/>
                <a:ea typeface="Courier New"/>
                <a:cs typeface="Courier New"/>
                <a:sym typeface="Courier New"/>
              </a:rPr>
              <a:t>git push</a:t>
            </a:r>
            <a:r>
              <a:rPr lang="en" sz="1200">
                <a:solidFill>
                  <a:srgbClr val="374151"/>
                </a:solidFill>
              </a:rPr>
              <a:t>) to shared repositories and pulling updates </a:t>
            </a:r>
            <a:r>
              <a:rPr lang="en" sz="1200">
                <a:solidFill>
                  <a:srgbClr val="374151"/>
                </a:solidFill>
                <a:latin typeface="Courier New"/>
                <a:ea typeface="Courier New"/>
                <a:cs typeface="Courier New"/>
                <a:sym typeface="Courier New"/>
              </a:rPr>
              <a:t>(</a:t>
            </a:r>
            <a:r>
              <a:rPr lang="en" sz="950">
                <a:solidFill>
                  <a:srgbClr val="188038"/>
                </a:solidFill>
                <a:latin typeface="Courier New"/>
                <a:ea typeface="Courier New"/>
                <a:cs typeface="Courier New"/>
                <a:sym typeface="Courier New"/>
              </a:rPr>
              <a:t>git pull</a:t>
            </a:r>
            <a:r>
              <a:rPr lang="en" sz="1200">
                <a:solidFill>
                  <a:srgbClr val="374151"/>
                </a:solidFill>
                <a:latin typeface="Courier New"/>
                <a:ea typeface="Courier New"/>
                <a:cs typeface="Courier New"/>
                <a:sym typeface="Courier New"/>
              </a:rPr>
              <a:t>)</a:t>
            </a:r>
            <a:r>
              <a:rPr lang="en" sz="1200">
                <a:solidFill>
                  <a:srgbClr val="374151"/>
                </a:solidFill>
              </a:rPr>
              <a:t> to stay in sync. Git's robust version history (</a:t>
            </a:r>
            <a:r>
              <a:rPr lang="en" sz="950">
                <a:solidFill>
                  <a:srgbClr val="188038"/>
                </a:solidFill>
                <a:latin typeface="Courier New"/>
                <a:ea typeface="Courier New"/>
                <a:cs typeface="Courier New"/>
                <a:sym typeface="Courier New"/>
              </a:rPr>
              <a:t>git log</a:t>
            </a:r>
            <a:r>
              <a:rPr lang="en" sz="1200">
                <a:solidFill>
                  <a:srgbClr val="374151"/>
                </a:solidFill>
                <a:latin typeface="Courier New"/>
                <a:ea typeface="Courier New"/>
                <a:cs typeface="Courier New"/>
                <a:sym typeface="Courier New"/>
              </a:rPr>
              <a:t>)</a:t>
            </a:r>
            <a:r>
              <a:rPr lang="en" sz="1200">
                <a:solidFill>
                  <a:srgbClr val="374151"/>
                </a:solidFill>
              </a:rPr>
              <a:t> ensures transparency and facilitates informed decision-making. Continuous Iteration aligns with practices like Continuous Integration (CI), automated testing, code reviews, and regular deployments, creating an adaptive development environment that delivers value consistently.</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3" name="Google Shape;91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A</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9" name="Google Shape;91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C</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5" name="Google Shape;92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1" name="Google Shape;93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7" name="Google Shape;93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latin typeface="Roboto"/>
                <a:ea typeface="Roboto"/>
                <a:cs typeface="Roboto"/>
                <a:sym typeface="Roboto"/>
              </a:rPr>
              <a:t>Guide participants through the intricacies of the</a:t>
            </a:r>
            <a:r>
              <a:rPr lang="en" sz="1200">
                <a:solidFill>
                  <a:srgbClr val="374151"/>
                </a:solidFill>
              </a:rPr>
              <a:t> </a:t>
            </a:r>
            <a:r>
              <a:rPr lang="en" sz="950">
                <a:solidFill>
                  <a:srgbClr val="188038"/>
                </a:solidFill>
              </a:rPr>
              <a:t>git init</a:t>
            </a:r>
            <a:r>
              <a:rPr lang="en" sz="1200">
                <a:solidFill>
                  <a:srgbClr val="374151"/>
                </a:solidFill>
                <a:latin typeface="Roboto"/>
                <a:ea typeface="Roboto"/>
                <a:cs typeface="Roboto"/>
                <a:sym typeface="Roboto"/>
              </a:rPr>
              <a:t> command, emphasizing key points such as the creation of the .git directory, the structure of the object database, the role of configurations and the staging area, and the significance of hooks and ignored files</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75000"/>
              </a:lnSpc>
              <a:spcBef>
                <a:spcPts val="1500"/>
              </a:spcBef>
              <a:spcAft>
                <a:spcPts val="0"/>
              </a:spcAft>
              <a:buClr>
                <a:schemeClr val="dk1"/>
              </a:buClr>
              <a:buSzPts val="1100"/>
              <a:buFont typeface="Arial"/>
              <a:buNone/>
            </a:pPr>
            <a:r>
              <a:rPr lang="en" sz="1050">
                <a:solidFill>
                  <a:schemeClr val="dk1"/>
                </a:solidFill>
              </a:rPr>
              <a:t>The </a:t>
            </a:r>
            <a:r>
              <a:rPr lang="en" sz="900">
                <a:solidFill>
                  <a:srgbClr val="111827"/>
                </a:solidFill>
                <a:latin typeface="Courier New"/>
                <a:ea typeface="Courier New"/>
                <a:cs typeface="Courier New"/>
                <a:sym typeface="Courier New"/>
              </a:rPr>
              <a:t>git init</a:t>
            </a:r>
            <a:r>
              <a:rPr lang="en" sz="1050">
                <a:solidFill>
                  <a:schemeClr val="dk1"/>
                </a:solidFill>
              </a:rPr>
              <a:t> command initializes a new Git repository. Let's break down how it works in detail:</a:t>
            </a:r>
            <a:endParaRPr sz="1050">
              <a:solidFill>
                <a:schemeClr val="dk1"/>
              </a:solidFill>
            </a:endParaRPr>
          </a:p>
          <a:p>
            <a:pPr marL="457200" lvl="0" indent="-228600" algn="l" rtl="0">
              <a:lnSpc>
                <a:spcPct val="115000"/>
              </a:lnSpc>
              <a:spcBef>
                <a:spcPts val="1500"/>
              </a:spcBef>
              <a:spcAft>
                <a:spcPts val="0"/>
              </a:spcAft>
              <a:buClr>
                <a:schemeClr val="dk1"/>
              </a:buClr>
              <a:buSzPts val="1050"/>
              <a:buFont typeface="Arial"/>
              <a:buNone/>
            </a:pPr>
            <a:r>
              <a:rPr lang="en" sz="1050">
                <a:solidFill>
                  <a:schemeClr val="dk1"/>
                </a:solidFill>
              </a:rPr>
              <a:t>Directory Creation:</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When you run </a:t>
            </a:r>
            <a:r>
              <a:rPr lang="en" sz="900">
                <a:solidFill>
                  <a:srgbClr val="111827"/>
                </a:solidFill>
              </a:rPr>
              <a:t>git init</a:t>
            </a:r>
            <a:r>
              <a:rPr lang="en" sz="1050">
                <a:solidFill>
                  <a:schemeClr val="dk1"/>
                </a:solidFill>
              </a:rPr>
              <a:t> in a directory, Git creates a new subdirectory named </a:t>
            </a:r>
            <a:r>
              <a:rPr lang="en" sz="900">
                <a:solidFill>
                  <a:srgbClr val="111827"/>
                </a:solidFill>
                <a:latin typeface="Courier New"/>
                <a:ea typeface="Courier New"/>
                <a:cs typeface="Courier New"/>
                <a:sym typeface="Courier New"/>
              </a:rPr>
              <a:t>.git</a:t>
            </a:r>
            <a:r>
              <a:rPr lang="en" sz="1050">
                <a:solidFill>
                  <a:schemeClr val="dk1"/>
                </a:solidFill>
                <a:latin typeface="Courier New"/>
                <a:ea typeface="Courier New"/>
                <a:cs typeface="Courier New"/>
                <a:sym typeface="Courier New"/>
              </a:rPr>
              <a:t> </a:t>
            </a:r>
            <a:r>
              <a:rPr lang="en" sz="1050">
                <a:solidFill>
                  <a:schemeClr val="dk1"/>
                </a:solidFill>
              </a:rPr>
              <a:t>within that directory. This subdirectory is the core of the Git repository.</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.git Directory Structure:</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The </a:t>
            </a:r>
            <a:r>
              <a:rPr lang="en" sz="900">
                <a:solidFill>
                  <a:srgbClr val="111827"/>
                </a:solidFill>
              </a:rPr>
              <a:t>.git</a:t>
            </a:r>
            <a:r>
              <a:rPr lang="en" sz="1050">
                <a:solidFill>
                  <a:schemeClr val="dk1"/>
                </a:solidFill>
              </a:rPr>
              <a:t> directory houses all the necessary files and subdirectories for version control, including configuration files, object database, references, and more.</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Object Database:</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Git uses the object database within the</a:t>
            </a:r>
            <a:r>
              <a:rPr lang="en" sz="1050">
                <a:solidFill>
                  <a:schemeClr val="dk1"/>
                </a:solidFill>
                <a:latin typeface="Courier New"/>
                <a:ea typeface="Courier New"/>
                <a:cs typeface="Courier New"/>
                <a:sym typeface="Courier New"/>
              </a:rPr>
              <a:t> </a:t>
            </a:r>
            <a:r>
              <a:rPr lang="en" sz="900">
                <a:solidFill>
                  <a:srgbClr val="111827"/>
                </a:solidFill>
                <a:latin typeface="Courier New"/>
                <a:ea typeface="Courier New"/>
                <a:cs typeface="Courier New"/>
                <a:sym typeface="Courier New"/>
              </a:rPr>
              <a:t>.git</a:t>
            </a:r>
            <a:r>
              <a:rPr lang="en" sz="1050">
                <a:solidFill>
                  <a:schemeClr val="dk1"/>
                </a:solidFill>
              </a:rPr>
              <a:t> directory to store snapshots of the project at different points in time. Commits, trees, and blobs are represented as objects in this database.</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Configurations:</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Git creates configuration files within the </a:t>
            </a:r>
            <a:r>
              <a:rPr lang="en" sz="900">
                <a:solidFill>
                  <a:srgbClr val="111827"/>
                </a:solidFill>
              </a:rPr>
              <a:t>.git</a:t>
            </a:r>
            <a:r>
              <a:rPr lang="en" sz="1050">
                <a:solidFill>
                  <a:schemeClr val="dk1"/>
                </a:solidFill>
              </a:rPr>
              <a:t> directory to store settings specific to the repository. These configurations include information about the user, email, default branch, and more.</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Default Branch:</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The </a:t>
            </a:r>
            <a:r>
              <a:rPr lang="en" sz="900">
                <a:solidFill>
                  <a:srgbClr val="111827"/>
                </a:solidFill>
                <a:latin typeface="Courier New"/>
                <a:ea typeface="Courier New"/>
                <a:cs typeface="Courier New"/>
                <a:sym typeface="Courier New"/>
              </a:rPr>
              <a:t>git init</a:t>
            </a:r>
            <a:r>
              <a:rPr lang="en" sz="1050">
                <a:solidFill>
                  <a:schemeClr val="dk1"/>
                </a:solidFill>
              </a:rPr>
              <a:t> command creates an initial branch named </a:t>
            </a:r>
            <a:r>
              <a:rPr lang="en" sz="900">
                <a:solidFill>
                  <a:srgbClr val="111827"/>
                </a:solidFill>
              </a:rPr>
              <a:t>master</a:t>
            </a:r>
            <a:r>
              <a:rPr lang="en" sz="1050">
                <a:solidFill>
                  <a:schemeClr val="dk1"/>
                </a:solidFill>
              </a:rPr>
              <a:t> (or </a:t>
            </a:r>
            <a:r>
              <a:rPr lang="en" sz="900">
                <a:solidFill>
                  <a:srgbClr val="111827"/>
                </a:solidFill>
              </a:rPr>
              <a:t>main</a:t>
            </a:r>
            <a:r>
              <a:rPr lang="en" sz="1050">
                <a:solidFill>
                  <a:schemeClr val="dk1"/>
                </a:solidFill>
              </a:rPr>
              <a:t> in more recent Git versions). This branch is the starting point for the project's version history.</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Staging Area:</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Arial"/>
              <a:buChar char="●"/>
            </a:pPr>
            <a:r>
              <a:rPr lang="en" sz="1050">
                <a:solidFill>
                  <a:schemeClr val="dk1"/>
                </a:solidFill>
              </a:rPr>
              <a:t>Git initializes an empty staging area where changes can be selectively added before committing. This allows for precise control over which modifications become part of the next commit.</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Hooks:</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Git also sets up a hooks directory within the </a:t>
            </a:r>
            <a:r>
              <a:rPr lang="en" sz="900">
                <a:solidFill>
                  <a:srgbClr val="111827"/>
                </a:solidFill>
              </a:rPr>
              <a:t>.</a:t>
            </a:r>
            <a:r>
              <a:rPr lang="en" sz="900">
                <a:solidFill>
                  <a:srgbClr val="111827"/>
                </a:solidFill>
                <a:latin typeface="Courier New"/>
                <a:ea typeface="Courier New"/>
                <a:cs typeface="Courier New"/>
                <a:sym typeface="Courier New"/>
              </a:rPr>
              <a:t>git</a:t>
            </a:r>
            <a:r>
              <a:rPr lang="en" sz="1050">
                <a:solidFill>
                  <a:schemeClr val="dk1"/>
                </a:solidFill>
              </a:rPr>
              <a:t> directory. Hooks are scripts that can be triggered at certain points in the Git workflow, allowing developers to customize and automate actions.</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Ignored Files:</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Git creates a default </a:t>
            </a:r>
            <a:r>
              <a:rPr lang="en" sz="900">
                <a:solidFill>
                  <a:srgbClr val="111827"/>
                </a:solidFill>
                <a:latin typeface="Courier New"/>
                <a:ea typeface="Courier New"/>
                <a:cs typeface="Courier New"/>
                <a:sym typeface="Courier New"/>
              </a:rPr>
              <a:t>.gitignore</a:t>
            </a:r>
            <a:r>
              <a:rPr lang="en" sz="1050">
                <a:solidFill>
                  <a:schemeClr val="dk1"/>
                </a:solidFill>
              </a:rPr>
              <a:t> file in the repository, listing files and patterns that should be ignored and not tracked by version control.</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Initial Commit:</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While </a:t>
            </a:r>
            <a:r>
              <a:rPr lang="en" sz="900">
                <a:solidFill>
                  <a:srgbClr val="111827"/>
                </a:solidFill>
                <a:latin typeface="Courier New"/>
                <a:ea typeface="Courier New"/>
                <a:cs typeface="Courier New"/>
                <a:sym typeface="Courier New"/>
              </a:rPr>
              <a:t>git init</a:t>
            </a:r>
            <a:r>
              <a:rPr lang="en" sz="1050">
                <a:solidFill>
                  <a:schemeClr val="dk1"/>
                </a:solidFill>
              </a:rPr>
              <a:t> sets up the repository, it doesn't perform an initial commit. Developers need to use </a:t>
            </a:r>
            <a:r>
              <a:rPr lang="en" sz="900">
                <a:solidFill>
                  <a:srgbClr val="111827"/>
                </a:solidFill>
              </a:rPr>
              <a:t>git add</a:t>
            </a:r>
            <a:r>
              <a:rPr lang="en" sz="1050">
                <a:solidFill>
                  <a:schemeClr val="dk1"/>
                </a:solidFill>
              </a:rPr>
              <a:t> and </a:t>
            </a:r>
            <a:r>
              <a:rPr lang="en" sz="900">
                <a:solidFill>
                  <a:srgbClr val="111827"/>
                </a:solidFill>
                <a:latin typeface="Courier New"/>
                <a:ea typeface="Courier New"/>
                <a:cs typeface="Courier New"/>
                <a:sym typeface="Courier New"/>
              </a:rPr>
              <a:t>git commi</a:t>
            </a:r>
            <a:r>
              <a:rPr lang="en" sz="900">
                <a:solidFill>
                  <a:srgbClr val="111827"/>
                </a:solidFill>
              </a:rPr>
              <a:t>t</a:t>
            </a:r>
            <a:r>
              <a:rPr lang="en" sz="1050">
                <a:solidFill>
                  <a:schemeClr val="dk1"/>
                </a:solidFill>
              </a:rPr>
              <a:t> to start recording changes in the version history.</a:t>
            </a:r>
            <a:endParaRPr sz="1050">
              <a:solidFill>
                <a:schemeClr val="dk1"/>
              </a:solidFill>
            </a:endParaRPr>
          </a:p>
          <a:p>
            <a:pPr marL="457200" lvl="0" indent="-228600" algn="l" rtl="0">
              <a:lnSpc>
                <a:spcPct val="115000"/>
              </a:lnSpc>
              <a:spcBef>
                <a:spcPts val="0"/>
              </a:spcBef>
              <a:spcAft>
                <a:spcPts val="0"/>
              </a:spcAft>
              <a:buClr>
                <a:schemeClr val="dk1"/>
              </a:buClr>
              <a:buSzPts val="1050"/>
              <a:buFont typeface="Arial"/>
              <a:buNone/>
            </a:pPr>
            <a:r>
              <a:rPr lang="en" sz="1050">
                <a:solidFill>
                  <a:schemeClr val="dk1"/>
                </a:solidFill>
              </a:rPr>
              <a:t>Ready for Version Control:</a:t>
            </a:r>
            <a:endParaRPr sz="1050">
              <a:solidFill>
                <a:schemeClr val="dk1"/>
              </a:solidFill>
            </a:endParaRPr>
          </a:p>
          <a:p>
            <a:pPr marL="914400" lvl="1" indent="-295275" algn="l" rtl="0">
              <a:lnSpc>
                <a:spcPct val="115000"/>
              </a:lnSpc>
              <a:spcBef>
                <a:spcPts val="0"/>
              </a:spcBef>
              <a:spcAft>
                <a:spcPts val="0"/>
              </a:spcAft>
              <a:buClr>
                <a:schemeClr val="dk1"/>
              </a:buClr>
              <a:buSzPts val="1050"/>
              <a:buFont typeface="Roboto"/>
              <a:buChar char="●"/>
            </a:pPr>
            <a:r>
              <a:rPr lang="en" sz="1050">
                <a:solidFill>
                  <a:schemeClr val="dk1"/>
                </a:solidFill>
              </a:rPr>
              <a:t>After </a:t>
            </a:r>
            <a:r>
              <a:rPr lang="en" sz="900">
                <a:solidFill>
                  <a:srgbClr val="111827"/>
                </a:solidFill>
              </a:rPr>
              <a:t>git init</a:t>
            </a:r>
            <a:r>
              <a:rPr lang="en" sz="1050">
                <a:solidFill>
                  <a:schemeClr val="dk1"/>
                </a:solidFill>
              </a:rPr>
              <a:t>, the directory is ready for version control. Developers can start adding files, making changes, and utilizing other Git commands to manage and track the project's evolution.</a:t>
            </a:r>
            <a:endParaRPr sz="1050">
              <a:solidFill>
                <a:schemeClr val="dk1"/>
              </a:solidFill>
            </a:endParaRPr>
          </a:p>
          <a:p>
            <a:pPr marL="0" lvl="0" indent="0" algn="l" rtl="0">
              <a:lnSpc>
                <a:spcPct val="175000"/>
              </a:lnSpc>
              <a:spcBef>
                <a:spcPts val="1500"/>
              </a:spcBef>
              <a:spcAft>
                <a:spcPts val="0"/>
              </a:spcAft>
              <a:buClr>
                <a:schemeClr val="dk1"/>
              </a:buClr>
              <a:buSzPts val="1100"/>
              <a:buFont typeface="Arial"/>
              <a:buNone/>
            </a:pPr>
            <a:r>
              <a:rPr lang="en" sz="900">
                <a:solidFill>
                  <a:srgbClr val="111827"/>
                </a:solidFill>
                <a:latin typeface="Courier New"/>
                <a:ea typeface="Courier New"/>
                <a:cs typeface="Courier New"/>
                <a:sym typeface="Courier New"/>
              </a:rPr>
              <a:t>git init</a:t>
            </a:r>
            <a:r>
              <a:rPr lang="en" sz="1050">
                <a:solidFill>
                  <a:schemeClr val="dk1"/>
                </a:solidFill>
              </a:rPr>
              <a:t> establishes the foundational structure for version control in a directory, creating the </a:t>
            </a:r>
            <a:r>
              <a:rPr lang="en" sz="900">
                <a:solidFill>
                  <a:srgbClr val="111827"/>
                </a:solidFill>
              </a:rPr>
              <a:t>.git</a:t>
            </a:r>
            <a:r>
              <a:rPr lang="en" sz="1050">
                <a:solidFill>
                  <a:schemeClr val="dk1"/>
                </a:solidFill>
              </a:rPr>
              <a:t> directory and setting up the necessary components for tracking changes, committing snapshots, and managing the project's history.</a:t>
            </a:r>
            <a:endParaRPr sz="1050">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a:solidFill>
                <a:srgbClr val="37415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8" name="Google Shape;94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Discover the power of</a:t>
            </a:r>
            <a:r>
              <a:rPr lang="en" sz="1200">
                <a:solidFill>
                  <a:srgbClr val="374151"/>
                </a:solidFill>
                <a:latin typeface="Roboto"/>
                <a:ea typeface="Roboto"/>
                <a:cs typeface="Roboto"/>
                <a:sym typeface="Roboto"/>
              </a:rPr>
              <a:t> </a:t>
            </a:r>
            <a:r>
              <a:rPr lang="en" sz="950">
                <a:solidFill>
                  <a:srgbClr val="188038"/>
                </a:solidFill>
                <a:latin typeface="Courier New"/>
                <a:ea typeface="Courier New"/>
                <a:cs typeface="Courier New"/>
                <a:sym typeface="Courier New"/>
              </a:rPr>
              <a:t>git init</a:t>
            </a:r>
            <a:r>
              <a:rPr lang="en" sz="1200">
                <a:solidFill>
                  <a:srgbClr val="374151"/>
                </a:solidFill>
                <a:latin typeface="Roboto"/>
                <a:ea typeface="Roboto"/>
                <a:cs typeface="Roboto"/>
                <a:sym typeface="Roboto"/>
              </a:rPr>
              <a:t> </a:t>
            </a:r>
            <a:r>
              <a:rPr lang="en" sz="1200">
                <a:solidFill>
                  <a:srgbClr val="374151"/>
                </a:solidFill>
              </a:rPr>
              <a:t>through examples, from initializing repositories to customizing configurations and setting up hooks and ignore files for versatile Git use.</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Here are a few examples demonstrating the use of the </a:t>
            </a:r>
            <a:r>
              <a:rPr lang="en" sz="1050">
                <a:solidFill>
                  <a:srgbClr val="374151"/>
                </a:solidFill>
                <a:latin typeface="Courier New"/>
                <a:ea typeface="Courier New"/>
                <a:cs typeface="Courier New"/>
                <a:sym typeface="Courier New"/>
              </a:rPr>
              <a:t>git init</a:t>
            </a:r>
            <a:r>
              <a:rPr lang="en" sz="1200">
                <a:solidFill>
                  <a:srgbClr val="374151"/>
                </a:solidFill>
              </a:rPr>
              <a:t> command:</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Initialize a New Repository:</a:t>
            </a:r>
            <a:r>
              <a:rPr lang="en" sz="1000">
                <a:solidFill>
                  <a:srgbClr val="374151"/>
                </a:solidFill>
              </a:rPr>
              <a:t>(</a:t>
            </a:r>
            <a:r>
              <a:rPr lang="en" sz="1200">
                <a:solidFill>
                  <a:schemeClr val="dk1"/>
                </a:solidFill>
                <a:latin typeface="Courier New"/>
                <a:ea typeface="Courier New"/>
                <a:cs typeface="Courier New"/>
                <a:sym typeface="Courier New"/>
              </a:rPr>
              <a:t>git init)</a:t>
            </a:r>
            <a:endParaRPr sz="10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This example initializes a new Git repository in the current directory.</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      Initialize a Repository in a Specific Directory: </a:t>
            </a:r>
            <a:r>
              <a:rPr lang="en" sz="1000">
                <a:solidFill>
                  <a:srgbClr val="374151"/>
                </a:solidFill>
              </a:rPr>
              <a:t>(</a:t>
            </a:r>
            <a:r>
              <a:rPr lang="en" sz="1200">
                <a:solidFill>
                  <a:schemeClr val="dk1"/>
                </a:solidFill>
                <a:latin typeface="Courier New"/>
                <a:ea typeface="Courier New"/>
                <a:cs typeface="Courier New"/>
                <a:sym typeface="Courier New"/>
              </a:rPr>
              <a:t>git init path/to/project)</a:t>
            </a:r>
            <a:endParaRPr sz="1000">
              <a:solidFill>
                <a:srgbClr val="374151"/>
              </a:solidFill>
            </a:endParaRPr>
          </a:p>
          <a:p>
            <a:pPr marL="914400" lvl="1" indent="-304800" algn="l" rtl="0">
              <a:lnSpc>
                <a:spcPct val="115000"/>
              </a:lnSpc>
              <a:spcBef>
                <a:spcPts val="1500"/>
              </a:spcBef>
              <a:spcAft>
                <a:spcPts val="0"/>
              </a:spcAft>
              <a:buClr>
                <a:srgbClr val="374151"/>
              </a:buClr>
              <a:buSzPts val="1200"/>
              <a:buFont typeface="Arial"/>
              <a:buChar char="●"/>
            </a:pPr>
            <a:r>
              <a:rPr lang="en" sz="1200">
                <a:solidFill>
                  <a:srgbClr val="374151"/>
                </a:solidFill>
              </a:rPr>
              <a:t>You can specify a directory to initialize a Git repository in a location other than the current directory.</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Customize the Default Branch Name (main): </a:t>
            </a:r>
            <a:r>
              <a:rPr lang="en">
                <a:solidFill>
                  <a:srgbClr val="374151"/>
                </a:solidFill>
              </a:rPr>
              <a:t>(</a:t>
            </a:r>
            <a:r>
              <a:rPr lang="en" sz="1200">
                <a:solidFill>
                  <a:schemeClr val="dk1"/>
                </a:solidFill>
                <a:latin typeface="Courier New"/>
                <a:ea typeface="Courier New"/>
                <a:cs typeface="Courier New"/>
                <a:sym typeface="Courier New"/>
              </a:rPr>
              <a:t>git init --initial-branch=main)</a:t>
            </a:r>
            <a:endParaRPr sz="10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In newer Git versions, you can customize the default branch name (e.g., 'main' instead of 'master') during repository initialization.</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Initialize a Bare Repository: </a:t>
            </a:r>
            <a:r>
              <a:rPr lang="en" sz="1000">
                <a:solidFill>
                  <a:srgbClr val="374151"/>
                </a:solidFill>
              </a:rPr>
              <a:t>(</a:t>
            </a:r>
            <a:r>
              <a:rPr lang="en" sz="1200">
                <a:solidFill>
                  <a:schemeClr val="dk1"/>
                </a:solidFill>
                <a:latin typeface="Courier New"/>
                <a:ea typeface="Courier New"/>
                <a:cs typeface="Courier New"/>
                <a:sym typeface="Courier New"/>
              </a:rPr>
              <a:t>git init --bare)</a:t>
            </a:r>
            <a:endParaRPr sz="10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A bare repository is typically used as a central server repository. This example initializes a bare repository.</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Initialize and Set the User Identity:</a:t>
            </a:r>
            <a:endParaRPr sz="1200">
              <a:solidFill>
                <a:schemeClr val="dk1"/>
              </a:solidFill>
              <a:latin typeface="Courier New"/>
              <a:ea typeface="Courier New"/>
              <a:cs typeface="Courier New"/>
              <a:sym typeface="Courier New"/>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You can set the user's name and email during repository initialization.</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chemeClr val="dk1"/>
                </a:solidFill>
                <a:latin typeface="Courier New"/>
                <a:ea typeface="Courier New"/>
                <a:cs typeface="Courier New"/>
                <a:sym typeface="Courier New"/>
              </a:rPr>
              <a:t>git init</a:t>
            </a:r>
            <a:endParaRPr sz="1200">
              <a:solidFill>
                <a:schemeClr val="dk1"/>
              </a:solidFill>
              <a:latin typeface="Courier New"/>
              <a:ea typeface="Courier New"/>
              <a:cs typeface="Courier New"/>
              <a:sym typeface="Courier New"/>
            </a:endParaRPr>
          </a:p>
          <a:p>
            <a:pPr marL="457200" lvl="0" indent="0" algn="l" rtl="0">
              <a:lnSpc>
                <a:spcPct val="115000"/>
              </a:lnSpc>
              <a:spcBef>
                <a:spcPts val="1200"/>
              </a:spcBef>
              <a:spcAft>
                <a:spcPts val="0"/>
              </a:spcAft>
              <a:buSzPts val="1100"/>
              <a:buNone/>
            </a:pPr>
            <a:r>
              <a:rPr lang="en" sz="1200">
                <a:solidFill>
                  <a:schemeClr val="dk1"/>
                </a:solidFill>
                <a:latin typeface="Courier New"/>
                <a:ea typeface="Courier New"/>
                <a:cs typeface="Courier New"/>
                <a:sym typeface="Courier New"/>
              </a:rPr>
              <a:t>git config user.name "Your Name"</a:t>
            </a:r>
            <a:endParaRPr sz="1200">
              <a:solidFill>
                <a:schemeClr val="dk1"/>
              </a:solidFill>
              <a:latin typeface="Courier New"/>
              <a:ea typeface="Courier New"/>
              <a:cs typeface="Courier New"/>
              <a:sym typeface="Courier New"/>
            </a:endParaRPr>
          </a:p>
          <a:p>
            <a:pPr marL="457200" lvl="0" indent="0" algn="l" rtl="0">
              <a:lnSpc>
                <a:spcPct val="115000"/>
              </a:lnSpc>
              <a:spcBef>
                <a:spcPts val="1200"/>
              </a:spcBef>
              <a:spcAft>
                <a:spcPts val="0"/>
              </a:spcAft>
              <a:buSzPts val="1100"/>
              <a:buNone/>
            </a:pPr>
            <a:r>
              <a:rPr lang="en" sz="1200">
                <a:solidFill>
                  <a:schemeClr val="dk1"/>
                </a:solidFill>
                <a:latin typeface="Courier New"/>
                <a:ea typeface="Courier New"/>
                <a:cs typeface="Courier New"/>
                <a:sym typeface="Courier New"/>
              </a:rPr>
              <a:t>git config user.email "your.email@example.com"</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Initialize and Configure Git Ignore: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Create a </a:t>
            </a:r>
            <a:r>
              <a:rPr lang="en" sz="1050">
                <a:solidFill>
                  <a:srgbClr val="374151"/>
                </a:solidFill>
              </a:rPr>
              <a:t>.gitignore</a:t>
            </a:r>
            <a:r>
              <a:rPr lang="en" sz="1200">
                <a:solidFill>
                  <a:srgbClr val="374151"/>
                </a:solidFill>
              </a:rPr>
              <a:t> file during repository initialization to specify files and patterns that Git should ignore.</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chemeClr val="dk1"/>
                </a:solidFill>
                <a:latin typeface="Courier New"/>
                <a:ea typeface="Courier New"/>
                <a:cs typeface="Courier New"/>
                <a:sym typeface="Courier New"/>
              </a:rPr>
              <a:t>git init</a:t>
            </a:r>
            <a:endParaRPr sz="1200">
              <a:solidFill>
                <a:schemeClr val="dk1"/>
              </a:solidFill>
              <a:latin typeface="Courier New"/>
              <a:ea typeface="Courier New"/>
              <a:cs typeface="Courier New"/>
              <a:sym typeface="Courier New"/>
            </a:endParaRPr>
          </a:p>
          <a:p>
            <a:pPr marL="457200" lvl="0" indent="0" algn="l" rtl="0">
              <a:lnSpc>
                <a:spcPct val="115000"/>
              </a:lnSpc>
              <a:spcBef>
                <a:spcPts val="1200"/>
              </a:spcBef>
              <a:spcAft>
                <a:spcPts val="0"/>
              </a:spcAft>
              <a:buSzPts val="1100"/>
              <a:buNone/>
            </a:pPr>
            <a:r>
              <a:rPr lang="en" sz="1200">
                <a:solidFill>
                  <a:schemeClr val="dk1"/>
                </a:solidFill>
                <a:latin typeface="Courier New"/>
                <a:ea typeface="Courier New"/>
                <a:cs typeface="Courier New"/>
                <a:sym typeface="Courier New"/>
              </a:rPr>
              <a:t>echo "node_modules/" &gt;&gt; .gitignore</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4" name="Google Shape;9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Discover the power of</a:t>
            </a:r>
            <a:r>
              <a:rPr lang="en" sz="1200">
                <a:solidFill>
                  <a:srgbClr val="374151"/>
                </a:solidFill>
                <a:latin typeface="Roboto"/>
                <a:ea typeface="Roboto"/>
                <a:cs typeface="Roboto"/>
                <a:sym typeface="Roboto"/>
              </a:rPr>
              <a:t> </a:t>
            </a:r>
            <a:r>
              <a:rPr lang="en" sz="950">
                <a:solidFill>
                  <a:srgbClr val="188038"/>
                </a:solidFill>
                <a:latin typeface="Courier New"/>
                <a:ea typeface="Courier New"/>
                <a:cs typeface="Courier New"/>
                <a:sym typeface="Courier New"/>
              </a:rPr>
              <a:t>git init</a:t>
            </a:r>
            <a:r>
              <a:rPr lang="en" sz="1200">
                <a:solidFill>
                  <a:srgbClr val="374151"/>
                </a:solidFill>
                <a:latin typeface="Roboto"/>
                <a:ea typeface="Roboto"/>
                <a:cs typeface="Roboto"/>
                <a:sym typeface="Roboto"/>
              </a:rPr>
              <a:t> </a:t>
            </a:r>
            <a:r>
              <a:rPr lang="en" sz="1200">
                <a:solidFill>
                  <a:srgbClr val="374151"/>
                </a:solidFill>
              </a:rPr>
              <a:t>through examples, from initializing repositories to customizing configurations and setting up hooks and ignore files for versatile Git use.</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Initialize and Set Up Global Configuration:</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Set up global Git configurations during repository initialization.</a:t>
            </a:r>
            <a:endParaRPr sz="1200">
              <a:solidFill>
                <a:srgbClr val="374151"/>
              </a:solidFill>
            </a:endParaRPr>
          </a:p>
          <a:p>
            <a:pPr marL="0" lvl="0" indent="0" algn="l" rtl="0">
              <a:lnSpc>
                <a:spcPct val="115000"/>
              </a:lnSpc>
              <a:spcBef>
                <a:spcPts val="1500"/>
              </a:spcBef>
              <a:spcAft>
                <a:spcPts val="0"/>
              </a:spcAft>
              <a:buSzPts val="1100"/>
              <a:buNone/>
            </a:pPr>
            <a:r>
              <a:rPr lang="en" sz="1200">
                <a:solidFill>
                  <a:schemeClr val="dk1"/>
                </a:solidFill>
                <a:latin typeface="Courier New"/>
                <a:ea typeface="Courier New"/>
                <a:cs typeface="Courier New"/>
                <a:sym typeface="Courier New"/>
              </a:rPr>
              <a:t>   git init</a:t>
            </a:r>
            <a:endParaRPr sz="1200">
              <a:solidFill>
                <a:schemeClr val="dk1"/>
              </a:solidFill>
              <a:latin typeface="Courier New"/>
              <a:ea typeface="Courier New"/>
              <a:cs typeface="Courier New"/>
              <a:sym typeface="Courier New"/>
            </a:endParaRPr>
          </a:p>
          <a:p>
            <a:pPr marL="457200" lvl="0" indent="0" algn="l" rtl="0">
              <a:lnSpc>
                <a:spcPct val="115000"/>
              </a:lnSpc>
              <a:spcBef>
                <a:spcPts val="1200"/>
              </a:spcBef>
              <a:spcAft>
                <a:spcPts val="0"/>
              </a:spcAft>
              <a:buSzPts val="1100"/>
              <a:buNone/>
            </a:pPr>
            <a:r>
              <a:rPr lang="en" sz="1200">
                <a:solidFill>
                  <a:schemeClr val="dk1"/>
                </a:solidFill>
                <a:latin typeface="Courier New"/>
                <a:ea typeface="Courier New"/>
                <a:cs typeface="Courier New"/>
                <a:sym typeface="Courier New"/>
              </a:rPr>
              <a:t>git config --global user.name "Your Name"</a:t>
            </a:r>
            <a:endParaRPr sz="1200">
              <a:solidFill>
                <a:schemeClr val="dk1"/>
              </a:solidFill>
              <a:latin typeface="Courier New"/>
              <a:ea typeface="Courier New"/>
              <a:cs typeface="Courier New"/>
              <a:sym typeface="Courier New"/>
            </a:endParaRPr>
          </a:p>
          <a:p>
            <a:pPr marL="457200" lvl="0" indent="0" algn="l" rtl="0">
              <a:lnSpc>
                <a:spcPct val="115000"/>
              </a:lnSpc>
              <a:spcBef>
                <a:spcPts val="1200"/>
              </a:spcBef>
              <a:spcAft>
                <a:spcPts val="0"/>
              </a:spcAft>
              <a:buSzPts val="1100"/>
              <a:buNone/>
            </a:pPr>
            <a:r>
              <a:rPr lang="en" sz="1200">
                <a:solidFill>
                  <a:schemeClr val="dk1"/>
                </a:solidFill>
                <a:latin typeface="Courier New"/>
                <a:ea typeface="Courier New"/>
                <a:cs typeface="Courier New"/>
                <a:sym typeface="Courier New"/>
              </a:rPr>
              <a:t>git config --global user.email "your.email@example.com"</a:t>
            </a:r>
            <a:endParaRPr sz="10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Initialize and Set Up Git Hooks: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Set up a sample pre-commit hook during repository initialization.</a:t>
            </a:r>
            <a:endParaRPr sz="1200">
              <a:solidFill>
                <a:srgbClr val="374151"/>
              </a:solidFill>
            </a:endParaRPr>
          </a:p>
          <a:p>
            <a:pPr marL="0" lvl="0" indent="0" algn="l" rtl="0">
              <a:lnSpc>
                <a:spcPct val="115000"/>
              </a:lnSpc>
              <a:spcBef>
                <a:spcPts val="1500"/>
              </a:spcBef>
              <a:spcAft>
                <a:spcPts val="0"/>
              </a:spcAft>
              <a:buSzPts val="1100"/>
              <a:buNone/>
            </a:pPr>
            <a:r>
              <a:rPr lang="en" sz="1400">
                <a:solidFill>
                  <a:schemeClr val="dk1"/>
                </a:solidFill>
                <a:latin typeface="Courier New"/>
                <a:ea typeface="Courier New"/>
                <a:cs typeface="Courier New"/>
                <a:sym typeface="Courier New"/>
              </a:rPr>
              <a:t>  </a:t>
            </a:r>
            <a:r>
              <a:rPr lang="en" sz="1200">
                <a:solidFill>
                  <a:schemeClr val="dk1"/>
                </a:solidFill>
                <a:latin typeface="Courier New"/>
                <a:ea typeface="Courier New"/>
                <a:cs typeface="Courier New"/>
                <a:sym typeface="Courier New"/>
              </a:rPr>
              <a:t>git init</a:t>
            </a:r>
            <a:endParaRPr sz="1200">
              <a:solidFill>
                <a:schemeClr val="dk1"/>
              </a:solidFill>
              <a:latin typeface="Courier New"/>
              <a:ea typeface="Courier New"/>
              <a:cs typeface="Courier New"/>
              <a:sym typeface="Courier New"/>
            </a:endParaRPr>
          </a:p>
          <a:p>
            <a:pPr marL="457200" lvl="0" indent="0" algn="l" rtl="0">
              <a:lnSpc>
                <a:spcPct val="115000"/>
              </a:lnSpc>
              <a:spcBef>
                <a:spcPts val="1200"/>
              </a:spcBef>
              <a:spcAft>
                <a:spcPts val="0"/>
              </a:spcAft>
              <a:buSzPts val="1100"/>
              <a:buNone/>
            </a:pPr>
            <a:r>
              <a:rPr lang="en" sz="1200">
                <a:solidFill>
                  <a:schemeClr val="dk1"/>
                </a:solidFill>
                <a:latin typeface="Courier New"/>
                <a:ea typeface="Courier New"/>
                <a:cs typeface="Courier New"/>
                <a:sym typeface="Courier New"/>
              </a:rPr>
              <a:t>echo "echo 'Running pre-commit hook...'" &gt; .git/hooks/pre-commit</a:t>
            </a:r>
            <a:endParaRPr sz="1200">
              <a:solidFill>
                <a:schemeClr val="dk1"/>
              </a:solidFill>
              <a:latin typeface="Courier New"/>
              <a:ea typeface="Courier New"/>
              <a:cs typeface="Courier New"/>
              <a:sym typeface="Courier New"/>
            </a:endParaRPr>
          </a:p>
          <a:p>
            <a:pPr marL="457200" lvl="0" indent="0" algn="l" rtl="0">
              <a:lnSpc>
                <a:spcPct val="115000"/>
              </a:lnSpc>
              <a:spcBef>
                <a:spcPts val="1200"/>
              </a:spcBef>
              <a:spcAft>
                <a:spcPts val="0"/>
              </a:spcAft>
              <a:buSzPts val="1100"/>
              <a:buNone/>
            </a:pPr>
            <a:r>
              <a:rPr lang="en" sz="1200">
                <a:solidFill>
                  <a:schemeClr val="dk1"/>
                </a:solidFill>
                <a:latin typeface="Courier New"/>
                <a:ea typeface="Courier New"/>
                <a:cs typeface="Courier New"/>
                <a:sym typeface="Courier New"/>
              </a:rPr>
              <a:t>chmod +x .git/hooks/pre-commit</a:t>
            </a:r>
            <a:endParaRPr sz="1200">
              <a:solidFill>
                <a:schemeClr val="dk1"/>
              </a:solidFill>
              <a:latin typeface="Courier New"/>
              <a:ea typeface="Courier New"/>
              <a:cs typeface="Courier New"/>
              <a:sym typeface="Courier New"/>
            </a:endParaRPr>
          </a:p>
          <a:p>
            <a:pPr marL="9144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These examples showcase various scenarios of using </a:t>
            </a:r>
            <a:r>
              <a:rPr lang="en" sz="1050">
                <a:solidFill>
                  <a:srgbClr val="374151"/>
                </a:solidFill>
                <a:latin typeface="Courier New"/>
                <a:ea typeface="Courier New"/>
                <a:cs typeface="Courier New"/>
                <a:sym typeface="Courier New"/>
              </a:rPr>
              <a:t>git init</a:t>
            </a:r>
            <a:r>
              <a:rPr lang="en" sz="1200">
                <a:solidFill>
                  <a:srgbClr val="374151"/>
                </a:solidFill>
              </a:rPr>
              <a:t> for initializing repositories, customizing configurations, and setting up additional features like hooks and ignore files.</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0" name="Google Shape;96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Explore the nuances of the git add command—a key tool in Git for selectively staging changes before commits, including options for adding specific changes, all modifications, or staging files based on patterns. Understanding these intricacies is essential for tailoring commits in effective version control.</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Let's explore the intricacies of the git add command, a fundamental tool in Git that allows developers to selectively stage changes, preparing them for inclusion in the next commit.</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The </a:t>
            </a:r>
            <a:r>
              <a:rPr lang="en" sz="950">
                <a:solidFill>
                  <a:srgbClr val="188038"/>
                </a:solidFill>
                <a:latin typeface="Courier New"/>
                <a:ea typeface="Courier New"/>
                <a:cs typeface="Courier New"/>
                <a:sym typeface="Courier New"/>
              </a:rPr>
              <a:t>git add</a:t>
            </a:r>
            <a:r>
              <a:rPr lang="en" sz="1200">
                <a:solidFill>
                  <a:srgbClr val="374151"/>
                </a:solidFill>
              </a:rPr>
              <a:t> command is used to stage changes before committing them. It allows for selective inclusion of modifications, preparing them for the next commit.</a:t>
            </a:r>
            <a:endParaRPr sz="1200">
              <a:solidFill>
                <a:srgbClr val="374151"/>
              </a:solidFill>
            </a:endParaRPr>
          </a:p>
          <a:p>
            <a:pPr marL="457200" lvl="0" indent="-298450" algn="l" rtl="0">
              <a:lnSpc>
                <a:spcPct val="115000"/>
              </a:lnSpc>
              <a:spcBef>
                <a:spcPts val="1500"/>
              </a:spcBef>
              <a:spcAft>
                <a:spcPts val="0"/>
              </a:spcAft>
              <a:buClr>
                <a:srgbClr val="374151"/>
              </a:buClr>
              <a:buSzPts val="1100"/>
              <a:buChar char="●"/>
            </a:pPr>
            <a:r>
              <a:rPr lang="en" sz="1200">
                <a:solidFill>
                  <a:srgbClr val="374151"/>
                </a:solidFill>
              </a:rPr>
              <a:t>Staging Changes with </a:t>
            </a:r>
            <a:r>
              <a:rPr lang="en" sz="1050">
                <a:solidFill>
                  <a:srgbClr val="374151"/>
                </a:solidFill>
                <a:latin typeface="Courier New"/>
                <a:ea typeface="Courier New"/>
                <a:cs typeface="Courier New"/>
                <a:sym typeface="Courier New"/>
              </a:rPr>
              <a:t>git add</a:t>
            </a:r>
            <a:r>
              <a:rPr lang="en" sz="1200">
                <a:solidFill>
                  <a:srgbClr val="374151"/>
                </a:solidFill>
              </a:rPr>
              <a:t>:</a:t>
            </a:r>
            <a:endParaRPr sz="1200">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To stage changes for commit, use </a:t>
            </a:r>
            <a:r>
              <a:rPr lang="en" sz="1050">
                <a:solidFill>
                  <a:srgbClr val="374151"/>
                </a:solidFill>
              </a:rPr>
              <a:t>git add</a:t>
            </a:r>
            <a:r>
              <a:rPr lang="en" sz="1200">
                <a:solidFill>
                  <a:srgbClr val="374151"/>
                </a:solidFill>
              </a:rPr>
              <a:t> followed by the filenames or directories of the changes you want to include. For example: </a:t>
            </a:r>
            <a:r>
              <a:rPr lang="en" sz="1050">
                <a:solidFill>
                  <a:schemeClr val="dk1"/>
                </a:solidFill>
                <a:latin typeface="Courier New"/>
                <a:ea typeface="Courier New"/>
                <a:cs typeface="Courier New"/>
                <a:sym typeface="Courier New"/>
              </a:rPr>
              <a:t>git add filename</a:t>
            </a:r>
            <a:endParaRPr sz="1200">
              <a:solidFill>
                <a:schemeClr val="dk1"/>
              </a:solidFill>
              <a:latin typeface="Courier New"/>
              <a:ea typeface="Courier New"/>
              <a:cs typeface="Courier New"/>
              <a:sym typeface="Courier New"/>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Adding All Changes:</a:t>
            </a:r>
            <a:endParaRPr sz="1200">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Use </a:t>
            </a:r>
            <a:r>
              <a:rPr lang="en" sz="1050">
                <a:solidFill>
                  <a:srgbClr val="374151"/>
                </a:solidFill>
                <a:latin typeface="Courier New"/>
                <a:ea typeface="Courier New"/>
                <a:cs typeface="Courier New"/>
                <a:sym typeface="Courier New"/>
              </a:rPr>
              <a:t>git add .</a:t>
            </a:r>
            <a:r>
              <a:rPr lang="en" sz="1200">
                <a:solidFill>
                  <a:srgbClr val="374151"/>
                </a:solidFill>
                <a:latin typeface="Courier New"/>
                <a:ea typeface="Courier New"/>
                <a:cs typeface="Courier New"/>
                <a:sym typeface="Courier New"/>
              </a:rPr>
              <a:t> </a:t>
            </a:r>
            <a:r>
              <a:rPr lang="en" sz="1200">
                <a:solidFill>
                  <a:srgbClr val="374151"/>
                </a:solidFill>
              </a:rPr>
              <a:t>to stage all changes in the current directory and its subdirectories. This is a quick way to include all modifications before a commit.</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 Staging Specific Changes in a File: </a:t>
            </a:r>
            <a:r>
              <a:rPr lang="en" sz="1000">
                <a:solidFill>
                  <a:srgbClr val="374151"/>
                </a:solidFill>
              </a:rPr>
              <a:t>(</a:t>
            </a:r>
            <a:r>
              <a:rPr lang="en" sz="1200">
                <a:solidFill>
                  <a:schemeClr val="dk1"/>
                </a:solidFill>
                <a:latin typeface="Courier New"/>
                <a:ea typeface="Courier New"/>
                <a:cs typeface="Courier New"/>
                <a:sym typeface="Courier New"/>
              </a:rPr>
              <a:t>git add -p filename)</a:t>
            </a:r>
            <a:endParaRPr sz="1000">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You can stage specific changes within a file using the </a:t>
            </a:r>
            <a:r>
              <a:rPr lang="en" sz="1050">
                <a:solidFill>
                  <a:srgbClr val="374151"/>
                </a:solidFill>
              </a:rPr>
              <a:t>-p</a:t>
            </a:r>
            <a:r>
              <a:rPr lang="en" sz="1200">
                <a:solidFill>
                  <a:srgbClr val="374151"/>
                </a:solidFill>
              </a:rPr>
              <a:t> or </a:t>
            </a:r>
            <a:r>
              <a:rPr lang="en" sz="1050">
                <a:solidFill>
                  <a:srgbClr val="374151"/>
                </a:solidFill>
              </a:rPr>
              <a:t>--patch</a:t>
            </a:r>
            <a:r>
              <a:rPr lang="en" sz="1200">
                <a:solidFill>
                  <a:srgbClr val="374151"/>
                </a:solidFill>
              </a:rPr>
              <a:t> option. This initiates an interactive mode, allowing you to choose which changes to include.</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Staging New and Modified Files:</a:t>
            </a:r>
            <a:r>
              <a:rPr lang="en" sz="1000">
                <a:solidFill>
                  <a:srgbClr val="374151"/>
                </a:solidFill>
              </a:rPr>
              <a:t>(</a:t>
            </a:r>
            <a:r>
              <a:rPr lang="en" sz="1200">
                <a:solidFill>
                  <a:schemeClr val="dk1"/>
                </a:solidFill>
                <a:latin typeface="Courier New"/>
                <a:ea typeface="Courier New"/>
                <a:cs typeface="Courier New"/>
                <a:sym typeface="Courier New"/>
              </a:rPr>
              <a:t>git add -A)</a:t>
            </a:r>
            <a:endParaRPr sz="1000">
              <a:solidFill>
                <a:srgbClr val="374151"/>
              </a:solidFill>
            </a:endParaRPr>
          </a:p>
          <a:p>
            <a:pPr marL="457200" lvl="0" indent="0" algn="l" rtl="0">
              <a:lnSpc>
                <a:spcPct val="171429"/>
              </a:lnSpc>
              <a:spcBef>
                <a:spcPts val="1500"/>
              </a:spcBef>
              <a:spcAft>
                <a:spcPts val="0"/>
              </a:spcAft>
              <a:buSzPts val="1100"/>
              <a:buNone/>
            </a:pPr>
            <a:r>
              <a:rPr lang="en" sz="1200">
                <a:solidFill>
                  <a:srgbClr val="374151"/>
                </a:solidFill>
              </a:rPr>
              <a:t>To stage both new (untracked) files and modified files in the working directory, use the </a:t>
            </a:r>
            <a:r>
              <a:rPr lang="en" sz="1050">
                <a:solidFill>
                  <a:srgbClr val="374151"/>
                </a:solidFill>
              </a:rPr>
              <a:t>-A</a:t>
            </a:r>
            <a:r>
              <a:rPr lang="en" sz="1200">
                <a:solidFill>
                  <a:srgbClr val="374151"/>
                </a:solidFill>
              </a:rPr>
              <a:t> or </a:t>
            </a:r>
            <a:r>
              <a:rPr lang="en" sz="1050">
                <a:solidFill>
                  <a:srgbClr val="374151"/>
                </a:solidFill>
              </a:rPr>
              <a:t>--all</a:t>
            </a:r>
            <a:r>
              <a:rPr lang="en" sz="1200">
                <a:solidFill>
                  <a:srgbClr val="374151"/>
                </a:solidFill>
              </a:rPr>
              <a:t> option.</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Staging Modified and Deleted Files: </a:t>
            </a:r>
            <a:r>
              <a:rPr lang="en" sz="1000">
                <a:solidFill>
                  <a:srgbClr val="374151"/>
                </a:solidFill>
              </a:rPr>
              <a:t>(</a:t>
            </a:r>
            <a:r>
              <a:rPr lang="en" sz="1200">
                <a:solidFill>
                  <a:schemeClr val="dk1"/>
                </a:solidFill>
                <a:latin typeface="Courier New"/>
                <a:ea typeface="Courier New"/>
                <a:cs typeface="Courier New"/>
                <a:sym typeface="Courier New"/>
              </a:rPr>
              <a:t>git add -u)</a:t>
            </a:r>
            <a:endParaRPr sz="1000">
              <a:solidFill>
                <a:srgbClr val="374151"/>
              </a:solidFill>
            </a:endParaRPr>
          </a:p>
          <a:p>
            <a:pPr marL="457200" lvl="0" indent="0" algn="l" rtl="0">
              <a:lnSpc>
                <a:spcPct val="171429"/>
              </a:lnSpc>
              <a:spcBef>
                <a:spcPts val="1500"/>
              </a:spcBef>
              <a:spcAft>
                <a:spcPts val="0"/>
              </a:spcAft>
              <a:buSzPts val="1100"/>
              <a:buNone/>
            </a:pPr>
            <a:r>
              <a:rPr lang="en" sz="1200">
                <a:solidFill>
                  <a:srgbClr val="374151"/>
                </a:solidFill>
              </a:rPr>
              <a:t>The </a:t>
            </a:r>
            <a:r>
              <a:rPr lang="en" sz="1050">
                <a:solidFill>
                  <a:srgbClr val="374151"/>
                </a:solidFill>
              </a:rPr>
              <a:t>-u</a:t>
            </a:r>
            <a:r>
              <a:rPr lang="en" sz="1200">
                <a:solidFill>
                  <a:srgbClr val="374151"/>
                </a:solidFill>
              </a:rPr>
              <a:t> or </a:t>
            </a:r>
            <a:r>
              <a:rPr lang="en" sz="1050">
                <a:solidFill>
                  <a:srgbClr val="374151"/>
                </a:solidFill>
              </a:rPr>
              <a:t>--update</a:t>
            </a:r>
            <a:r>
              <a:rPr lang="en" sz="1200">
                <a:solidFill>
                  <a:srgbClr val="374151"/>
                </a:solidFill>
              </a:rPr>
              <a:t> option stages modifications and deletions, but not untracked files. It excludes new (untracked) files from being added.</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Staging Files by Pattern: </a:t>
            </a:r>
            <a:r>
              <a:rPr lang="en" sz="1000">
                <a:solidFill>
                  <a:srgbClr val="374151"/>
                </a:solidFill>
              </a:rPr>
              <a:t>(</a:t>
            </a:r>
            <a:r>
              <a:rPr lang="en" sz="1200">
                <a:solidFill>
                  <a:schemeClr val="dk1"/>
                </a:solidFill>
                <a:latin typeface="Courier New"/>
                <a:ea typeface="Courier New"/>
                <a:cs typeface="Courier New"/>
                <a:sym typeface="Courier New"/>
              </a:rPr>
              <a:t>git add *.txt)</a:t>
            </a:r>
            <a:endParaRPr sz="1000">
              <a:solidFill>
                <a:srgbClr val="374151"/>
              </a:solidFill>
            </a:endParaRPr>
          </a:p>
          <a:p>
            <a:pPr marL="457200" lvl="0" indent="0" algn="l" rtl="0">
              <a:lnSpc>
                <a:spcPct val="171429"/>
              </a:lnSpc>
              <a:spcBef>
                <a:spcPts val="1500"/>
              </a:spcBef>
              <a:spcAft>
                <a:spcPts val="0"/>
              </a:spcAft>
              <a:buSzPts val="1100"/>
              <a:buNone/>
            </a:pPr>
            <a:r>
              <a:rPr lang="en" sz="1200">
                <a:solidFill>
                  <a:srgbClr val="374151"/>
                </a:solidFill>
              </a:rPr>
              <a:t>You can stage files based on a pattern or wildcard using the </a:t>
            </a:r>
            <a:r>
              <a:rPr lang="en" sz="1050">
                <a:solidFill>
                  <a:srgbClr val="374151"/>
                </a:solidFill>
              </a:rPr>
              <a:t>*</a:t>
            </a:r>
            <a:r>
              <a:rPr lang="en" sz="1200">
                <a:solidFill>
                  <a:srgbClr val="374151"/>
                </a:solidFill>
              </a:rPr>
              <a:t> symbol. For instance, to stage all </a:t>
            </a:r>
            <a:r>
              <a:rPr lang="en" sz="1050">
                <a:solidFill>
                  <a:srgbClr val="374151"/>
                </a:solidFill>
              </a:rPr>
              <a:t>.txt</a:t>
            </a:r>
            <a:r>
              <a:rPr lang="en" sz="1200">
                <a:solidFill>
                  <a:srgbClr val="374151"/>
                </a:solidFill>
              </a:rPr>
              <a:t> files:</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Verbose Mode: </a:t>
            </a:r>
            <a:r>
              <a:rPr lang="en" sz="1000">
                <a:solidFill>
                  <a:srgbClr val="374151"/>
                </a:solidFill>
              </a:rPr>
              <a:t>(</a:t>
            </a:r>
            <a:r>
              <a:rPr lang="en" sz="1200">
                <a:solidFill>
                  <a:schemeClr val="dk1"/>
                </a:solidFill>
                <a:latin typeface="Courier New"/>
                <a:ea typeface="Courier New"/>
                <a:cs typeface="Courier New"/>
                <a:sym typeface="Courier New"/>
              </a:rPr>
              <a:t>git add -v)</a:t>
            </a:r>
            <a:endParaRPr sz="1000">
              <a:solidFill>
                <a:srgbClr val="374151"/>
              </a:solidFill>
            </a:endParaRPr>
          </a:p>
          <a:p>
            <a:pPr marL="457200" lvl="0" indent="0" algn="l" rtl="0">
              <a:lnSpc>
                <a:spcPct val="171429"/>
              </a:lnSpc>
              <a:spcBef>
                <a:spcPts val="1500"/>
              </a:spcBef>
              <a:spcAft>
                <a:spcPts val="0"/>
              </a:spcAft>
              <a:buSzPts val="1100"/>
              <a:buNone/>
            </a:pPr>
            <a:r>
              <a:rPr lang="en" sz="1200">
                <a:solidFill>
                  <a:srgbClr val="374151"/>
                </a:solidFill>
              </a:rPr>
              <a:t>Use the </a:t>
            </a:r>
            <a:r>
              <a:rPr lang="en" sz="1050">
                <a:solidFill>
                  <a:srgbClr val="374151"/>
                </a:solidFill>
              </a:rPr>
              <a:t>-v</a:t>
            </a:r>
            <a:r>
              <a:rPr lang="en" sz="1200">
                <a:solidFill>
                  <a:srgbClr val="374151"/>
                </a:solidFill>
              </a:rPr>
              <a:t> or </a:t>
            </a:r>
            <a:r>
              <a:rPr lang="en" sz="1050">
                <a:solidFill>
                  <a:srgbClr val="374151"/>
                </a:solidFill>
              </a:rPr>
              <a:t>--verbose</a:t>
            </a:r>
            <a:r>
              <a:rPr lang="en" sz="1200">
                <a:solidFill>
                  <a:srgbClr val="374151"/>
                </a:solidFill>
              </a:rPr>
              <a:t> option to display detailed information about the changes being staged, including the names of the files.</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Unstaging Changes: </a:t>
            </a:r>
            <a:r>
              <a:rPr lang="en" sz="1000">
                <a:solidFill>
                  <a:srgbClr val="374151"/>
                </a:solidFill>
              </a:rPr>
              <a:t>(</a:t>
            </a:r>
            <a:r>
              <a:rPr lang="en" sz="1200">
                <a:solidFill>
                  <a:schemeClr val="dk1"/>
                </a:solidFill>
                <a:latin typeface="Courier New"/>
                <a:ea typeface="Courier New"/>
                <a:cs typeface="Courier New"/>
                <a:sym typeface="Courier New"/>
              </a:rPr>
              <a:t>git reset HEAD filename)</a:t>
            </a:r>
            <a:endParaRPr sz="1000">
              <a:solidFill>
                <a:srgbClr val="374151"/>
              </a:solidFill>
            </a:endParaRPr>
          </a:p>
          <a:p>
            <a:pPr marL="457200" lvl="0" indent="0" algn="l" rtl="0">
              <a:lnSpc>
                <a:spcPct val="171429"/>
              </a:lnSpc>
              <a:spcBef>
                <a:spcPts val="1500"/>
              </a:spcBef>
              <a:spcAft>
                <a:spcPts val="0"/>
              </a:spcAft>
              <a:buSzPts val="1100"/>
              <a:buNone/>
            </a:pPr>
            <a:r>
              <a:rPr lang="en" sz="1200">
                <a:solidFill>
                  <a:srgbClr val="374151"/>
                </a:solidFill>
              </a:rPr>
              <a:t>To unstage changes, use </a:t>
            </a:r>
            <a:r>
              <a:rPr lang="en" sz="1050">
                <a:solidFill>
                  <a:srgbClr val="374151"/>
                </a:solidFill>
              </a:rPr>
              <a:t>git reset</a:t>
            </a:r>
            <a:r>
              <a:rPr lang="en" sz="1200">
                <a:solidFill>
                  <a:srgbClr val="374151"/>
                </a:solidFill>
              </a:rPr>
              <a:t> with the </a:t>
            </a:r>
            <a:r>
              <a:rPr lang="en" sz="1050">
                <a:solidFill>
                  <a:srgbClr val="374151"/>
                </a:solidFill>
              </a:rPr>
              <a:t>HEAD</a:t>
            </a:r>
            <a:r>
              <a:rPr lang="en" sz="1200">
                <a:solidFill>
                  <a:srgbClr val="374151"/>
                </a:solidFill>
              </a:rPr>
              <a:t> option. This removes changes from the staging area, but retains modifications in the working directory.</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Interactive Staging:</a:t>
            </a:r>
            <a:r>
              <a:rPr lang="en" sz="1000">
                <a:solidFill>
                  <a:srgbClr val="374151"/>
                </a:solidFill>
              </a:rPr>
              <a:t>(</a:t>
            </a:r>
            <a:r>
              <a:rPr lang="en" sz="1200">
                <a:solidFill>
                  <a:schemeClr val="dk1"/>
                </a:solidFill>
                <a:latin typeface="Courier New"/>
                <a:ea typeface="Courier New"/>
                <a:cs typeface="Courier New"/>
                <a:sym typeface="Courier New"/>
              </a:rPr>
              <a:t>git add -i)</a:t>
            </a:r>
            <a:endParaRPr sz="1200">
              <a:solidFill>
                <a:srgbClr val="374151"/>
              </a:solidFill>
            </a:endParaRPr>
          </a:p>
          <a:p>
            <a:pPr marL="457200" lvl="0" indent="0" algn="l" rtl="0">
              <a:lnSpc>
                <a:spcPct val="171429"/>
              </a:lnSpc>
              <a:spcBef>
                <a:spcPts val="1500"/>
              </a:spcBef>
              <a:spcAft>
                <a:spcPts val="0"/>
              </a:spcAft>
              <a:buSzPts val="1100"/>
              <a:buNone/>
            </a:pPr>
            <a:r>
              <a:rPr lang="en" sz="1200">
                <a:solidFill>
                  <a:srgbClr val="374151"/>
                </a:solidFill>
              </a:rPr>
              <a:t>For more granular control, utilize interactive staging with </a:t>
            </a:r>
            <a:r>
              <a:rPr lang="en" sz="1050">
                <a:solidFill>
                  <a:srgbClr val="374151"/>
                </a:solidFill>
              </a:rPr>
              <a:t>git add -i</a:t>
            </a:r>
            <a:r>
              <a:rPr lang="en" sz="1200">
                <a:solidFill>
                  <a:srgbClr val="374151"/>
                </a:solidFill>
              </a:rPr>
              <a:t>. This opens an interactive mode allowing you to choose changes interactively.</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Ignoring Changes:</a:t>
            </a:r>
            <a:endParaRPr sz="1000">
              <a:solidFill>
                <a:srgbClr val="374151"/>
              </a:solidFill>
            </a:endParaRPr>
          </a:p>
          <a:p>
            <a:pPr marL="457200" lvl="0" indent="0" algn="l" rtl="0">
              <a:lnSpc>
                <a:spcPct val="115000"/>
              </a:lnSpc>
              <a:spcBef>
                <a:spcPts val="1500"/>
              </a:spcBef>
              <a:spcAft>
                <a:spcPts val="0"/>
              </a:spcAft>
              <a:buSzPts val="1100"/>
              <a:buNone/>
            </a:pPr>
            <a:r>
              <a:rPr lang="en" sz="1200">
                <a:solidFill>
                  <a:srgbClr val="374151"/>
                </a:solidFill>
              </a:rPr>
              <a:t>Exclude specific changes from staging by using the </a:t>
            </a:r>
            <a:r>
              <a:rPr lang="en" sz="1050">
                <a:solidFill>
                  <a:srgbClr val="374151"/>
                </a:solidFill>
                <a:latin typeface="Courier New"/>
                <a:ea typeface="Courier New"/>
                <a:cs typeface="Courier New"/>
                <a:sym typeface="Courier New"/>
              </a:rPr>
              <a:t>--skip-worktree</a:t>
            </a:r>
            <a:r>
              <a:rPr lang="en" sz="1200">
                <a:solidFill>
                  <a:srgbClr val="374151"/>
                </a:solidFill>
              </a:rPr>
              <a:t> and </a:t>
            </a:r>
            <a:r>
              <a:rPr lang="en" sz="1050">
                <a:solidFill>
                  <a:srgbClr val="374151"/>
                </a:solidFill>
                <a:latin typeface="Courier New"/>
                <a:ea typeface="Courier New"/>
                <a:cs typeface="Courier New"/>
                <a:sym typeface="Courier New"/>
              </a:rPr>
              <a:t>--no-skip-worktree</a:t>
            </a:r>
            <a:r>
              <a:rPr lang="en" sz="1200">
                <a:solidFill>
                  <a:srgbClr val="374151"/>
                </a:solidFill>
              </a:rPr>
              <a:t> options. This is useful when you want to ignore local modifications temporarily.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Understanding the nuances of </a:t>
            </a:r>
            <a:r>
              <a:rPr lang="en" sz="1050">
                <a:solidFill>
                  <a:srgbClr val="374151"/>
                </a:solidFill>
              </a:rPr>
              <a:t>git add</a:t>
            </a:r>
            <a:r>
              <a:rPr lang="en" sz="1200">
                <a:solidFill>
                  <a:srgbClr val="374151"/>
                </a:solidFill>
              </a:rPr>
              <a:t> is crucial for effective version control, allowing developers to tailor their commits by selectively including changes in the staging area.</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6" name="Google Shape;96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During the discussion on the </a:t>
            </a:r>
            <a:r>
              <a:rPr lang="en" sz="950">
                <a:solidFill>
                  <a:srgbClr val="188038"/>
                </a:solidFill>
                <a:latin typeface="Courier New"/>
                <a:ea typeface="Courier New"/>
                <a:cs typeface="Courier New"/>
                <a:sym typeface="Courier New"/>
              </a:rPr>
              <a:t>git add</a:t>
            </a:r>
            <a:r>
              <a:rPr lang="en" sz="1200">
                <a:solidFill>
                  <a:srgbClr val="374151"/>
                </a:solidFill>
                <a:latin typeface="Courier New"/>
                <a:ea typeface="Courier New"/>
                <a:cs typeface="Courier New"/>
                <a:sym typeface="Courier New"/>
              </a:rPr>
              <a:t> </a:t>
            </a:r>
            <a:r>
              <a:rPr lang="en" sz="1200">
                <a:solidFill>
                  <a:srgbClr val="374151"/>
                </a:solidFill>
              </a:rPr>
              <a:t>command, emphasize its pivotal role in Git workflows for staging changes. Guide participants through examples, elucidating scenarios like staging specific files, interactive staging, and managing different types of modifications. Encourage questions to ensure a clear understanding of this fundamental command and its significance in version control.</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SzPts val="1100"/>
              <a:buNone/>
            </a:pPr>
            <a:r>
              <a:rPr lang="en" sz="1200">
                <a:solidFill>
                  <a:srgbClr val="374151"/>
                </a:solidFill>
              </a:rPr>
              <a:t>Let's dive into the practical applications of the git add command, exploring how it enables precise control over the staging of changes in Git repositories. We'll cover scenarios such as staging specific files, interactive staging, and handling new, modified, or deleted files in the staging area.</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Here are slightly more detailed examples showcasing the usage of the </a:t>
            </a:r>
            <a:r>
              <a:rPr lang="en" sz="1050">
                <a:solidFill>
                  <a:srgbClr val="374151"/>
                </a:solidFill>
              </a:rPr>
              <a:t>git add</a:t>
            </a:r>
            <a:r>
              <a:rPr lang="en" sz="1200">
                <a:solidFill>
                  <a:srgbClr val="374151"/>
                </a:solidFill>
              </a:rPr>
              <a:t> command:</a:t>
            </a:r>
            <a:endParaRPr sz="1200">
              <a:solidFill>
                <a:srgbClr val="374151"/>
              </a:solidFill>
            </a:endParaRPr>
          </a:p>
          <a:p>
            <a:pPr marL="0" lvl="0" indent="0" algn="l" rtl="0">
              <a:lnSpc>
                <a:spcPct val="115000"/>
              </a:lnSpc>
              <a:spcBef>
                <a:spcPts val="1500"/>
              </a:spcBef>
              <a:spcAft>
                <a:spcPts val="0"/>
              </a:spcAft>
              <a:buSzPts val="1100"/>
              <a:buNone/>
            </a:pPr>
            <a:r>
              <a:rPr lang="en" sz="1200" b="1">
                <a:solidFill>
                  <a:srgbClr val="374151"/>
                </a:solidFill>
              </a:rPr>
              <a:t>Stage a Specific File:</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Suppose you have made changes to a file named "app.js" and want to stage those changes before committing: </a:t>
            </a:r>
            <a:r>
              <a:rPr lang="en" sz="1200">
                <a:solidFill>
                  <a:srgbClr val="374151"/>
                </a:solidFill>
                <a:latin typeface="Courier New"/>
                <a:ea typeface="Courier New"/>
                <a:cs typeface="Courier New"/>
                <a:sym typeface="Courier New"/>
              </a:rPr>
              <a:t>git add app.js</a:t>
            </a:r>
            <a:endParaRPr sz="1200">
              <a:solidFill>
                <a:srgbClr val="374151"/>
              </a:solidFill>
            </a:endParaRPr>
          </a:p>
          <a:p>
            <a:pPr marL="0" lvl="0" indent="0" algn="l" rtl="0">
              <a:lnSpc>
                <a:spcPct val="115000"/>
              </a:lnSpc>
              <a:spcBef>
                <a:spcPts val="1500"/>
              </a:spcBef>
              <a:spcAft>
                <a:spcPts val="0"/>
              </a:spcAft>
              <a:buSzPts val="1100"/>
              <a:buNone/>
            </a:pPr>
            <a:r>
              <a:rPr lang="en" sz="1200" b="1">
                <a:solidFill>
                  <a:srgbClr val="374151"/>
                </a:solidFill>
              </a:rPr>
              <a:t>Stage All Changes in the Current Directory:</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If you've made modifications in multiple files within the current directory and want to stage all changes: </a:t>
            </a:r>
            <a:r>
              <a:rPr lang="en" sz="1200">
                <a:solidFill>
                  <a:srgbClr val="374151"/>
                </a:solidFill>
                <a:latin typeface="Courier New"/>
                <a:ea typeface="Courier New"/>
                <a:cs typeface="Courier New"/>
                <a:sym typeface="Courier New"/>
              </a:rPr>
              <a:t>git add .</a:t>
            </a:r>
            <a:endParaRPr sz="1200">
              <a:solidFill>
                <a:srgbClr val="37415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b="1">
                <a:solidFill>
                  <a:srgbClr val="374151"/>
                </a:solidFill>
              </a:rPr>
              <a:t>Interactive Staging for Specific Changes:</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When working on a specific file, like "index.html," and you want to interactively choose which changes to stage: </a:t>
            </a:r>
            <a:r>
              <a:rPr lang="en" sz="1200">
                <a:solidFill>
                  <a:srgbClr val="374151"/>
                </a:solidFill>
                <a:latin typeface="Courier New"/>
                <a:ea typeface="Courier New"/>
                <a:cs typeface="Courier New"/>
                <a:sym typeface="Courier New"/>
              </a:rPr>
              <a:t>git add -p index.html</a:t>
            </a:r>
            <a:endParaRPr sz="1200">
              <a:solidFill>
                <a:srgbClr val="37415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b="1">
                <a:solidFill>
                  <a:srgbClr val="374151"/>
                </a:solidFill>
              </a:rPr>
              <a:t>Stage All Changes, Including Untracked Files:</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In a scenario where you've added new files and modified existing ones, and you want to stage all changes, including untracked files:</a:t>
            </a:r>
            <a:r>
              <a:rPr lang="en" sz="1200">
                <a:solidFill>
                  <a:srgbClr val="374151"/>
                </a:solidFill>
                <a:latin typeface="Courier New"/>
                <a:ea typeface="Courier New"/>
                <a:cs typeface="Courier New"/>
                <a:sym typeface="Courier New"/>
              </a:rPr>
              <a:t>git add -A</a:t>
            </a:r>
            <a:endParaRPr sz="1200">
              <a:solidFill>
                <a:srgbClr val="37415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b="1">
                <a:solidFill>
                  <a:srgbClr val="374151"/>
                </a:solidFill>
              </a:rPr>
              <a:t>Stage Modified and Deleted Files:</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If you have modified existing files and deleted some, but don't want to include untracked files in the staging area: </a:t>
            </a:r>
            <a:r>
              <a:rPr lang="en" sz="1200">
                <a:solidFill>
                  <a:srgbClr val="374151"/>
                </a:solidFill>
                <a:latin typeface="Courier New"/>
                <a:ea typeface="Courier New"/>
                <a:cs typeface="Courier New"/>
                <a:sym typeface="Courier New"/>
              </a:rPr>
              <a:t>git add -u</a:t>
            </a:r>
            <a:endParaRPr sz="1200">
              <a:solidFill>
                <a:srgbClr val="374151"/>
              </a:solidFill>
              <a:latin typeface="Courier New"/>
              <a:ea typeface="Courier New"/>
              <a:cs typeface="Courier New"/>
              <a:sym typeface="Courier New"/>
            </a:endParaRPr>
          </a:p>
          <a:p>
            <a:pPr marL="0" lvl="0" indent="0" algn="l" rtl="0">
              <a:lnSpc>
                <a:spcPct val="171429"/>
              </a:lnSpc>
              <a:spcBef>
                <a:spcPts val="1500"/>
              </a:spcBef>
              <a:spcAft>
                <a:spcPts val="0"/>
              </a:spcAft>
              <a:buSzPts val="1100"/>
              <a:buNone/>
            </a:pPr>
            <a:r>
              <a:rPr lang="en" sz="1200">
                <a:solidFill>
                  <a:srgbClr val="374151"/>
                </a:solidFill>
              </a:rPr>
              <a:t>These examples provide a more detailed context for using the </a:t>
            </a:r>
            <a:r>
              <a:rPr lang="en" sz="1050">
                <a:solidFill>
                  <a:srgbClr val="374151"/>
                </a:solidFill>
              </a:rPr>
              <a:t>git add</a:t>
            </a:r>
            <a:r>
              <a:rPr lang="en" sz="1200">
                <a:solidFill>
                  <a:srgbClr val="374151"/>
                </a:solidFill>
              </a:rPr>
              <a:t> command in various scenarios, offering flexibility in staging changes based on specific requirements during the version control process.</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2" name="Google Shape;97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latin typeface="Roboto"/>
                <a:ea typeface="Roboto"/>
                <a:cs typeface="Roboto"/>
                <a:sym typeface="Roboto"/>
              </a:rPr>
              <a:t>Guide participants through the comprehensive capabilities of the </a:t>
            </a:r>
            <a:r>
              <a:rPr lang="en" sz="950">
                <a:solidFill>
                  <a:srgbClr val="188038"/>
                </a:solidFill>
                <a:latin typeface="Courier New"/>
                <a:ea typeface="Courier New"/>
                <a:cs typeface="Courier New"/>
                <a:sym typeface="Courier New"/>
              </a:rPr>
              <a:t>git status</a:t>
            </a:r>
            <a:r>
              <a:rPr lang="en" sz="1200">
                <a:solidFill>
                  <a:srgbClr val="374151"/>
                </a:solidFill>
                <a:latin typeface="Courier New"/>
                <a:ea typeface="Courier New"/>
                <a:cs typeface="Courier New"/>
                <a:sym typeface="Courier New"/>
              </a:rPr>
              <a:t> </a:t>
            </a:r>
            <a:r>
              <a:rPr lang="en" sz="1200">
                <a:solidFill>
                  <a:srgbClr val="374151"/>
                </a:solidFill>
                <a:latin typeface="Roboto"/>
                <a:ea typeface="Roboto"/>
                <a:cs typeface="Roboto"/>
                <a:sym typeface="Roboto"/>
              </a:rPr>
              <a:t>command, emphasizing its role in tracking untracked files, managing changes, interpreting branch information, and staying synchronized with remote repositories. </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SzPts val="1100"/>
              <a:buNone/>
            </a:pPr>
            <a:r>
              <a:rPr lang="en" sz="1200">
                <a:solidFill>
                  <a:srgbClr val="374151"/>
                </a:solidFill>
              </a:rPr>
              <a:t>The </a:t>
            </a:r>
            <a:r>
              <a:rPr lang="en" sz="1050">
                <a:solidFill>
                  <a:srgbClr val="374151"/>
                </a:solidFill>
              </a:rPr>
              <a:t>git status</a:t>
            </a:r>
            <a:r>
              <a:rPr lang="en" sz="1200">
                <a:solidFill>
                  <a:srgbClr val="374151"/>
                </a:solidFill>
              </a:rPr>
              <a:t> command displays information about:</a:t>
            </a:r>
            <a:endParaRPr sz="1200">
              <a:solidFill>
                <a:srgbClr val="374151"/>
              </a:solidFill>
            </a:endParaRPr>
          </a:p>
          <a:p>
            <a:pPr marL="914400" lvl="1" indent="-304800" algn="l" rtl="0">
              <a:lnSpc>
                <a:spcPct val="115000"/>
              </a:lnSpc>
              <a:spcBef>
                <a:spcPts val="1500"/>
              </a:spcBef>
              <a:spcAft>
                <a:spcPts val="0"/>
              </a:spcAft>
              <a:buClr>
                <a:srgbClr val="374151"/>
              </a:buClr>
              <a:buSzPts val="1200"/>
              <a:buFont typeface="Arial"/>
              <a:buChar char="●"/>
            </a:pPr>
            <a:r>
              <a:rPr lang="en" sz="1200">
                <a:solidFill>
                  <a:srgbClr val="374151"/>
                </a:solidFill>
              </a:rPr>
              <a:t>Untracked files: Files in the working directory that Git is not currently tracking.</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Changes not staged for commit: Modified files that have not been added to the staging area.</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Changes to be committed: Files in the staging area ready for the next commit.</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Basic Usage:</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To check the status of your repository, simply run:</a:t>
            </a:r>
            <a:r>
              <a:rPr lang="en" sz="1200">
                <a:solidFill>
                  <a:srgbClr val="374151"/>
                </a:solidFill>
                <a:latin typeface="Courier New"/>
                <a:ea typeface="Courier New"/>
                <a:cs typeface="Courier New"/>
                <a:sym typeface="Courier New"/>
              </a:rPr>
              <a:t>git status</a:t>
            </a:r>
            <a:endParaRPr sz="1200">
              <a:solidFill>
                <a:srgbClr val="37415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Untracked Files:</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Untracked files are displayed under the "Untracked files" section. To start tracking a new file, use </a:t>
            </a:r>
            <a:r>
              <a:rPr lang="en" sz="1050">
                <a:solidFill>
                  <a:srgbClr val="374151"/>
                </a:solidFill>
              </a:rPr>
              <a:t>git add</a:t>
            </a:r>
            <a:r>
              <a:rPr lang="en" sz="1200">
                <a:solidFill>
                  <a:srgbClr val="374151"/>
                </a:solidFill>
              </a:rPr>
              <a:t>:</a:t>
            </a:r>
            <a:r>
              <a:rPr lang="en" sz="1200">
                <a:solidFill>
                  <a:srgbClr val="374151"/>
                </a:solidFill>
                <a:latin typeface="Courier New"/>
                <a:ea typeface="Courier New"/>
                <a:cs typeface="Courier New"/>
                <a:sym typeface="Courier New"/>
              </a:rPr>
              <a:t>git add filename</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Changes Not Staged for Commit:</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Modified files that haven't been staged yet are listed under "Changes not staged for commit." To stage these changes, use </a:t>
            </a:r>
            <a:r>
              <a:rPr lang="en" sz="1050">
                <a:solidFill>
                  <a:srgbClr val="374151"/>
                </a:solidFill>
                <a:latin typeface="Courier New"/>
                <a:ea typeface="Courier New"/>
                <a:cs typeface="Courier New"/>
                <a:sym typeface="Courier New"/>
              </a:rPr>
              <a:t>git add</a:t>
            </a:r>
            <a:r>
              <a:rPr lang="en" sz="1200">
                <a:solidFill>
                  <a:srgbClr val="374151"/>
                </a:solidFill>
                <a:latin typeface="Courier New"/>
                <a:ea typeface="Courier New"/>
                <a:cs typeface="Courier New"/>
                <a:sym typeface="Courier New"/>
              </a:rPr>
              <a:t>: git add filename</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Changes to be Committed:</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Files staged for the next commit are displayed under "Changes to be committed." To commit these changes: </a:t>
            </a:r>
            <a:r>
              <a:rPr lang="en" sz="1200">
                <a:solidFill>
                  <a:srgbClr val="374151"/>
                </a:solidFill>
                <a:latin typeface="Courier New"/>
                <a:ea typeface="Courier New"/>
                <a:cs typeface="Courier New"/>
                <a:sym typeface="Courier New"/>
              </a:rPr>
              <a:t>git commit -m "Your commit message"</a:t>
            </a:r>
            <a:endParaRPr sz="1200">
              <a:solidFill>
                <a:srgbClr val="374151"/>
              </a:solidFill>
            </a:endParaRPr>
          </a:p>
          <a:p>
            <a:pPr marL="0" lvl="0" indent="0" algn="l" rtl="0">
              <a:lnSpc>
                <a:spcPct val="171429"/>
              </a:lnSpc>
              <a:spcBef>
                <a:spcPts val="1500"/>
              </a:spcBef>
              <a:spcAft>
                <a:spcPts val="0"/>
              </a:spcAft>
              <a:buSzPts val="1100"/>
              <a:buNone/>
            </a:pPr>
            <a:r>
              <a:rPr lang="en" sz="1200" b="1">
                <a:solidFill>
                  <a:srgbClr val="374151"/>
                </a:solidFill>
              </a:rPr>
              <a:t> Branch Information:</a:t>
            </a:r>
            <a:endParaRPr sz="1200" b="1">
              <a:solidFill>
                <a:srgbClr val="374151"/>
              </a:solidFill>
            </a:endParaRPr>
          </a:p>
          <a:p>
            <a:pPr marL="0" lvl="0" indent="0" algn="l" rtl="0">
              <a:lnSpc>
                <a:spcPct val="171429"/>
              </a:lnSpc>
              <a:spcBef>
                <a:spcPts val="1500"/>
              </a:spcBef>
              <a:spcAft>
                <a:spcPts val="0"/>
              </a:spcAft>
              <a:buSzPts val="1100"/>
              <a:buNone/>
            </a:pPr>
            <a:r>
              <a:rPr lang="en" sz="1050">
                <a:solidFill>
                  <a:srgbClr val="374151"/>
                </a:solidFill>
                <a:latin typeface="Courier New"/>
                <a:ea typeface="Courier New"/>
                <a:cs typeface="Courier New"/>
                <a:sym typeface="Courier New"/>
              </a:rPr>
              <a:t>git status</a:t>
            </a:r>
            <a:r>
              <a:rPr lang="en" sz="1200">
                <a:solidFill>
                  <a:srgbClr val="374151"/>
                </a:solidFill>
                <a:latin typeface="Courier New"/>
                <a:ea typeface="Courier New"/>
                <a:cs typeface="Courier New"/>
                <a:sym typeface="Courier New"/>
              </a:rPr>
              <a:t> </a:t>
            </a:r>
            <a:r>
              <a:rPr lang="en" sz="1200">
                <a:solidFill>
                  <a:srgbClr val="374151"/>
                </a:solidFill>
              </a:rPr>
              <a:t>also provides information about the current branch and whether it's up-to-date or behind the remote repository.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 </a:t>
            </a:r>
            <a:r>
              <a:rPr lang="en" sz="1200" b="1">
                <a:solidFill>
                  <a:srgbClr val="374151"/>
                </a:solidFill>
              </a:rPr>
              <a:t>Short Status:</a:t>
            </a:r>
            <a:endParaRPr sz="1200" b="1">
              <a:solidFill>
                <a:srgbClr val="374151"/>
              </a:solidFill>
            </a:endParaRPr>
          </a:p>
          <a:p>
            <a:pPr marL="457200" lvl="0" indent="0" algn="l" rtl="0">
              <a:lnSpc>
                <a:spcPct val="171429"/>
              </a:lnSpc>
              <a:spcBef>
                <a:spcPts val="1500"/>
              </a:spcBef>
              <a:spcAft>
                <a:spcPts val="0"/>
              </a:spcAft>
              <a:buSzPts val="1100"/>
              <a:buNone/>
            </a:pPr>
            <a:r>
              <a:rPr lang="en" sz="1200">
                <a:solidFill>
                  <a:srgbClr val="374151"/>
                </a:solidFill>
              </a:rPr>
              <a:t>Use the </a:t>
            </a:r>
            <a:r>
              <a:rPr lang="en" sz="1050">
                <a:solidFill>
                  <a:srgbClr val="374151"/>
                </a:solidFill>
              </a:rPr>
              <a:t>-s</a:t>
            </a:r>
            <a:r>
              <a:rPr lang="en" sz="1200">
                <a:solidFill>
                  <a:srgbClr val="374151"/>
                </a:solidFill>
              </a:rPr>
              <a:t> or </a:t>
            </a:r>
            <a:r>
              <a:rPr lang="en" sz="1050">
                <a:solidFill>
                  <a:srgbClr val="374151"/>
                </a:solidFill>
              </a:rPr>
              <a:t>--short</a:t>
            </a:r>
            <a:r>
              <a:rPr lang="en" sz="1200">
                <a:solidFill>
                  <a:srgbClr val="374151"/>
                </a:solidFill>
              </a:rPr>
              <a:t> option for a more compact and machine-readable status: </a:t>
            </a:r>
            <a:r>
              <a:rPr lang="en" sz="1200">
                <a:solidFill>
                  <a:srgbClr val="374151"/>
                </a:solidFill>
                <a:latin typeface="Courier New"/>
                <a:ea typeface="Courier New"/>
                <a:cs typeface="Courier New"/>
                <a:sym typeface="Courier New"/>
              </a:rPr>
              <a:t>git status -s</a:t>
            </a:r>
            <a:endParaRPr sz="1200">
              <a:solidFill>
                <a:srgbClr val="374151"/>
              </a:solidFill>
            </a:endParaRPr>
          </a:p>
          <a:p>
            <a:pPr marL="0" lvl="0" indent="0" algn="l" rtl="0">
              <a:lnSpc>
                <a:spcPct val="171429"/>
              </a:lnSpc>
              <a:spcBef>
                <a:spcPts val="1500"/>
              </a:spcBef>
              <a:spcAft>
                <a:spcPts val="0"/>
              </a:spcAft>
              <a:buSzPts val="1100"/>
              <a:buNone/>
            </a:pPr>
            <a:r>
              <a:rPr lang="en" sz="1200" b="1">
                <a:solidFill>
                  <a:srgbClr val="374151"/>
                </a:solidFill>
              </a:rPr>
              <a:t>Ignored Files:</a:t>
            </a:r>
            <a:endParaRPr sz="1200" b="1">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 Ignored files, specified in the</a:t>
            </a:r>
            <a:r>
              <a:rPr lang="en" sz="1200">
                <a:solidFill>
                  <a:srgbClr val="374151"/>
                </a:solidFill>
                <a:latin typeface="Courier New"/>
                <a:ea typeface="Courier New"/>
                <a:cs typeface="Courier New"/>
                <a:sym typeface="Courier New"/>
              </a:rPr>
              <a:t> </a:t>
            </a:r>
            <a:r>
              <a:rPr lang="en" sz="1050">
                <a:solidFill>
                  <a:srgbClr val="374151"/>
                </a:solidFill>
                <a:latin typeface="Courier New"/>
                <a:ea typeface="Courier New"/>
                <a:cs typeface="Courier New"/>
                <a:sym typeface="Courier New"/>
              </a:rPr>
              <a:t>.gitignore</a:t>
            </a:r>
            <a:r>
              <a:rPr lang="en" sz="1200">
                <a:solidFill>
                  <a:srgbClr val="374151"/>
                </a:solidFill>
              </a:rPr>
              <a:t> file, are also displayed in the status output.</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Ahead or Behind:</a:t>
            </a:r>
            <a:endParaRPr sz="1200" b="1">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If your branch is tracking a remote repository, </a:t>
            </a:r>
            <a:r>
              <a:rPr lang="en" sz="1050">
                <a:solidFill>
                  <a:srgbClr val="374151"/>
                </a:solidFill>
              </a:rPr>
              <a:t>git status</a:t>
            </a:r>
            <a:r>
              <a:rPr lang="en" sz="1200">
                <a:solidFill>
                  <a:srgbClr val="374151"/>
                </a:solidFill>
              </a:rPr>
              <a:t> indicates whether your branch is ahead or behind the remote.</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Refresh Status:</a:t>
            </a:r>
            <a:endParaRPr sz="1200" b="1">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  Use </a:t>
            </a:r>
            <a:r>
              <a:rPr lang="en" sz="1050">
                <a:solidFill>
                  <a:srgbClr val="374151"/>
                </a:solidFill>
                <a:latin typeface="Courier New"/>
                <a:ea typeface="Courier New"/>
                <a:cs typeface="Courier New"/>
                <a:sym typeface="Courier New"/>
              </a:rPr>
              <a:t>git status -uno</a:t>
            </a:r>
            <a:r>
              <a:rPr lang="en" sz="1200">
                <a:solidFill>
                  <a:srgbClr val="374151"/>
                </a:solidFill>
              </a:rPr>
              <a:t> to refresh the status and display the most up-to-date information.</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Understanding and regularly using </a:t>
            </a:r>
            <a:r>
              <a:rPr lang="en" sz="1050">
                <a:solidFill>
                  <a:srgbClr val="374151"/>
                </a:solidFill>
              </a:rPr>
              <a:t>git status</a:t>
            </a:r>
            <a:r>
              <a:rPr lang="en" sz="1200">
                <a:solidFill>
                  <a:srgbClr val="374151"/>
                </a:solidFill>
              </a:rPr>
              <a:t> is crucial for staying informed about the changes in your repository, making it an integral part of the Git workflow.</a:t>
            </a: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8" name="Google Shape;97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Walk participants through these </a:t>
            </a:r>
            <a:r>
              <a:rPr lang="en" sz="1200">
                <a:solidFill>
                  <a:srgbClr val="374151"/>
                </a:solidFill>
                <a:latin typeface="Courier New"/>
                <a:ea typeface="Courier New"/>
                <a:cs typeface="Courier New"/>
                <a:sym typeface="Courier New"/>
              </a:rPr>
              <a:t>git status</a:t>
            </a:r>
            <a:r>
              <a:rPr lang="en" sz="1200">
                <a:solidFill>
                  <a:srgbClr val="374151"/>
                </a:solidFill>
              </a:rPr>
              <a:t> examples to illustrate its versatility in tracking changes and managing the repository state</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Here are some examples illustrating the usage of the </a:t>
            </a:r>
            <a:r>
              <a:rPr lang="en" sz="1050">
                <a:solidFill>
                  <a:srgbClr val="374151"/>
                </a:solidFill>
              </a:rPr>
              <a:t>git status</a:t>
            </a:r>
            <a:r>
              <a:rPr lang="en" sz="1200">
                <a:solidFill>
                  <a:srgbClr val="374151"/>
                </a:solidFill>
              </a:rPr>
              <a:t> command:</a:t>
            </a:r>
            <a:endParaRPr sz="1200">
              <a:solidFill>
                <a:srgbClr val="374151"/>
              </a:solidFill>
            </a:endParaRPr>
          </a:p>
          <a:p>
            <a:pPr marL="0" lvl="0" indent="0" algn="l" rtl="0">
              <a:lnSpc>
                <a:spcPct val="115000"/>
              </a:lnSpc>
              <a:spcBef>
                <a:spcPts val="1500"/>
              </a:spcBef>
              <a:spcAft>
                <a:spcPts val="0"/>
              </a:spcAft>
              <a:buSzPts val="1100"/>
              <a:buNone/>
            </a:pPr>
            <a:r>
              <a:rPr lang="en" sz="1200" b="1">
                <a:solidFill>
                  <a:srgbClr val="374151"/>
                </a:solidFill>
              </a:rPr>
              <a:t>Basic </a:t>
            </a:r>
            <a:r>
              <a:rPr lang="en" sz="1050" b="1">
                <a:solidFill>
                  <a:srgbClr val="374151"/>
                </a:solidFill>
                <a:latin typeface="Courier New"/>
                <a:ea typeface="Courier New"/>
                <a:cs typeface="Courier New"/>
                <a:sym typeface="Courier New"/>
              </a:rPr>
              <a:t>git status</a:t>
            </a:r>
            <a:r>
              <a:rPr lang="en" sz="1200" b="1">
                <a:solidFill>
                  <a:srgbClr val="374151"/>
                </a:solidFill>
              </a:rPr>
              <a:t>:</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Display the current status of the repository, showing any untracked files, changes not staged for commit, and changes to be committed.</a:t>
            </a:r>
            <a:endParaRPr sz="1050">
              <a:solidFill>
                <a:srgbClr val="FFFFFF"/>
              </a:solidFill>
            </a:endParaRPr>
          </a:p>
          <a:p>
            <a:pPr marL="0" lvl="0" indent="0" algn="l" rtl="0">
              <a:lnSpc>
                <a:spcPct val="115000"/>
              </a:lnSpc>
              <a:spcBef>
                <a:spcPts val="1500"/>
              </a:spcBef>
              <a:spcAft>
                <a:spcPts val="0"/>
              </a:spcAft>
              <a:buSzPts val="1100"/>
              <a:buNone/>
            </a:pPr>
            <a:r>
              <a:rPr lang="en" sz="1200" b="1">
                <a:solidFill>
                  <a:srgbClr val="374151"/>
                </a:solidFill>
              </a:rPr>
              <a:t>Track and Stage Untracked File:</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Start tracking a new file and stage it for the next commit : </a:t>
            </a:r>
            <a:r>
              <a:rPr lang="en" sz="1200">
                <a:solidFill>
                  <a:srgbClr val="374151"/>
                </a:solidFill>
                <a:latin typeface="Courier New"/>
                <a:ea typeface="Courier New"/>
                <a:cs typeface="Courier New"/>
                <a:sym typeface="Courier New"/>
              </a:rPr>
              <a:t>git add newfile.txt</a:t>
            </a:r>
            <a:endParaRPr sz="1200">
              <a:solidFill>
                <a:srgbClr val="374151"/>
              </a:solidFill>
            </a:endParaRPr>
          </a:p>
          <a:p>
            <a:pPr marL="0" lvl="0" indent="0" algn="l" rtl="0">
              <a:lnSpc>
                <a:spcPct val="115000"/>
              </a:lnSpc>
              <a:spcBef>
                <a:spcPts val="1500"/>
              </a:spcBef>
              <a:spcAft>
                <a:spcPts val="0"/>
              </a:spcAft>
              <a:buSzPts val="1100"/>
              <a:buNone/>
            </a:pPr>
            <a:r>
              <a:rPr lang="en" sz="1200" b="1">
                <a:solidFill>
                  <a:srgbClr val="374151"/>
                </a:solidFill>
              </a:rPr>
              <a:t>Check Status After Staging Changes:</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After staging changes, review the status to ensure that modifications are ready for commit.</a:t>
            </a:r>
            <a:r>
              <a:rPr lang="en" sz="1200">
                <a:solidFill>
                  <a:srgbClr val="374151"/>
                </a:solidFill>
                <a:latin typeface="Courier New"/>
                <a:ea typeface="Courier New"/>
                <a:cs typeface="Courier New"/>
                <a:sym typeface="Courier New"/>
              </a:rPr>
              <a:t>git status</a:t>
            </a:r>
            <a:endParaRPr sz="1200">
              <a:solidFill>
                <a:srgbClr val="374151"/>
              </a:solidFill>
            </a:endParaRPr>
          </a:p>
          <a:p>
            <a:pPr marL="0" lvl="0" indent="0" algn="l" rtl="0">
              <a:lnSpc>
                <a:spcPct val="115000"/>
              </a:lnSpc>
              <a:spcBef>
                <a:spcPts val="1500"/>
              </a:spcBef>
              <a:spcAft>
                <a:spcPts val="0"/>
              </a:spcAft>
              <a:buSzPts val="1100"/>
              <a:buNone/>
            </a:pPr>
            <a:r>
              <a:rPr lang="en" sz="1200" b="1">
                <a:solidFill>
                  <a:srgbClr val="374151"/>
                </a:solidFill>
              </a:rPr>
              <a:t>Commit Changes:</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Commit the staged changes with a descriptive message :</a:t>
            </a:r>
            <a:r>
              <a:rPr lang="en" sz="1200">
                <a:solidFill>
                  <a:srgbClr val="374151"/>
                </a:solidFill>
                <a:latin typeface="Courier New"/>
                <a:ea typeface="Courier New"/>
                <a:cs typeface="Courier New"/>
                <a:sym typeface="Courier New"/>
              </a:rPr>
              <a:t> git commit -m "Add newfile.txt and make modifications"</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View Short Status:</a:t>
            </a:r>
            <a:endParaRPr sz="1200">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Display a short and concise status that includes information about changes to be committed and changes not staged for commit : </a:t>
            </a:r>
            <a:r>
              <a:rPr lang="en" sz="1050">
                <a:solidFill>
                  <a:schemeClr val="dk1"/>
                </a:solidFill>
                <a:latin typeface="Courier New"/>
                <a:ea typeface="Courier New"/>
                <a:cs typeface="Courier New"/>
                <a:sym typeface="Courier New"/>
              </a:rPr>
              <a:t>git status -s</a:t>
            </a:r>
            <a:endParaRPr sz="1200">
              <a:solidFill>
                <a:srgbClr val="374151"/>
              </a:solidFill>
            </a:endParaRPr>
          </a:p>
          <a:p>
            <a:pPr marL="0" lvl="0" indent="0" algn="l" rtl="0">
              <a:lnSpc>
                <a:spcPct val="115000"/>
              </a:lnSpc>
              <a:spcBef>
                <a:spcPts val="1500"/>
              </a:spcBef>
              <a:spcAft>
                <a:spcPts val="0"/>
              </a:spcAft>
              <a:buSzPts val="1100"/>
              <a:buNone/>
            </a:pPr>
            <a:r>
              <a:rPr lang="en" sz="1200" b="1">
                <a:solidFill>
                  <a:srgbClr val="374151"/>
                </a:solidFill>
              </a:rPr>
              <a:t>Check Ignored Files:</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Verify the status, including any files specified in the </a:t>
            </a:r>
            <a:r>
              <a:rPr lang="en" sz="1050">
                <a:solidFill>
                  <a:srgbClr val="374151"/>
                </a:solidFill>
              </a:rPr>
              <a:t>.gitignore</a:t>
            </a:r>
            <a:r>
              <a:rPr lang="en" sz="1200">
                <a:solidFill>
                  <a:srgbClr val="374151"/>
                </a:solidFill>
              </a:rPr>
              <a:t> file that are being ignored : </a:t>
            </a:r>
            <a:r>
              <a:rPr lang="en" sz="1050">
                <a:solidFill>
                  <a:schemeClr val="dk1"/>
                </a:solidFill>
                <a:latin typeface="Courier New"/>
                <a:ea typeface="Courier New"/>
                <a:cs typeface="Courier New"/>
                <a:sym typeface="Courier New"/>
              </a:rPr>
              <a:t>git status</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b="1">
                <a:solidFill>
                  <a:srgbClr val="374151"/>
                </a:solidFill>
              </a:rPr>
              <a:t>Check Branch Information:</a:t>
            </a:r>
            <a:endParaRPr sz="1200" b="1">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Observe branch information, including whether the branch is ahead or behind the remote repository :</a:t>
            </a:r>
            <a:r>
              <a:rPr lang="en" sz="900">
                <a:solidFill>
                  <a:srgbClr val="374151"/>
                </a:solidFill>
              </a:rPr>
              <a:t> </a:t>
            </a:r>
            <a:r>
              <a:rPr lang="en" sz="1050">
                <a:solidFill>
                  <a:schemeClr val="dk1"/>
                </a:solidFill>
                <a:latin typeface="Courier New"/>
                <a:ea typeface="Courier New"/>
                <a:cs typeface="Courier New"/>
                <a:sym typeface="Courier New"/>
              </a:rPr>
              <a:t>git status</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rgbClr val="374151"/>
                </a:solidFill>
              </a:rPr>
              <a:t>Refresh Status:</a:t>
            </a:r>
            <a:endParaRPr sz="1200">
              <a:solidFill>
                <a:srgbClr val="374151"/>
              </a:solidFill>
            </a:endParaRPr>
          </a:p>
          <a:p>
            <a:pPr marL="0" lvl="0" indent="0" algn="l" rtl="0">
              <a:lnSpc>
                <a:spcPct val="171429"/>
              </a:lnSpc>
              <a:spcBef>
                <a:spcPts val="1500"/>
              </a:spcBef>
              <a:spcAft>
                <a:spcPts val="0"/>
              </a:spcAft>
              <a:buSzPts val="1100"/>
              <a:buNone/>
            </a:pPr>
            <a:r>
              <a:rPr lang="en" sz="1200">
                <a:solidFill>
                  <a:srgbClr val="374151"/>
                </a:solidFill>
              </a:rPr>
              <a:t>Use the </a:t>
            </a:r>
            <a:r>
              <a:rPr lang="en" sz="1050">
                <a:solidFill>
                  <a:srgbClr val="374151"/>
                </a:solidFill>
              </a:rPr>
              <a:t>-uno</a:t>
            </a:r>
            <a:r>
              <a:rPr lang="en" sz="1200">
                <a:solidFill>
                  <a:srgbClr val="374151"/>
                </a:solidFill>
              </a:rPr>
              <a:t> option to refresh the status and display the most up-to-date information : </a:t>
            </a:r>
            <a:r>
              <a:rPr lang="en" sz="1050">
                <a:solidFill>
                  <a:schemeClr val="dk1"/>
                </a:solidFill>
                <a:latin typeface="Courier New"/>
                <a:ea typeface="Courier New"/>
                <a:cs typeface="Courier New"/>
                <a:sym typeface="Courier New"/>
              </a:rPr>
              <a:t>git status -uno</a:t>
            </a:r>
            <a:endParaRPr sz="1200">
              <a:solidFill>
                <a:srgbClr val="374151"/>
              </a:solidFill>
              <a:latin typeface="Courier New"/>
              <a:ea typeface="Courier New"/>
              <a:cs typeface="Courier New"/>
              <a:sym typeface="Courier New"/>
            </a:endParaRPr>
          </a:p>
          <a:p>
            <a:pPr marL="0" lvl="0" indent="0" algn="l" rtl="0">
              <a:lnSpc>
                <a:spcPct val="171429"/>
              </a:lnSpc>
              <a:spcBef>
                <a:spcPts val="1500"/>
              </a:spcBef>
              <a:spcAft>
                <a:spcPts val="0"/>
              </a:spcAft>
              <a:buSzPts val="1100"/>
              <a:buNone/>
            </a:pPr>
            <a:r>
              <a:rPr lang="en" sz="1200">
                <a:solidFill>
                  <a:srgbClr val="374151"/>
                </a:solidFill>
              </a:rPr>
              <a:t>These examples showcase the versatility of the </a:t>
            </a:r>
            <a:r>
              <a:rPr lang="en" sz="1050">
                <a:solidFill>
                  <a:srgbClr val="374151"/>
                </a:solidFill>
              </a:rPr>
              <a:t>git status</a:t>
            </a:r>
            <a:r>
              <a:rPr lang="en" sz="1200">
                <a:solidFill>
                  <a:srgbClr val="374151"/>
                </a:solidFill>
              </a:rPr>
              <a:t> command, providing participants with a clear understanding of how to use it to navigate and manage their Git repositories effectively.</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5" name="Google Shape;985;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1" name="Google Shape;991;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C</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7" name="Google Shape;99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C</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3" name="Google Shape;1003;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Facilitate understanding of Git branching by highlighting its role in parallel development, emphasizing the stability of the main branch, and guiding participants on creating feature branches for effective collaborative workflows.</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solidFill>
                <a:schemeClr val="dk1"/>
              </a:solidFill>
            </a:endParaRPr>
          </a:p>
          <a:p>
            <a:pPr marL="0" lvl="0" indent="0" algn="l" rtl="0">
              <a:lnSpc>
                <a:spcPct val="115000"/>
              </a:lnSpc>
              <a:spcBef>
                <a:spcPts val="1500"/>
              </a:spcBef>
              <a:spcAft>
                <a:spcPts val="0"/>
              </a:spcAft>
              <a:buSzPts val="1100"/>
              <a:buNone/>
            </a:pPr>
            <a:r>
              <a:rPr lang="en" sz="1200">
                <a:solidFill>
                  <a:srgbClr val="374151"/>
                </a:solidFill>
                <a:latin typeface="Roboto"/>
                <a:ea typeface="Roboto"/>
                <a:cs typeface="Roboto"/>
                <a:sym typeface="Roboto"/>
              </a:rPr>
              <a:t>Let's delve into the fundamental concepts of branching in Git, understanding how branches provide parallel lines of development, the significance of the main branch as a stable version, and the practical approach of creating branches for new features or bug fixes.</a:t>
            </a:r>
            <a:endParaRPr sz="1200">
              <a:solidFill>
                <a:srgbClr val="374151"/>
              </a:solidFill>
              <a:latin typeface="Roboto"/>
              <a:ea typeface="Roboto"/>
              <a:cs typeface="Roboto"/>
              <a:sym typeface="Roboto"/>
            </a:endParaRPr>
          </a:p>
          <a:p>
            <a:pPr marL="457200" lvl="0" indent="-228600" algn="l" rtl="0">
              <a:lnSpc>
                <a:spcPct val="115000"/>
              </a:lnSpc>
              <a:spcBef>
                <a:spcPts val="1500"/>
              </a:spcBef>
              <a:spcAft>
                <a:spcPts val="0"/>
              </a:spcAft>
              <a:buClr>
                <a:srgbClr val="374151"/>
              </a:buClr>
              <a:buSzPts val="1200"/>
              <a:buFont typeface="Roboto"/>
              <a:buNone/>
            </a:pPr>
            <a:r>
              <a:rPr lang="en" sz="1200" b="1">
                <a:solidFill>
                  <a:srgbClr val="374151"/>
                </a:solidFill>
                <a:latin typeface="Roboto"/>
                <a:ea typeface="Roboto"/>
                <a:cs typeface="Roboto"/>
                <a:sym typeface="Roboto"/>
              </a:rPr>
              <a:t>Branch: A parallel line of development, independent of the main branch.</a:t>
            </a:r>
            <a:endParaRPr sz="1200" b="1">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 In Git, a branch is a separate path of development that diverges from the main codebase. It allows developers to work on new features, bug fixes, or experiments without directly affecting the stability of the main branch.</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b="1">
                <a:solidFill>
                  <a:srgbClr val="374151"/>
                </a:solidFill>
                <a:latin typeface="Roboto"/>
                <a:ea typeface="Roboto"/>
                <a:cs typeface="Roboto"/>
                <a:sym typeface="Roboto"/>
              </a:rPr>
              <a:t>Master/Main Branch: The primary branch representing the stable version of the project.</a:t>
            </a:r>
            <a:endParaRPr sz="1200" b="1">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 The master (or main) branch is typically the default and primary branch in a Git repository. It represents the stable and production-ready version of the project. Changes are usually integrated into the master branch after thorough testing and validation.</a:t>
            </a:r>
            <a:endParaRPr sz="120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r>
              <a:rPr lang="en" sz="1200" b="1">
                <a:solidFill>
                  <a:srgbClr val="374151"/>
                </a:solidFill>
                <a:latin typeface="Roboto"/>
                <a:ea typeface="Roboto"/>
                <a:cs typeface="Roboto"/>
                <a:sym typeface="Roboto"/>
              </a:rPr>
              <a:t>Feature/Branch Creation: Create branches for new features or bug fixes using git branch or git checkout -b.</a:t>
            </a:r>
            <a:endParaRPr sz="1200" b="1">
              <a:solidFill>
                <a:srgbClr val="374151"/>
              </a:solidFill>
              <a:latin typeface="Roboto"/>
              <a:ea typeface="Roboto"/>
              <a:cs typeface="Roboto"/>
              <a:sym typeface="Roboto"/>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When working on new features or bug fixes, it's common practice to create a new branch to isolate the changes. The </a:t>
            </a:r>
            <a:r>
              <a:rPr lang="en" sz="1050">
                <a:solidFill>
                  <a:srgbClr val="374151"/>
                </a:solidFill>
                <a:latin typeface="Courier New"/>
                <a:ea typeface="Courier New"/>
                <a:cs typeface="Courier New"/>
                <a:sym typeface="Courier New"/>
              </a:rPr>
              <a:t>git branch</a:t>
            </a:r>
            <a:r>
              <a:rPr lang="en" sz="1200">
                <a:solidFill>
                  <a:srgbClr val="374151"/>
                </a:solidFill>
                <a:latin typeface="Roboto"/>
                <a:ea typeface="Roboto"/>
                <a:cs typeface="Roboto"/>
                <a:sym typeface="Roboto"/>
              </a:rPr>
              <a:t> command is used to create a new branch, and the </a:t>
            </a:r>
            <a:r>
              <a:rPr lang="en" sz="1050">
                <a:solidFill>
                  <a:srgbClr val="374151"/>
                </a:solidFill>
                <a:latin typeface="Courier New"/>
                <a:ea typeface="Courier New"/>
                <a:cs typeface="Courier New"/>
                <a:sym typeface="Courier New"/>
              </a:rPr>
              <a:t>git checkout -b</a:t>
            </a:r>
            <a:r>
              <a:rPr lang="en" sz="1200">
                <a:solidFill>
                  <a:srgbClr val="374151"/>
                </a:solidFill>
                <a:latin typeface="Roboto"/>
                <a:ea typeface="Roboto"/>
                <a:cs typeface="Roboto"/>
                <a:sym typeface="Roboto"/>
              </a:rPr>
              <a:t> command combines branch creation and switching to the new branch in a single step.</a:t>
            </a:r>
            <a:endParaRPr sz="1200">
              <a:solidFill>
                <a:srgbClr val="374151"/>
              </a:solidFill>
              <a:latin typeface="Roboto"/>
              <a:ea typeface="Roboto"/>
              <a:cs typeface="Roboto"/>
              <a:sym typeface="Roboto"/>
            </a:endParaRPr>
          </a:p>
          <a:p>
            <a:pPr marL="914400" lvl="1" indent="-304800" algn="l" rtl="0">
              <a:lnSpc>
                <a:spcPct val="171429"/>
              </a:lnSpc>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Example:</a:t>
            </a:r>
            <a:r>
              <a:rPr lang="en" sz="900">
                <a:solidFill>
                  <a:srgbClr val="374151"/>
                </a:solidFill>
                <a:latin typeface="Roboto"/>
                <a:ea typeface="Roboto"/>
                <a:cs typeface="Roboto"/>
                <a:sym typeface="Roboto"/>
              </a:rPr>
              <a:t> </a:t>
            </a:r>
            <a:r>
              <a:rPr lang="en" sz="1050">
                <a:solidFill>
                  <a:schemeClr val="dk1"/>
                </a:solidFill>
                <a:latin typeface="Courier New"/>
                <a:ea typeface="Courier New"/>
                <a:cs typeface="Courier New"/>
                <a:sym typeface="Courier New"/>
              </a:rPr>
              <a:t># Using git branch</a:t>
            </a:r>
            <a:endParaRPr sz="1050">
              <a:solidFill>
                <a:schemeClr val="dk1"/>
              </a:solidFill>
              <a:latin typeface="Courier New"/>
              <a:ea typeface="Courier New"/>
              <a:cs typeface="Courier New"/>
              <a:sym typeface="Courier New"/>
            </a:endParaRPr>
          </a:p>
          <a:p>
            <a:pPr marL="137160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git branch new-feature</a:t>
            </a:r>
            <a:endParaRPr sz="1050">
              <a:solidFill>
                <a:schemeClr val="dk1"/>
              </a:solidFill>
              <a:latin typeface="Courier New"/>
              <a:ea typeface="Courier New"/>
              <a:cs typeface="Courier New"/>
              <a:sym typeface="Courier New"/>
            </a:endParaRPr>
          </a:p>
          <a:p>
            <a:pPr marL="1371600" lvl="0" indent="0" algn="l" rtl="0">
              <a:lnSpc>
                <a:spcPct val="115000"/>
              </a:lnSpc>
              <a:spcBef>
                <a:spcPts val="1500"/>
              </a:spcBef>
              <a:spcAft>
                <a:spcPts val="0"/>
              </a:spcAft>
              <a:buSzPts val="1100"/>
              <a:buNone/>
            </a:pPr>
            <a:endParaRPr sz="1050">
              <a:solidFill>
                <a:schemeClr val="dk1"/>
              </a:solidFill>
              <a:latin typeface="Courier New"/>
              <a:ea typeface="Courier New"/>
              <a:cs typeface="Courier New"/>
              <a:sym typeface="Courier New"/>
            </a:endParaRPr>
          </a:p>
          <a:p>
            <a:pPr marL="137160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Using git checkout -b</a:t>
            </a:r>
            <a:endParaRPr sz="1050">
              <a:solidFill>
                <a:schemeClr val="dk1"/>
              </a:solidFill>
              <a:latin typeface="Courier New"/>
              <a:ea typeface="Courier New"/>
              <a:cs typeface="Courier New"/>
              <a:sym typeface="Courier New"/>
            </a:endParaRPr>
          </a:p>
          <a:p>
            <a:pPr marL="137160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git checkout -b new-feature</a:t>
            </a:r>
            <a:endParaRPr sz="1050">
              <a:solidFill>
                <a:schemeClr val="dk1"/>
              </a:solidFill>
              <a:latin typeface="Courier New"/>
              <a:ea typeface="Courier New"/>
              <a:cs typeface="Courier New"/>
              <a:sym typeface="Courier New"/>
            </a:endParaRPr>
          </a:p>
          <a:p>
            <a:pPr marL="91440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r>
              <a:rPr lang="en" sz="1200" b="1">
                <a:solidFill>
                  <a:srgbClr val="374151"/>
                </a:solidFill>
                <a:latin typeface="Roboto"/>
                <a:ea typeface="Roboto"/>
                <a:cs typeface="Roboto"/>
                <a:sym typeface="Roboto"/>
              </a:rPr>
              <a:t>Usage:</a:t>
            </a:r>
            <a:r>
              <a:rPr lang="en" sz="1200">
                <a:solidFill>
                  <a:srgbClr val="374151"/>
                </a:solidFill>
                <a:latin typeface="Roboto"/>
                <a:ea typeface="Roboto"/>
                <a:cs typeface="Roboto"/>
                <a:sym typeface="Roboto"/>
              </a:rPr>
              <a:t> Developers can then make changes within this new branch without affecting the main branch. Once the changes are complete and tested, they can be merged back into the main branch.</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r>
              <a:rPr lang="en" sz="1200">
                <a:solidFill>
                  <a:srgbClr val="374151"/>
                </a:solidFill>
                <a:latin typeface="Roboto"/>
                <a:ea typeface="Roboto"/>
                <a:cs typeface="Roboto"/>
                <a:sym typeface="Roboto"/>
              </a:rPr>
              <a:t>Understanding these concepts is crucial for effective collaboration and version control in Git, allowing developers to work on different aspects of a project concurrently while maintaining code integrity.</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137160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00000"/>
              </a:lnSpc>
              <a:spcBef>
                <a:spcPts val="150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0" name="Google Shape;1010;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rgbClr val="37415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git branch command, emphasizing its role in creating, switching, and managing branches.</a:t>
            </a: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In Git, the </a:t>
            </a:r>
            <a:r>
              <a:rPr lang="en" sz="1050">
                <a:solidFill>
                  <a:srgbClr val="374151"/>
                </a:solidFill>
              </a:rPr>
              <a:t>git branch</a:t>
            </a:r>
            <a:r>
              <a:rPr lang="en" sz="1200">
                <a:solidFill>
                  <a:srgbClr val="374151"/>
                </a:solidFill>
              </a:rPr>
              <a:t> command is used to manage branches within a repository. It allows you to create new branches, list existing branches, delete branches, and switch between branches. Here's an overview of how the </a:t>
            </a:r>
            <a:r>
              <a:rPr lang="en" sz="1050">
                <a:solidFill>
                  <a:srgbClr val="374151"/>
                </a:solidFill>
              </a:rPr>
              <a:t>git branch</a:t>
            </a:r>
            <a:r>
              <a:rPr lang="en" sz="1200">
                <a:solidFill>
                  <a:srgbClr val="374151"/>
                </a:solidFill>
              </a:rPr>
              <a:t> command works:</a:t>
            </a:r>
            <a:endParaRPr sz="1200">
              <a:solidFill>
                <a:srgbClr val="374151"/>
              </a:solidFill>
            </a:endParaRPr>
          </a:p>
          <a:p>
            <a:pPr marL="0" lvl="0" indent="0" algn="l" rtl="0">
              <a:lnSpc>
                <a:spcPct val="160000"/>
              </a:lnSpc>
              <a:spcBef>
                <a:spcPts val="1500"/>
              </a:spcBef>
              <a:spcAft>
                <a:spcPts val="0"/>
              </a:spcAft>
              <a:buSzPts val="1100"/>
              <a:buNone/>
            </a:pPr>
            <a:r>
              <a:rPr lang="en" sz="1650" b="1">
                <a:solidFill>
                  <a:schemeClr val="dk1"/>
                </a:solidFill>
              </a:rPr>
              <a:t>Creating a New Branch:</a:t>
            </a:r>
            <a:endParaRPr sz="1650" b="1">
              <a:solidFill>
                <a:schemeClr val="dk1"/>
              </a:solidFill>
            </a:endParaRPr>
          </a:p>
          <a:p>
            <a:pPr marL="0" lvl="0" indent="0" algn="l" rtl="0">
              <a:lnSpc>
                <a:spcPct val="115000"/>
              </a:lnSpc>
              <a:spcBef>
                <a:spcPts val="400"/>
              </a:spcBef>
              <a:spcAft>
                <a:spcPts val="0"/>
              </a:spcAft>
              <a:buSzPts val="1100"/>
              <a:buNone/>
            </a:pPr>
            <a:r>
              <a:rPr lang="en" sz="1200">
                <a:solidFill>
                  <a:srgbClr val="374151"/>
                </a:solidFill>
              </a:rPr>
              <a:t>To create a new branch, you use the </a:t>
            </a:r>
            <a:r>
              <a:rPr lang="en" sz="1050">
                <a:solidFill>
                  <a:srgbClr val="374151"/>
                </a:solidFill>
              </a:rPr>
              <a:t>git branch</a:t>
            </a:r>
            <a:r>
              <a:rPr lang="en" sz="1200">
                <a:solidFill>
                  <a:srgbClr val="374151"/>
                </a:solidFill>
              </a:rPr>
              <a:t> command followed by the name of the new branch. For example:</a:t>
            </a:r>
            <a:r>
              <a:rPr lang="en" sz="900">
                <a:solidFill>
                  <a:srgbClr val="374151"/>
                </a:solidFill>
              </a:rPr>
              <a:t> </a:t>
            </a:r>
            <a:r>
              <a:rPr lang="en" sz="950">
                <a:solidFill>
                  <a:schemeClr val="dk1"/>
                </a:solidFill>
                <a:latin typeface="Courier New"/>
                <a:ea typeface="Courier New"/>
                <a:cs typeface="Courier New"/>
                <a:sym typeface="Courier New"/>
              </a:rPr>
              <a:t>git branch feature-branch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rgbClr val="374151"/>
                </a:solidFill>
              </a:rPr>
              <a:t>This command creates a new branch named "feature-branch" but doesn't switch to it.</a:t>
            </a:r>
            <a:endParaRPr sz="1200">
              <a:solidFill>
                <a:srgbClr val="374151"/>
              </a:solidFill>
            </a:endParaRPr>
          </a:p>
          <a:p>
            <a:pPr marL="0" lvl="0" indent="0" algn="l" rtl="0">
              <a:lnSpc>
                <a:spcPct val="160000"/>
              </a:lnSpc>
              <a:spcBef>
                <a:spcPts val="1500"/>
              </a:spcBef>
              <a:spcAft>
                <a:spcPts val="0"/>
              </a:spcAft>
              <a:buSzPts val="1100"/>
              <a:buNone/>
            </a:pPr>
            <a:r>
              <a:rPr lang="en" sz="1650" b="1">
                <a:solidFill>
                  <a:schemeClr val="dk1"/>
                </a:solidFill>
              </a:rPr>
              <a:t>Listing Branches:</a:t>
            </a:r>
            <a:endParaRPr sz="1650" b="1">
              <a:solidFill>
                <a:schemeClr val="dk1"/>
              </a:solidFill>
            </a:endParaRPr>
          </a:p>
          <a:p>
            <a:pPr marL="0" lvl="0" indent="0" algn="l" rtl="0">
              <a:lnSpc>
                <a:spcPct val="115000"/>
              </a:lnSpc>
              <a:spcBef>
                <a:spcPts val="400"/>
              </a:spcBef>
              <a:spcAft>
                <a:spcPts val="0"/>
              </a:spcAft>
              <a:buSzPts val="1100"/>
              <a:buNone/>
            </a:pPr>
            <a:r>
              <a:rPr lang="en" sz="1200">
                <a:solidFill>
                  <a:srgbClr val="374151"/>
                </a:solidFill>
              </a:rPr>
              <a:t>To see a list of existing branches in your repository, you can use:</a:t>
            </a:r>
            <a:r>
              <a:rPr lang="en" sz="950">
                <a:solidFill>
                  <a:schemeClr val="dk1"/>
                </a:solidFill>
                <a:latin typeface="Courier New"/>
                <a:ea typeface="Courier New"/>
                <a:cs typeface="Courier New"/>
                <a:sym typeface="Courier New"/>
              </a:rPr>
              <a:t>git 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rgbClr val="374151"/>
                </a:solidFill>
              </a:rPr>
              <a:t>The current branch is highlighted with an asterisk (</a:t>
            </a:r>
            <a:r>
              <a:rPr lang="en" sz="1050">
                <a:solidFill>
                  <a:srgbClr val="374151"/>
                </a:solidFill>
              </a:rPr>
              <a:t>*</a:t>
            </a:r>
            <a:r>
              <a:rPr lang="en" sz="1200">
                <a:solidFill>
                  <a:srgbClr val="374151"/>
                </a:solidFill>
              </a:rPr>
              <a:t>).</a:t>
            </a:r>
            <a:endParaRPr sz="1200">
              <a:solidFill>
                <a:srgbClr val="374151"/>
              </a:solidFill>
            </a:endParaRPr>
          </a:p>
          <a:p>
            <a:pPr marL="0" lvl="0" indent="0" algn="l" rtl="0">
              <a:lnSpc>
                <a:spcPct val="160000"/>
              </a:lnSpc>
              <a:spcBef>
                <a:spcPts val="1500"/>
              </a:spcBef>
              <a:spcAft>
                <a:spcPts val="0"/>
              </a:spcAft>
              <a:buSzPts val="1100"/>
              <a:buNone/>
            </a:pPr>
            <a:r>
              <a:rPr lang="en" sz="1650" b="1">
                <a:solidFill>
                  <a:schemeClr val="dk1"/>
                </a:solidFill>
              </a:rPr>
              <a:t>Switching Between Branches:</a:t>
            </a:r>
            <a:endParaRPr sz="1650" b="1">
              <a:solidFill>
                <a:schemeClr val="dk1"/>
              </a:solidFill>
            </a:endParaRPr>
          </a:p>
          <a:p>
            <a:pPr marL="0" lvl="0" indent="0" algn="l" rtl="0">
              <a:lnSpc>
                <a:spcPct val="115000"/>
              </a:lnSpc>
              <a:spcBef>
                <a:spcPts val="400"/>
              </a:spcBef>
              <a:spcAft>
                <a:spcPts val="0"/>
              </a:spcAft>
              <a:buSzPts val="1100"/>
              <a:buNone/>
            </a:pPr>
            <a:r>
              <a:rPr lang="en" sz="1200">
                <a:solidFill>
                  <a:srgbClr val="374151"/>
                </a:solidFill>
              </a:rPr>
              <a:t>To switch to a different branch, you use the </a:t>
            </a:r>
            <a:r>
              <a:rPr lang="en" sz="1050">
                <a:solidFill>
                  <a:srgbClr val="374151"/>
                </a:solidFill>
              </a:rPr>
              <a:t>git checkout</a:t>
            </a:r>
            <a:r>
              <a:rPr lang="en" sz="1200">
                <a:solidFill>
                  <a:srgbClr val="374151"/>
                </a:solidFill>
              </a:rPr>
              <a:t> command:</a:t>
            </a:r>
            <a:r>
              <a:rPr lang="en" sz="900">
                <a:solidFill>
                  <a:srgbClr val="374151"/>
                </a:solidFill>
              </a:rPr>
              <a:t> </a:t>
            </a:r>
            <a:r>
              <a:rPr lang="en" sz="950">
                <a:solidFill>
                  <a:schemeClr val="dk1"/>
                </a:solidFill>
                <a:latin typeface="Courier New"/>
                <a:ea typeface="Courier New"/>
                <a:cs typeface="Courier New"/>
                <a:sym typeface="Courier New"/>
              </a:rPr>
              <a:t>git checkout feature-branch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rgbClr val="374151"/>
                </a:solidFill>
              </a:rPr>
              <a:t>Or, with Git version 2.23 and above, you can use:</a:t>
            </a:r>
            <a:r>
              <a:rPr lang="en" sz="950">
                <a:solidFill>
                  <a:schemeClr val="dk1"/>
                </a:solidFill>
                <a:latin typeface="Courier New"/>
                <a:ea typeface="Courier New"/>
                <a:cs typeface="Courier New"/>
                <a:sym typeface="Courier New"/>
              </a:rPr>
              <a:t>git switch feature-branch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rgbClr val="374151"/>
                </a:solidFill>
              </a:rPr>
              <a:t>This command puts you on the specified branch, and your working directory is updated with the files from that branch.</a:t>
            </a:r>
            <a:endParaRPr sz="1200">
              <a:solidFill>
                <a:srgbClr val="374151"/>
              </a:solidFill>
            </a:endParaRPr>
          </a:p>
          <a:p>
            <a:pPr marL="0" lvl="0" indent="0" algn="l" rtl="0">
              <a:lnSpc>
                <a:spcPct val="160000"/>
              </a:lnSpc>
              <a:spcBef>
                <a:spcPts val="1500"/>
              </a:spcBef>
              <a:spcAft>
                <a:spcPts val="0"/>
              </a:spcAft>
              <a:buSzPts val="1100"/>
              <a:buNone/>
            </a:pPr>
            <a:r>
              <a:rPr lang="en" sz="1650" b="1">
                <a:solidFill>
                  <a:schemeClr val="dk1"/>
                </a:solidFill>
              </a:rPr>
              <a:t>Creating and Switching to a New Branch:</a:t>
            </a:r>
            <a:endParaRPr sz="1650" b="1">
              <a:solidFill>
                <a:schemeClr val="dk1"/>
              </a:solidFill>
            </a:endParaRPr>
          </a:p>
          <a:p>
            <a:pPr marL="0" lvl="0" indent="0" algn="l" rtl="0">
              <a:lnSpc>
                <a:spcPct val="115000"/>
              </a:lnSpc>
              <a:spcBef>
                <a:spcPts val="400"/>
              </a:spcBef>
              <a:spcAft>
                <a:spcPts val="0"/>
              </a:spcAft>
              <a:buSzPts val="1100"/>
              <a:buNone/>
            </a:pPr>
            <a:r>
              <a:rPr lang="en" sz="1200">
                <a:solidFill>
                  <a:srgbClr val="374151"/>
                </a:solidFill>
              </a:rPr>
              <a:t>You can combine branch creation and switching in one command:</a:t>
            </a:r>
            <a:r>
              <a:rPr lang="en" sz="950">
                <a:solidFill>
                  <a:schemeClr val="dk1"/>
                </a:solidFill>
                <a:latin typeface="Courier New"/>
                <a:ea typeface="Courier New"/>
                <a:cs typeface="Courier New"/>
                <a:sym typeface="Courier New"/>
              </a:rPr>
              <a:t>git checkout -b new-feature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rgbClr val="374151"/>
                </a:solidFill>
              </a:rPr>
              <a:t>Or, with Git version 2.23 and above:</a:t>
            </a:r>
            <a:r>
              <a:rPr lang="en" sz="900">
                <a:solidFill>
                  <a:srgbClr val="374151"/>
                </a:solidFill>
              </a:rPr>
              <a:t> </a:t>
            </a:r>
            <a:r>
              <a:rPr lang="en" sz="950">
                <a:solidFill>
                  <a:schemeClr val="dk1"/>
                </a:solidFill>
                <a:latin typeface="Courier New"/>
                <a:ea typeface="Courier New"/>
                <a:cs typeface="Courier New"/>
                <a:sym typeface="Courier New"/>
              </a:rPr>
              <a:t>git switch -c new-feature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rgbClr val="374151"/>
                </a:solidFill>
              </a:rPr>
              <a:t>This command creates a new branch called "new-feature" and immediately switches to it.</a:t>
            </a:r>
            <a:endParaRPr sz="1200">
              <a:solidFill>
                <a:srgbClr val="374151"/>
              </a:solidFill>
            </a:endParaRPr>
          </a:p>
          <a:p>
            <a:pPr marL="0" lvl="0" indent="0" algn="l" rtl="0">
              <a:lnSpc>
                <a:spcPct val="160000"/>
              </a:lnSpc>
              <a:spcBef>
                <a:spcPts val="1500"/>
              </a:spcBef>
              <a:spcAft>
                <a:spcPts val="0"/>
              </a:spcAft>
              <a:buSzPts val="1100"/>
              <a:buNone/>
            </a:pPr>
            <a:r>
              <a:rPr lang="en" sz="1650" b="1">
                <a:solidFill>
                  <a:schemeClr val="dk1"/>
                </a:solidFill>
              </a:rPr>
              <a:t>Deleting a Branch: </a:t>
            </a:r>
            <a:endParaRPr sz="1650" b="1">
              <a:solidFill>
                <a:schemeClr val="dk1"/>
              </a:solidFill>
            </a:endParaRPr>
          </a:p>
          <a:p>
            <a:pPr marL="0" lvl="0" indent="0" algn="l" rtl="0">
              <a:lnSpc>
                <a:spcPct val="115000"/>
              </a:lnSpc>
              <a:spcBef>
                <a:spcPts val="400"/>
              </a:spcBef>
              <a:spcAft>
                <a:spcPts val="0"/>
              </a:spcAft>
              <a:buSzPts val="1100"/>
              <a:buNone/>
            </a:pPr>
            <a:r>
              <a:rPr lang="en" sz="1200">
                <a:solidFill>
                  <a:srgbClr val="374151"/>
                </a:solidFill>
              </a:rPr>
              <a:t>To delete a branch, you use the </a:t>
            </a:r>
            <a:r>
              <a:rPr lang="en" sz="1050">
                <a:solidFill>
                  <a:srgbClr val="374151"/>
                </a:solidFill>
              </a:rPr>
              <a:t>-d</a:t>
            </a:r>
            <a:r>
              <a:rPr lang="en" sz="1200">
                <a:solidFill>
                  <a:srgbClr val="374151"/>
                </a:solidFill>
              </a:rPr>
              <a:t> option with </a:t>
            </a:r>
            <a:r>
              <a:rPr lang="en" sz="1050">
                <a:solidFill>
                  <a:srgbClr val="374151"/>
                </a:solidFill>
              </a:rPr>
              <a:t>git branch</a:t>
            </a:r>
            <a:r>
              <a:rPr lang="en" sz="1200">
                <a:solidFill>
                  <a:srgbClr val="374151"/>
                </a:solidFill>
              </a:rPr>
              <a:t>. For example: </a:t>
            </a:r>
            <a:r>
              <a:rPr lang="en" sz="950">
                <a:solidFill>
                  <a:schemeClr val="dk1"/>
                </a:solidFill>
                <a:latin typeface="Courier New"/>
                <a:ea typeface="Courier New"/>
                <a:cs typeface="Courier New"/>
                <a:sym typeface="Courier New"/>
              </a:rPr>
              <a:t>git branch -d feature-branch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rgbClr val="374151"/>
                </a:solidFill>
              </a:rPr>
              <a:t>This deletes the specified branch. If the changes in the branch are not merged into the current branch, Git will prevent the deletion. Use </a:t>
            </a:r>
            <a:r>
              <a:rPr lang="en" sz="1050">
                <a:solidFill>
                  <a:srgbClr val="374151"/>
                </a:solidFill>
              </a:rPr>
              <a:t>-D</a:t>
            </a:r>
            <a:r>
              <a:rPr lang="en" sz="1200">
                <a:solidFill>
                  <a:srgbClr val="374151"/>
                </a:solidFill>
              </a:rPr>
              <a:t> to force delete.</a:t>
            </a:r>
            <a:endParaRPr sz="1200">
              <a:solidFill>
                <a:srgbClr val="374151"/>
              </a:solidFill>
            </a:endParaRPr>
          </a:p>
          <a:p>
            <a:pPr marL="0" lvl="0" indent="0" algn="l" rtl="0">
              <a:lnSpc>
                <a:spcPct val="160000"/>
              </a:lnSpc>
              <a:spcBef>
                <a:spcPts val="1500"/>
              </a:spcBef>
              <a:spcAft>
                <a:spcPts val="0"/>
              </a:spcAft>
              <a:buSzPts val="1100"/>
              <a:buNone/>
            </a:pPr>
            <a:r>
              <a:rPr lang="en" sz="1650" b="1">
                <a:solidFill>
                  <a:schemeClr val="dk1"/>
                </a:solidFill>
              </a:rPr>
              <a:t>Renaming a Branch:</a:t>
            </a:r>
            <a:endParaRPr sz="1650" b="1">
              <a:solidFill>
                <a:schemeClr val="dk1"/>
              </a:solidFill>
            </a:endParaRPr>
          </a:p>
          <a:p>
            <a:pPr marL="0" lvl="0" indent="0" algn="l" rtl="0">
              <a:lnSpc>
                <a:spcPct val="115000"/>
              </a:lnSpc>
              <a:spcBef>
                <a:spcPts val="400"/>
              </a:spcBef>
              <a:spcAft>
                <a:spcPts val="0"/>
              </a:spcAft>
              <a:buSzPts val="1100"/>
              <a:buNone/>
            </a:pPr>
            <a:r>
              <a:rPr lang="en" sz="1200">
                <a:solidFill>
                  <a:srgbClr val="374151"/>
                </a:solidFill>
              </a:rPr>
              <a:t>To rename a branch, you can use the </a:t>
            </a:r>
            <a:r>
              <a:rPr lang="en" sz="1050">
                <a:solidFill>
                  <a:srgbClr val="374151"/>
                </a:solidFill>
              </a:rPr>
              <a:t>-m</a:t>
            </a:r>
            <a:r>
              <a:rPr lang="en" sz="1200">
                <a:solidFill>
                  <a:srgbClr val="374151"/>
                </a:solidFill>
              </a:rPr>
              <a:t> option:</a:t>
            </a:r>
            <a:r>
              <a:rPr lang="en" sz="950">
                <a:solidFill>
                  <a:schemeClr val="dk1"/>
                </a:solidFill>
                <a:latin typeface="Courier New"/>
                <a:ea typeface="Courier New"/>
                <a:cs typeface="Courier New"/>
                <a:sym typeface="Courier New"/>
              </a:rPr>
              <a:t>git branch -m new-name</a:t>
            </a:r>
            <a:endParaRPr sz="950">
              <a:solidFill>
                <a:schemeClr val="dk1"/>
              </a:solidFill>
              <a:latin typeface="Courier New"/>
              <a:ea typeface="Courier New"/>
              <a:cs typeface="Courier New"/>
              <a:sym typeface="Courier New"/>
            </a:endParaRPr>
          </a:p>
          <a:p>
            <a:pPr marL="0" lvl="0" indent="0" algn="l" rtl="0">
              <a:lnSpc>
                <a:spcPct val="160000"/>
              </a:lnSpc>
              <a:spcBef>
                <a:spcPts val="1500"/>
              </a:spcBef>
              <a:spcAft>
                <a:spcPts val="0"/>
              </a:spcAft>
              <a:buSzPts val="1100"/>
              <a:buNone/>
            </a:pPr>
            <a:r>
              <a:rPr lang="en" sz="1650" b="1">
                <a:solidFill>
                  <a:schemeClr val="dk1"/>
                </a:solidFill>
              </a:rPr>
              <a:t>Remote Branches:</a:t>
            </a:r>
            <a:endParaRPr sz="1650" b="1">
              <a:solidFill>
                <a:schemeClr val="dk1"/>
              </a:solidFill>
            </a:endParaRPr>
          </a:p>
          <a:p>
            <a:pPr marL="0" lvl="0" indent="0" algn="l" rtl="0">
              <a:lnSpc>
                <a:spcPct val="115000"/>
              </a:lnSpc>
              <a:spcBef>
                <a:spcPts val="400"/>
              </a:spcBef>
              <a:spcAft>
                <a:spcPts val="0"/>
              </a:spcAft>
              <a:buSzPts val="1100"/>
              <a:buNone/>
            </a:pPr>
            <a:r>
              <a:rPr lang="en" sz="1200">
                <a:solidFill>
                  <a:srgbClr val="374151"/>
                </a:solidFill>
              </a:rPr>
              <a:t>To work with branches on a remote repository, you may use commands like </a:t>
            </a:r>
            <a:r>
              <a:rPr lang="en" sz="1050">
                <a:solidFill>
                  <a:srgbClr val="374151"/>
                </a:solidFill>
              </a:rPr>
              <a:t>git fetch</a:t>
            </a:r>
            <a:r>
              <a:rPr lang="en" sz="1200">
                <a:solidFill>
                  <a:srgbClr val="374151"/>
                </a:solidFill>
              </a:rPr>
              <a:t> to retrieve remote branches, </a:t>
            </a:r>
            <a:r>
              <a:rPr lang="en" sz="1050">
                <a:solidFill>
                  <a:srgbClr val="374151"/>
                </a:solidFill>
              </a:rPr>
              <a:t>git push</a:t>
            </a:r>
            <a:r>
              <a:rPr lang="en" sz="1200">
                <a:solidFill>
                  <a:srgbClr val="374151"/>
                </a:solidFill>
              </a:rPr>
              <a:t> to share branches, and </a:t>
            </a:r>
            <a:r>
              <a:rPr lang="en" sz="1050">
                <a:solidFill>
                  <a:srgbClr val="374151"/>
                </a:solidFill>
              </a:rPr>
              <a:t>git pull</a:t>
            </a:r>
            <a:r>
              <a:rPr lang="en" sz="1200">
                <a:solidFill>
                  <a:srgbClr val="374151"/>
                </a:solidFill>
              </a:rPr>
              <a:t> to fetch and merge changes from remote branches.</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Understanding how to create, switch, and manage branches is essential for effective collaboration and version control in Git.</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13716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8" name="Google Shape;1088;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Let's navigate through how merging works in Git, focusing on blending changes smoothly, solving conflicts when things get messy, and keeping our code teamwork strong.</a:t>
            </a:r>
            <a:endParaRPr sz="120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SzPts val="1100"/>
              <a:buNone/>
            </a:pPr>
            <a:r>
              <a:rPr lang="en" sz="1200">
                <a:solidFill>
                  <a:schemeClr val="dk1"/>
                </a:solidFill>
              </a:rPr>
              <a:t>Merging in Git is the process of combining changes from one branch into another, ensuring that modifications made in separate branches are integrated cohesively.</a:t>
            </a: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Key Concepts:</a:t>
            </a:r>
            <a:endParaRPr sz="1200">
              <a:solidFill>
                <a:schemeClr val="dk1"/>
              </a:solidFill>
            </a:endParaRPr>
          </a:p>
          <a:p>
            <a:pPr marL="0" lvl="0" indent="0" algn="l" rtl="0">
              <a:lnSpc>
                <a:spcPct val="115000"/>
              </a:lnSpc>
              <a:spcBef>
                <a:spcPts val="1500"/>
              </a:spcBef>
              <a:spcAft>
                <a:spcPts val="0"/>
              </a:spcAft>
              <a:buSzPts val="1100"/>
              <a:buNone/>
            </a:pPr>
            <a:r>
              <a:rPr lang="en" sz="1200" b="1">
                <a:solidFill>
                  <a:schemeClr val="dk1"/>
                </a:solidFill>
              </a:rPr>
              <a:t>Seamless Integration:</a:t>
            </a:r>
            <a:endParaRPr sz="1200" b="1">
              <a:solidFill>
                <a:schemeClr val="dk1"/>
              </a:solidFill>
            </a:endParaRPr>
          </a:p>
          <a:p>
            <a:pPr marL="457200" lvl="0" indent="-304800" algn="l" rtl="0">
              <a:lnSpc>
                <a:spcPct val="115000"/>
              </a:lnSpc>
              <a:spcBef>
                <a:spcPts val="1500"/>
              </a:spcBef>
              <a:spcAft>
                <a:spcPts val="0"/>
              </a:spcAft>
              <a:buClr>
                <a:schemeClr val="dk1"/>
              </a:buClr>
              <a:buSzPts val="1200"/>
              <a:buFont typeface="Arial"/>
              <a:buChar char="●"/>
            </a:pPr>
            <a:r>
              <a:rPr lang="en" sz="1200">
                <a:solidFill>
                  <a:schemeClr val="dk1"/>
                </a:solidFill>
              </a:rPr>
              <a:t>Merging facilitates the smooth integration of changes made in one branch into another, ensuring a cohesive and unified codebase.</a:t>
            </a:r>
            <a:endParaRPr sz="1200">
              <a:solidFill>
                <a:schemeClr val="dk1"/>
              </a:solidFill>
            </a:endParaRPr>
          </a:p>
          <a:p>
            <a:pPr marL="0" lvl="0" indent="0" algn="l" rtl="0">
              <a:lnSpc>
                <a:spcPct val="115000"/>
              </a:lnSpc>
              <a:spcBef>
                <a:spcPts val="1500"/>
              </a:spcBef>
              <a:spcAft>
                <a:spcPts val="0"/>
              </a:spcAft>
              <a:buSzPts val="1100"/>
              <a:buNone/>
            </a:pPr>
            <a:r>
              <a:rPr lang="en" sz="1200" b="1">
                <a:solidFill>
                  <a:schemeClr val="dk1"/>
                </a:solidFill>
              </a:rPr>
              <a:t>Source and Target Branches:</a:t>
            </a:r>
            <a:endParaRPr sz="1200" b="1">
              <a:solidFill>
                <a:schemeClr val="dk1"/>
              </a:solidFill>
            </a:endParaRPr>
          </a:p>
          <a:p>
            <a:pPr marL="457200" lvl="0" indent="-304800" algn="l" rtl="0">
              <a:lnSpc>
                <a:spcPct val="171429"/>
              </a:lnSpc>
              <a:spcBef>
                <a:spcPts val="1500"/>
              </a:spcBef>
              <a:spcAft>
                <a:spcPts val="0"/>
              </a:spcAft>
              <a:buClr>
                <a:schemeClr val="dk1"/>
              </a:buClr>
              <a:buSzPts val="1200"/>
              <a:buFont typeface="Arial"/>
              <a:buChar char="●"/>
            </a:pPr>
            <a:r>
              <a:rPr lang="en" sz="1200">
                <a:solidFill>
                  <a:schemeClr val="dk1"/>
                </a:solidFill>
              </a:rPr>
              <a:t>Developers specify the source branch (e.g., feature branch) and the target branch (e.g., main) when executing the merge command : </a:t>
            </a:r>
            <a:r>
              <a:rPr lang="en" sz="1050">
                <a:solidFill>
                  <a:schemeClr val="dk1"/>
                </a:solidFill>
                <a:latin typeface="Courier New"/>
                <a:ea typeface="Courier New"/>
                <a:cs typeface="Courier New"/>
                <a:sym typeface="Courier New"/>
              </a:rPr>
              <a:t>git merge feature-branch</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chemeClr val="dk1"/>
                </a:solidFill>
              </a:rPr>
              <a:t>Fast-Forward Merging:</a:t>
            </a:r>
            <a:endParaRPr sz="1200">
              <a:solidFill>
                <a:schemeClr val="dk1"/>
              </a:solidFill>
            </a:endParaRPr>
          </a:p>
          <a:p>
            <a:pPr marL="457200" lvl="0" indent="-304800" algn="l" rtl="0">
              <a:lnSpc>
                <a:spcPct val="115000"/>
              </a:lnSpc>
              <a:spcBef>
                <a:spcPts val="1500"/>
              </a:spcBef>
              <a:spcAft>
                <a:spcPts val="0"/>
              </a:spcAft>
              <a:buClr>
                <a:schemeClr val="dk1"/>
              </a:buClr>
              <a:buSzPts val="1200"/>
              <a:buFont typeface="Arial"/>
              <a:buChar char="●"/>
            </a:pPr>
            <a:r>
              <a:rPr lang="en" sz="1200">
                <a:solidFill>
                  <a:schemeClr val="dk1"/>
                </a:solidFill>
              </a:rPr>
              <a:t>If the target branch has no new changes since the creation of the source branch, Git performs a fast-forward merge, seamlessly incorporating the changes.</a:t>
            </a: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Three-Way Merging:</a:t>
            </a:r>
            <a:endParaRPr sz="1200">
              <a:solidFill>
                <a:schemeClr val="dk1"/>
              </a:solidFill>
            </a:endParaRPr>
          </a:p>
          <a:p>
            <a:pPr marL="457200" lvl="0" indent="-304800" algn="l" rtl="0">
              <a:lnSpc>
                <a:spcPct val="115000"/>
              </a:lnSpc>
              <a:spcBef>
                <a:spcPts val="1500"/>
              </a:spcBef>
              <a:spcAft>
                <a:spcPts val="0"/>
              </a:spcAft>
              <a:buClr>
                <a:schemeClr val="dk1"/>
              </a:buClr>
              <a:buSzPts val="1200"/>
              <a:buFont typeface="Arial"/>
              <a:buChar char="●"/>
            </a:pPr>
            <a:r>
              <a:rPr lang="en" sz="1200">
                <a:solidFill>
                  <a:schemeClr val="dk1"/>
                </a:solidFill>
              </a:rPr>
              <a:t>In scenarios where both branches have diverged and there are conflicting changes, Git employs a three-way merge algorithm to reconcile the differences.</a:t>
            </a: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Conflict Resolution:</a:t>
            </a:r>
            <a:endParaRPr sz="1200">
              <a:solidFill>
                <a:schemeClr val="dk1"/>
              </a:solidFill>
            </a:endParaRPr>
          </a:p>
          <a:p>
            <a:pPr marL="457200" lvl="0" indent="-304800" algn="l" rtl="0">
              <a:lnSpc>
                <a:spcPct val="171429"/>
              </a:lnSpc>
              <a:spcBef>
                <a:spcPts val="1500"/>
              </a:spcBef>
              <a:spcAft>
                <a:spcPts val="0"/>
              </a:spcAft>
              <a:buClr>
                <a:schemeClr val="dk1"/>
              </a:buClr>
              <a:buSzPts val="1200"/>
              <a:buFont typeface="Arial"/>
              <a:buChar char="●"/>
            </a:pPr>
            <a:r>
              <a:rPr lang="en" sz="1200">
                <a:solidFill>
                  <a:schemeClr val="dk1"/>
                </a:solidFill>
              </a:rPr>
              <a:t>Conflicts may arise if changes in the source and target branches overlap. Developers resolve conflicts by manually adjusting the affected files, marking them as resolved, and completing the merge.</a:t>
            </a:r>
            <a:r>
              <a:rPr lang="en" sz="900">
                <a:solidFill>
                  <a:schemeClr val="dk1"/>
                </a:solidFill>
              </a:rPr>
              <a:t> </a:t>
            </a:r>
            <a:r>
              <a:rPr lang="en" sz="1050">
                <a:solidFill>
                  <a:schemeClr val="dk1"/>
                </a:solidFill>
                <a:latin typeface="Courier New"/>
                <a:ea typeface="Courier New"/>
                <a:cs typeface="Courier New"/>
                <a:sym typeface="Courier New"/>
              </a:rPr>
              <a:t>git merge --abort #</a:t>
            </a:r>
            <a:r>
              <a:rPr lang="en" sz="1050">
                <a:solidFill>
                  <a:schemeClr val="dk1"/>
                </a:solidFill>
              </a:rPr>
              <a:t> Abort the merge if conflicts are too complex to resolve manually</a:t>
            </a:r>
            <a:endParaRPr sz="105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Merge Commits:</a:t>
            </a:r>
            <a:endParaRPr sz="1200">
              <a:solidFill>
                <a:schemeClr val="dk1"/>
              </a:solidFill>
            </a:endParaRPr>
          </a:p>
          <a:p>
            <a:pPr marL="457200" lvl="0" indent="-304800" algn="l" rtl="0">
              <a:lnSpc>
                <a:spcPct val="115000"/>
              </a:lnSpc>
              <a:spcBef>
                <a:spcPts val="1500"/>
              </a:spcBef>
              <a:spcAft>
                <a:spcPts val="0"/>
              </a:spcAft>
              <a:buClr>
                <a:schemeClr val="dk1"/>
              </a:buClr>
              <a:buSzPts val="1200"/>
              <a:buFont typeface="Arial"/>
              <a:buChar char="●"/>
            </a:pPr>
            <a:r>
              <a:rPr lang="en" sz="1200">
                <a:solidFill>
                  <a:schemeClr val="dk1"/>
                </a:solidFill>
              </a:rPr>
              <a:t>Each merge operation results in a merge commit, a record of the integration of changes from the source branch into the target branch. The merge commit includes references to both parent branches.</a:t>
            </a: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Branch Stability:</a:t>
            </a:r>
            <a:endParaRPr sz="1200">
              <a:solidFill>
                <a:schemeClr val="dk1"/>
              </a:solidFill>
            </a:endParaRPr>
          </a:p>
          <a:p>
            <a:pPr marL="457200" lvl="0" indent="-304800" algn="l" rtl="0">
              <a:lnSpc>
                <a:spcPct val="115000"/>
              </a:lnSpc>
              <a:spcBef>
                <a:spcPts val="1500"/>
              </a:spcBef>
              <a:spcAft>
                <a:spcPts val="0"/>
              </a:spcAft>
              <a:buClr>
                <a:schemeClr val="dk1"/>
              </a:buClr>
              <a:buSzPts val="1200"/>
              <a:buFont typeface="Arial"/>
              <a:buChar char="●"/>
            </a:pPr>
            <a:r>
              <a:rPr lang="en" sz="1200">
                <a:solidFill>
                  <a:schemeClr val="dk1"/>
                </a:solidFill>
              </a:rPr>
              <a:t>Merging is a key mechanism to maintain branch stability. Features are developed in isolation, tested thoroughly, and then merged into the main branch, ensuring a controlled integration process.</a:t>
            </a: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Branch Deletion:</a:t>
            </a:r>
            <a:endParaRPr sz="1200">
              <a:solidFill>
                <a:schemeClr val="dk1"/>
              </a:solidFill>
            </a:endParaRPr>
          </a:p>
          <a:p>
            <a:pPr marL="457200" lvl="0" indent="-304800" algn="l" rtl="0">
              <a:lnSpc>
                <a:spcPct val="171429"/>
              </a:lnSpc>
              <a:spcBef>
                <a:spcPts val="1500"/>
              </a:spcBef>
              <a:spcAft>
                <a:spcPts val="0"/>
              </a:spcAft>
              <a:buClr>
                <a:schemeClr val="dk1"/>
              </a:buClr>
              <a:buSzPts val="1200"/>
              <a:buFont typeface="Arial"/>
              <a:buChar char="●"/>
            </a:pPr>
            <a:r>
              <a:rPr lang="en" sz="1200">
                <a:solidFill>
                  <a:schemeClr val="dk1"/>
                </a:solidFill>
              </a:rPr>
              <a:t>After a successful merge, the source branch (e.g., feature branch) can be deleted to keep the repository clean. </a:t>
            </a:r>
            <a:r>
              <a:rPr lang="en" sz="1050">
                <a:solidFill>
                  <a:schemeClr val="dk1"/>
                </a:solidFill>
                <a:latin typeface="Courier New"/>
                <a:ea typeface="Courier New"/>
                <a:cs typeface="Courier New"/>
                <a:sym typeface="Courier New"/>
              </a:rPr>
              <a:t>git branch -d feature-branch</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200">
                <a:solidFill>
                  <a:schemeClr val="dk1"/>
                </a:solidFill>
              </a:rPr>
              <a:t>Conflict Prevention:</a:t>
            </a:r>
            <a:endParaRPr sz="1200">
              <a:solidFill>
                <a:schemeClr val="dk1"/>
              </a:solidFill>
            </a:endParaRPr>
          </a:p>
          <a:p>
            <a:pPr marL="457200" lvl="0" indent="-304800" algn="l" rtl="0">
              <a:lnSpc>
                <a:spcPct val="115000"/>
              </a:lnSpc>
              <a:spcBef>
                <a:spcPts val="1500"/>
              </a:spcBef>
              <a:spcAft>
                <a:spcPts val="0"/>
              </a:spcAft>
              <a:buClr>
                <a:schemeClr val="dk1"/>
              </a:buClr>
              <a:buSzPts val="1200"/>
              <a:buFont typeface="Arial"/>
              <a:buChar char="●"/>
            </a:pPr>
            <a:r>
              <a:rPr lang="en" sz="1200">
                <a:solidFill>
                  <a:schemeClr val="dk1"/>
                </a:solidFill>
              </a:rPr>
              <a:t>Regular communication and adherence to branching strategies help prevent conflicts and ensure a systematic approach to merging changes.</a:t>
            </a: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Branch Visualization:</a:t>
            </a:r>
            <a:endParaRPr sz="1200">
              <a:solidFill>
                <a:schemeClr val="dk1"/>
              </a:solidFill>
            </a:endParaRPr>
          </a:p>
          <a:p>
            <a:pPr marL="457200" lvl="0" indent="-304800" algn="l" rtl="0">
              <a:lnSpc>
                <a:spcPct val="115000"/>
              </a:lnSpc>
              <a:spcBef>
                <a:spcPts val="1500"/>
              </a:spcBef>
              <a:spcAft>
                <a:spcPts val="0"/>
              </a:spcAft>
              <a:buClr>
                <a:schemeClr val="dk1"/>
              </a:buClr>
              <a:buSzPts val="1200"/>
              <a:buFont typeface="Arial"/>
              <a:buChar char="●"/>
            </a:pPr>
            <a:r>
              <a:rPr lang="en" sz="1200">
                <a:solidFill>
                  <a:schemeClr val="dk1"/>
                </a:solidFill>
              </a:rPr>
              <a:t>Tools like Git graph viewers or IDE integrations provide visual representations of branch structures, aiding developers in understanding and managing merges.</a:t>
            </a: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Understanding the merging process is essential for maintaining a structured and collaborative development workflow, ensuring that changes from various branches are effectively integrated into the main branch for deployment.</a:t>
            </a:r>
            <a:endParaRPr sz="1200">
              <a:solidFill>
                <a:schemeClr val="dk1"/>
              </a:solidFill>
            </a:endParaRPr>
          </a:p>
          <a:p>
            <a:pPr marL="0" lvl="0" indent="0" algn="l" rtl="0">
              <a:lnSpc>
                <a:spcPct val="115000"/>
              </a:lnSpc>
              <a:spcBef>
                <a:spcPts val="1500"/>
              </a:spcBef>
              <a:spcAft>
                <a:spcPts val="0"/>
              </a:spcAft>
              <a:buSzPts val="1100"/>
              <a:buNone/>
            </a:pPr>
            <a:endParaRPr sz="1200" b="1">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6" name="Google Shape;1116;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C</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3" name="Google Shape;1183;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D</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7"/>
        <p:cNvGrpSpPr/>
        <p:nvPr/>
      </p:nvGrpSpPr>
      <p:grpSpPr>
        <a:xfrm>
          <a:off x="0" y="0"/>
          <a:ext cx="0" cy="0"/>
          <a:chOff x="0" y="0"/>
          <a:chExt cx="0" cy="0"/>
        </a:xfrm>
      </p:grpSpPr>
      <p:sp>
        <p:nvSpPr>
          <p:cNvPr id="1188" name="Google Shape;1188;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9" name="Google Shape;1189;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5" name="Google Shape;1195;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C</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1" name="Google Shape;1201;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t>Notes to the Facilitator:</a:t>
            </a:r>
            <a:endParaRPr b="1"/>
          </a:p>
          <a:p>
            <a:pPr marL="457200" lvl="0" indent="-228600" algn="l" rtl="0">
              <a:lnSpc>
                <a:spcPct val="100000"/>
              </a:lnSpc>
              <a:spcBef>
                <a:spcPts val="0"/>
              </a:spcBef>
              <a:spcAft>
                <a:spcPts val="0"/>
              </a:spcAft>
              <a:buClr>
                <a:schemeClr val="dk1"/>
              </a:buClr>
              <a:buSzPts val="1100"/>
              <a:buFont typeface="Arial"/>
              <a:buNone/>
            </a:pPr>
            <a:r>
              <a:rPr lang="en"/>
              <a:t>Share the module summary with the participants.</a:t>
            </a:r>
            <a:endParaRPr/>
          </a:p>
          <a:p>
            <a:pPr marL="457200" lvl="0" indent="-228600" algn="l" rtl="0">
              <a:lnSpc>
                <a:spcPct val="100000"/>
              </a:lnSpc>
              <a:spcBef>
                <a:spcPts val="0"/>
              </a:spcBef>
              <a:spcAft>
                <a:spcPts val="0"/>
              </a:spcAft>
              <a:buSzPts val="1100"/>
              <a:buNone/>
            </a:pPr>
            <a:r>
              <a:rPr lang="en"/>
              <a:t>Ask the participants if they have any questions. They can ask their queries by raising their hands.</a:t>
            </a:r>
            <a:endParaRPr/>
          </a:p>
          <a:p>
            <a:pPr marL="457200" lvl="0" indent="-22860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b="1">
                <a:solidFill>
                  <a:schemeClr val="dk1"/>
                </a:solidFill>
              </a:rPr>
              <a:t>Notes to the Participants:</a:t>
            </a:r>
            <a:endParaRPr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As we conclude this module, you have acquired essential knowledge in Git, covering foundational commands like 'init' for repository initiation and 'commit' for recording changes, ensuring a comprehensive project history. Understanding the roles of 'add' and 'status' commands in tracking and staging changes enhances daily project operations. The exploration of branching and merging concepts empowers developers to work independently on distinct tasks, culminating in the seamless integration of changes into the main codebase. These fundamental Git principles form the cornerstone of effective version control, providing you with a robust toolkit for collaborative and efficient software development.</a:t>
            </a:r>
            <a:endParaRPr sz="1200">
              <a:solidFill>
                <a:srgbClr val="374151"/>
              </a:solidFill>
            </a:endParaRPr>
          </a:p>
          <a:p>
            <a:pPr marL="914400" lvl="0" indent="0" algn="l" rtl="0">
              <a:lnSpc>
                <a:spcPct val="115000"/>
              </a:lnSpc>
              <a:spcBef>
                <a:spcPts val="0"/>
              </a:spcBef>
              <a:spcAft>
                <a:spcPts val="0"/>
              </a:spcAft>
              <a:buSzPts val="1100"/>
              <a:buNone/>
            </a:pPr>
            <a:endParaRPr sz="1200">
              <a:solidFill>
                <a:schemeClr val="dk1"/>
              </a:solidFill>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457200" lvl="0" indent="0" algn="l" rtl="0">
              <a:lnSpc>
                <a:spcPct val="115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endParaRPr b="1">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b="1">
              <a:solidFill>
                <a:schemeClr val="dk1"/>
              </a:solidFill>
            </a:endParaRPr>
          </a:p>
          <a:p>
            <a:pPr marL="457200" lvl="0" indent="-228600" algn="l" rtl="0">
              <a:lnSpc>
                <a:spcPct val="100000"/>
              </a:lnSpc>
              <a:spcBef>
                <a:spcPts val="0"/>
              </a:spcBef>
              <a:spcAft>
                <a:spcPts val="0"/>
              </a:spcAft>
              <a:buClr>
                <a:schemeClr val="dk1"/>
              </a:buClr>
              <a:buSzPts val="1100"/>
              <a:buFont typeface="Arial"/>
              <a:buNone/>
            </a:pPr>
            <a:endParaRPr/>
          </a:p>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7" name="Google Shape;1207;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Page">
  <p:cSld name="CoverPage">
    <p:spTree>
      <p:nvGrpSpPr>
        <p:cNvPr id="1" name="Shape 11"/>
        <p:cNvGrpSpPr/>
        <p:nvPr/>
      </p:nvGrpSpPr>
      <p:grpSpPr>
        <a:xfrm>
          <a:off x="0" y="0"/>
          <a:ext cx="0" cy="0"/>
          <a:chOff x="0" y="0"/>
          <a:chExt cx="0" cy="0"/>
        </a:xfrm>
      </p:grpSpPr>
      <p:pic>
        <p:nvPicPr>
          <p:cNvPr id="12" name="Google Shape;12;p51"/>
          <p:cNvPicPr preferRelativeResize="0"/>
          <p:nvPr/>
        </p:nvPicPr>
        <p:blipFill rotWithShape="1">
          <a:blip r:embed="rId2">
            <a:alphaModFix/>
          </a:blip>
          <a:srcRect/>
          <a:stretch/>
        </p:blipFill>
        <p:spPr>
          <a:xfrm flipH="1">
            <a:off x="-3134" y="1286"/>
            <a:ext cx="12191112" cy="6851405"/>
          </a:xfrm>
          <a:prstGeom prst="rect">
            <a:avLst/>
          </a:prstGeom>
          <a:noFill/>
          <a:ln>
            <a:noFill/>
          </a:ln>
        </p:spPr>
      </p:pic>
      <p:sp>
        <p:nvSpPr>
          <p:cNvPr id="13" name="Google Shape;13;p51"/>
          <p:cNvSpPr/>
          <p:nvPr/>
        </p:nvSpPr>
        <p:spPr>
          <a:xfrm>
            <a:off x="0" y="1286"/>
            <a:ext cx="12187978" cy="3217119"/>
          </a:xfrm>
          <a:prstGeom prst="rect">
            <a:avLst/>
          </a:prstGeom>
          <a:solidFill>
            <a:srgbClr val="FFFFFF">
              <a:alpha val="2901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4" name="Google Shape;14;p51"/>
          <p:cNvPicPr preferRelativeResize="0"/>
          <p:nvPr/>
        </p:nvPicPr>
        <p:blipFill rotWithShape="1">
          <a:blip r:embed="rId3">
            <a:alphaModFix/>
          </a:blip>
          <a:srcRect l="16785" t="2226" r="50449" b="83699"/>
          <a:stretch/>
        </p:blipFill>
        <p:spPr>
          <a:xfrm>
            <a:off x="320948" y="207543"/>
            <a:ext cx="3992881" cy="963777"/>
          </a:xfrm>
          <a:prstGeom prst="rect">
            <a:avLst/>
          </a:prstGeom>
          <a:noFill/>
          <a:ln>
            <a:noFill/>
          </a:ln>
        </p:spPr>
      </p:pic>
      <p:sp>
        <p:nvSpPr>
          <p:cNvPr id="15" name="Google Shape;15;p51"/>
          <p:cNvSpPr/>
          <p:nvPr/>
        </p:nvSpPr>
        <p:spPr>
          <a:xfrm>
            <a:off x="5835191" y="2955576"/>
            <a:ext cx="5519318" cy="284693"/>
          </a:xfrm>
          <a:prstGeom prst="rect">
            <a:avLst/>
          </a:prstGeom>
          <a:noFill/>
          <a:ln>
            <a:noFill/>
          </a:ln>
        </p:spPr>
        <p:txBody>
          <a:bodyPr spcFirstLastPara="1" wrap="square" lIns="91425" tIns="45700" rIns="91425" bIns="45700" anchor="t" anchorCtr="0">
            <a:spAutoFit/>
          </a:bodyPr>
          <a:lstStyle/>
          <a:p>
            <a:pPr marL="0" marR="0" lvl="0" indent="0" algn="r" rtl="0">
              <a:lnSpc>
                <a:spcPct val="166666"/>
              </a:lnSpc>
              <a:spcBef>
                <a:spcPts val="0"/>
              </a:spcBef>
              <a:spcAft>
                <a:spcPts val="0"/>
              </a:spcAft>
              <a:buNone/>
            </a:pPr>
            <a:r>
              <a:rPr lang="en" sz="900" b="0" i="0" u="none" strike="noStrike" cap="none">
                <a:solidFill>
                  <a:srgbClr val="595959"/>
                </a:solidFill>
                <a:latin typeface="Arial"/>
                <a:ea typeface="Arial"/>
                <a:cs typeface="Arial"/>
                <a:sym typeface="Arial"/>
              </a:rPr>
              <a:t>Copyright © 2023. All rights reserved. release 2.0.0</a:t>
            </a:r>
            <a:endParaRPr/>
          </a:p>
        </p:txBody>
      </p:sp>
      <p:sp>
        <p:nvSpPr>
          <p:cNvPr id="16" name="Google Shape;16;p51"/>
          <p:cNvSpPr txBox="1">
            <a:spLocks noGrp="1"/>
          </p:cNvSpPr>
          <p:nvPr>
            <p:ph type="body" idx="1"/>
          </p:nvPr>
        </p:nvSpPr>
        <p:spPr>
          <a:xfrm>
            <a:off x="4888295" y="719340"/>
            <a:ext cx="6474378" cy="139856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25000"/>
              </a:lnSpc>
              <a:spcBef>
                <a:spcPts val="0"/>
              </a:spcBef>
              <a:spcAft>
                <a:spcPts val="0"/>
              </a:spcAft>
              <a:buClr>
                <a:srgbClr val="000000"/>
              </a:buClr>
              <a:buSzPts val="3600"/>
              <a:buFont typeface="Arial"/>
              <a:buNone/>
              <a:defRPr sz="36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 name="Google Shape;17;p51"/>
          <p:cNvSpPr txBox="1"/>
          <p:nvPr/>
        </p:nvSpPr>
        <p:spPr>
          <a:xfrm>
            <a:off x="10021944" y="380786"/>
            <a:ext cx="1619968"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0" i="0" u="none" strike="noStrike" cap="none">
                <a:solidFill>
                  <a:srgbClr val="7F7F7F"/>
                </a:solidFill>
                <a:latin typeface="Arial"/>
                <a:ea typeface="Arial"/>
                <a:cs typeface="Arial"/>
                <a:sym typeface="Arial"/>
              </a:rPr>
              <a:t>Semester </a:t>
            </a:r>
            <a:r>
              <a:rPr lang="en" sz="1600" b="1" i="0" u="none" strike="noStrike" cap="none">
                <a:solidFill>
                  <a:srgbClr val="000000"/>
                </a:solidFill>
                <a:latin typeface="Arial"/>
                <a:ea typeface="Arial"/>
                <a:cs typeface="Arial"/>
                <a:sym typeface="Arial"/>
              </a:rPr>
              <a:t>01</a:t>
            </a:r>
            <a:endParaRPr/>
          </a:p>
        </p:txBody>
      </p:sp>
      <p:sp>
        <p:nvSpPr>
          <p:cNvPr id="18" name="Google Shape;18;p51"/>
          <p:cNvSpPr txBox="1">
            <a:spLocks noGrp="1"/>
          </p:cNvSpPr>
          <p:nvPr>
            <p:ph type="body" idx="2"/>
          </p:nvPr>
        </p:nvSpPr>
        <p:spPr>
          <a:xfrm>
            <a:off x="4884251" y="2240441"/>
            <a:ext cx="6486586" cy="704061"/>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 name="Google Shape;19;p51"/>
          <p:cNvSpPr txBox="1">
            <a:spLocks noGrp="1"/>
          </p:cNvSpPr>
          <p:nvPr>
            <p:ph type="body" idx="3"/>
          </p:nvPr>
        </p:nvSpPr>
        <p:spPr>
          <a:xfrm>
            <a:off x="4880131" y="704162"/>
            <a:ext cx="6474378" cy="430887"/>
          </a:xfrm>
          <a:prstGeom prst="rect">
            <a:avLst/>
          </a:prstGeom>
          <a:noFill/>
          <a:ln>
            <a:noFill/>
          </a:ln>
        </p:spPr>
        <p:txBody>
          <a:bodyPr spcFirstLastPara="1" wrap="square" lIns="91425" tIns="45700" rIns="91425" bIns="45700" anchor="ctr" anchorCtr="0">
            <a:spAutoFit/>
          </a:bodyPr>
          <a:lstStyle>
            <a:lvl1pPr marL="457200" marR="0" lvl="0" indent="-228600" algn="r" rtl="0">
              <a:lnSpc>
                <a:spcPct val="100000"/>
              </a:lnSpc>
              <a:spcBef>
                <a:spcPts val="0"/>
              </a:spcBef>
              <a:spcAft>
                <a:spcPts val="0"/>
              </a:spcAft>
              <a:buClr>
                <a:srgbClr val="7F7F7F"/>
              </a:buClr>
              <a:buSzPts val="2200"/>
              <a:buFont typeface="Arial"/>
              <a:buNone/>
              <a:defRPr sz="2200" b="1" i="0" u="none" strike="noStrike" cap="none">
                <a:solidFill>
                  <a:srgbClr val="7F7F7F"/>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 name="Google Shape;20;p51"/>
          <p:cNvSpPr/>
          <p:nvPr/>
        </p:nvSpPr>
        <p:spPr>
          <a:xfrm>
            <a:off x="11429926" y="380786"/>
            <a:ext cx="103852" cy="1306959"/>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
        <p:nvSpPr>
          <p:cNvPr id="21" name="Google Shape;21;p51"/>
          <p:cNvSpPr txBox="1"/>
          <p:nvPr/>
        </p:nvSpPr>
        <p:spPr>
          <a:xfrm>
            <a:off x="10116901" y="1983451"/>
            <a:ext cx="131318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Module # </a:t>
            </a:r>
            <a:r>
              <a:rPr lang="en" sz="1600" b="1" i="0" u="none" strike="noStrike" cap="none">
                <a:solidFill>
                  <a:srgbClr val="000000"/>
                </a:solidFill>
                <a:latin typeface="Arial"/>
                <a:ea typeface="Arial"/>
                <a:cs typeface="Arial"/>
                <a:sym typeface="Arial"/>
              </a:rPr>
              <a:t>03</a:t>
            </a:r>
            <a:endParaRPr sz="1600" b="1" i="0" u="none" strike="noStrike" cap="none">
              <a:solidFill>
                <a:srgbClr val="000000"/>
              </a:solidFill>
              <a:latin typeface="Arial"/>
              <a:ea typeface="Arial"/>
              <a:cs typeface="Arial"/>
              <a:sym typeface="Arial"/>
            </a:endParaRPr>
          </a:p>
        </p:txBody>
      </p:sp>
      <p:sp>
        <p:nvSpPr>
          <p:cNvPr id="22" name="Google Shape;22;p51"/>
          <p:cNvSpPr/>
          <p:nvPr/>
        </p:nvSpPr>
        <p:spPr>
          <a:xfrm>
            <a:off x="11429926" y="1648617"/>
            <a:ext cx="103852" cy="1306959"/>
          </a:xfrm>
          <a:prstGeom prst="rect">
            <a:avLst/>
          </a:prstGeom>
          <a:solidFill>
            <a:srgbClr val="64748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unningMan-Infographic">
  <p:cSld name="RunningMan-Infographic">
    <p:spTree>
      <p:nvGrpSpPr>
        <p:cNvPr id="1" name="Shape 23"/>
        <p:cNvGrpSpPr/>
        <p:nvPr/>
      </p:nvGrpSpPr>
      <p:grpSpPr>
        <a:xfrm>
          <a:off x="0" y="0"/>
          <a:ext cx="0" cy="0"/>
          <a:chOff x="0" y="0"/>
          <a:chExt cx="0" cy="0"/>
        </a:xfrm>
      </p:grpSpPr>
      <p:sp>
        <p:nvSpPr>
          <p:cNvPr id="24" name="Google Shape;24;p55"/>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55"/>
          <p:cNvSpPr txBox="1">
            <a:spLocks noGrp="1"/>
          </p:cNvSpPr>
          <p:nvPr>
            <p:ph type="body" idx="1"/>
          </p:nvPr>
        </p:nvSpPr>
        <p:spPr>
          <a:xfrm>
            <a:off x="6213746" y="1967241"/>
            <a:ext cx="5285919" cy="37494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 name="Google Shape;26;p55"/>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grpSp>
        <p:nvGrpSpPr>
          <p:cNvPr id="27" name="Google Shape;27;p55"/>
          <p:cNvGrpSpPr/>
          <p:nvPr/>
        </p:nvGrpSpPr>
        <p:grpSpPr>
          <a:xfrm flipH="1">
            <a:off x="0" y="1967241"/>
            <a:ext cx="6132405" cy="3823634"/>
            <a:chOff x="6625864" y="1832110"/>
            <a:chExt cx="6820169" cy="4367731"/>
          </a:xfrm>
        </p:grpSpPr>
        <p:sp>
          <p:nvSpPr>
            <p:cNvPr id="28" name="Google Shape;28;p55"/>
            <p:cNvSpPr/>
            <p:nvPr/>
          </p:nvSpPr>
          <p:spPr>
            <a:xfrm>
              <a:off x="8676704" y="2559253"/>
              <a:ext cx="4769328" cy="727141"/>
            </a:xfrm>
            <a:custGeom>
              <a:avLst/>
              <a:gdLst/>
              <a:ahLst/>
              <a:cxnLst/>
              <a:rect l="l" t="t" r="r" b="b"/>
              <a:pathLst>
                <a:path w="120000" h="120000" extrusionOk="0">
                  <a:moveTo>
                    <a:pt x="3056" y="0"/>
                  </a:moveTo>
                  <a:lnTo>
                    <a:pt x="30729" y="0"/>
                  </a:lnTo>
                  <a:lnTo>
                    <a:pt x="31059" y="1124"/>
                  </a:lnTo>
                  <a:cubicBezTo>
                    <a:pt x="31475" y="2886"/>
                    <a:pt x="31840" y="4840"/>
                    <a:pt x="32174" y="7124"/>
                  </a:cubicBezTo>
                  <a:cubicBezTo>
                    <a:pt x="33513" y="15906"/>
                    <a:pt x="35923" y="41198"/>
                    <a:pt x="36994" y="41901"/>
                  </a:cubicBezTo>
                  <a:cubicBezTo>
                    <a:pt x="38119" y="42252"/>
                    <a:pt x="38868" y="47170"/>
                    <a:pt x="39939" y="49629"/>
                  </a:cubicBezTo>
                  <a:cubicBezTo>
                    <a:pt x="41064" y="52088"/>
                    <a:pt x="41921" y="61221"/>
                    <a:pt x="43420" y="50683"/>
                  </a:cubicBezTo>
                  <a:cubicBezTo>
                    <a:pt x="44973" y="40144"/>
                    <a:pt x="44223" y="18365"/>
                    <a:pt x="44009" y="7475"/>
                  </a:cubicBezTo>
                  <a:cubicBezTo>
                    <a:pt x="43942" y="4753"/>
                    <a:pt x="43818" y="2491"/>
                    <a:pt x="43628" y="565"/>
                  </a:cubicBezTo>
                  <a:lnTo>
                    <a:pt x="43539" y="0"/>
                  </a:lnTo>
                  <a:lnTo>
                    <a:pt x="120000" y="0"/>
                  </a:lnTo>
                  <a:lnTo>
                    <a:pt x="120000" y="119999"/>
                  </a:lnTo>
                  <a:lnTo>
                    <a:pt x="7713" y="119999"/>
                  </a:lnTo>
                  <a:lnTo>
                    <a:pt x="7648" y="118480"/>
                  </a:lnTo>
                  <a:cubicBezTo>
                    <a:pt x="6577" y="86514"/>
                    <a:pt x="848" y="23985"/>
                    <a:pt x="312" y="15203"/>
                  </a:cubicBezTo>
                  <a:cubicBezTo>
                    <a:pt x="-276" y="6421"/>
                    <a:pt x="44" y="3259"/>
                    <a:pt x="633" y="3259"/>
                  </a:cubicBezTo>
                  <a:cubicBezTo>
                    <a:pt x="834" y="3259"/>
                    <a:pt x="1652" y="2370"/>
                    <a:pt x="2738" y="573"/>
                  </a:cubicBezTo>
                  <a:lnTo>
                    <a:pt x="3056" y="0"/>
                  </a:lnTo>
                  <a:close/>
                </a:path>
              </a:pathLst>
            </a:custGeom>
            <a:solidFill>
              <a:srgbClr val="2C96D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55"/>
            <p:cNvSpPr/>
            <p:nvPr/>
          </p:nvSpPr>
          <p:spPr>
            <a:xfrm>
              <a:off x="7565934" y="1832111"/>
              <a:ext cx="5880099" cy="727143"/>
            </a:xfrm>
            <a:custGeom>
              <a:avLst/>
              <a:gdLst/>
              <a:ahLst/>
              <a:cxnLst/>
              <a:rect l="l" t="t" r="r" b="b"/>
              <a:pathLst>
                <a:path w="120000" h="120000" extrusionOk="0">
                  <a:moveTo>
                    <a:pt x="34007" y="85837"/>
                  </a:moveTo>
                  <a:cubicBezTo>
                    <a:pt x="34641" y="85606"/>
                    <a:pt x="35365" y="85672"/>
                    <a:pt x="36603" y="89888"/>
                  </a:cubicBezTo>
                  <a:cubicBezTo>
                    <a:pt x="38297" y="95859"/>
                    <a:pt x="40295" y="99372"/>
                    <a:pt x="43249" y="106749"/>
                  </a:cubicBezTo>
                  <a:cubicBezTo>
                    <a:pt x="44726" y="110438"/>
                    <a:pt x="45833" y="113248"/>
                    <a:pt x="46707" y="116278"/>
                  </a:cubicBezTo>
                  <a:lnTo>
                    <a:pt x="47593" y="120000"/>
                  </a:lnTo>
                  <a:lnTo>
                    <a:pt x="25147" y="120000"/>
                  </a:lnTo>
                  <a:lnTo>
                    <a:pt x="25832" y="118473"/>
                  </a:lnTo>
                  <a:cubicBezTo>
                    <a:pt x="27156" y="115268"/>
                    <a:pt x="28698" y="110438"/>
                    <a:pt x="29784" y="103939"/>
                  </a:cubicBezTo>
                  <a:cubicBezTo>
                    <a:pt x="31956" y="90941"/>
                    <a:pt x="32564" y="86024"/>
                    <a:pt x="33389" y="86024"/>
                  </a:cubicBezTo>
                  <a:cubicBezTo>
                    <a:pt x="33595" y="86024"/>
                    <a:pt x="33796" y="85914"/>
                    <a:pt x="34007" y="85837"/>
                  </a:cubicBezTo>
                  <a:close/>
                  <a:moveTo>
                    <a:pt x="0" y="0"/>
                  </a:moveTo>
                  <a:lnTo>
                    <a:pt x="120000" y="0"/>
                  </a:lnTo>
                  <a:lnTo>
                    <a:pt x="120000" y="120000"/>
                  </a:lnTo>
                  <a:lnTo>
                    <a:pt x="57982" y="120000"/>
                  </a:lnTo>
                  <a:lnTo>
                    <a:pt x="57425" y="115663"/>
                  </a:lnTo>
                  <a:cubicBezTo>
                    <a:pt x="56887" y="112897"/>
                    <a:pt x="56105" y="110965"/>
                    <a:pt x="55019" y="108857"/>
                  </a:cubicBezTo>
                  <a:cubicBezTo>
                    <a:pt x="52804" y="104642"/>
                    <a:pt x="52457" y="108857"/>
                    <a:pt x="49416" y="94103"/>
                  </a:cubicBezTo>
                  <a:cubicBezTo>
                    <a:pt x="46376" y="79700"/>
                    <a:pt x="39296" y="52652"/>
                    <a:pt x="38341" y="47734"/>
                  </a:cubicBezTo>
                  <a:cubicBezTo>
                    <a:pt x="37385" y="43167"/>
                    <a:pt x="34605" y="37898"/>
                    <a:pt x="31261" y="44221"/>
                  </a:cubicBezTo>
                  <a:cubicBezTo>
                    <a:pt x="27916" y="50544"/>
                    <a:pt x="24268" y="61785"/>
                    <a:pt x="23616" y="61785"/>
                  </a:cubicBezTo>
                  <a:cubicBezTo>
                    <a:pt x="22965" y="61785"/>
                    <a:pt x="21532" y="64947"/>
                    <a:pt x="21532" y="69162"/>
                  </a:cubicBezTo>
                  <a:cubicBezTo>
                    <a:pt x="21532" y="69162"/>
                    <a:pt x="17622" y="65649"/>
                    <a:pt x="15842" y="75485"/>
                  </a:cubicBezTo>
                  <a:cubicBezTo>
                    <a:pt x="14017" y="85321"/>
                    <a:pt x="13887" y="90941"/>
                    <a:pt x="12758" y="94806"/>
                  </a:cubicBezTo>
                  <a:cubicBezTo>
                    <a:pt x="11585" y="98318"/>
                    <a:pt x="10890" y="98318"/>
                    <a:pt x="10282" y="97265"/>
                  </a:cubicBezTo>
                  <a:cubicBezTo>
                    <a:pt x="10282" y="97265"/>
                    <a:pt x="6938" y="87077"/>
                    <a:pt x="7589" y="71270"/>
                  </a:cubicBezTo>
                  <a:cubicBezTo>
                    <a:pt x="8241" y="55813"/>
                    <a:pt x="8371" y="30872"/>
                    <a:pt x="5157" y="10849"/>
                  </a:cubicBezTo>
                  <a:cubicBezTo>
                    <a:pt x="3951" y="3472"/>
                    <a:pt x="2551" y="245"/>
                    <a:pt x="1186" y="0"/>
                  </a:cubicBezTo>
                  <a:lnTo>
                    <a:pt x="0" y="623"/>
                  </a:lnTo>
                  <a:close/>
                </a:path>
              </a:pathLst>
            </a:custGeom>
            <a:solidFill>
              <a:srgbClr val="1E4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 name="Google Shape;30;p55"/>
            <p:cNvSpPr/>
            <p:nvPr/>
          </p:nvSpPr>
          <p:spPr>
            <a:xfrm>
              <a:off x="9898038" y="2559253"/>
              <a:ext cx="542487" cy="337204"/>
            </a:xfrm>
            <a:custGeom>
              <a:avLst/>
              <a:gdLst/>
              <a:ahLst/>
              <a:cxnLst/>
              <a:rect l="l" t="t" r="r" b="b"/>
              <a:pathLst>
                <a:path w="120000" h="120000" extrusionOk="0">
                  <a:moveTo>
                    <a:pt x="0" y="0"/>
                  </a:moveTo>
                  <a:lnTo>
                    <a:pt x="112616" y="0"/>
                  </a:lnTo>
                  <a:lnTo>
                    <a:pt x="113404" y="1218"/>
                  </a:lnTo>
                  <a:cubicBezTo>
                    <a:pt x="115074" y="5372"/>
                    <a:pt x="116163" y="10249"/>
                    <a:pt x="116751" y="16119"/>
                  </a:cubicBezTo>
                  <a:cubicBezTo>
                    <a:pt x="118634" y="39602"/>
                    <a:pt x="125225" y="86567"/>
                    <a:pt x="111572" y="109292"/>
                  </a:cubicBezTo>
                  <a:cubicBezTo>
                    <a:pt x="98390" y="132017"/>
                    <a:pt x="90857" y="112322"/>
                    <a:pt x="80971" y="107020"/>
                  </a:cubicBezTo>
                  <a:cubicBezTo>
                    <a:pt x="71555" y="101717"/>
                    <a:pt x="64964" y="91112"/>
                    <a:pt x="55077" y="90355"/>
                  </a:cubicBezTo>
                  <a:cubicBezTo>
                    <a:pt x="45661" y="88840"/>
                    <a:pt x="24476" y="34299"/>
                    <a:pt x="12706" y="15362"/>
                  </a:cubicBezTo>
                  <a:cubicBezTo>
                    <a:pt x="9763" y="10438"/>
                    <a:pt x="6556" y="6225"/>
                    <a:pt x="2900" y="2425"/>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 name="Google Shape;31;p55"/>
            <p:cNvSpPr/>
            <p:nvPr/>
          </p:nvSpPr>
          <p:spPr>
            <a:xfrm>
              <a:off x="9308468" y="4013537"/>
              <a:ext cx="4137563" cy="727141"/>
            </a:xfrm>
            <a:custGeom>
              <a:avLst/>
              <a:gdLst/>
              <a:ahLst/>
              <a:cxnLst/>
              <a:rect l="l" t="t" r="r" b="b"/>
              <a:pathLst>
                <a:path w="120000" h="120000" extrusionOk="0">
                  <a:moveTo>
                    <a:pt x="2944" y="0"/>
                  </a:moveTo>
                  <a:lnTo>
                    <a:pt x="120000" y="0"/>
                  </a:lnTo>
                  <a:lnTo>
                    <a:pt x="120000" y="119999"/>
                  </a:lnTo>
                  <a:lnTo>
                    <a:pt x="8271" y="119999"/>
                  </a:lnTo>
                  <a:lnTo>
                    <a:pt x="8003" y="116458"/>
                  </a:lnTo>
                  <a:cubicBezTo>
                    <a:pt x="6446" y="97506"/>
                    <a:pt x="3101" y="64573"/>
                    <a:pt x="0" y="47448"/>
                  </a:cubicBezTo>
                  <a:cubicBezTo>
                    <a:pt x="0" y="47448"/>
                    <a:pt x="3308" y="30773"/>
                    <a:pt x="3018" y="2600"/>
                  </a:cubicBezTo>
                  <a:lnTo>
                    <a:pt x="2944" y="0"/>
                  </a:lnTo>
                  <a:close/>
                </a:path>
              </a:pathLst>
            </a:custGeom>
            <a:gradFill>
              <a:gsLst>
                <a:gs pos="0">
                  <a:schemeClr val="accent4"/>
                </a:gs>
                <a:gs pos="41000">
                  <a:srgbClr val="8296B0"/>
                </a:gs>
                <a:gs pos="83000">
                  <a:srgbClr val="ACB8CA"/>
                </a:gs>
                <a:gs pos="100000">
                  <a:srgbClr val="D5DBE5"/>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 name="Google Shape;32;p55"/>
            <p:cNvSpPr/>
            <p:nvPr/>
          </p:nvSpPr>
          <p:spPr>
            <a:xfrm>
              <a:off x="8983260" y="3286396"/>
              <a:ext cx="4462773" cy="727141"/>
            </a:xfrm>
            <a:custGeom>
              <a:avLst/>
              <a:gdLst/>
              <a:ahLst/>
              <a:cxnLst/>
              <a:rect l="l" t="t" r="r" b="b"/>
              <a:pathLst>
                <a:path w="120000" h="120000" extrusionOk="0">
                  <a:moveTo>
                    <a:pt x="0" y="0"/>
                  </a:moveTo>
                  <a:lnTo>
                    <a:pt x="120000" y="0"/>
                  </a:lnTo>
                  <a:lnTo>
                    <a:pt x="120000" y="120000"/>
                  </a:lnTo>
                  <a:lnTo>
                    <a:pt x="11474" y="120000"/>
                  </a:lnTo>
                  <a:lnTo>
                    <a:pt x="11205" y="109837"/>
                  </a:lnTo>
                  <a:cubicBezTo>
                    <a:pt x="9717" y="73655"/>
                    <a:pt x="7485" y="62414"/>
                    <a:pt x="5539" y="55037"/>
                  </a:cubicBezTo>
                  <a:cubicBezTo>
                    <a:pt x="3837" y="48582"/>
                    <a:pt x="1740" y="34328"/>
                    <a:pt x="437" y="9685"/>
                  </a:cubicBezTo>
                  <a:lnTo>
                    <a:pt x="0" y="0"/>
                  </a:lnTo>
                  <a:close/>
                </a:path>
              </a:pathLst>
            </a:custGeom>
            <a:solidFill>
              <a:srgbClr val="AFEA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 name="Google Shape;33;p55"/>
            <p:cNvSpPr/>
            <p:nvPr/>
          </p:nvSpPr>
          <p:spPr>
            <a:xfrm>
              <a:off x="10167877" y="5467819"/>
              <a:ext cx="3278156" cy="727141"/>
            </a:xfrm>
            <a:custGeom>
              <a:avLst/>
              <a:gdLst/>
              <a:ahLst/>
              <a:cxnLst/>
              <a:rect l="l" t="t" r="r" b="b"/>
              <a:pathLst>
                <a:path w="120000" h="120000" extrusionOk="0">
                  <a:moveTo>
                    <a:pt x="0" y="0"/>
                  </a:moveTo>
                  <a:lnTo>
                    <a:pt x="120000" y="0"/>
                  </a:lnTo>
                  <a:lnTo>
                    <a:pt x="120000" y="119999"/>
                  </a:lnTo>
                  <a:lnTo>
                    <a:pt x="0" y="119999"/>
                  </a:lnTo>
                  <a:lnTo>
                    <a:pt x="0" y="0"/>
                  </a:lnTo>
                  <a:close/>
                </a:path>
              </a:pathLst>
            </a:custGeom>
            <a:solidFill>
              <a:srgbClr val="71DA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 name="Google Shape;34;p55"/>
            <p:cNvSpPr/>
            <p:nvPr/>
          </p:nvSpPr>
          <p:spPr>
            <a:xfrm>
              <a:off x="9593681" y="4740680"/>
              <a:ext cx="3852352" cy="727138"/>
            </a:xfrm>
            <a:custGeom>
              <a:avLst/>
              <a:gdLst/>
              <a:ahLst/>
              <a:cxnLst/>
              <a:rect l="l" t="t" r="r" b="b"/>
              <a:pathLst>
                <a:path w="120000" h="120000" extrusionOk="0">
                  <a:moveTo>
                    <a:pt x="0" y="0"/>
                  </a:moveTo>
                  <a:lnTo>
                    <a:pt x="120000" y="0"/>
                  </a:lnTo>
                  <a:lnTo>
                    <a:pt x="120000" y="120000"/>
                  </a:lnTo>
                  <a:lnTo>
                    <a:pt x="17886" y="120000"/>
                  </a:lnTo>
                  <a:lnTo>
                    <a:pt x="17886" y="110928"/>
                  </a:lnTo>
                  <a:lnTo>
                    <a:pt x="17510" y="108667"/>
                  </a:lnTo>
                  <a:cubicBezTo>
                    <a:pt x="16026" y="99577"/>
                    <a:pt x="14286" y="88160"/>
                    <a:pt x="13258" y="78851"/>
                  </a:cubicBezTo>
                  <a:cubicBezTo>
                    <a:pt x="11203" y="60233"/>
                    <a:pt x="6960" y="33184"/>
                    <a:pt x="1524" y="20187"/>
                  </a:cubicBezTo>
                  <a:cubicBezTo>
                    <a:pt x="1524" y="20187"/>
                    <a:pt x="861" y="18079"/>
                    <a:pt x="662" y="9648"/>
                  </a:cubicBezTo>
                  <a:cubicBezTo>
                    <a:pt x="637" y="8594"/>
                    <a:pt x="539" y="6876"/>
                    <a:pt x="377" y="4632"/>
                  </a:cubicBezTo>
                  <a:lnTo>
                    <a:pt x="0" y="0"/>
                  </a:lnTo>
                  <a:close/>
                </a:path>
              </a:pathLst>
            </a:custGeom>
            <a:solidFill>
              <a:srgbClr val="008BB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 name="Google Shape;35;p55"/>
            <p:cNvSpPr/>
            <p:nvPr/>
          </p:nvSpPr>
          <p:spPr>
            <a:xfrm>
              <a:off x="10167877" y="6194962"/>
              <a:ext cx="3278156" cy="4879"/>
            </a:xfrm>
            <a:custGeom>
              <a:avLst/>
              <a:gdLst/>
              <a:ahLst/>
              <a:cxnLst/>
              <a:rect l="l" t="t" r="r" b="b"/>
              <a:pathLst>
                <a:path w="120000" h="120000" extrusionOk="0">
                  <a:moveTo>
                    <a:pt x="0" y="0"/>
                  </a:moveTo>
                  <a:lnTo>
                    <a:pt x="120000" y="0"/>
                  </a:lnTo>
                  <a:lnTo>
                    <a:pt x="120000" y="122"/>
                  </a:lnTo>
                  <a:lnTo>
                    <a:pt x="120000" y="120000"/>
                  </a:lnTo>
                  <a:lnTo>
                    <a:pt x="3889" y="120000"/>
                  </a:lnTo>
                  <a:lnTo>
                    <a:pt x="3889" y="106718"/>
                  </a:lnTo>
                  <a:lnTo>
                    <a:pt x="0" y="106718"/>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 name="Google Shape;36;p55"/>
            <p:cNvSpPr/>
            <p:nvPr/>
          </p:nvSpPr>
          <p:spPr>
            <a:xfrm>
              <a:off x="8125821" y="5963555"/>
              <a:ext cx="524061" cy="176511"/>
            </a:xfrm>
            <a:custGeom>
              <a:avLst/>
              <a:gdLst/>
              <a:ahLst/>
              <a:cxnLst/>
              <a:rect l="l" t="t" r="r" b="b"/>
              <a:pathLst>
                <a:path w="120000" h="120000" extrusionOk="0">
                  <a:moveTo>
                    <a:pt x="17967" y="0"/>
                  </a:moveTo>
                  <a:lnTo>
                    <a:pt x="120000" y="0"/>
                  </a:lnTo>
                  <a:lnTo>
                    <a:pt x="114365" y="10088"/>
                  </a:lnTo>
                  <a:cubicBezTo>
                    <a:pt x="63194" y="104150"/>
                    <a:pt x="4712" y="149011"/>
                    <a:pt x="814" y="99809"/>
                  </a:cubicBezTo>
                  <a:cubicBezTo>
                    <a:pt x="-1744" y="62908"/>
                    <a:pt x="1727" y="34960"/>
                    <a:pt x="11231" y="12303"/>
                  </a:cubicBezTo>
                  <a:lnTo>
                    <a:pt x="1796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 name="Google Shape;37;p55"/>
            <p:cNvSpPr/>
            <p:nvPr/>
          </p:nvSpPr>
          <p:spPr>
            <a:xfrm>
              <a:off x="10076514" y="5963553"/>
              <a:ext cx="197611" cy="231412"/>
            </a:xfrm>
            <a:custGeom>
              <a:avLst/>
              <a:gdLst/>
              <a:ahLst/>
              <a:cxnLst/>
              <a:rect l="l" t="t" r="r" b="b"/>
              <a:pathLst>
                <a:path w="120000" h="120000" extrusionOk="0">
                  <a:moveTo>
                    <a:pt x="44039" y="0"/>
                  </a:moveTo>
                  <a:lnTo>
                    <a:pt x="119999" y="0"/>
                  </a:lnTo>
                  <a:lnTo>
                    <a:pt x="119999" y="88431"/>
                  </a:lnTo>
                  <a:lnTo>
                    <a:pt x="99120" y="103121"/>
                  </a:lnTo>
                  <a:cubicBezTo>
                    <a:pt x="57682" y="127594"/>
                    <a:pt x="19878" y="123041"/>
                    <a:pt x="5339" y="104829"/>
                  </a:cubicBezTo>
                  <a:cubicBezTo>
                    <a:pt x="-14046" y="79441"/>
                    <a:pt x="24725" y="66196"/>
                    <a:pt x="36357" y="47431"/>
                  </a:cubicBezTo>
                  <a:cubicBezTo>
                    <a:pt x="38942" y="42464"/>
                    <a:pt x="40881" y="33219"/>
                    <a:pt x="42335" y="21733"/>
                  </a:cubicBezTo>
                  <a:lnTo>
                    <a:pt x="44039"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 name="Google Shape;38;p55"/>
            <p:cNvSpPr/>
            <p:nvPr/>
          </p:nvSpPr>
          <p:spPr>
            <a:xfrm>
              <a:off x="6625864" y="2559251"/>
              <a:ext cx="3814660" cy="727143"/>
            </a:xfrm>
            <a:custGeom>
              <a:avLst/>
              <a:gdLst/>
              <a:ahLst/>
              <a:cxnLst/>
              <a:rect l="l" t="t" r="r" b="b"/>
              <a:pathLst>
                <a:path w="120000" h="120000" extrusionOk="0">
                  <a:moveTo>
                    <a:pt x="6569" y="21185"/>
                  </a:moveTo>
                  <a:cubicBezTo>
                    <a:pt x="7692" y="20791"/>
                    <a:pt x="8322" y="33777"/>
                    <a:pt x="9669" y="40847"/>
                  </a:cubicBezTo>
                  <a:cubicBezTo>
                    <a:pt x="11209" y="48926"/>
                    <a:pt x="10875" y="73165"/>
                    <a:pt x="10808" y="77732"/>
                  </a:cubicBezTo>
                  <a:cubicBezTo>
                    <a:pt x="10749" y="81420"/>
                    <a:pt x="14279" y="109583"/>
                    <a:pt x="15700" y="118449"/>
                  </a:cubicBezTo>
                  <a:lnTo>
                    <a:pt x="15989" y="120000"/>
                  </a:lnTo>
                  <a:lnTo>
                    <a:pt x="8525" y="120000"/>
                  </a:lnTo>
                  <a:lnTo>
                    <a:pt x="8524" y="119990"/>
                  </a:lnTo>
                  <a:cubicBezTo>
                    <a:pt x="7669" y="112091"/>
                    <a:pt x="6975" y="105571"/>
                    <a:pt x="6590" y="101970"/>
                  </a:cubicBezTo>
                  <a:cubicBezTo>
                    <a:pt x="4983" y="87216"/>
                    <a:pt x="4648" y="89675"/>
                    <a:pt x="1970" y="77732"/>
                  </a:cubicBezTo>
                  <a:cubicBezTo>
                    <a:pt x="-640" y="65437"/>
                    <a:pt x="95" y="60519"/>
                    <a:pt x="95" y="57006"/>
                  </a:cubicBezTo>
                  <a:cubicBezTo>
                    <a:pt x="95" y="53493"/>
                    <a:pt x="1367" y="45062"/>
                    <a:pt x="1836" y="42603"/>
                  </a:cubicBezTo>
                  <a:cubicBezTo>
                    <a:pt x="2372" y="40144"/>
                    <a:pt x="3778" y="34524"/>
                    <a:pt x="4112" y="31714"/>
                  </a:cubicBezTo>
                  <a:cubicBezTo>
                    <a:pt x="4447" y="28903"/>
                    <a:pt x="4983" y="26093"/>
                    <a:pt x="5384" y="25039"/>
                  </a:cubicBezTo>
                  <a:cubicBezTo>
                    <a:pt x="5786" y="23985"/>
                    <a:pt x="6054" y="22229"/>
                    <a:pt x="6054" y="22229"/>
                  </a:cubicBezTo>
                  <a:cubicBezTo>
                    <a:pt x="6238" y="21570"/>
                    <a:pt x="6409" y="21241"/>
                    <a:pt x="6569" y="21185"/>
                  </a:cubicBezTo>
                  <a:close/>
                  <a:moveTo>
                    <a:pt x="102934" y="0"/>
                  </a:moveTo>
                  <a:lnTo>
                    <a:pt x="118950" y="0"/>
                  </a:lnTo>
                  <a:lnTo>
                    <a:pt x="119062" y="565"/>
                  </a:lnTo>
                  <a:cubicBezTo>
                    <a:pt x="119299" y="2491"/>
                    <a:pt x="119454" y="4753"/>
                    <a:pt x="119538" y="7475"/>
                  </a:cubicBezTo>
                  <a:cubicBezTo>
                    <a:pt x="119805" y="18365"/>
                    <a:pt x="120743" y="40144"/>
                    <a:pt x="118801" y="50683"/>
                  </a:cubicBezTo>
                  <a:cubicBezTo>
                    <a:pt x="116926" y="61221"/>
                    <a:pt x="115855" y="52088"/>
                    <a:pt x="114449" y="49629"/>
                  </a:cubicBezTo>
                  <a:cubicBezTo>
                    <a:pt x="113110" y="47170"/>
                    <a:pt x="112173" y="42252"/>
                    <a:pt x="110767" y="41901"/>
                  </a:cubicBezTo>
                  <a:cubicBezTo>
                    <a:pt x="109428" y="41198"/>
                    <a:pt x="106415" y="15906"/>
                    <a:pt x="104741" y="7124"/>
                  </a:cubicBezTo>
                  <a:cubicBezTo>
                    <a:pt x="104323" y="4840"/>
                    <a:pt x="103867" y="2886"/>
                    <a:pt x="103347" y="1124"/>
                  </a:cubicBezTo>
                  <a:close/>
                  <a:moveTo>
                    <a:pt x="24322" y="0"/>
                  </a:moveTo>
                  <a:lnTo>
                    <a:pt x="68335" y="0"/>
                  </a:lnTo>
                  <a:lnTo>
                    <a:pt x="67938" y="573"/>
                  </a:lnTo>
                  <a:cubicBezTo>
                    <a:pt x="66581" y="2370"/>
                    <a:pt x="65558" y="3259"/>
                    <a:pt x="65306" y="3259"/>
                  </a:cubicBezTo>
                  <a:cubicBezTo>
                    <a:pt x="64570" y="3259"/>
                    <a:pt x="64168" y="6421"/>
                    <a:pt x="64905" y="15203"/>
                  </a:cubicBezTo>
                  <a:cubicBezTo>
                    <a:pt x="65574" y="23985"/>
                    <a:pt x="72738" y="86514"/>
                    <a:pt x="74077" y="118480"/>
                  </a:cubicBezTo>
                  <a:lnTo>
                    <a:pt x="74157" y="119999"/>
                  </a:lnTo>
                  <a:lnTo>
                    <a:pt x="39407" y="119999"/>
                  </a:lnTo>
                  <a:lnTo>
                    <a:pt x="39209" y="119120"/>
                  </a:lnTo>
                  <a:cubicBezTo>
                    <a:pt x="37298" y="110598"/>
                    <a:pt x="35848" y="104078"/>
                    <a:pt x="35848" y="104078"/>
                  </a:cubicBezTo>
                  <a:cubicBezTo>
                    <a:pt x="35848" y="104078"/>
                    <a:pt x="35848" y="104078"/>
                    <a:pt x="35379" y="106537"/>
                  </a:cubicBezTo>
                  <a:cubicBezTo>
                    <a:pt x="35362" y="107064"/>
                    <a:pt x="34718" y="111477"/>
                    <a:pt x="33721" y="117992"/>
                  </a:cubicBezTo>
                  <a:lnTo>
                    <a:pt x="33409" y="119999"/>
                  </a:lnTo>
                  <a:lnTo>
                    <a:pt x="21293" y="119999"/>
                  </a:lnTo>
                  <a:lnTo>
                    <a:pt x="21604" y="117492"/>
                  </a:lnTo>
                  <a:cubicBezTo>
                    <a:pt x="22909" y="107744"/>
                    <a:pt x="23763" y="106097"/>
                    <a:pt x="25068" y="99511"/>
                  </a:cubicBezTo>
                  <a:cubicBezTo>
                    <a:pt x="26809" y="90378"/>
                    <a:pt x="27613" y="90729"/>
                    <a:pt x="28416" y="69652"/>
                  </a:cubicBezTo>
                  <a:cubicBezTo>
                    <a:pt x="28525" y="67017"/>
                    <a:pt x="28697" y="64388"/>
                    <a:pt x="28916" y="61804"/>
                  </a:cubicBezTo>
                  <a:lnTo>
                    <a:pt x="29572" y="55412"/>
                  </a:lnTo>
                  <a:lnTo>
                    <a:pt x="29693" y="54229"/>
                  </a:lnTo>
                  <a:cubicBezTo>
                    <a:pt x="31454" y="39508"/>
                    <a:pt x="34241" y="27849"/>
                    <a:pt x="34241" y="27849"/>
                  </a:cubicBezTo>
                  <a:cubicBezTo>
                    <a:pt x="34241" y="27849"/>
                    <a:pt x="33236" y="18716"/>
                    <a:pt x="31897" y="13447"/>
                  </a:cubicBezTo>
                  <a:cubicBezTo>
                    <a:pt x="31228" y="10812"/>
                    <a:pt x="30592" y="11076"/>
                    <a:pt x="29914" y="12086"/>
                  </a:cubicBezTo>
                  <a:lnTo>
                    <a:pt x="29572" y="12670"/>
                  </a:lnTo>
                  <a:lnTo>
                    <a:pt x="29572" y="12670"/>
                  </a:lnTo>
                  <a:lnTo>
                    <a:pt x="28856" y="13892"/>
                  </a:lnTo>
                  <a:cubicBezTo>
                    <a:pt x="28487" y="14501"/>
                    <a:pt x="28098" y="15028"/>
                    <a:pt x="27680" y="15203"/>
                  </a:cubicBezTo>
                  <a:cubicBezTo>
                    <a:pt x="25939" y="15906"/>
                    <a:pt x="25537" y="10285"/>
                    <a:pt x="25336" y="7124"/>
                  </a:cubicBezTo>
                  <a:cubicBezTo>
                    <a:pt x="25135" y="3962"/>
                    <a:pt x="24734" y="2206"/>
                    <a:pt x="24332" y="98"/>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 name="Google Shape;39;p55"/>
            <p:cNvSpPr/>
            <p:nvPr/>
          </p:nvSpPr>
          <p:spPr>
            <a:xfrm>
              <a:off x="7297396" y="1832110"/>
              <a:ext cx="3109750" cy="727141"/>
            </a:xfrm>
            <a:custGeom>
              <a:avLst/>
              <a:gdLst/>
              <a:ahLst/>
              <a:cxnLst/>
              <a:rect l="l" t="t" r="r" b="b"/>
              <a:pathLst>
                <a:path w="120000" h="120000" extrusionOk="0">
                  <a:moveTo>
                    <a:pt x="12605" y="0"/>
                  </a:moveTo>
                  <a:cubicBezTo>
                    <a:pt x="15186" y="245"/>
                    <a:pt x="17834" y="3472"/>
                    <a:pt x="20113" y="10849"/>
                  </a:cubicBezTo>
                  <a:cubicBezTo>
                    <a:pt x="26191" y="30872"/>
                    <a:pt x="25945" y="55813"/>
                    <a:pt x="24713" y="71270"/>
                  </a:cubicBezTo>
                  <a:cubicBezTo>
                    <a:pt x="23481" y="87077"/>
                    <a:pt x="29805" y="97265"/>
                    <a:pt x="29805" y="97265"/>
                  </a:cubicBezTo>
                  <a:cubicBezTo>
                    <a:pt x="30954" y="98318"/>
                    <a:pt x="32269" y="98318"/>
                    <a:pt x="34486" y="94806"/>
                  </a:cubicBezTo>
                  <a:cubicBezTo>
                    <a:pt x="36621" y="90941"/>
                    <a:pt x="36868" y="85321"/>
                    <a:pt x="40317" y="75485"/>
                  </a:cubicBezTo>
                  <a:cubicBezTo>
                    <a:pt x="43684" y="65649"/>
                    <a:pt x="51076" y="69162"/>
                    <a:pt x="51076" y="69162"/>
                  </a:cubicBezTo>
                  <a:cubicBezTo>
                    <a:pt x="51076" y="64946"/>
                    <a:pt x="53786" y="61785"/>
                    <a:pt x="55018" y="61785"/>
                  </a:cubicBezTo>
                  <a:cubicBezTo>
                    <a:pt x="56250" y="61785"/>
                    <a:pt x="63149" y="50544"/>
                    <a:pt x="69473" y="44221"/>
                  </a:cubicBezTo>
                  <a:cubicBezTo>
                    <a:pt x="75797" y="37898"/>
                    <a:pt x="81053" y="43167"/>
                    <a:pt x="82860" y="47734"/>
                  </a:cubicBezTo>
                  <a:cubicBezTo>
                    <a:pt x="84666" y="52652"/>
                    <a:pt x="98053" y="79700"/>
                    <a:pt x="103802" y="94103"/>
                  </a:cubicBezTo>
                  <a:cubicBezTo>
                    <a:pt x="109551" y="108857"/>
                    <a:pt x="110208" y="104642"/>
                    <a:pt x="114397" y="108857"/>
                  </a:cubicBezTo>
                  <a:cubicBezTo>
                    <a:pt x="116450" y="110965"/>
                    <a:pt x="117928" y="112897"/>
                    <a:pt x="118945" y="115663"/>
                  </a:cubicBezTo>
                  <a:lnTo>
                    <a:pt x="120000" y="119999"/>
                  </a:lnTo>
                  <a:lnTo>
                    <a:pt x="100354" y="119999"/>
                  </a:lnTo>
                  <a:lnTo>
                    <a:pt x="98680" y="116278"/>
                  </a:lnTo>
                  <a:cubicBezTo>
                    <a:pt x="97027" y="113248"/>
                    <a:pt x="94933" y="110438"/>
                    <a:pt x="92140" y="106749"/>
                  </a:cubicBezTo>
                  <a:cubicBezTo>
                    <a:pt x="86555" y="99372"/>
                    <a:pt x="82777" y="95859"/>
                    <a:pt x="79574" y="89888"/>
                  </a:cubicBezTo>
                  <a:cubicBezTo>
                    <a:pt x="76454" y="84267"/>
                    <a:pt x="75057" y="86024"/>
                    <a:pt x="73497" y="86024"/>
                  </a:cubicBezTo>
                  <a:cubicBezTo>
                    <a:pt x="71937" y="86024"/>
                    <a:pt x="70787" y="90941"/>
                    <a:pt x="66680" y="103939"/>
                  </a:cubicBezTo>
                  <a:cubicBezTo>
                    <a:pt x="64627" y="110438"/>
                    <a:pt x="61712" y="115268"/>
                    <a:pt x="59207" y="118473"/>
                  </a:cubicBezTo>
                  <a:lnTo>
                    <a:pt x="57912" y="119999"/>
                  </a:lnTo>
                  <a:lnTo>
                    <a:pt x="3922" y="119999"/>
                  </a:lnTo>
                  <a:lnTo>
                    <a:pt x="3730" y="118485"/>
                  </a:lnTo>
                  <a:cubicBezTo>
                    <a:pt x="3657" y="116871"/>
                    <a:pt x="3873" y="115356"/>
                    <a:pt x="3441" y="114829"/>
                  </a:cubicBezTo>
                  <a:cubicBezTo>
                    <a:pt x="2867" y="113775"/>
                    <a:pt x="2456" y="107101"/>
                    <a:pt x="2456" y="104993"/>
                  </a:cubicBezTo>
                  <a:cubicBezTo>
                    <a:pt x="2456" y="102885"/>
                    <a:pt x="2456" y="103237"/>
                    <a:pt x="1142" y="101831"/>
                  </a:cubicBezTo>
                  <a:cubicBezTo>
                    <a:pt x="-253" y="100426"/>
                    <a:pt x="1799" y="80754"/>
                    <a:pt x="1717" y="78296"/>
                  </a:cubicBezTo>
                  <a:cubicBezTo>
                    <a:pt x="1635" y="75836"/>
                    <a:pt x="649" y="77593"/>
                    <a:pt x="156" y="71270"/>
                  </a:cubicBezTo>
                  <a:cubicBezTo>
                    <a:pt x="-335" y="64947"/>
                    <a:pt x="321" y="30170"/>
                    <a:pt x="2292" y="18226"/>
                  </a:cubicBezTo>
                  <a:cubicBezTo>
                    <a:pt x="3811" y="9620"/>
                    <a:pt x="6747" y="2857"/>
                    <a:pt x="10063" y="706"/>
                  </a:cubicBezTo>
                  <a:lnTo>
                    <a:pt x="10362" y="623"/>
                  </a:lnTo>
                  <a:lnTo>
                    <a:pt x="10362" y="622"/>
                  </a:lnTo>
                  <a:lnTo>
                    <a:pt x="12605" y="0"/>
                  </a:ln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 name="Google Shape;40;p55"/>
            <p:cNvSpPr/>
            <p:nvPr/>
          </p:nvSpPr>
          <p:spPr>
            <a:xfrm>
              <a:off x="7777039" y="4013537"/>
              <a:ext cx="1816641" cy="727141"/>
            </a:xfrm>
            <a:custGeom>
              <a:avLst/>
              <a:gdLst/>
              <a:ahLst/>
              <a:cxnLst/>
              <a:rect l="l" t="t" r="r" b="b"/>
              <a:pathLst>
                <a:path w="120000" h="120000" extrusionOk="0">
                  <a:moveTo>
                    <a:pt x="35488" y="0"/>
                  </a:moveTo>
                  <a:lnTo>
                    <a:pt x="107866" y="0"/>
                  </a:lnTo>
                  <a:lnTo>
                    <a:pt x="108035" y="2600"/>
                  </a:lnTo>
                  <a:cubicBezTo>
                    <a:pt x="108694" y="30773"/>
                    <a:pt x="101160" y="47448"/>
                    <a:pt x="101160" y="47448"/>
                  </a:cubicBezTo>
                  <a:cubicBezTo>
                    <a:pt x="108224" y="64572"/>
                    <a:pt x="115842" y="97505"/>
                    <a:pt x="119388" y="116458"/>
                  </a:cubicBezTo>
                  <a:lnTo>
                    <a:pt x="120000" y="119999"/>
                  </a:lnTo>
                  <a:lnTo>
                    <a:pt x="84908" y="119999"/>
                  </a:lnTo>
                  <a:lnTo>
                    <a:pt x="81530" y="112567"/>
                  </a:lnTo>
                  <a:cubicBezTo>
                    <a:pt x="74377" y="96803"/>
                    <a:pt x="68121" y="82927"/>
                    <a:pt x="68121" y="82927"/>
                  </a:cubicBezTo>
                  <a:cubicBezTo>
                    <a:pt x="63904" y="88196"/>
                    <a:pt x="29178" y="90655"/>
                    <a:pt x="29178" y="90655"/>
                  </a:cubicBezTo>
                  <a:cubicBezTo>
                    <a:pt x="31111" y="94080"/>
                    <a:pt x="32728" y="98647"/>
                    <a:pt x="34094" y="103823"/>
                  </a:cubicBezTo>
                  <a:lnTo>
                    <a:pt x="37377" y="119999"/>
                  </a:lnTo>
                  <a:lnTo>
                    <a:pt x="7167" y="119999"/>
                  </a:lnTo>
                  <a:lnTo>
                    <a:pt x="2466" y="99086"/>
                  </a:lnTo>
                  <a:cubicBezTo>
                    <a:pt x="-4140" y="65714"/>
                    <a:pt x="4153" y="42881"/>
                    <a:pt x="8371" y="38665"/>
                  </a:cubicBezTo>
                  <a:cubicBezTo>
                    <a:pt x="12448" y="34450"/>
                    <a:pt x="20462" y="13022"/>
                    <a:pt x="28335" y="6347"/>
                  </a:cubicBezTo>
                  <a:cubicBezTo>
                    <a:pt x="30303" y="4679"/>
                    <a:pt x="32693" y="2549"/>
                    <a:pt x="35171" y="293"/>
                  </a:cubicBezTo>
                  <a:lnTo>
                    <a:pt x="35488" y="0"/>
                  </a:ln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 name="Google Shape;41;p55"/>
            <p:cNvSpPr/>
            <p:nvPr/>
          </p:nvSpPr>
          <p:spPr>
            <a:xfrm>
              <a:off x="6896878" y="3286394"/>
              <a:ext cx="2513113" cy="727144"/>
            </a:xfrm>
            <a:custGeom>
              <a:avLst/>
              <a:gdLst/>
              <a:ahLst/>
              <a:cxnLst/>
              <a:rect l="l" t="t" r="r" b="b"/>
              <a:pathLst>
                <a:path w="120000" h="120000" extrusionOk="0">
                  <a:moveTo>
                    <a:pt x="46875" y="0"/>
                  </a:moveTo>
                  <a:lnTo>
                    <a:pt x="99623" y="0"/>
                  </a:lnTo>
                  <a:lnTo>
                    <a:pt x="100400" y="9685"/>
                  </a:lnTo>
                  <a:cubicBezTo>
                    <a:pt x="102714" y="34328"/>
                    <a:pt x="106437" y="48582"/>
                    <a:pt x="109461" y="55037"/>
                  </a:cubicBezTo>
                  <a:cubicBezTo>
                    <a:pt x="112916" y="62414"/>
                    <a:pt x="116879" y="73655"/>
                    <a:pt x="119522" y="109837"/>
                  </a:cubicBezTo>
                  <a:lnTo>
                    <a:pt x="120000" y="119999"/>
                  </a:lnTo>
                  <a:lnTo>
                    <a:pt x="67680" y="119999"/>
                  </a:lnTo>
                  <a:lnTo>
                    <a:pt x="72774" y="113482"/>
                  </a:lnTo>
                  <a:cubicBezTo>
                    <a:pt x="76127" y="109134"/>
                    <a:pt x="78770" y="105622"/>
                    <a:pt x="78770" y="105622"/>
                  </a:cubicBezTo>
                  <a:cubicBezTo>
                    <a:pt x="78770" y="105622"/>
                    <a:pt x="62916" y="44498"/>
                    <a:pt x="59969" y="37473"/>
                  </a:cubicBezTo>
                  <a:cubicBezTo>
                    <a:pt x="58546" y="33960"/>
                    <a:pt x="53922" y="20611"/>
                    <a:pt x="49654" y="8141"/>
                  </a:cubicBezTo>
                  <a:close/>
                  <a:moveTo>
                    <a:pt x="0" y="0"/>
                  </a:moveTo>
                  <a:lnTo>
                    <a:pt x="11329" y="0"/>
                  </a:lnTo>
                  <a:lnTo>
                    <a:pt x="11594" y="939"/>
                  </a:lnTo>
                  <a:cubicBezTo>
                    <a:pt x="12814" y="3750"/>
                    <a:pt x="17590" y="10424"/>
                    <a:pt x="17590" y="10424"/>
                  </a:cubicBezTo>
                  <a:cubicBezTo>
                    <a:pt x="18022" y="7658"/>
                    <a:pt x="18422" y="5237"/>
                    <a:pt x="18797" y="3102"/>
                  </a:cubicBezTo>
                  <a:lnTo>
                    <a:pt x="19380" y="0"/>
                  </a:lnTo>
                  <a:lnTo>
                    <a:pt x="37772" y="0"/>
                  </a:lnTo>
                  <a:lnTo>
                    <a:pt x="35625" y="9118"/>
                  </a:lnTo>
                  <a:cubicBezTo>
                    <a:pt x="34653" y="13204"/>
                    <a:pt x="33600" y="17592"/>
                    <a:pt x="32517" y="22060"/>
                  </a:cubicBezTo>
                  <a:lnTo>
                    <a:pt x="31947" y="24390"/>
                  </a:lnTo>
                  <a:lnTo>
                    <a:pt x="29232" y="35480"/>
                  </a:lnTo>
                  <a:cubicBezTo>
                    <a:pt x="25963" y="48692"/>
                    <a:pt x="22900" y="60613"/>
                    <a:pt x="21452" y="65224"/>
                  </a:cubicBezTo>
                  <a:cubicBezTo>
                    <a:pt x="17692" y="77168"/>
                    <a:pt x="14846" y="75411"/>
                    <a:pt x="12103" y="66629"/>
                  </a:cubicBezTo>
                  <a:cubicBezTo>
                    <a:pt x="10324" y="60921"/>
                    <a:pt x="5806" y="34904"/>
                    <a:pt x="2098" y="12678"/>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 name="Google Shape;42;p55"/>
            <p:cNvSpPr/>
            <p:nvPr/>
          </p:nvSpPr>
          <p:spPr>
            <a:xfrm>
              <a:off x="8125822" y="5467823"/>
              <a:ext cx="2385160" cy="727143"/>
            </a:xfrm>
            <a:custGeom>
              <a:avLst/>
              <a:gdLst/>
              <a:ahLst/>
              <a:cxnLst/>
              <a:rect l="l" t="t" r="r" b="b"/>
              <a:pathLst>
                <a:path w="120000" h="120000" extrusionOk="0">
                  <a:moveTo>
                    <a:pt x="91906" y="0"/>
                  </a:moveTo>
                  <a:lnTo>
                    <a:pt x="105217" y="0"/>
                  </a:lnTo>
                  <a:lnTo>
                    <a:pt x="105217" y="0"/>
                  </a:lnTo>
                  <a:cubicBezTo>
                    <a:pt x="106012" y="2827"/>
                    <a:pt x="106507" y="4517"/>
                    <a:pt x="106507" y="4517"/>
                  </a:cubicBezTo>
                  <a:cubicBezTo>
                    <a:pt x="106507" y="4517"/>
                    <a:pt x="106507" y="4517"/>
                    <a:pt x="107150" y="4517"/>
                  </a:cubicBezTo>
                  <a:cubicBezTo>
                    <a:pt x="107792" y="4517"/>
                    <a:pt x="108435" y="11894"/>
                    <a:pt x="109934" y="12597"/>
                  </a:cubicBezTo>
                  <a:cubicBezTo>
                    <a:pt x="111540" y="12948"/>
                    <a:pt x="113681" y="12597"/>
                    <a:pt x="118286" y="20676"/>
                  </a:cubicBezTo>
                  <a:cubicBezTo>
                    <a:pt x="122783" y="29107"/>
                    <a:pt x="117322" y="49481"/>
                    <a:pt x="114538" y="60371"/>
                  </a:cubicBezTo>
                  <a:cubicBezTo>
                    <a:pt x="111861" y="71261"/>
                    <a:pt x="114431" y="84259"/>
                    <a:pt x="109827" y="103579"/>
                  </a:cubicBezTo>
                  <a:cubicBezTo>
                    <a:pt x="105222" y="122900"/>
                    <a:pt x="100189" y="122900"/>
                    <a:pt x="98583" y="115171"/>
                  </a:cubicBezTo>
                  <a:cubicBezTo>
                    <a:pt x="96977" y="107092"/>
                    <a:pt x="100189" y="102877"/>
                    <a:pt x="101153" y="96905"/>
                  </a:cubicBezTo>
                  <a:cubicBezTo>
                    <a:pt x="102010" y="90582"/>
                    <a:pt x="102010" y="62479"/>
                    <a:pt x="102010" y="54048"/>
                  </a:cubicBezTo>
                  <a:cubicBezTo>
                    <a:pt x="102010" y="45969"/>
                    <a:pt x="99975" y="40699"/>
                    <a:pt x="99975" y="36484"/>
                  </a:cubicBezTo>
                  <a:cubicBezTo>
                    <a:pt x="99975" y="32269"/>
                    <a:pt x="98262" y="17164"/>
                    <a:pt x="95050" y="8381"/>
                  </a:cubicBezTo>
                  <a:cubicBezTo>
                    <a:pt x="94662" y="7284"/>
                    <a:pt x="94193" y="6005"/>
                    <a:pt x="93656" y="4575"/>
                  </a:cubicBezTo>
                  <a:close/>
                  <a:moveTo>
                    <a:pt x="16536" y="0"/>
                  </a:moveTo>
                  <a:lnTo>
                    <a:pt x="28710" y="0"/>
                  </a:lnTo>
                  <a:lnTo>
                    <a:pt x="28822" y="829"/>
                  </a:lnTo>
                  <a:cubicBezTo>
                    <a:pt x="29411" y="5922"/>
                    <a:pt x="29946" y="11016"/>
                    <a:pt x="30803" y="12597"/>
                  </a:cubicBezTo>
                  <a:cubicBezTo>
                    <a:pt x="32623" y="15758"/>
                    <a:pt x="33480" y="26648"/>
                    <a:pt x="37549" y="41753"/>
                  </a:cubicBezTo>
                  <a:cubicBezTo>
                    <a:pt x="41511" y="56858"/>
                    <a:pt x="36371" y="61425"/>
                    <a:pt x="25128" y="84258"/>
                  </a:cubicBezTo>
                  <a:cubicBezTo>
                    <a:pt x="13884" y="107092"/>
                    <a:pt x="1035" y="117982"/>
                    <a:pt x="178" y="106038"/>
                  </a:cubicBezTo>
                  <a:cubicBezTo>
                    <a:pt x="-570" y="94094"/>
                    <a:pt x="1035" y="86015"/>
                    <a:pt x="4997" y="79692"/>
                  </a:cubicBezTo>
                  <a:cubicBezTo>
                    <a:pt x="8959" y="73369"/>
                    <a:pt x="15919" y="30161"/>
                    <a:pt x="15919" y="30161"/>
                  </a:cubicBezTo>
                  <a:cubicBezTo>
                    <a:pt x="15919" y="30161"/>
                    <a:pt x="17204" y="23486"/>
                    <a:pt x="16561" y="16110"/>
                  </a:cubicBezTo>
                  <a:cubicBezTo>
                    <a:pt x="16240" y="12421"/>
                    <a:pt x="16267" y="7767"/>
                    <a:pt x="16374" y="4034"/>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 name="Google Shape;43;p55"/>
            <p:cNvSpPr/>
            <p:nvPr/>
          </p:nvSpPr>
          <p:spPr>
            <a:xfrm>
              <a:off x="7885553" y="4740680"/>
              <a:ext cx="2331607" cy="727143"/>
            </a:xfrm>
            <a:custGeom>
              <a:avLst/>
              <a:gdLst/>
              <a:ahLst/>
              <a:cxnLst/>
              <a:rect l="l" t="t" r="r" b="b"/>
              <a:pathLst>
                <a:path w="120000" h="120000" extrusionOk="0">
                  <a:moveTo>
                    <a:pt x="60570" y="0"/>
                  </a:moveTo>
                  <a:lnTo>
                    <a:pt x="87911" y="0"/>
                  </a:lnTo>
                  <a:lnTo>
                    <a:pt x="88535" y="4632"/>
                  </a:lnTo>
                  <a:cubicBezTo>
                    <a:pt x="88802" y="6876"/>
                    <a:pt x="88965" y="8594"/>
                    <a:pt x="89006" y="9648"/>
                  </a:cubicBezTo>
                  <a:cubicBezTo>
                    <a:pt x="89334" y="18078"/>
                    <a:pt x="90430" y="20186"/>
                    <a:pt x="90430" y="20186"/>
                  </a:cubicBezTo>
                  <a:cubicBezTo>
                    <a:pt x="99412" y="33184"/>
                    <a:pt x="106422" y="60232"/>
                    <a:pt x="109818" y="78850"/>
                  </a:cubicBezTo>
                  <a:cubicBezTo>
                    <a:pt x="111940" y="90487"/>
                    <a:pt x="115902" y="105416"/>
                    <a:pt x="118575" y="114977"/>
                  </a:cubicBezTo>
                  <a:lnTo>
                    <a:pt x="120000" y="119999"/>
                  </a:lnTo>
                  <a:lnTo>
                    <a:pt x="106383" y="119999"/>
                  </a:lnTo>
                  <a:lnTo>
                    <a:pt x="106330" y="119863"/>
                  </a:lnTo>
                  <a:cubicBezTo>
                    <a:pt x="102273" y="109653"/>
                    <a:pt x="96153" y="95097"/>
                    <a:pt x="90649" y="82715"/>
                  </a:cubicBezTo>
                  <a:cubicBezTo>
                    <a:pt x="83310" y="65853"/>
                    <a:pt x="86267" y="72527"/>
                    <a:pt x="81995" y="68663"/>
                  </a:cubicBezTo>
                  <a:cubicBezTo>
                    <a:pt x="77833" y="64448"/>
                    <a:pt x="76080" y="45478"/>
                    <a:pt x="74875" y="41263"/>
                  </a:cubicBezTo>
                  <a:cubicBezTo>
                    <a:pt x="73780" y="37399"/>
                    <a:pt x="72575" y="33535"/>
                    <a:pt x="72575" y="33535"/>
                  </a:cubicBezTo>
                  <a:cubicBezTo>
                    <a:pt x="70480" y="27870"/>
                    <a:pt x="66429" y="16525"/>
                    <a:pt x="62183" y="4556"/>
                  </a:cubicBezTo>
                  <a:close/>
                  <a:moveTo>
                    <a:pt x="0" y="0"/>
                  </a:moveTo>
                  <a:lnTo>
                    <a:pt x="23537" y="0"/>
                  </a:lnTo>
                  <a:lnTo>
                    <a:pt x="23639" y="646"/>
                  </a:lnTo>
                  <a:cubicBezTo>
                    <a:pt x="25090" y="12370"/>
                    <a:pt x="25967" y="24402"/>
                    <a:pt x="26679" y="32481"/>
                  </a:cubicBezTo>
                  <a:cubicBezTo>
                    <a:pt x="28212" y="48640"/>
                    <a:pt x="38837" y="109763"/>
                    <a:pt x="38837" y="109763"/>
                  </a:cubicBezTo>
                  <a:cubicBezTo>
                    <a:pt x="38837" y="109763"/>
                    <a:pt x="38837" y="109763"/>
                    <a:pt x="39495" y="109061"/>
                  </a:cubicBezTo>
                  <a:cubicBezTo>
                    <a:pt x="40042" y="109851"/>
                    <a:pt x="40480" y="111520"/>
                    <a:pt x="40857" y="113627"/>
                  </a:cubicBezTo>
                  <a:lnTo>
                    <a:pt x="41735" y="120000"/>
                  </a:lnTo>
                  <a:lnTo>
                    <a:pt x="29282" y="120000"/>
                  </a:lnTo>
                  <a:lnTo>
                    <a:pt x="29308" y="119363"/>
                  </a:lnTo>
                  <a:cubicBezTo>
                    <a:pt x="29369" y="118194"/>
                    <a:pt x="29417" y="117492"/>
                    <a:pt x="29417" y="117492"/>
                  </a:cubicBezTo>
                  <a:cubicBezTo>
                    <a:pt x="29417" y="117492"/>
                    <a:pt x="19887" y="77797"/>
                    <a:pt x="13753" y="56368"/>
                  </a:cubicBezTo>
                  <a:cubicBezTo>
                    <a:pt x="9071" y="40561"/>
                    <a:pt x="4573" y="23765"/>
                    <a:pt x="398" y="2276"/>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d-of-Module">
  <p:cSld name="End-of-Module">
    <p:spTree>
      <p:nvGrpSpPr>
        <p:cNvPr id="1" name="Shape 44"/>
        <p:cNvGrpSpPr/>
        <p:nvPr/>
      </p:nvGrpSpPr>
      <p:grpSpPr>
        <a:xfrm>
          <a:off x="0" y="0"/>
          <a:ext cx="0" cy="0"/>
          <a:chOff x="0" y="0"/>
          <a:chExt cx="0" cy="0"/>
        </a:xfrm>
      </p:grpSpPr>
      <p:pic>
        <p:nvPicPr>
          <p:cNvPr id="45" name="Google Shape;45;p56"/>
          <p:cNvPicPr preferRelativeResize="0"/>
          <p:nvPr/>
        </p:nvPicPr>
        <p:blipFill rotWithShape="1">
          <a:blip r:embed="rId2">
            <a:alphaModFix/>
          </a:blip>
          <a:srcRect/>
          <a:stretch/>
        </p:blipFill>
        <p:spPr>
          <a:xfrm flipH="1">
            <a:off x="-3134" y="1286"/>
            <a:ext cx="12191112" cy="6851405"/>
          </a:xfrm>
          <a:prstGeom prst="rect">
            <a:avLst/>
          </a:prstGeom>
          <a:noFill/>
          <a:ln>
            <a:noFill/>
          </a:ln>
        </p:spPr>
      </p:pic>
      <p:sp>
        <p:nvSpPr>
          <p:cNvPr id="46" name="Google Shape;46;p56"/>
          <p:cNvSpPr/>
          <p:nvPr/>
        </p:nvSpPr>
        <p:spPr>
          <a:xfrm>
            <a:off x="-3134" y="0"/>
            <a:ext cx="12195134" cy="293863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7" name="Google Shape;47;p56"/>
          <p:cNvPicPr preferRelativeResize="0"/>
          <p:nvPr/>
        </p:nvPicPr>
        <p:blipFill rotWithShape="1">
          <a:blip r:embed="rId3">
            <a:alphaModFix/>
          </a:blip>
          <a:srcRect l="16785" t="2226" r="50449" b="83699"/>
          <a:stretch/>
        </p:blipFill>
        <p:spPr>
          <a:xfrm>
            <a:off x="320948" y="207543"/>
            <a:ext cx="3992881" cy="963777"/>
          </a:xfrm>
          <a:prstGeom prst="rect">
            <a:avLst/>
          </a:prstGeom>
          <a:noFill/>
          <a:ln>
            <a:noFill/>
          </a:ln>
        </p:spPr>
      </p:pic>
      <p:sp>
        <p:nvSpPr>
          <p:cNvPr id="48" name="Google Shape;48;p56"/>
          <p:cNvSpPr/>
          <p:nvPr/>
        </p:nvSpPr>
        <p:spPr>
          <a:xfrm>
            <a:off x="0" y="1447588"/>
            <a:ext cx="12192000" cy="1491049"/>
          </a:xfrm>
          <a:prstGeom prst="rect">
            <a:avLst/>
          </a:prstGeom>
          <a:solidFill>
            <a:srgbClr val="F2F2F2">
              <a:alpha val="44313"/>
            </a:srgbClr>
          </a:solid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 name="Google Shape;49;p56"/>
          <p:cNvSpPr/>
          <p:nvPr/>
        </p:nvSpPr>
        <p:spPr>
          <a:xfrm>
            <a:off x="12075283" y="1449583"/>
            <a:ext cx="116718" cy="1489054"/>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
        <p:nvSpPr>
          <p:cNvPr id="50" name="Google Shape;50;p56"/>
          <p:cNvSpPr txBox="1"/>
          <p:nvPr/>
        </p:nvSpPr>
        <p:spPr>
          <a:xfrm>
            <a:off x="571924" y="1713956"/>
            <a:ext cx="11192183" cy="707886"/>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 sz="3200" b="0" i="0" u="none" strike="noStrike" cap="none">
                <a:solidFill>
                  <a:schemeClr val="dk1"/>
                </a:solidFill>
                <a:latin typeface="Arial"/>
                <a:ea typeface="Arial"/>
                <a:cs typeface="Arial"/>
                <a:sym typeface="Arial"/>
              </a:rPr>
              <a:t>End of Module</a:t>
            </a:r>
            <a:endParaRPr/>
          </a:p>
        </p:txBody>
      </p:sp>
      <p:sp>
        <p:nvSpPr>
          <p:cNvPr id="51" name="Google Shape;51;p56"/>
          <p:cNvSpPr txBox="1">
            <a:spLocks noGrp="1"/>
          </p:cNvSpPr>
          <p:nvPr>
            <p:ph type="body" idx="1"/>
          </p:nvPr>
        </p:nvSpPr>
        <p:spPr>
          <a:xfrm>
            <a:off x="571925" y="2422525"/>
            <a:ext cx="11192181" cy="40005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inition">
  <p:cSld name="Definition">
    <p:spTree>
      <p:nvGrpSpPr>
        <p:cNvPr id="1" name="Shape 52"/>
        <p:cNvGrpSpPr/>
        <p:nvPr/>
      </p:nvGrpSpPr>
      <p:grpSpPr>
        <a:xfrm>
          <a:off x="0" y="0"/>
          <a:ext cx="0" cy="0"/>
          <a:chOff x="0" y="0"/>
          <a:chExt cx="0" cy="0"/>
        </a:xfrm>
      </p:grpSpPr>
      <p:sp>
        <p:nvSpPr>
          <p:cNvPr id="53" name="Google Shape;53;p57"/>
          <p:cNvSpPr>
            <a:spLocks noGrp="1"/>
          </p:cNvSpPr>
          <p:nvPr>
            <p:ph type="pic" idx="2"/>
          </p:nvPr>
        </p:nvSpPr>
        <p:spPr>
          <a:xfrm>
            <a:off x="0" y="1450975"/>
            <a:ext cx="12192000" cy="2822575"/>
          </a:xfrm>
          <a:prstGeom prst="rect">
            <a:avLst/>
          </a:prstGeom>
          <a:noFill/>
          <a:ln>
            <a:noFill/>
          </a:ln>
        </p:spPr>
      </p:sp>
      <p:sp>
        <p:nvSpPr>
          <p:cNvPr id="54" name="Google Shape;54;p57"/>
          <p:cNvSpPr txBox="1">
            <a:spLocks noGrp="1"/>
          </p:cNvSpPr>
          <p:nvPr>
            <p:ph type="body" idx="1"/>
          </p:nvPr>
        </p:nvSpPr>
        <p:spPr>
          <a:xfrm>
            <a:off x="2207738" y="4565682"/>
            <a:ext cx="7375007" cy="8749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800"/>
              <a:buFont typeface="Arial"/>
              <a:buNone/>
              <a:defRPr sz="1800" b="0" i="1"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800"/>
              <a:buFont typeface="Arial"/>
              <a:buNone/>
              <a:defRPr sz="1800" b="0" i="1"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57"/>
          <p:cNvSpPr txBox="1">
            <a:spLocks noGrp="1"/>
          </p:cNvSpPr>
          <p:nvPr>
            <p:ph type="body" idx="3"/>
          </p:nvPr>
        </p:nvSpPr>
        <p:spPr>
          <a:xfrm>
            <a:off x="207963" y="6206597"/>
            <a:ext cx="11622793"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900"/>
              <a:buFont typeface="Arial"/>
              <a:buNone/>
              <a:defRPr sz="900" b="0" i="1"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 name="Google Shape;56;p57"/>
          <p:cNvSpPr txBox="1">
            <a:spLocks noGrp="1"/>
          </p:cNvSpPr>
          <p:nvPr>
            <p:ph type="body" idx="4"/>
          </p:nvPr>
        </p:nvSpPr>
        <p:spPr>
          <a:xfrm>
            <a:off x="8522430" y="3132903"/>
            <a:ext cx="3308326" cy="457200"/>
          </a:xfrm>
          <a:prstGeom prst="rect">
            <a:avLst/>
          </a:prstGeom>
          <a:solidFill>
            <a:srgbClr val="7F7F7F">
              <a:alpha val="57647"/>
            </a:srgbClr>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7" name="Google Shape;57;p57"/>
          <p:cNvSpPr txBox="1">
            <a:spLocks noGrp="1"/>
          </p:cNvSpPr>
          <p:nvPr>
            <p:ph type="body" idx="5"/>
          </p:nvPr>
        </p:nvSpPr>
        <p:spPr>
          <a:xfrm>
            <a:off x="8522429" y="3590102"/>
            <a:ext cx="3308327" cy="544575"/>
          </a:xfrm>
          <a:prstGeom prst="rect">
            <a:avLst/>
          </a:prstGeom>
          <a:solidFill>
            <a:srgbClr val="7F7F7F">
              <a:alpha val="57647"/>
            </a:srgbClr>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8" name="Google Shape;58;p57"/>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59" name="Google Shape;59;p5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rGraph-Infographic">
  <p:cSld name="BarGraph-Infographic">
    <p:spTree>
      <p:nvGrpSpPr>
        <p:cNvPr id="1" name="Shape 60"/>
        <p:cNvGrpSpPr/>
        <p:nvPr/>
      </p:nvGrpSpPr>
      <p:grpSpPr>
        <a:xfrm>
          <a:off x="0" y="0"/>
          <a:ext cx="0" cy="0"/>
          <a:chOff x="0" y="0"/>
          <a:chExt cx="0" cy="0"/>
        </a:xfrm>
      </p:grpSpPr>
      <p:sp>
        <p:nvSpPr>
          <p:cNvPr id="61" name="Google Shape;61;p5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 name="Google Shape;62;p58"/>
          <p:cNvSpPr/>
          <p:nvPr/>
        </p:nvSpPr>
        <p:spPr>
          <a:xfrm>
            <a:off x="2941313" y="1605063"/>
            <a:ext cx="508000" cy="3149600"/>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nvGrpSpPr>
          <p:cNvPr id="63" name="Google Shape;63;p58"/>
          <p:cNvGrpSpPr/>
          <p:nvPr/>
        </p:nvGrpSpPr>
        <p:grpSpPr>
          <a:xfrm>
            <a:off x="638049" y="4989635"/>
            <a:ext cx="4348480" cy="128151"/>
            <a:chOff x="4800600" y="3954464"/>
            <a:chExt cx="3261360" cy="96113"/>
          </a:xfrm>
        </p:grpSpPr>
        <p:cxnSp>
          <p:nvCxnSpPr>
            <p:cNvPr id="64" name="Google Shape;64;p58"/>
            <p:cNvCxnSpPr/>
            <p:nvPr/>
          </p:nvCxnSpPr>
          <p:spPr>
            <a:xfrm>
              <a:off x="4800600" y="4004857"/>
              <a:ext cx="3261360" cy="1587"/>
            </a:xfrm>
            <a:prstGeom prst="straightConnector1">
              <a:avLst/>
            </a:prstGeom>
            <a:noFill/>
            <a:ln w="12700" cap="flat" cmpd="sng">
              <a:solidFill>
                <a:srgbClr val="CCCCCA"/>
              </a:solidFill>
              <a:prstDash val="dot"/>
              <a:miter lim="8000"/>
              <a:headEnd type="oval" w="med" len="med"/>
              <a:tailEnd type="oval" w="med" len="med"/>
            </a:ln>
          </p:spPr>
        </p:cxnSp>
        <p:sp>
          <p:nvSpPr>
            <p:cNvPr id="65" name="Google Shape;65;p58"/>
            <p:cNvSpPr/>
            <p:nvPr/>
          </p:nvSpPr>
          <p:spPr>
            <a:xfrm>
              <a:off x="4943044" y="3954464"/>
              <a:ext cx="96113"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66" name="Google Shape;66;p58"/>
            <p:cNvSpPr/>
            <p:nvPr/>
          </p:nvSpPr>
          <p:spPr>
            <a:xfrm>
              <a:off x="5519116" y="3954464"/>
              <a:ext cx="96113"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67" name="Google Shape;67;p58"/>
            <p:cNvSpPr/>
            <p:nvPr/>
          </p:nvSpPr>
          <p:spPr>
            <a:xfrm>
              <a:off x="6095187" y="3954464"/>
              <a:ext cx="96113" cy="96113"/>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68" name="Google Shape;68;p58"/>
            <p:cNvSpPr/>
            <p:nvPr/>
          </p:nvSpPr>
          <p:spPr>
            <a:xfrm>
              <a:off x="6671260" y="3954464"/>
              <a:ext cx="96113" cy="96113"/>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69" name="Google Shape;69;p58"/>
            <p:cNvSpPr/>
            <p:nvPr/>
          </p:nvSpPr>
          <p:spPr>
            <a:xfrm>
              <a:off x="7247332" y="3954464"/>
              <a:ext cx="96113"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70" name="Google Shape;70;p58"/>
            <p:cNvSpPr/>
            <p:nvPr/>
          </p:nvSpPr>
          <p:spPr>
            <a:xfrm>
              <a:off x="7823403" y="3954464"/>
              <a:ext cx="96113"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grpSp>
      <p:sp>
        <p:nvSpPr>
          <p:cNvPr id="71" name="Google Shape;71;p58"/>
          <p:cNvSpPr/>
          <p:nvPr/>
        </p:nvSpPr>
        <p:spPr>
          <a:xfrm>
            <a:off x="638050" y="3685578"/>
            <a:ext cx="508000" cy="1069084"/>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72" name="Google Shape;72;p58"/>
          <p:cNvSpPr/>
          <p:nvPr/>
        </p:nvSpPr>
        <p:spPr>
          <a:xfrm>
            <a:off x="1406149" y="2824264"/>
            <a:ext cx="508000" cy="1930399"/>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73" name="Google Shape;73;p58"/>
          <p:cNvSpPr/>
          <p:nvPr/>
        </p:nvSpPr>
        <p:spPr>
          <a:xfrm>
            <a:off x="2174244" y="2417864"/>
            <a:ext cx="508000" cy="2336800"/>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74" name="Google Shape;74;p58"/>
          <p:cNvSpPr/>
          <p:nvPr/>
        </p:nvSpPr>
        <p:spPr>
          <a:xfrm>
            <a:off x="3710437" y="3266700"/>
            <a:ext cx="508000" cy="1487964"/>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75" name="Google Shape;75;p58"/>
          <p:cNvSpPr/>
          <p:nvPr/>
        </p:nvSpPr>
        <p:spPr>
          <a:xfrm>
            <a:off x="4478532" y="2824264"/>
            <a:ext cx="508000" cy="1930399"/>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nvGrpSpPr>
          <p:cNvPr id="76" name="Google Shape;76;p58"/>
          <p:cNvGrpSpPr/>
          <p:nvPr/>
        </p:nvGrpSpPr>
        <p:grpSpPr>
          <a:xfrm>
            <a:off x="8797949" y="3162820"/>
            <a:ext cx="616688" cy="616688"/>
            <a:chOff x="8998834" y="3241078"/>
            <a:chExt cx="616688" cy="616688"/>
          </a:xfrm>
        </p:grpSpPr>
        <p:sp>
          <p:nvSpPr>
            <p:cNvPr id="77" name="Google Shape;77;p58"/>
            <p:cNvSpPr/>
            <p:nvPr/>
          </p:nvSpPr>
          <p:spPr>
            <a:xfrm>
              <a:off x="8998834" y="3241078"/>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 name="Google Shape;78;p58"/>
            <p:cNvSpPr/>
            <p:nvPr/>
          </p:nvSpPr>
          <p:spPr>
            <a:xfrm>
              <a:off x="9167514" y="3404228"/>
              <a:ext cx="279327" cy="279327"/>
            </a:xfrm>
            <a:custGeom>
              <a:avLst/>
              <a:gdLst/>
              <a:ahLst/>
              <a:cxnLst/>
              <a:rect l="l" t="t" r="r" b="b"/>
              <a:pathLst>
                <a:path w="120000" h="120000" extrusionOk="0">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8"/>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24188" y="98183"/>
                  </a:moveTo>
                  <a:lnTo>
                    <a:pt x="40938" y="73050"/>
                  </a:lnTo>
                  <a:lnTo>
                    <a:pt x="49305" y="85594"/>
                  </a:lnTo>
                  <a:cubicBezTo>
                    <a:pt x="49716" y="86577"/>
                    <a:pt x="50683" y="87272"/>
                    <a:pt x="51816" y="87272"/>
                  </a:cubicBezTo>
                  <a:cubicBezTo>
                    <a:pt x="52572" y="87272"/>
                    <a:pt x="53255" y="86972"/>
                    <a:pt x="53744" y="86472"/>
                  </a:cubicBezTo>
                  <a:lnTo>
                    <a:pt x="62211" y="78011"/>
                  </a:lnTo>
                  <a:lnTo>
                    <a:pt x="74311" y="98183"/>
                  </a:lnTo>
                  <a:cubicBezTo>
                    <a:pt x="74311" y="98183"/>
                    <a:pt x="24188" y="98183"/>
                    <a:pt x="24188" y="98183"/>
                  </a:cubicBezTo>
                  <a:close/>
                  <a:moveTo>
                    <a:pt x="81622" y="99900"/>
                  </a:moveTo>
                  <a:lnTo>
                    <a:pt x="81611" y="99872"/>
                  </a:lnTo>
                  <a:cubicBezTo>
                    <a:pt x="81583" y="99816"/>
                    <a:pt x="81538" y="99772"/>
                    <a:pt x="81516" y="99716"/>
                  </a:cubicBezTo>
                  <a:lnTo>
                    <a:pt x="65261" y="72627"/>
                  </a:lnTo>
                  <a:lnTo>
                    <a:pt x="65250" y="72627"/>
                  </a:lnTo>
                  <a:cubicBezTo>
                    <a:pt x="64850" y="71622"/>
                    <a:pt x="63877" y="70911"/>
                    <a:pt x="62727" y="70911"/>
                  </a:cubicBezTo>
                  <a:cubicBezTo>
                    <a:pt x="61972" y="70911"/>
                    <a:pt x="61294" y="71216"/>
                    <a:pt x="60800" y="71711"/>
                  </a:cubicBezTo>
                  <a:lnTo>
                    <a:pt x="52205" y="80300"/>
                  </a:lnTo>
                  <a:lnTo>
                    <a:pt x="43422" y="67133"/>
                  </a:lnTo>
                  <a:cubicBezTo>
                    <a:pt x="43011" y="66150"/>
                    <a:pt x="42044" y="65455"/>
                    <a:pt x="40911" y="65455"/>
                  </a:cubicBezTo>
                  <a:cubicBezTo>
                    <a:pt x="39961" y="65455"/>
                    <a:pt x="39172" y="65966"/>
                    <a:pt x="38683" y="66700"/>
                  </a:cubicBezTo>
                  <a:lnTo>
                    <a:pt x="38638" y="66666"/>
                  </a:lnTo>
                  <a:lnTo>
                    <a:pt x="16822" y="99394"/>
                  </a:lnTo>
                  <a:lnTo>
                    <a:pt x="16866" y="99427"/>
                  </a:lnTo>
                  <a:cubicBezTo>
                    <a:pt x="16572" y="99855"/>
                    <a:pt x="16361" y="100350"/>
                    <a:pt x="16361" y="100911"/>
                  </a:cubicBezTo>
                  <a:cubicBezTo>
                    <a:pt x="16361" y="102416"/>
                    <a:pt x="17583" y="103638"/>
                    <a:pt x="19088" y="103638"/>
                  </a:cubicBezTo>
                  <a:lnTo>
                    <a:pt x="79088" y="103638"/>
                  </a:lnTo>
                  <a:cubicBezTo>
                    <a:pt x="80600" y="103638"/>
                    <a:pt x="81816" y="102416"/>
                    <a:pt x="81816" y="100911"/>
                  </a:cubicBezTo>
                  <a:cubicBezTo>
                    <a:pt x="81816" y="100550"/>
                    <a:pt x="81738" y="100216"/>
                    <a:pt x="81616" y="99905"/>
                  </a:cubicBezTo>
                  <a:cubicBezTo>
                    <a:pt x="81616" y="99905"/>
                    <a:pt x="81622" y="99900"/>
                    <a:pt x="81622" y="99900"/>
                  </a:cubicBezTo>
                  <a:close/>
                  <a:moveTo>
                    <a:pt x="27272" y="43638"/>
                  </a:moveTo>
                  <a:cubicBezTo>
                    <a:pt x="30283" y="43638"/>
                    <a:pt x="32727" y="46083"/>
                    <a:pt x="32727" y="49088"/>
                  </a:cubicBezTo>
                  <a:cubicBezTo>
                    <a:pt x="32727" y="52105"/>
                    <a:pt x="30283" y="54544"/>
                    <a:pt x="27272" y="54544"/>
                  </a:cubicBezTo>
                  <a:cubicBezTo>
                    <a:pt x="24261" y="54544"/>
                    <a:pt x="21816" y="52105"/>
                    <a:pt x="21816" y="49088"/>
                  </a:cubicBezTo>
                  <a:cubicBezTo>
                    <a:pt x="21816" y="46083"/>
                    <a:pt x="24261" y="43638"/>
                    <a:pt x="27272" y="43638"/>
                  </a:cubicBezTo>
                  <a:moveTo>
                    <a:pt x="27272" y="60000"/>
                  </a:moveTo>
                  <a:cubicBezTo>
                    <a:pt x="33300" y="60000"/>
                    <a:pt x="38183" y="55116"/>
                    <a:pt x="38183" y="49088"/>
                  </a:cubicBezTo>
                  <a:cubicBezTo>
                    <a:pt x="38183" y="43066"/>
                    <a:pt x="33300" y="38183"/>
                    <a:pt x="27272" y="38183"/>
                  </a:cubicBezTo>
                  <a:cubicBezTo>
                    <a:pt x="21250" y="38183"/>
                    <a:pt x="16361" y="43066"/>
                    <a:pt x="16361" y="49088"/>
                  </a:cubicBezTo>
                  <a:cubicBezTo>
                    <a:pt x="16361" y="55116"/>
                    <a:pt x="21250" y="60000"/>
                    <a:pt x="27272" y="60000"/>
                  </a:cubicBezTo>
                  <a:moveTo>
                    <a:pt x="92727" y="109088"/>
                  </a:moveTo>
                  <a:cubicBezTo>
                    <a:pt x="92727" y="112105"/>
                    <a:pt x="90283" y="114550"/>
                    <a:pt x="87272" y="114550"/>
                  </a:cubicBezTo>
                  <a:lnTo>
                    <a:pt x="10911" y="114550"/>
                  </a:lnTo>
                  <a:cubicBezTo>
                    <a:pt x="7900" y="114550"/>
                    <a:pt x="5455" y="112105"/>
                    <a:pt x="5455" y="109088"/>
                  </a:cubicBezTo>
                  <a:lnTo>
                    <a:pt x="5455" y="32727"/>
                  </a:lnTo>
                  <a:cubicBezTo>
                    <a:pt x="5455" y="29716"/>
                    <a:pt x="7900" y="27272"/>
                    <a:pt x="10911" y="27272"/>
                  </a:cubicBezTo>
                  <a:lnTo>
                    <a:pt x="87272" y="27272"/>
                  </a:lnTo>
                  <a:cubicBezTo>
                    <a:pt x="90283" y="27272"/>
                    <a:pt x="92727" y="29716"/>
                    <a:pt x="92727" y="32727"/>
                  </a:cubicBezTo>
                  <a:cubicBezTo>
                    <a:pt x="92727" y="32727"/>
                    <a:pt x="92727" y="109088"/>
                    <a:pt x="92727" y="109088"/>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79" name="Google Shape;79;p58"/>
          <p:cNvGrpSpPr/>
          <p:nvPr/>
        </p:nvGrpSpPr>
        <p:grpSpPr>
          <a:xfrm>
            <a:off x="8754275" y="1601639"/>
            <a:ext cx="616688" cy="616688"/>
            <a:chOff x="8998834" y="2145924"/>
            <a:chExt cx="616688" cy="616688"/>
          </a:xfrm>
        </p:grpSpPr>
        <p:sp>
          <p:nvSpPr>
            <p:cNvPr id="80" name="Google Shape;80;p58"/>
            <p:cNvSpPr/>
            <p:nvPr/>
          </p:nvSpPr>
          <p:spPr>
            <a:xfrm>
              <a:off x="8998834" y="2145924"/>
              <a:ext cx="616688" cy="616688"/>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 name="Google Shape;81;p58"/>
            <p:cNvSpPr/>
            <p:nvPr/>
          </p:nvSpPr>
          <p:spPr>
            <a:xfrm>
              <a:off x="9167514" y="2308301"/>
              <a:ext cx="279327" cy="272980"/>
            </a:xfrm>
            <a:custGeom>
              <a:avLst/>
              <a:gdLst/>
              <a:ahLst/>
              <a:cxnLst/>
              <a:rect l="l" t="t" r="r" b="b"/>
              <a:pathLst>
                <a:path w="120000" h="120000" extrusionOk="0">
                  <a:moveTo>
                    <a:pt x="41833" y="23623"/>
                  </a:moveTo>
                  <a:lnTo>
                    <a:pt x="37111" y="20832"/>
                  </a:lnTo>
                  <a:lnTo>
                    <a:pt x="34383" y="25667"/>
                  </a:lnTo>
                  <a:lnTo>
                    <a:pt x="39111" y="28459"/>
                  </a:lnTo>
                  <a:cubicBezTo>
                    <a:pt x="39111" y="28459"/>
                    <a:pt x="41833" y="23623"/>
                    <a:pt x="41833" y="23623"/>
                  </a:cubicBezTo>
                  <a:close/>
                  <a:moveTo>
                    <a:pt x="47288" y="13953"/>
                  </a:moveTo>
                  <a:lnTo>
                    <a:pt x="42566" y="11167"/>
                  </a:lnTo>
                  <a:lnTo>
                    <a:pt x="39838" y="16002"/>
                  </a:lnTo>
                  <a:lnTo>
                    <a:pt x="44561" y="18794"/>
                  </a:lnTo>
                  <a:cubicBezTo>
                    <a:pt x="44561" y="18794"/>
                    <a:pt x="47288" y="13953"/>
                    <a:pt x="47288" y="13953"/>
                  </a:cubicBezTo>
                  <a:close/>
                  <a:moveTo>
                    <a:pt x="114544" y="47439"/>
                  </a:moveTo>
                  <a:lnTo>
                    <a:pt x="5455" y="47439"/>
                  </a:lnTo>
                  <a:lnTo>
                    <a:pt x="5455" y="36277"/>
                  </a:lnTo>
                  <a:lnTo>
                    <a:pt x="114544" y="36277"/>
                  </a:lnTo>
                  <a:cubicBezTo>
                    <a:pt x="114544" y="36277"/>
                    <a:pt x="114544" y="47439"/>
                    <a:pt x="114544" y="47439"/>
                  </a:cubicBezTo>
                  <a:close/>
                  <a:moveTo>
                    <a:pt x="103638" y="114416"/>
                  </a:moveTo>
                  <a:lnTo>
                    <a:pt x="16361" y="114416"/>
                  </a:lnTo>
                  <a:lnTo>
                    <a:pt x="16361" y="53023"/>
                  </a:lnTo>
                  <a:lnTo>
                    <a:pt x="103638" y="53023"/>
                  </a:lnTo>
                  <a:cubicBezTo>
                    <a:pt x="103638" y="53023"/>
                    <a:pt x="103638" y="114416"/>
                    <a:pt x="103638" y="114416"/>
                  </a:cubicBezTo>
                  <a:close/>
                  <a:moveTo>
                    <a:pt x="37838" y="8375"/>
                  </a:moveTo>
                  <a:cubicBezTo>
                    <a:pt x="39350" y="5707"/>
                    <a:pt x="42683" y="4790"/>
                    <a:pt x="45294" y="6332"/>
                  </a:cubicBezTo>
                  <a:lnTo>
                    <a:pt x="54744" y="11916"/>
                  </a:lnTo>
                  <a:lnTo>
                    <a:pt x="44144" y="30699"/>
                  </a:lnTo>
                  <a:lnTo>
                    <a:pt x="31994" y="30699"/>
                  </a:lnTo>
                  <a:lnTo>
                    <a:pt x="31655" y="30502"/>
                  </a:lnTo>
                  <a:lnTo>
                    <a:pt x="31544" y="30699"/>
                  </a:lnTo>
                  <a:lnTo>
                    <a:pt x="25250" y="30699"/>
                  </a:lnTo>
                  <a:cubicBezTo>
                    <a:pt x="25250" y="30699"/>
                    <a:pt x="37838" y="8375"/>
                    <a:pt x="37838" y="8375"/>
                  </a:cubicBezTo>
                  <a:close/>
                  <a:moveTo>
                    <a:pt x="86538" y="30699"/>
                  </a:moveTo>
                  <a:lnTo>
                    <a:pt x="50438" y="30699"/>
                  </a:lnTo>
                  <a:lnTo>
                    <a:pt x="59466" y="14702"/>
                  </a:lnTo>
                  <a:cubicBezTo>
                    <a:pt x="59466" y="14702"/>
                    <a:pt x="86538" y="30699"/>
                    <a:pt x="86538" y="30699"/>
                  </a:cubicBezTo>
                  <a:close/>
                  <a:moveTo>
                    <a:pt x="88500" y="15529"/>
                  </a:moveTo>
                  <a:cubicBezTo>
                    <a:pt x="91411" y="14730"/>
                    <a:pt x="94394" y="16497"/>
                    <a:pt x="95177" y="19475"/>
                  </a:cubicBezTo>
                  <a:lnTo>
                    <a:pt x="98116" y="30699"/>
                  </a:lnTo>
                  <a:lnTo>
                    <a:pt x="97444" y="30699"/>
                  </a:lnTo>
                  <a:lnTo>
                    <a:pt x="90438" y="26556"/>
                  </a:lnTo>
                  <a:lnTo>
                    <a:pt x="91322" y="26308"/>
                  </a:lnTo>
                  <a:lnTo>
                    <a:pt x="89911" y="20916"/>
                  </a:lnTo>
                  <a:lnTo>
                    <a:pt x="84644" y="22363"/>
                  </a:lnTo>
                  <a:lnTo>
                    <a:pt x="84883" y="23275"/>
                  </a:lnTo>
                  <a:lnTo>
                    <a:pt x="78200" y="19329"/>
                  </a:lnTo>
                  <a:lnTo>
                    <a:pt x="77961" y="18417"/>
                  </a:lnTo>
                  <a:cubicBezTo>
                    <a:pt x="77961" y="18417"/>
                    <a:pt x="88500" y="15529"/>
                    <a:pt x="88500" y="15529"/>
                  </a:cubicBezTo>
                  <a:close/>
                  <a:moveTo>
                    <a:pt x="114544" y="30699"/>
                  </a:moveTo>
                  <a:lnTo>
                    <a:pt x="103766" y="30699"/>
                  </a:lnTo>
                  <a:lnTo>
                    <a:pt x="100450" y="18028"/>
                  </a:lnTo>
                  <a:cubicBezTo>
                    <a:pt x="98888" y="12073"/>
                    <a:pt x="92911" y="8544"/>
                    <a:pt x="87088" y="10137"/>
                  </a:cubicBezTo>
                  <a:lnTo>
                    <a:pt x="70394" y="14719"/>
                  </a:lnTo>
                  <a:lnTo>
                    <a:pt x="48022" y="1497"/>
                  </a:lnTo>
                  <a:cubicBezTo>
                    <a:pt x="42800" y="-1581"/>
                    <a:pt x="36133" y="247"/>
                    <a:pt x="33116" y="5583"/>
                  </a:cubicBezTo>
                  <a:lnTo>
                    <a:pt x="18944" y="30699"/>
                  </a:lnTo>
                  <a:lnTo>
                    <a:pt x="5455" y="30699"/>
                  </a:lnTo>
                  <a:cubicBezTo>
                    <a:pt x="2444" y="30699"/>
                    <a:pt x="0" y="33198"/>
                    <a:pt x="0" y="36277"/>
                  </a:cubicBezTo>
                  <a:lnTo>
                    <a:pt x="0" y="47439"/>
                  </a:lnTo>
                  <a:cubicBezTo>
                    <a:pt x="0" y="50529"/>
                    <a:pt x="2444" y="53023"/>
                    <a:pt x="5455" y="53023"/>
                  </a:cubicBezTo>
                  <a:lnTo>
                    <a:pt x="10911" y="53023"/>
                  </a:lnTo>
                  <a:lnTo>
                    <a:pt x="10911" y="114416"/>
                  </a:lnTo>
                  <a:cubicBezTo>
                    <a:pt x="10911" y="117500"/>
                    <a:pt x="13350" y="120000"/>
                    <a:pt x="16361" y="120000"/>
                  </a:cubicBezTo>
                  <a:lnTo>
                    <a:pt x="103638" y="120000"/>
                  </a:lnTo>
                  <a:cubicBezTo>
                    <a:pt x="106650" y="120000"/>
                    <a:pt x="109088" y="117500"/>
                    <a:pt x="109088" y="114416"/>
                  </a:cubicBezTo>
                  <a:lnTo>
                    <a:pt x="109088" y="53023"/>
                  </a:lnTo>
                  <a:lnTo>
                    <a:pt x="114544" y="53023"/>
                  </a:lnTo>
                  <a:cubicBezTo>
                    <a:pt x="117555" y="53023"/>
                    <a:pt x="120000" y="50529"/>
                    <a:pt x="120000" y="47439"/>
                  </a:cubicBezTo>
                  <a:lnTo>
                    <a:pt x="120000" y="36277"/>
                  </a:lnTo>
                  <a:cubicBezTo>
                    <a:pt x="120000" y="33198"/>
                    <a:pt x="117555" y="30699"/>
                    <a:pt x="114544" y="30699"/>
                  </a:cubicBezTo>
                  <a:moveTo>
                    <a:pt x="43638" y="69768"/>
                  </a:moveTo>
                  <a:lnTo>
                    <a:pt x="76361" y="69768"/>
                  </a:lnTo>
                  <a:lnTo>
                    <a:pt x="76361" y="75346"/>
                  </a:lnTo>
                  <a:lnTo>
                    <a:pt x="43638" y="75346"/>
                  </a:lnTo>
                  <a:cubicBezTo>
                    <a:pt x="43638" y="75346"/>
                    <a:pt x="43638" y="69768"/>
                    <a:pt x="43638" y="69768"/>
                  </a:cubicBezTo>
                  <a:close/>
                  <a:moveTo>
                    <a:pt x="43638" y="80930"/>
                  </a:moveTo>
                  <a:lnTo>
                    <a:pt x="76361" y="80930"/>
                  </a:lnTo>
                  <a:cubicBezTo>
                    <a:pt x="79377" y="80930"/>
                    <a:pt x="81816" y="78431"/>
                    <a:pt x="81816" y="75346"/>
                  </a:cubicBezTo>
                  <a:lnTo>
                    <a:pt x="81816" y="69768"/>
                  </a:lnTo>
                  <a:cubicBezTo>
                    <a:pt x="81816" y="66684"/>
                    <a:pt x="79377" y="64184"/>
                    <a:pt x="76361" y="64184"/>
                  </a:cubicBezTo>
                  <a:lnTo>
                    <a:pt x="43638" y="64184"/>
                  </a:lnTo>
                  <a:cubicBezTo>
                    <a:pt x="40622" y="64184"/>
                    <a:pt x="38183" y="66684"/>
                    <a:pt x="38183" y="69768"/>
                  </a:cubicBezTo>
                  <a:lnTo>
                    <a:pt x="38183" y="75346"/>
                  </a:lnTo>
                  <a:cubicBezTo>
                    <a:pt x="38183" y="78431"/>
                    <a:pt x="40622" y="80930"/>
                    <a:pt x="43638" y="8093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82" name="Google Shape;82;p58"/>
          <p:cNvGrpSpPr/>
          <p:nvPr/>
        </p:nvGrpSpPr>
        <p:grpSpPr>
          <a:xfrm>
            <a:off x="5852665" y="3159323"/>
            <a:ext cx="616688" cy="616688"/>
            <a:chOff x="5866603" y="3248975"/>
            <a:chExt cx="616688" cy="616688"/>
          </a:xfrm>
        </p:grpSpPr>
        <p:sp>
          <p:nvSpPr>
            <p:cNvPr id="83" name="Google Shape;83;p58"/>
            <p:cNvSpPr/>
            <p:nvPr/>
          </p:nvSpPr>
          <p:spPr>
            <a:xfrm>
              <a:off x="5866603" y="3248975"/>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4" name="Google Shape;84;p58"/>
            <p:cNvSpPr/>
            <p:nvPr/>
          </p:nvSpPr>
          <p:spPr>
            <a:xfrm>
              <a:off x="6035283" y="3417655"/>
              <a:ext cx="279327" cy="279327"/>
            </a:xfrm>
            <a:custGeom>
              <a:avLst/>
              <a:gdLst/>
              <a:ahLst/>
              <a:cxnLst/>
              <a:rect l="l" t="t" r="r" b="b"/>
              <a:pathLst>
                <a:path w="120000" h="120000" extrusionOk="0">
                  <a:moveTo>
                    <a:pt x="114544" y="109088"/>
                  </a:moveTo>
                  <a:cubicBezTo>
                    <a:pt x="114544" y="112100"/>
                    <a:pt x="112100" y="114550"/>
                    <a:pt x="109088" y="114550"/>
                  </a:cubicBezTo>
                  <a:lnTo>
                    <a:pt x="10911" y="114550"/>
                  </a:lnTo>
                  <a:cubicBezTo>
                    <a:pt x="7900" y="114550"/>
                    <a:pt x="5455" y="112100"/>
                    <a:pt x="5455" y="109088"/>
                  </a:cubicBezTo>
                  <a:lnTo>
                    <a:pt x="5455" y="10911"/>
                  </a:lnTo>
                  <a:cubicBezTo>
                    <a:pt x="5455" y="7900"/>
                    <a:pt x="7900" y="5455"/>
                    <a:pt x="10911" y="5455"/>
                  </a:cubicBezTo>
                  <a:lnTo>
                    <a:pt x="109088" y="5455"/>
                  </a:lnTo>
                  <a:cubicBezTo>
                    <a:pt x="112100" y="5455"/>
                    <a:pt x="114544" y="7900"/>
                    <a:pt x="114544" y="10911"/>
                  </a:cubicBezTo>
                  <a:cubicBezTo>
                    <a:pt x="114544" y="10911"/>
                    <a:pt x="114544" y="109088"/>
                    <a:pt x="114544" y="109088"/>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moveTo>
                    <a:pt x="43638" y="35455"/>
                  </a:moveTo>
                  <a:cubicBezTo>
                    <a:pt x="40627" y="35455"/>
                    <a:pt x="38183" y="33016"/>
                    <a:pt x="38183" y="30000"/>
                  </a:cubicBezTo>
                  <a:cubicBezTo>
                    <a:pt x="38183" y="26988"/>
                    <a:pt x="40627" y="24544"/>
                    <a:pt x="43638" y="24544"/>
                  </a:cubicBezTo>
                  <a:cubicBezTo>
                    <a:pt x="46644" y="24544"/>
                    <a:pt x="49088" y="26988"/>
                    <a:pt x="49088" y="30000"/>
                  </a:cubicBezTo>
                  <a:cubicBezTo>
                    <a:pt x="49088" y="33016"/>
                    <a:pt x="46644" y="35455"/>
                    <a:pt x="43638" y="35455"/>
                  </a:cubicBezTo>
                  <a:moveTo>
                    <a:pt x="100911" y="27272"/>
                  </a:moveTo>
                  <a:lnTo>
                    <a:pt x="54161" y="27272"/>
                  </a:lnTo>
                  <a:cubicBezTo>
                    <a:pt x="52944" y="22577"/>
                    <a:pt x="48711" y="19088"/>
                    <a:pt x="43638" y="19088"/>
                  </a:cubicBezTo>
                  <a:cubicBezTo>
                    <a:pt x="38561" y="19088"/>
                    <a:pt x="34333" y="22577"/>
                    <a:pt x="33111" y="27272"/>
                  </a:cubicBezTo>
                  <a:lnTo>
                    <a:pt x="19088" y="27272"/>
                  </a:lnTo>
                  <a:cubicBezTo>
                    <a:pt x="17583" y="27272"/>
                    <a:pt x="16361" y="28494"/>
                    <a:pt x="16361" y="30000"/>
                  </a:cubicBezTo>
                  <a:cubicBezTo>
                    <a:pt x="16361" y="31511"/>
                    <a:pt x="17583" y="32727"/>
                    <a:pt x="19088" y="32727"/>
                  </a:cubicBezTo>
                  <a:lnTo>
                    <a:pt x="33111" y="32727"/>
                  </a:lnTo>
                  <a:cubicBezTo>
                    <a:pt x="34333" y="37427"/>
                    <a:pt x="38561" y="40911"/>
                    <a:pt x="43638" y="40911"/>
                  </a:cubicBezTo>
                  <a:cubicBezTo>
                    <a:pt x="48711" y="40911"/>
                    <a:pt x="52944" y="37427"/>
                    <a:pt x="54161" y="32727"/>
                  </a:cubicBezTo>
                  <a:lnTo>
                    <a:pt x="100911" y="32727"/>
                  </a:lnTo>
                  <a:cubicBezTo>
                    <a:pt x="102416" y="32727"/>
                    <a:pt x="103638" y="31511"/>
                    <a:pt x="103638" y="30000"/>
                  </a:cubicBezTo>
                  <a:cubicBezTo>
                    <a:pt x="103638" y="28494"/>
                    <a:pt x="102416" y="27272"/>
                    <a:pt x="100911" y="27272"/>
                  </a:cubicBezTo>
                  <a:moveTo>
                    <a:pt x="81816" y="65455"/>
                  </a:moveTo>
                  <a:cubicBezTo>
                    <a:pt x="78811" y="65455"/>
                    <a:pt x="76361" y="63011"/>
                    <a:pt x="76361" y="60000"/>
                  </a:cubicBezTo>
                  <a:cubicBezTo>
                    <a:pt x="76361" y="56988"/>
                    <a:pt x="78811" y="54544"/>
                    <a:pt x="81816" y="54544"/>
                  </a:cubicBezTo>
                  <a:cubicBezTo>
                    <a:pt x="84827" y="54544"/>
                    <a:pt x="87272" y="56988"/>
                    <a:pt x="87272" y="60000"/>
                  </a:cubicBezTo>
                  <a:cubicBezTo>
                    <a:pt x="87272" y="63011"/>
                    <a:pt x="84827" y="65455"/>
                    <a:pt x="81816" y="65455"/>
                  </a:cubicBezTo>
                  <a:moveTo>
                    <a:pt x="100911" y="57277"/>
                  </a:moveTo>
                  <a:lnTo>
                    <a:pt x="92338" y="57277"/>
                  </a:lnTo>
                  <a:cubicBezTo>
                    <a:pt x="91122" y="52577"/>
                    <a:pt x="86894" y="49088"/>
                    <a:pt x="81816" y="49088"/>
                  </a:cubicBezTo>
                  <a:cubicBezTo>
                    <a:pt x="76744" y="49088"/>
                    <a:pt x="72511" y="52577"/>
                    <a:pt x="71294" y="57277"/>
                  </a:cubicBezTo>
                  <a:lnTo>
                    <a:pt x="19088" y="57277"/>
                  </a:lnTo>
                  <a:cubicBezTo>
                    <a:pt x="17583" y="57277"/>
                    <a:pt x="16361" y="58494"/>
                    <a:pt x="16361" y="60000"/>
                  </a:cubicBezTo>
                  <a:cubicBezTo>
                    <a:pt x="16361" y="61511"/>
                    <a:pt x="17583" y="62727"/>
                    <a:pt x="19088" y="62727"/>
                  </a:cubicBezTo>
                  <a:lnTo>
                    <a:pt x="71294" y="62727"/>
                  </a:lnTo>
                  <a:cubicBezTo>
                    <a:pt x="72511" y="67427"/>
                    <a:pt x="76744" y="70911"/>
                    <a:pt x="81816" y="70911"/>
                  </a:cubicBezTo>
                  <a:cubicBezTo>
                    <a:pt x="86894" y="70911"/>
                    <a:pt x="91122" y="67427"/>
                    <a:pt x="92338" y="62727"/>
                  </a:cubicBezTo>
                  <a:lnTo>
                    <a:pt x="100911" y="62727"/>
                  </a:lnTo>
                  <a:cubicBezTo>
                    <a:pt x="102416" y="62727"/>
                    <a:pt x="103638" y="61511"/>
                    <a:pt x="103638" y="60000"/>
                  </a:cubicBezTo>
                  <a:cubicBezTo>
                    <a:pt x="103638" y="58494"/>
                    <a:pt x="102416" y="57277"/>
                    <a:pt x="100911" y="57277"/>
                  </a:cubicBezTo>
                  <a:moveTo>
                    <a:pt x="54544" y="95455"/>
                  </a:moveTo>
                  <a:cubicBezTo>
                    <a:pt x="51533" y="95455"/>
                    <a:pt x="49088" y="93016"/>
                    <a:pt x="49088" y="90000"/>
                  </a:cubicBezTo>
                  <a:cubicBezTo>
                    <a:pt x="49088" y="86988"/>
                    <a:pt x="51533" y="84544"/>
                    <a:pt x="54544" y="84544"/>
                  </a:cubicBezTo>
                  <a:cubicBezTo>
                    <a:pt x="57555" y="84544"/>
                    <a:pt x="60000" y="86988"/>
                    <a:pt x="60000" y="90000"/>
                  </a:cubicBezTo>
                  <a:cubicBezTo>
                    <a:pt x="60000" y="93016"/>
                    <a:pt x="57555" y="95455"/>
                    <a:pt x="54544" y="95455"/>
                  </a:cubicBezTo>
                  <a:moveTo>
                    <a:pt x="100911" y="87272"/>
                  </a:moveTo>
                  <a:lnTo>
                    <a:pt x="65066" y="87272"/>
                  </a:lnTo>
                  <a:cubicBezTo>
                    <a:pt x="63850" y="82572"/>
                    <a:pt x="59622" y="79094"/>
                    <a:pt x="54544" y="79094"/>
                  </a:cubicBezTo>
                  <a:cubicBezTo>
                    <a:pt x="49466" y="79094"/>
                    <a:pt x="45238" y="82572"/>
                    <a:pt x="44022" y="87272"/>
                  </a:cubicBezTo>
                  <a:lnTo>
                    <a:pt x="19088" y="87272"/>
                  </a:lnTo>
                  <a:cubicBezTo>
                    <a:pt x="17583" y="87272"/>
                    <a:pt x="16361" y="88494"/>
                    <a:pt x="16361" y="90000"/>
                  </a:cubicBezTo>
                  <a:cubicBezTo>
                    <a:pt x="16361" y="91511"/>
                    <a:pt x="17583" y="92727"/>
                    <a:pt x="19088" y="92727"/>
                  </a:cubicBezTo>
                  <a:lnTo>
                    <a:pt x="44022" y="92727"/>
                  </a:lnTo>
                  <a:cubicBezTo>
                    <a:pt x="45238" y="97427"/>
                    <a:pt x="49466" y="100911"/>
                    <a:pt x="54544" y="100911"/>
                  </a:cubicBezTo>
                  <a:cubicBezTo>
                    <a:pt x="59622" y="100911"/>
                    <a:pt x="63850" y="97427"/>
                    <a:pt x="65066" y="92727"/>
                  </a:cubicBezTo>
                  <a:lnTo>
                    <a:pt x="100911" y="92727"/>
                  </a:lnTo>
                  <a:cubicBezTo>
                    <a:pt x="102416" y="92727"/>
                    <a:pt x="103638" y="91511"/>
                    <a:pt x="103638" y="90000"/>
                  </a:cubicBezTo>
                  <a:cubicBezTo>
                    <a:pt x="103638" y="88494"/>
                    <a:pt x="102416" y="87272"/>
                    <a:pt x="100911" y="87272"/>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85" name="Google Shape;85;p58"/>
          <p:cNvGrpSpPr/>
          <p:nvPr/>
        </p:nvGrpSpPr>
        <p:grpSpPr>
          <a:xfrm>
            <a:off x="8806369" y="4754662"/>
            <a:ext cx="616688" cy="616688"/>
            <a:chOff x="8998834" y="4446928"/>
            <a:chExt cx="616688" cy="616688"/>
          </a:xfrm>
        </p:grpSpPr>
        <p:sp>
          <p:nvSpPr>
            <p:cNvPr id="86" name="Google Shape;86;p58"/>
            <p:cNvSpPr/>
            <p:nvPr/>
          </p:nvSpPr>
          <p:spPr>
            <a:xfrm>
              <a:off x="8998834" y="4446928"/>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58"/>
            <p:cNvSpPr/>
            <p:nvPr/>
          </p:nvSpPr>
          <p:spPr>
            <a:xfrm>
              <a:off x="9167514" y="4640392"/>
              <a:ext cx="279327" cy="253935"/>
            </a:xfrm>
            <a:custGeom>
              <a:avLst/>
              <a:gdLst/>
              <a:ahLst/>
              <a:cxnLst/>
              <a:rect l="l" t="t" r="r" b="b"/>
              <a:pathLst>
                <a:path w="120000" h="120000" extrusionOk="0">
                  <a:moveTo>
                    <a:pt x="92727" y="114000"/>
                  </a:moveTo>
                  <a:lnTo>
                    <a:pt x="81816" y="114000"/>
                  </a:lnTo>
                  <a:lnTo>
                    <a:pt x="81816" y="102000"/>
                  </a:lnTo>
                  <a:cubicBezTo>
                    <a:pt x="83327" y="102000"/>
                    <a:pt x="84544" y="100661"/>
                    <a:pt x="84544" y="99000"/>
                  </a:cubicBezTo>
                  <a:cubicBezTo>
                    <a:pt x="84544" y="97344"/>
                    <a:pt x="83327" y="96000"/>
                    <a:pt x="81816" y="96000"/>
                  </a:cubicBezTo>
                  <a:lnTo>
                    <a:pt x="81816" y="42000"/>
                  </a:lnTo>
                  <a:lnTo>
                    <a:pt x="92727" y="42000"/>
                  </a:lnTo>
                  <a:cubicBezTo>
                    <a:pt x="92727" y="42000"/>
                    <a:pt x="92727" y="114000"/>
                    <a:pt x="92727" y="114000"/>
                  </a:cubicBezTo>
                  <a:close/>
                  <a:moveTo>
                    <a:pt x="76361" y="96000"/>
                  </a:moveTo>
                  <a:cubicBezTo>
                    <a:pt x="74855" y="96000"/>
                    <a:pt x="73638" y="97344"/>
                    <a:pt x="73638" y="99000"/>
                  </a:cubicBezTo>
                  <a:cubicBezTo>
                    <a:pt x="73638" y="100661"/>
                    <a:pt x="74855" y="102000"/>
                    <a:pt x="76361" y="102000"/>
                  </a:cubicBezTo>
                  <a:lnTo>
                    <a:pt x="76361" y="114000"/>
                  </a:lnTo>
                  <a:lnTo>
                    <a:pt x="21816" y="114000"/>
                  </a:lnTo>
                  <a:lnTo>
                    <a:pt x="21816" y="102000"/>
                  </a:lnTo>
                  <a:cubicBezTo>
                    <a:pt x="23327" y="102000"/>
                    <a:pt x="24544" y="100661"/>
                    <a:pt x="24544" y="99000"/>
                  </a:cubicBezTo>
                  <a:cubicBezTo>
                    <a:pt x="24544" y="97344"/>
                    <a:pt x="23327" y="96000"/>
                    <a:pt x="21816" y="96000"/>
                  </a:cubicBezTo>
                  <a:lnTo>
                    <a:pt x="21816" y="42000"/>
                  </a:lnTo>
                  <a:lnTo>
                    <a:pt x="76361" y="42000"/>
                  </a:lnTo>
                  <a:cubicBezTo>
                    <a:pt x="76361" y="42000"/>
                    <a:pt x="76361" y="96000"/>
                    <a:pt x="76361" y="96000"/>
                  </a:cubicBezTo>
                  <a:close/>
                  <a:moveTo>
                    <a:pt x="16361" y="96000"/>
                  </a:moveTo>
                  <a:cubicBezTo>
                    <a:pt x="14855" y="96000"/>
                    <a:pt x="13638" y="97344"/>
                    <a:pt x="13638" y="99000"/>
                  </a:cubicBezTo>
                  <a:cubicBezTo>
                    <a:pt x="13638" y="100661"/>
                    <a:pt x="14855" y="102000"/>
                    <a:pt x="16361" y="102000"/>
                  </a:cubicBezTo>
                  <a:lnTo>
                    <a:pt x="16361" y="114000"/>
                  </a:lnTo>
                  <a:lnTo>
                    <a:pt x="5455" y="114000"/>
                  </a:lnTo>
                  <a:lnTo>
                    <a:pt x="5455" y="42000"/>
                  </a:lnTo>
                  <a:lnTo>
                    <a:pt x="16361" y="42000"/>
                  </a:lnTo>
                  <a:cubicBezTo>
                    <a:pt x="16361" y="42000"/>
                    <a:pt x="16361" y="96000"/>
                    <a:pt x="16361" y="96000"/>
                  </a:cubicBezTo>
                  <a:close/>
                  <a:moveTo>
                    <a:pt x="43638" y="30000"/>
                  </a:moveTo>
                  <a:lnTo>
                    <a:pt x="54544" y="30000"/>
                  </a:lnTo>
                  <a:cubicBezTo>
                    <a:pt x="57555" y="30000"/>
                    <a:pt x="60000" y="32688"/>
                    <a:pt x="60000" y="36005"/>
                  </a:cubicBezTo>
                  <a:lnTo>
                    <a:pt x="38183" y="36005"/>
                  </a:lnTo>
                  <a:cubicBezTo>
                    <a:pt x="38183" y="32688"/>
                    <a:pt x="40627" y="30000"/>
                    <a:pt x="43638" y="30000"/>
                  </a:cubicBezTo>
                  <a:moveTo>
                    <a:pt x="92727" y="36005"/>
                  </a:moveTo>
                  <a:lnTo>
                    <a:pt x="65455" y="36005"/>
                  </a:lnTo>
                  <a:cubicBezTo>
                    <a:pt x="65455" y="29372"/>
                    <a:pt x="60572" y="24005"/>
                    <a:pt x="54544" y="24005"/>
                  </a:cubicBezTo>
                  <a:lnTo>
                    <a:pt x="43638" y="24005"/>
                  </a:lnTo>
                  <a:cubicBezTo>
                    <a:pt x="37611" y="24005"/>
                    <a:pt x="32727" y="29372"/>
                    <a:pt x="32727" y="36005"/>
                  </a:cubicBezTo>
                  <a:lnTo>
                    <a:pt x="5455" y="36005"/>
                  </a:lnTo>
                  <a:cubicBezTo>
                    <a:pt x="2444" y="36005"/>
                    <a:pt x="0" y="38688"/>
                    <a:pt x="0" y="42000"/>
                  </a:cubicBezTo>
                  <a:lnTo>
                    <a:pt x="0" y="114000"/>
                  </a:lnTo>
                  <a:cubicBezTo>
                    <a:pt x="0" y="117311"/>
                    <a:pt x="2444" y="120000"/>
                    <a:pt x="5455" y="120000"/>
                  </a:cubicBezTo>
                  <a:lnTo>
                    <a:pt x="92727" y="120000"/>
                  </a:lnTo>
                  <a:cubicBezTo>
                    <a:pt x="95738" y="120000"/>
                    <a:pt x="98183" y="117311"/>
                    <a:pt x="98183" y="114000"/>
                  </a:cubicBezTo>
                  <a:lnTo>
                    <a:pt x="98183" y="42000"/>
                  </a:lnTo>
                  <a:cubicBezTo>
                    <a:pt x="98183" y="38688"/>
                    <a:pt x="95738" y="36005"/>
                    <a:pt x="92727" y="36005"/>
                  </a:cubicBezTo>
                  <a:moveTo>
                    <a:pt x="60000" y="12005"/>
                  </a:moveTo>
                  <a:cubicBezTo>
                    <a:pt x="60000" y="8688"/>
                    <a:pt x="62444" y="6000"/>
                    <a:pt x="65455" y="6000"/>
                  </a:cubicBezTo>
                  <a:lnTo>
                    <a:pt x="76361" y="6000"/>
                  </a:lnTo>
                  <a:cubicBezTo>
                    <a:pt x="79372" y="6000"/>
                    <a:pt x="81816" y="8688"/>
                    <a:pt x="81816" y="12005"/>
                  </a:cubicBezTo>
                  <a:cubicBezTo>
                    <a:pt x="81816" y="12005"/>
                    <a:pt x="60000" y="12005"/>
                    <a:pt x="60000" y="12005"/>
                  </a:cubicBezTo>
                  <a:close/>
                  <a:moveTo>
                    <a:pt x="114544" y="12005"/>
                  </a:moveTo>
                  <a:lnTo>
                    <a:pt x="87272" y="12005"/>
                  </a:lnTo>
                  <a:cubicBezTo>
                    <a:pt x="87272" y="5372"/>
                    <a:pt x="82388" y="0"/>
                    <a:pt x="76361" y="0"/>
                  </a:cubicBezTo>
                  <a:lnTo>
                    <a:pt x="65455" y="0"/>
                  </a:lnTo>
                  <a:cubicBezTo>
                    <a:pt x="59427" y="0"/>
                    <a:pt x="54544" y="5372"/>
                    <a:pt x="54544" y="12005"/>
                  </a:cubicBezTo>
                  <a:lnTo>
                    <a:pt x="27272" y="12005"/>
                  </a:lnTo>
                  <a:cubicBezTo>
                    <a:pt x="24261" y="12005"/>
                    <a:pt x="21816" y="14688"/>
                    <a:pt x="21816" y="18000"/>
                  </a:cubicBezTo>
                  <a:lnTo>
                    <a:pt x="21816" y="27000"/>
                  </a:lnTo>
                  <a:cubicBezTo>
                    <a:pt x="21816" y="28661"/>
                    <a:pt x="23038" y="30000"/>
                    <a:pt x="24544" y="30000"/>
                  </a:cubicBezTo>
                  <a:cubicBezTo>
                    <a:pt x="26055" y="30000"/>
                    <a:pt x="27272" y="28661"/>
                    <a:pt x="27272" y="27000"/>
                  </a:cubicBezTo>
                  <a:lnTo>
                    <a:pt x="27272" y="18000"/>
                  </a:lnTo>
                  <a:lnTo>
                    <a:pt x="114544" y="18000"/>
                  </a:lnTo>
                  <a:lnTo>
                    <a:pt x="114544" y="90005"/>
                  </a:lnTo>
                  <a:lnTo>
                    <a:pt x="106361" y="90005"/>
                  </a:lnTo>
                  <a:cubicBezTo>
                    <a:pt x="104855" y="90005"/>
                    <a:pt x="103638" y="91344"/>
                    <a:pt x="103638" y="93000"/>
                  </a:cubicBezTo>
                  <a:cubicBezTo>
                    <a:pt x="103638" y="94661"/>
                    <a:pt x="104855" y="96000"/>
                    <a:pt x="106361" y="96000"/>
                  </a:cubicBezTo>
                  <a:lnTo>
                    <a:pt x="114544" y="96000"/>
                  </a:lnTo>
                  <a:cubicBezTo>
                    <a:pt x="117555" y="96000"/>
                    <a:pt x="120000" y="93311"/>
                    <a:pt x="120000" y="90005"/>
                  </a:cubicBezTo>
                  <a:lnTo>
                    <a:pt x="120000" y="18000"/>
                  </a:lnTo>
                  <a:cubicBezTo>
                    <a:pt x="120000" y="14688"/>
                    <a:pt x="117555" y="12005"/>
                    <a:pt x="114544" y="12005"/>
                  </a:cubicBezTo>
                  <a:moveTo>
                    <a:pt x="30000" y="66005"/>
                  </a:moveTo>
                  <a:lnTo>
                    <a:pt x="35455" y="66005"/>
                  </a:lnTo>
                  <a:cubicBezTo>
                    <a:pt x="36961" y="66005"/>
                    <a:pt x="38183" y="64661"/>
                    <a:pt x="38183" y="63005"/>
                  </a:cubicBezTo>
                  <a:cubicBezTo>
                    <a:pt x="38183" y="61344"/>
                    <a:pt x="36961" y="60000"/>
                    <a:pt x="35455" y="60000"/>
                  </a:cubicBezTo>
                  <a:lnTo>
                    <a:pt x="30000" y="60000"/>
                  </a:lnTo>
                  <a:cubicBezTo>
                    <a:pt x="28494" y="60000"/>
                    <a:pt x="27272" y="61344"/>
                    <a:pt x="27272" y="63005"/>
                  </a:cubicBezTo>
                  <a:cubicBezTo>
                    <a:pt x="27272" y="64661"/>
                    <a:pt x="28494" y="66005"/>
                    <a:pt x="30000" y="66005"/>
                  </a:cubicBezTo>
                  <a:moveTo>
                    <a:pt x="30000" y="54000"/>
                  </a:moveTo>
                  <a:lnTo>
                    <a:pt x="46361" y="54000"/>
                  </a:lnTo>
                  <a:cubicBezTo>
                    <a:pt x="47872" y="54000"/>
                    <a:pt x="49088" y="52661"/>
                    <a:pt x="49088" y="51005"/>
                  </a:cubicBezTo>
                  <a:cubicBezTo>
                    <a:pt x="49088" y="49344"/>
                    <a:pt x="47872" y="48000"/>
                    <a:pt x="46361" y="48000"/>
                  </a:cubicBezTo>
                  <a:lnTo>
                    <a:pt x="30000" y="48000"/>
                  </a:lnTo>
                  <a:cubicBezTo>
                    <a:pt x="28494" y="48000"/>
                    <a:pt x="27272" y="49344"/>
                    <a:pt x="27272" y="51005"/>
                  </a:cubicBezTo>
                  <a:cubicBezTo>
                    <a:pt x="27272" y="52661"/>
                    <a:pt x="28494" y="54000"/>
                    <a:pt x="30000" y="54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88" name="Google Shape;88;p58"/>
          <p:cNvGrpSpPr/>
          <p:nvPr/>
        </p:nvGrpSpPr>
        <p:grpSpPr>
          <a:xfrm>
            <a:off x="5866603" y="1538356"/>
            <a:ext cx="616688" cy="616688"/>
            <a:chOff x="5866603" y="2153819"/>
            <a:chExt cx="616688" cy="616688"/>
          </a:xfrm>
        </p:grpSpPr>
        <p:sp>
          <p:nvSpPr>
            <p:cNvPr id="89" name="Google Shape;89;p58"/>
            <p:cNvSpPr/>
            <p:nvPr/>
          </p:nvSpPr>
          <p:spPr>
            <a:xfrm>
              <a:off x="5866603" y="2153819"/>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90;p58"/>
            <p:cNvSpPr/>
            <p:nvPr/>
          </p:nvSpPr>
          <p:spPr>
            <a:xfrm>
              <a:off x="6035283" y="2327251"/>
              <a:ext cx="279327" cy="254031"/>
            </a:xfrm>
            <a:custGeom>
              <a:avLst/>
              <a:gdLst/>
              <a:ahLst/>
              <a:cxnLst/>
              <a:rect l="l" t="t" r="r" b="b"/>
              <a:pathLst>
                <a:path w="120000" h="120000" extrusionOk="0">
                  <a:moveTo>
                    <a:pt x="114544" y="42031"/>
                  </a:moveTo>
                  <a:lnTo>
                    <a:pt x="75444" y="42031"/>
                  </a:lnTo>
                  <a:cubicBezTo>
                    <a:pt x="73088" y="38609"/>
                    <a:pt x="70655" y="34591"/>
                    <a:pt x="68438" y="30039"/>
                  </a:cubicBezTo>
                  <a:lnTo>
                    <a:pt x="114544" y="30039"/>
                  </a:lnTo>
                  <a:cubicBezTo>
                    <a:pt x="114544" y="30039"/>
                    <a:pt x="114544" y="42031"/>
                    <a:pt x="114544" y="42031"/>
                  </a:cubicBezTo>
                  <a:close/>
                  <a:moveTo>
                    <a:pt x="109088" y="78019"/>
                  </a:moveTo>
                  <a:lnTo>
                    <a:pt x="62727" y="78019"/>
                  </a:lnTo>
                  <a:lnTo>
                    <a:pt x="62727" y="48030"/>
                  </a:lnTo>
                  <a:lnTo>
                    <a:pt x="72722" y="48030"/>
                  </a:lnTo>
                  <a:cubicBezTo>
                    <a:pt x="77900" y="55119"/>
                    <a:pt x="82305" y="59233"/>
                    <a:pt x="82677" y="59574"/>
                  </a:cubicBezTo>
                  <a:cubicBezTo>
                    <a:pt x="83383" y="60215"/>
                    <a:pt x="84300" y="60408"/>
                    <a:pt x="85127" y="60164"/>
                  </a:cubicBezTo>
                  <a:cubicBezTo>
                    <a:pt x="85655" y="60011"/>
                    <a:pt x="86138" y="59682"/>
                    <a:pt x="86516" y="59188"/>
                  </a:cubicBezTo>
                  <a:cubicBezTo>
                    <a:pt x="87477" y="57917"/>
                    <a:pt x="87322" y="56021"/>
                    <a:pt x="86166" y="54960"/>
                  </a:cubicBezTo>
                  <a:cubicBezTo>
                    <a:pt x="86100" y="54903"/>
                    <a:pt x="83461" y="52429"/>
                    <a:pt x="79905" y="48030"/>
                  </a:cubicBezTo>
                  <a:lnTo>
                    <a:pt x="109088" y="48030"/>
                  </a:lnTo>
                  <a:cubicBezTo>
                    <a:pt x="109088" y="48030"/>
                    <a:pt x="109088" y="78019"/>
                    <a:pt x="109088" y="78019"/>
                  </a:cubicBezTo>
                  <a:close/>
                  <a:moveTo>
                    <a:pt x="109088" y="114001"/>
                  </a:moveTo>
                  <a:lnTo>
                    <a:pt x="62727" y="114001"/>
                  </a:lnTo>
                  <a:lnTo>
                    <a:pt x="62727" y="84012"/>
                  </a:lnTo>
                  <a:lnTo>
                    <a:pt x="109088" y="84012"/>
                  </a:lnTo>
                  <a:cubicBezTo>
                    <a:pt x="109088" y="84012"/>
                    <a:pt x="109088" y="114001"/>
                    <a:pt x="109088" y="114001"/>
                  </a:cubicBezTo>
                  <a:close/>
                  <a:moveTo>
                    <a:pt x="62727" y="30993"/>
                  </a:moveTo>
                  <a:cubicBezTo>
                    <a:pt x="64588" y="35062"/>
                    <a:pt x="66616" y="38751"/>
                    <a:pt x="68666" y="42031"/>
                  </a:cubicBezTo>
                  <a:lnTo>
                    <a:pt x="62727" y="42031"/>
                  </a:lnTo>
                  <a:cubicBezTo>
                    <a:pt x="62727" y="42031"/>
                    <a:pt x="62727" y="30993"/>
                    <a:pt x="62727" y="30993"/>
                  </a:cubicBezTo>
                  <a:close/>
                  <a:moveTo>
                    <a:pt x="71505" y="8405"/>
                  </a:moveTo>
                  <a:cubicBezTo>
                    <a:pt x="78027" y="4262"/>
                    <a:pt x="85755" y="5556"/>
                    <a:pt x="88772" y="11293"/>
                  </a:cubicBezTo>
                  <a:cubicBezTo>
                    <a:pt x="90794" y="15141"/>
                    <a:pt x="90127" y="19994"/>
                    <a:pt x="87527" y="24040"/>
                  </a:cubicBezTo>
                  <a:lnTo>
                    <a:pt x="65805" y="24040"/>
                  </a:lnTo>
                  <a:cubicBezTo>
                    <a:pt x="65222" y="22559"/>
                    <a:pt x="64672" y="21044"/>
                    <a:pt x="64166" y="19477"/>
                  </a:cubicBezTo>
                  <a:cubicBezTo>
                    <a:pt x="64738" y="15272"/>
                    <a:pt x="67333" y="11049"/>
                    <a:pt x="71505" y="8405"/>
                  </a:cubicBezTo>
                  <a:moveTo>
                    <a:pt x="57272" y="42031"/>
                  </a:moveTo>
                  <a:lnTo>
                    <a:pt x="51244" y="42031"/>
                  </a:lnTo>
                  <a:cubicBezTo>
                    <a:pt x="53333" y="38700"/>
                    <a:pt x="55388" y="34948"/>
                    <a:pt x="57272" y="30811"/>
                  </a:cubicBezTo>
                  <a:cubicBezTo>
                    <a:pt x="57272" y="30811"/>
                    <a:pt x="57272" y="42031"/>
                    <a:pt x="57272" y="42031"/>
                  </a:cubicBezTo>
                  <a:close/>
                  <a:moveTo>
                    <a:pt x="57272" y="78019"/>
                  </a:moveTo>
                  <a:lnTo>
                    <a:pt x="10911" y="78019"/>
                  </a:lnTo>
                  <a:lnTo>
                    <a:pt x="10911" y="48030"/>
                  </a:lnTo>
                  <a:lnTo>
                    <a:pt x="40011" y="48030"/>
                  </a:lnTo>
                  <a:cubicBezTo>
                    <a:pt x="36461" y="52429"/>
                    <a:pt x="33816" y="54903"/>
                    <a:pt x="33750" y="54960"/>
                  </a:cubicBezTo>
                  <a:cubicBezTo>
                    <a:pt x="32594" y="56021"/>
                    <a:pt x="32438" y="57917"/>
                    <a:pt x="33400" y="59188"/>
                  </a:cubicBezTo>
                  <a:cubicBezTo>
                    <a:pt x="33777" y="59682"/>
                    <a:pt x="34261" y="60011"/>
                    <a:pt x="34783" y="60164"/>
                  </a:cubicBezTo>
                  <a:cubicBezTo>
                    <a:pt x="35616" y="60408"/>
                    <a:pt x="36527" y="60215"/>
                    <a:pt x="37238" y="59574"/>
                  </a:cubicBezTo>
                  <a:cubicBezTo>
                    <a:pt x="37611" y="59233"/>
                    <a:pt x="42016" y="55119"/>
                    <a:pt x="47194" y="48030"/>
                  </a:cubicBezTo>
                  <a:lnTo>
                    <a:pt x="57272" y="48030"/>
                  </a:lnTo>
                  <a:cubicBezTo>
                    <a:pt x="57272" y="48030"/>
                    <a:pt x="57272" y="78019"/>
                    <a:pt x="57272" y="78019"/>
                  </a:cubicBezTo>
                  <a:close/>
                  <a:moveTo>
                    <a:pt x="57272" y="114001"/>
                  </a:moveTo>
                  <a:lnTo>
                    <a:pt x="10911" y="114001"/>
                  </a:lnTo>
                  <a:lnTo>
                    <a:pt x="10911" y="84012"/>
                  </a:lnTo>
                  <a:lnTo>
                    <a:pt x="57272" y="84012"/>
                  </a:lnTo>
                  <a:cubicBezTo>
                    <a:pt x="57272" y="84012"/>
                    <a:pt x="57272" y="114001"/>
                    <a:pt x="57272" y="114001"/>
                  </a:cubicBezTo>
                  <a:close/>
                  <a:moveTo>
                    <a:pt x="5455" y="42031"/>
                  </a:moveTo>
                  <a:lnTo>
                    <a:pt x="5455" y="30039"/>
                  </a:lnTo>
                  <a:lnTo>
                    <a:pt x="51477" y="30039"/>
                  </a:lnTo>
                  <a:cubicBezTo>
                    <a:pt x="49261" y="34591"/>
                    <a:pt x="46827" y="38609"/>
                    <a:pt x="44472" y="42031"/>
                  </a:cubicBezTo>
                  <a:cubicBezTo>
                    <a:pt x="44472" y="42031"/>
                    <a:pt x="5455" y="42031"/>
                    <a:pt x="5455" y="42031"/>
                  </a:cubicBezTo>
                  <a:close/>
                  <a:moveTo>
                    <a:pt x="31144" y="11293"/>
                  </a:moveTo>
                  <a:cubicBezTo>
                    <a:pt x="34155" y="5561"/>
                    <a:pt x="41888" y="4262"/>
                    <a:pt x="48411" y="8405"/>
                  </a:cubicBezTo>
                  <a:cubicBezTo>
                    <a:pt x="52583" y="11055"/>
                    <a:pt x="55172" y="15278"/>
                    <a:pt x="55750" y="19483"/>
                  </a:cubicBezTo>
                  <a:cubicBezTo>
                    <a:pt x="55244" y="21044"/>
                    <a:pt x="54694" y="22559"/>
                    <a:pt x="54111" y="24040"/>
                  </a:cubicBezTo>
                  <a:lnTo>
                    <a:pt x="32388" y="24040"/>
                  </a:lnTo>
                  <a:cubicBezTo>
                    <a:pt x="29788" y="19994"/>
                    <a:pt x="29122" y="15141"/>
                    <a:pt x="31144" y="11293"/>
                  </a:cubicBezTo>
                  <a:moveTo>
                    <a:pt x="114544" y="24040"/>
                  </a:moveTo>
                  <a:lnTo>
                    <a:pt x="93744" y="24040"/>
                  </a:lnTo>
                  <a:cubicBezTo>
                    <a:pt x="95883" y="18870"/>
                    <a:pt x="96022" y="13110"/>
                    <a:pt x="93494" y="8291"/>
                  </a:cubicBezTo>
                  <a:cubicBezTo>
                    <a:pt x="88972" y="-306"/>
                    <a:pt x="77911" y="-2587"/>
                    <a:pt x="68777" y="3206"/>
                  </a:cubicBezTo>
                  <a:cubicBezTo>
                    <a:pt x="65261" y="5442"/>
                    <a:pt x="62650" y="8575"/>
                    <a:pt x="60916" y="12043"/>
                  </a:cubicBezTo>
                  <a:cubicBezTo>
                    <a:pt x="60827" y="12003"/>
                    <a:pt x="60761" y="11935"/>
                    <a:pt x="60666" y="11906"/>
                  </a:cubicBezTo>
                  <a:cubicBezTo>
                    <a:pt x="60605" y="11889"/>
                    <a:pt x="60550" y="11901"/>
                    <a:pt x="60488" y="11889"/>
                  </a:cubicBezTo>
                  <a:cubicBezTo>
                    <a:pt x="60338" y="11855"/>
                    <a:pt x="60188" y="11855"/>
                    <a:pt x="60033" y="11850"/>
                  </a:cubicBezTo>
                  <a:cubicBezTo>
                    <a:pt x="59900" y="11855"/>
                    <a:pt x="59772" y="11855"/>
                    <a:pt x="59638" y="11878"/>
                  </a:cubicBezTo>
                  <a:cubicBezTo>
                    <a:pt x="59511" y="11895"/>
                    <a:pt x="59383" y="11861"/>
                    <a:pt x="59250" y="11906"/>
                  </a:cubicBezTo>
                  <a:cubicBezTo>
                    <a:pt x="59155" y="11935"/>
                    <a:pt x="59088" y="12003"/>
                    <a:pt x="59000" y="12043"/>
                  </a:cubicBezTo>
                  <a:cubicBezTo>
                    <a:pt x="57261" y="8575"/>
                    <a:pt x="54650" y="5442"/>
                    <a:pt x="51138" y="3212"/>
                  </a:cubicBezTo>
                  <a:cubicBezTo>
                    <a:pt x="42005" y="-2587"/>
                    <a:pt x="30938" y="-306"/>
                    <a:pt x="26416" y="8291"/>
                  </a:cubicBezTo>
                  <a:cubicBezTo>
                    <a:pt x="23894" y="13110"/>
                    <a:pt x="24027" y="18870"/>
                    <a:pt x="26172" y="24040"/>
                  </a:cubicBezTo>
                  <a:lnTo>
                    <a:pt x="5455" y="24040"/>
                  </a:lnTo>
                  <a:cubicBezTo>
                    <a:pt x="2444" y="24040"/>
                    <a:pt x="0" y="26725"/>
                    <a:pt x="0" y="30039"/>
                  </a:cubicBezTo>
                  <a:lnTo>
                    <a:pt x="0" y="42031"/>
                  </a:lnTo>
                  <a:cubicBezTo>
                    <a:pt x="0" y="45346"/>
                    <a:pt x="2444" y="48030"/>
                    <a:pt x="5455" y="48030"/>
                  </a:cubicBezTo>
                  <a:lnTo>
                    <a:pt x="5455" y="114001"/>
                  </a:lnTo>
                  <a:cubicBezTo>
                    <a:pt x="5455" y="117315"/>
                    <a:pt x="7900" y="120000"/>
                    <a:pt x="10911" y="120000"/>
                  </a:cubicBezTo>
                  <a:lnTo>
                    <a:pt x="109088" y="120000"/>
                  </a:lnTo>
                  <a:cubicBezTo>
                    <a:pt x="112100" y="120000"/>
                    <a:pt x="114544" y="117315"/>
                    <a:pt x="114544" y="114001"/>
                  </a:cubicBezTo>
                  <a:lnTo>
                    <a:pt x="114544" y="48030"/>
                  </a:lnTo>
                  <a:cubicBezTo>
                    <a:pt x="117555" y="48030"/>
                    <a:pt x="120000" y="45346"/>
                    <a:pt x="120000" y="42031"/>
                  </a:cubicBezTo>
                  <a:lnTo>
                    <a:pt x="120000" y="30039"/>
                  </a:lnTo>
                  <a:cubicBezTo>
                    <a:pt x="120000" y="26725"/>
                    <a:pt x="117555" y="24040"/>
                    <a:pt x="114544" y="2404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91" name="Google Shape;91;p58"/>
          <p:cNvGrpSpPr/>
          <p:nvPr/>
        </p:nvGrpSpPr>
        <p:grpSpPr>
          <a:xfrm>
            <a:off x="5884007" y="4735486"/>
            <a:ext cx="616688" cy="616688"/>
            <a:chOff x="5866603" y="4454825"/>
            <a:chExt cx="616688" cy="616688"/>
          </a:xfrm>
        </p:grpSpPr>
        <p:sp>
          <p:nvSpPr>
            <p:cNvPr id="92" name="Google Shape;92;p58"/>
            <p:cNvSpPr/>
            <p:nvPr/>
          </p:nvSpPr>
          <p:spPr>
            <a:xfrm>
              <a:off x="5866603" y="4454825"/>
              <a:ext cx="616688" cy="616688"/>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3" name="Google Shape;93;p58"/>
            <p:cNvSpPr/>
            <p:nvPr/>
          </p:nvSpPr>
          <p:spPr>
            <a:xfrm>
              <a:off x="6035283" y="4615000"/>
              <a:ext cx="279327" cy="279327"/>
            </a:xfrm>
            <a:custGeom>
              <a:avLst/>
              <a:gdLst/>
              <a:ahLst/>
              <a:cxnLst/>
              <a:rect l="l" t="t" r="r" b="b"/>
              <a:pathLst>
                <a:path w="120000" h="120000" extrusionOk="0">
                  <a:moveTo>
                    <a:pt x="53216" y="94688"/>
                  </a:moveTo>
                  <a:cubicBezTo>
                    <a:pt x="52377" y="95411"/>
                    <a:pt x="51400" y="95966"/>
                    <a:pt x="50277" y="96355"/>
                  </a:cubicBezTo>
                  <a:cubicBezTo>
                    <a:pt x="49161" y="96750"/>
                    <a:pt x="47977" y="96944"/>
                    <a:pt x="46738" y="96944"/>
                  </a:cubicBezTo>
                  <a:cubicBezTo>
                    <a:pt x="43816" y="96944"/>
                    <a:pt x="41600" y="96044"/>
                    <a:pt x="40077" y="94255"/>
                  </a:cubicBezTo>
                  <a:cubicBezTo>
                    <a:pt x="38561" y="92466"/>
                    <a:pt x="37761" y="90144"/>
                    <a:pt x="37677" y="87305"/>
                  </a:cubicBezTo>
                  <a:lnTo>
                    <a:pt x="32577" y="87305"/>
                  </a:lnTo>
                  <a:cubicBezTo>
                    <a:pt x="32538" y="89566"/>
                    <a:pt x="32850" y="91588"/>
                    <a:pt x="33511" y="93361"/>
                  </a:cubicBezTo>
                  <a:cubicBezTo>
                    <a:pt x="34172" y="95127"/>
                    <a:pt x="35116" y="96627"/>
                    <a:pt x="36361" y="97838"/>
                  </a:cubicBezTo>
                  <a:cubicBezTo>
                    <a:pt x="37594" y="99055"/>
                    <a:pt x="39100" y="99972"/>
                    <a:pt x="40861" y="100588"/>
                  </a:cubicBezTo>
                  <a:cubicBezTo>
                    <a:pt x="42616" y="101211"/>
                    <a:pt x="44577" y="101516"/>
                    <a:pt x="46738" y="101516"/>
                  </a:cubicBezTo>
                  <a:cubicBezTo>
                    <a:pt x="48738" y="101516"/>
                    <a:pt x="50627" y="101238"/>
                    <a:pt x="52411" y="100683"/>
                  </a:cubicBezTo>
                  <a:cubicBezTo>
                    <a:pt x="54188" y="100127"/>
                    <a:pt x="55738" y="99294"/>
                    <a:pt x="57061" y="98177"/>
                  </a:cubicBezTo>
                  <a:cubicBezTo>
                    <a:pt x="58383" y="97066"/>
                    <a:pt x="59427" y="95677"/>
                    <a:pt x="60205" y="94011"/>
                  </a:cubicBezTo>
                  <a:cubicBezTo>
                    <a:pt x="60988" y="92338"/>
                    <a:pt x="61377" y="90416"/>
                    <a:pt x="61377" y="88227"/>
                  </a:cubicBezTo>
                  <a:cubicBezTo>
                    <a:pt x="61377" y="85594"/>
                    <a:pt x="60750" y="83305"/>
                    <a:pt x="59488" y="81366"/>
                  </a:cubicBezTo>
                  <a:cubicBezTo>
                    <a:pt x="58227" y="79433"/>
                    <a:pt x="56300" y="78177"/>
                    <a:pt x="53700" y="77600"/>
                  </a:cubicBezTo>
                  <a:lnTo>
                    <a:pt x="53700" y="77477"/>
                  </a:lnTo>
                  <a:cubicBezTo>
                    <a:pt x="55377" y="76694"/>
                    <a:pt x="56777" y="75538"/>
                    <a:pt x="57900" y="74016"/>
                  </a:cubicBezTo>
                  <a:cubicBezTo>
                    <a:pt x="59022" y="72488"/>
                    <a:pt x="59577" y="70744"/>
                    <a:pt x="59577" y="68761"/>
                  </a:cubicBezTo>
                  <a:cubicBezTo>
                    <a:pt x="59577" y="66744"/>
                    <a:pt x="59250" y="64988"/>
                    <a:pt x="58588" y="63511"/>
                  </a:cubicBezTo>
                  <a:cubicBezTo>
                    <a:pt x="57927" y="62027"/>
                    <a:pt x="57016" y="60811"/>
                    <a:pt x="55861" y="59866"/>
                  </a:cubicBezTo>
                  <a:cubicBezTo>
                    <a:pt x="54700" y="58916"/>
                    <a:pt x="53327" y="58205"/>
                    <a:pt x="51750" y="57733"/>
                  </a:cubicBezTo>
                  <a:cubicBezTo>
                    <a:pt x="50166" y="57255"/>
                    <a:pt x="48455" y="57022"/>
                    <a:pt x="46616" y="57022"/>
                  </a:cubicBezTo>
                  <a:cubicBezTo>
                    <a:pt x="44500" y="57022"/>
                    <a:pt x="42627" y="57366"/>
                    <a:pt x="41011" y="58072"/>
                  </a:cubicBezTo>
                  <a:cubicBezTo>
                    <a:pt x="39388" y="58772"/>
                    <a:pt x="38038" y="59738"/>
                    <a:pt x="36961" y="60977"/>
                  </a:cubicBezTo>
                  <a:cubicBezTo>
                    <a:pt x="35883" y="62211"/>
                    <a:pt x="35050" y="63700"/>
                    <a:pt x="34466" y="65427"/>
                  </a:cubicBezTo>
                  <a:cubicBezTo>
                    <a:pt x="33888" y="67155"/>
                    <a:pt x="33555" y="69072"/>
                    <a:pt x="33477" y="71172"/>
                  </a:cubicBezTo>
                  <a:lnTo>
                    <a:pt x="38577" y="71172"/>
                  </a:lnTo>
                  <a:cubicBezTo>
                    <a:pt x="38577" y="69894"/>
                    <a:pt x="38733" y="68683"/>
                    <a:pt x="39061" y="67527"/>
                  </a:cubicBezTo>
                  <a:cubicBezTo>
                    <a:pt x="39377" y="66372"/>
                    <a:pt x="39872" y="65366"/>
                    <a:pt x="40533" y="64500"/>
                  </a:cubicBezTo>
                  <a:cubicBezTo>
                    <a:pt x="41188" y="63633"/>
                    <a:pt x="42027" y="62944"/>
                    <a:pt x="43050" y="62427"/>
                  </a:cubicBezTo>
                  <a:cubicBezTo>
                    <a:pt x="44066" y="61911"/>
                    <a:pt x="45261" y="61655"/>
                    <a:pt x="46616" y="61655"/>
                  </a:cubicBezTo>
                  <a:cubicBezTo>
                    <a:pt x="48777" y="61655"/>
                    <a:pt x="50577" y="62244"/>
                    <a:pt x="52022" y="63416"/>
                  </a:cubicBezTo>
                  <a:cubicBezTo>
                    <a:pt x="53461" y="64594"/>
                    <a:pt x="54177" y="66350"/>
                    <a:pt x="54177" y="68700"/>
                  </a:cubicBezTo>
                  <a:cubicBezTo>
                    <a:pt x="54177" y="69855"/>
                    <a:pt x="53961" y="70883"/>
                    <a:pt x="53522" y="71788"/>
                  </a:cubicBezTo>
                  <a:cubicBezTo>
                    <a:pt x="53077" y="72700"/>
                    <a:pt x="52488" y="73450"/>
                    <a:pt x="51750" y="74050"/>
                  </a:cubicBezTo>
                  <a:cubicBezTo>
                    <a:pt x="51011" y="74644"/>
                    <a:pt x="50150" y="75094"/>
                    <a:pt x="49172" y="75411"/>
                  </a:cubicBezTo>
                  <a:cubicBezTo>
                    <a:pt x="48188" y="75716"/>
                    <a:pt x="47155" y="75872"/>
                    <a:pt x="46077" y="75872"/>
                  </a:cubicBezTo>
                  <a:lnTo>
                    <a:pt x="44400" y="75872"/>
                  </a:lnTo>
                  <a:cubicBezTo>
                    <a:pt x="44238" y="75872"/>
                    <a:pt x="44055" y="75850"/>
                    <a:pt x="43861" y="75805"/>
                  </a:cubicBezTo>
                  <a:lnTo>
                    <a:pt x="43861" y="80261"/>
                  </a:lnTo>
                  <a:cubicBezTo>
                    <a:pt x="44816" y="80133"/>
                    <a:pt x="45838" y="80072"/>
                    <a:pt x="46916" y="80072"/>
                  </a:cubicBezTo>
                  <a:cubicBezTo>
                    <a:pt x="48200" y="80072"/>
                    <a:pt x="49388" y="80244"/>
                    <a:pt x="50488" y="80594"/>
                  </a:cubicBezTo>
                  <a:cubicBezTo>
                    <a:pt x="51588" y="80950"/>
                    <a:pt x="52538" y="81483"/>
                    <a:pt x="53338" y="82205"/>
                  </a:cubicBezTo>
                  <a:cubicBezTo>
                    <a:pt x="54138" y="82927"/>
                    <a:pt x="54777" y="83811"/>
                    <a:pt x="55261" y="84861"/>
                  </a:cubicBezTo>
                  <a:cubicBezTo>
                    <a:pt x="55738" y="85911"/>
                    <a:pt x="55977" y="87122"/>
                    <a:pt x="55977" y="88477"/>
                  </a:cubicBezTo>
                  <a:cubicBezTo>
                    <a:pt x="55977" y="89794"/>
                    <a:pt x="55727" y="90983"/>
                    <a:pt x="55227" y="92027"/>
                  </a:cubicBezTo>
                  <a:cubicBezTo>
                    <a:pt x="54727" y="93077"/>
                    <a:pt x="54061" y="93966"/>
                    <a:pt x="53216" y="94688"/>
                  </a:cubicBezTo>
                  <a:moveTo>
                    <a:pt x="79205" y="100838"/>
                  </a:moveTo>
                  <a:lnTo>
                    <a:pt x="84305" y="100838"/>
                  </a:lnTo>
                  <a:lnTo>
                    <a:pt x="84305" y="57022"/>
                  </a:lnTo>
                  <a:lnTo>
                    <a:pt x="80405" y="57022"/>
                  </a:lnTo>
                  <a:cubicBezTo>
                    <a:pt x="80122" y="58672"/>
                    <a:pt x="79605" y="60027"/>
                    <a:pt x="78844" y="61100"/>
                  </a:cubicBezTo>
                  <a:cubicBezTo>
                    <a:pt x="78083" y="62172"/>
                    <a:pt x="77155" y="63016"/>
                    <a:pt x="76055" y="63633"/>
                  </a:cubicBezTo>
                  <a:cubicBezTo>
                    <a:pt x="74955" y="64250"/>
                    <a:pt x="73727" y="64672"/>
                    <a:pt x="72366" y="64900"/>
                  </a:cubicBezTo>
                  <a:cubicBezTo>
                    <a:pt x="71005" y="65127"/>
                    <a:pt x="69605" y="65238"/>
                    <a:pt x="68166" y="65238"/>
                  </a:cubicBezTo>
                  <a:lnTo>
                    <a:pt x="68166" y="69438"/>
                  </a:lnTo>
                  <a:lnTo>
                    <a:pt x="79205" y="69438"/>
                  </a:lnTo>
                  <a:cubicBezTo>
                    <a:pt x="79205" y="69438"/>
                    <a:pt x="79205" y="100838"/>
                    <a:pt x="79205" y="100838"/>
                  </a:cubicBezTo>
                  <a:close/>
                  <a:moveTo>
                    <a:pt x="114544" y="38183"/>
                  </a:moveTo>
                  <a:lnTo>
                    <a:pt x="5455" y="38183"/>
                  </a:lnTo>
                  <a:lnTo>
                    <a:pt x="5455" y="21822"/>
                  </a:lnTo>
                  <a:cubicBezTo>
                    <a:pt x="5455" y="18805"/>
                    <a:pt x="7894" y="16361"/>
                    <a:pt x="10911" y="16361"/>
                  </a:cubicBezTo>
                  <a:lnTo>
                    <a:pt x="21816" y="16361"/>
                  </a:lnTo>
                  <a:lnTo>
                    <a:pt x="21816" y="24544"/>
                  </a:lnTo>
                  <a:cubicBezTo>
                    <a:pt x="21816" y="26055"/>
                    <a:pt x="23038" y="27272"/>
                    <a:pt x="24544" y="27272"/>
                  </a:cubicBezTo>
                  <a:cubicBezTo>
                    <a:pt x="26055" y="27272"/>
                    <a:pt x="27272" y="26055"/>
                    <a:pt x="27272" y="24544"/>
                  </a:cubicBezTo>
                  <a:lnTo>
                    <a:pt x="27272" y="16361"/>
                  </a:lnTo>
                  <a:lnTo>
                    <a:pt x="92727" y="16361"/>
                  </a:lnTo>
                  <a:lnTo>
                    <a:pt x="92727" y="24544"/>
                  </a:lnTo>
                  <a:cubicBezTo>
                    <a:pt x="92727" y="26055"/>
                    <a:pt x="93944" y="27272"/>
                    <a:pt x="95455" y="27272"/>
                  </a:cubicBezTo>
                  <a:cubicBezTo>
                    <a:pt x="96961" y="27272"/>
                    <a:pt x="98183" y="26055"/>
                    <a:pt x="98183" y="24544"/>
                  </a:cubicBezTo>
                  <a:lnTo>
                    <a:pt x="98183" y="16361"/>
                  </a:lnTo>
                  <a:lnTo>
                    <a:pt x="109088" y="16361"/>
                  </a:lnTo>
                  <a:cubicBezTo>
                    <a:pt x="112105" y="16361"/>
                    <a:pt x="114544" y="18805"/>
                    <a:pt x="114544" y="21822"/>
                  </a:cubicBezTo>
                  <a:cubicBezTo>
                    <a:pt x="114544" y="21822"/>
                    <a:pt x="114544" y="38183"/>
                    <a:pt x="114544" y="38183"/>
                  </a:cubicBezTo>
                  <a:close/>
                  <a:moveTo>
                    <a:pt x="114544" y="109088"/>
                  </a:moveTo>
                  <a:cubicBezTo>
                    <a:pt x="114544" y="112105"/>
                    <a:pt x="112105" y="114544"/>
                    <a:pt x="109088" y="114544"/>
                  </a:cubicBezTo>
                  <a:lnTo>
                    <a:pt x="10911" y="114544"/>
                  </a:lnTo>
                  <a:cubicBezTo>
                    <a:pt x="7894" y="114544"/>
                    <a:pt x="5455" y="112105"/>
                    <a:pt x="5455" y="109088"/>
                  </a:cubicBezTo>
                  <a:lnTo>
                    <a:pt x="5455" y="43638"/>
                  </a:lnTo>
                  <a:lnTo>
                    <a:pt x="114544" y="43638"/>
                  </a:lnTo>
                  <a:cubicBezTo>
                    <a:pt x="114544" y="43638"/>
                    <a:pt x="114544" y="109088"/>
                    <a:pt x="114544" y="109088"/>
                  </a:cubicBezTo>
                  <a:close/>
                  <a:moveTo>
                    <a:pt x="109088" y="10911"/>
                  </a:moveTo>
                  <a:lnTo>
                    <a:pt x="98183" y="10911"/>
                  </a:lnTo>
                  <a:lnTo>
                    <a:pt x="98183" y="2727"/>
                  </a:lnTo>
                  <a:cubicBezTo>
                    <a:pt x="98183" y="1222"/>
                    <a:pt x="96961" y="0"/>
                    <a:pt x="95455" y="0"/>
                  </a:cubicBezTo>
                  <a:cubicBezTo>
                    <a:pt x="93944" y="0"/>
                    <a:pt x="92727" y="1222"/>
                    <a:pt x="92727" y="2727"/>
                  </a:cubicBezTo>
                  <a:lnTo>
                    <a:pt x="92727" y="10911"/>
                  </a:lnTo>
                  <a:lnTo>
                    <a:pt x="27272" y="10911"/>
                  </a:lnTo>
                  <a:lnTo>
                    <a:pt x="27272" y="2727"/>
                  </a:lnTo>
                  <a:cubicBezTo>
                    <a:pt x="27272" y="1222"/>
                    <a:pt x="26055" y="0"/>
                    <a:pt x="24544" y="0"/>
                  </a:cubicBezTo>
                  <a:cubicBezTo>
                    <a:pt x="23038" y="0"/>
                    <a:pt x="21816" y="1222"/>
                    <a:pt x="21816" y="2727"/>
                  </a:cubicBezTo>
                  <a:lnTo>
                    <a:pt x="21816" y="10911"/>
                  </a:lnTo>
                  <a:lnTo>
                    <a:pt x="10911" y="10911"/>
                  </a:lnTo>
                  <a:cubicBezTo>
                    <a:pt x="4883" y="10911"/>
                    <a:pt x="0" y="15794"/>
                    <a:pt x="0" y="21822"/>
                  </a:cubicBezTo>
                  <a:lnTo>
                    <a:pt x="0" y="109088"/>
                  </a:lnTo>
                  <a:cubicBezTo>
                    <a:pt x="0" y="115116"/>
                    <a:pt x="4883" y="120000"/>
                    <a:pt x="10911" y="120000"/>
                  </a:cubicBezTo>
                  <a:lnTo>
                    <a:pt x="109088" y="120000"/>
                  </a:lnTo>
                  <a:cubicBezTo>
                    <a:pt x="115116" y="120000"/>
                    <a:pt x="120000" y="115116"/>
                    <a:pt x="120000" y="109088"/>
                  </a:cubicBezTo>
                  <a:lnTo>
                    <a:pt x="120000" y="21822"/>
                  </a:lnTo>
                  <a:cubicBezTo>
                    <a:pt x="120000" y="15794"/>
                    <a:pt x="115116" y="10911"/>
                    <a:pt x="109088" y="1091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94" name="Google Shape;94;p58"/>
          <p:cNvSpPr txBox="1">
            <a:spLocks noGrp="1"/>
          </p:cNvSpPr>
          <p:nvPr>
            <p:ph type="body" idx="1"/>
          </p:nvPr>
        </p:nvSpPr>
        <p:spPr>
          <a:xfrm>
            <a:off x="329371"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5" name="Google Shape;95;p58"/>
          <p:cNvSpPr txBox="1">
            <a:spLocks noGrp="1"/>
          </p:cNvSpPr>
          <p:nvPr>
            <p:ph type="body" idx="2"/>
          </p:nvPr>
        </p:nvSpPr>
        <p:spPr>
          <a:xfrm>
            <a:off x="1164931"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6" name="Google Shape;96;p58"/>
          <p:cNvSpPr txBox="1">
            <a:spLocks noGrp="1"/>
          </p:cNvSpPr>
          <p:nvPr>
            <p:ph type="body" idx="3"/>
          </p:nvPr>
        </p:nvSpPr>
        <p:spPr>
          <a:xfrm>
            <a:off x="2004882"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7" name="Google Shape;97;p58"/>
          <p:cNvSpPr txBox="1">
            <a:spLocks noGrp="1"/>
          </p:cNvSpPr>
          <p:nvPr>
            <p:ph type="body" idx="4"/>
          </p:nvPr>
        </p:nvSpPr>
        <p:spPr>
          <a:xfrm>
            <a:off x="2840956"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8" name="Google Shape;98;p58"/>
          <p:cNvSpPr txBox="1">
            <a:spLocks noGrp="1"/>
          </p:cNvSpPr>
          <p:nvPr>
            <p:ph type="body" idx="5"/>
          </p:nvPr>
        </p:nvSpPr>
        <p:spPr>
          <a:xfrm>
            <a:off x="3673128"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9" name="Google Shape;99;p58"/>
          <p:cNvSpPr txBox="1">
            <a:spLocks noGrp="1"/>
          </p:cNvSpPr>
          <p:nvPr>
            <p:ph type="body" idx="6"/>
          </p:nvPr>
        </p:nvSpPr>
        <p:spPr>
          <a:xfrm>
            <a:off x="4505300"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58"/>
          <p:cNvSpPr txBox="1">
            <a:spLocks noGrp="1"/>
          </p:cNvSpPr>
          <p:nvPr>
            <p:ph type="body" idx="7"/>
          </p:nvPr>
        </p:nvSpPr>
        <p:spPr>
          <a:xfrm>
            <a:off x="6585035" y="2080353"/>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1" name="Google Shape;101;p58"/>
          <p:cNvSpPr txBox="1">
            <a:spLocks noGrp="1"/>
          </p:cNvSpPr>
          <p:nvPr>
            <p:ph type="body" idx="8"/>
          </p:nvPr>
        </p:nvSpPr>
        <p:spPr>
          <a:xfrm>
            <a:off x="6595091" y="1621018"/>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58"/>
          <p:cNvSpPr txBox="1">
            <a:spLocks noGrp="1"/>
          </p:cNvSpPr>
          <p:nvPr>
            <p:ph type="body" idx="9"/>
          </p:nvPr>
        </p:nvSpPr>
        <p:spPr>
          <a:xfrm>
            <a:off x="6585035" y="3661586"/>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3" name="Google Shape;103;p58"/>
          <p:cNvSpPr txBox="1">
            <a:spLocks noGrp="1"/>
          </p:cNvSpPr>
          <p:nvPr>
            <p:ph type="body" idx="13"/>
          </p:nvPr>
        </p:nvSpPr>
        <p:spPr>
          <a:xfrm>
            <a:off x="6595091" y="3202251"/>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4" name="Google Shape;104;p58"/>
          <p:cNvSpPr txBox="1">
            <a:spLocks noGrp="1"/>
          </p:cNvSpPr>
          <p:nvPr>
            <p:ph type="body" idx="14"/>
          </p:nvPr>
        </p:nvSpPr>
        <p:spPr>
          <a:xfrm>
            <a:off x="6585035" y="5214355"/>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58"/>
          <p:cNvSpPr txBox="1">
            <a:spLocks noGrp="1"/>
          </p:cNvSpPr>
          <p:nvPr>
            <p:ph type="body" idx="15"/>
          </p:nvPr>
        </p:nvSpPr>
        <p:spPr>
          <a:xfrm>
            <a:off x="6595091" y="4755020"/>
            <a:ext cx="2003786"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6" name="Google Shape;106;p58"/>
          <p:cNvSpPr txBox="1">
            <a:spLocks noGrp="1"/>
          </p:cNvSpPr>
          <p:nvPr>
            <p:ph type="body" idx="16"/>
          </p:nvPr>
        </p:nvSpPr>
        <p:spPr>
          <a:xfrm>
            <a:off x="9506250" y="2080353"/>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7" name="Google Shape;107;p58"/>
          <p:cNvSpPr txBox="1">
            <a:spLocks noGrp="1"/>
          </p:cNvSpPr>
          <p:nvPr>
            <p:ph type="body" idx="17"/>
          </p:nvPr>
        </p:nvSpPr>
        <p:spPr>
          <a:xfrm>
            <a:off x="9516306" y="1621018"/>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8" name="Google Shape;108;p58"/>
          <p:cNvSpPr txBox="1">
            <a:spLocks noGrp="1"/>
          </p:cNvSpPr>
          <p:nvPr>
            <p:ph type="body" idx="18"/>
          </p:nvPr>
        </p:nvSpPr>
        <p:spPr>
          <a:xfrm>
            <a:off x="9506250" y="3661586"/>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9" name="Google Shape;109;p58"/>
          <p:cNvSpPr txBox="1">
            <a:spLocks noGrp="1"/>
          </p:cNvSpPr>
          <p:nvPr>
            <p:ph type="body" idx="19"/>
          </p:nvPr>
        </p:nvSpPr>
        <p:spPr>
          <a:xfrm>
            <a:off x="9516306" y="3202251"/>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0" name="Google Shape;110;p58"/>
          <p:cNvSpPr txBox="1">
            <a:spLocks noGrp="1"/>
          </p:cNvSpPr>
          <p:nvPr>
            <p:ph type="body" idx="20"/>
          </p:nvPr>
        </p:nvSpPr>
        <p:spPr>
          <a:xfrm>
            <a:off x="9506250" y="5214355"/>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1" name="Google Shape;111;p58"/>
          <p:cNvSpPr txBox="1">
            <a:spLocks noGrp="1"/>
          </p:cNvSpPr>
          <p:nvPr>
            <p:ph type="body" idx="21"/>
          </p:nvPr>
        </p:nvSpPr>
        <p:spPr>
          <a:xfrm>
            <a:off x="9516306" y="4755020"/>
            <a:ext cx="2003786"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RunningMan-Infographic">
  <p:cSld name="1_RunningMan-Infographic">
    <p:spTree>
      <p:nvGrpSpPr>
        <p:cNvPr id="1" name="Shape 112"/>
        <p:cNvGrpSpPr/>
        <p:nvPr/>
      </p:nvGrpSpPr>
      <p:grpSpPr>
        <a:xfrm>
          <a:off x="0" y="0"/>
          <a:ext cx="0" cy="0"/>
          <a:chOff x="0" y="0"/>
          <a:chExt cx="0" cy="0"/>
        </a:xfrm>
      </p:grpSpPr>
      <p:sp>
        <p:nvSpPr>
          <p:cNvPr id="113" name="Google Shape;113;p59"/>
          <p:cNvSpPr/>
          <p:nvPr/>
        </p:nvSpPr>
        <p:spPr>
          <a:xfrm>
            <a:off x="-1" y="1684288"/>
            <a:ext cx="12191999" cy="4085572"/>
          </a:xfrm>
          <a:prstGeom prst="rect">
            <a:avLst/>
          </a:prstGeom>
          <a:solidFill>
            <a:srgbClr val="A1D0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14" name="Google Shape;114;p59"/>
          <p:cNvPicPr preferRelativeResize="0"/>
          <p:nvPr/>
        </p:nvPicPr>
        <p:blipFill rotWithShape="1">
          <a:blip r:embed="rId2">
            <a:alphaModFix/>
          </a:blip>
          <a:srcRect/>
          <a:stretch/>
        </p:blipFill>
        <p:spPr>
          <a:xfrm>
            <a:off x="519508" y="1921829"/>
            <a:ext cx="3232360" cy="3589147"/>
          </a:xfrm>
          <a:prstGeom prst="rect">
            <a:avLst/>
          </a:prstGeom>
          <a:noFill/>
          <a:ln>
            <a:noFill/>
          </a:ln>
        </p:spPr>
      </p:pic>
      <p:sp>
        <p:nvSpPr>
          <p:cNvPr id="115" name="Google Shape;115;p5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6" name="Google Shape;116;p59"/>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59"/>
          <p:cNvSpPr/>
          <p:nvPr/>
        </p:nvSpPr>
        <p:spPr>
          <a:xfrm>
            <a:off x="-18854" y="5769859"/>
            <a:ext cx="12210853" cy="218688"/>
          </a:xfrm>
          <a:prstGeom prst="rect">
            <a:avLst/>
          </a:prstGeom>
          <a:solidFill>
            <a:srgbClr val="647486">
              <a:alpha val="6392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18" name="Google Shape;118;p59"/>
          <p:cNvPicPr preferRelativeResize="0"/>
          <p:nvPr/>
        </p:nvPicPr>
        <p:blipFill rotWithShape="1">
          <a:blip r:embed="rId3">
            <a:alphaModFix/>
          </a:blip>
          <a:srcRect/>
          <a:stretch/>
        </p:blipFill>
        <p:spPr>
          <a:xfrm>
            <a:off x="770591" y="1921828"/>
            <a:ext cx="771525" cy="1457325"/>
          </a:xfrm>
          <a:prstGeom prst="rect">
            <a:avLst/>
          </a:prstGeom>
          <a:noFill/>
          <a:ln>
            <a:noFill/>
          </a:ln>
        </p:spPr>
      </p:pic>
      <p:sp>
        <p:nvSpPr>
          <p:cNvPr id="119" name="Google Shape;119;p59"/>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nalysis-Infographic">
  <p:cSld name="Analysis-Infographic">
    <p:spTree>
      <p:nvGrpSpPr>
        <p:cNvPr id="1" name="Shape 120"/>
        <p:cNvGrpSpPr/>
        <p:nvPr/>
      </p:nvGrpSpPr>
      <p:grpSpPr>
        <a:xfrm>
          <a:off x="0" y="0"/>
          <a:ext cx="0" cy="0"/>
          <a:chOff x="0" y="0"/>
          <a:chExt cx="0" cy="0"/>
        </a:xfrm>
      </p:grpSpPr>
      <p:sp>
        <p:nvSpPr>
          <p:cNvPr id="121" name="Google Shape;121;p60"/>
          <p:cNvSpPr txBox="1">
            <a:spLocks noGrp="1"/>
          </p:cNvSpPr>
          <p:nvPr>
            <p:ph type="title"/>
          </p:nvPr>
        </p:nvSpPr>
        <p:spPr>
          <a:xfrm>
            <a:off x="208635" y="633245"/>
            <a:ext cx="9753747"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2" name="Google Shape;122;p60"/>
          <p:cNvSpPr txBox="1">
            <a:spLocks noGrp="1"/>
          </p:cNvSpPr>
          <p:nvPr>
            <p:ph type="body" idx="1"/>
          </p:nvPr>
        </p:nvSpPr>
        <p:spPr>
          <a:xfrm>
            <a:off x="207963" y="273050"/>
            <a:ext cx="9753747"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3" name="Google Shape;123;p60"/>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60"/>
          <p:cNvSpPr/>
          <p:nvPr/>
        </p:nvSpPr>
        <p:spPr>
          <a:xfrm>
            <a:off x="1230923" y="4198846"/>
            <a:ext cx="9753747" cy="63304"/>
          </a:xfrm>
          <a:prstGeom prst="rect">
            <a:avLst/>
          </a:prstGeom>
          <a:solidFill>
            <a:srgbClr val="14906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5" name="Google Shape;125;p60"/>
          <p:cNvSpPr/>
          <p:nvPr/>
        </p:nvSpPr>
        <p:spPr>
          <a:xfrm>
            <a:off x="1509462" y="4105578"/>
            <a:ext cx="764423" cy="93271"/>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6" name="Google Shape;126;p60"/>
          <p:cNvSpPr/>
          <p:nvPr/>
        </p:nvSpPr>
        <p:spPr>
          <a:xfrm>
            <a:off x="2273884" y="3969057"/>
            <a:ext cx="764423" cy="229790"/>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7" name="Google Shape;127;p60"/>
          <p:cNvSpPr/>
          <p:nvPr/>
        </p:nvSpPr>
        <p:spPr>
          <a:xfrm>
            <a:off x="3038308" y="3872691"/>
            <a:ext cx="764423" cy="326156"/>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8" name="Google Shape;128;p60"/>
          <p:cNvSpPr/>
          <p:nvPr/>
        </p:nvSpPr>
        <p:spPr>
          <a:xfrm>
            <a:off x="3802730" y="3704050"/>
            <a:ext cx="764423" cy="49479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9" name="Google Shape;129;p60"/>
          <p:cNvSpPr/>
          <p:nvPr/>
        </p:nvSpPr>
        <p:spPr>
          <a:xfrm>
            <a:off x="4567153" y="3559498"/>
            <a:ext cx="764423" cy="63934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60"/>
          <p:cNvSpPr/>
          <p:nvPr/>
        </p:nvSpPr>
        <p:spPr>
          <a:xfrm>
            <a:off x="5331576" y="3398887"/>
            <a:ext cx="764423" cy="799960"/>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1" name="Google Shape;131;p60"/>
          <p:cNvSpPr/>
          <p:nvPr/>
        </p:nvSpPr>
        <p:spPr>
          <a:xfrm>
            <a:off x="6096000" y="3286460"/>
            <a:ext cx="764423" cy="912387"/>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2" name="Google Shape;132;p60"/>
          <p:cNvSpPr/>
          <p:nvPr/>
        </p:nvSpPr>
        <p:spPr>
          <a:xfrm>
            <a:off x="6860422" y="3029481"/>
            <a:ext cx="764423" cy="1169366"/>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3" name="Google Shape;133;p60"/>
          <p:cNvSpPr/>
          <p:nvPr/>
        </p:nvSpPr>
        <p:spPr>
          <a:xfrm>
            <a:off x="7624846" y="2774866"/>
            <a:ext cx="764423" cy="1423981"/>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4" name="Google Shape;134;p60"/>
          <p:cNvSpPr/>
          <p:nvPr/>
        </p:nvSpPr>
        <p:spPr>
          <a:xfrm>
            <a:off x="8389268" y="2435218"/>
            <a:ext cx="764423" cy="176362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5" name="Google Shape;135;p60"/>
          <p:cNvSpPr/>
          <p:nvPr/>
        </p:nvSpPr>
        <p:spPr>
          <a:xfrm>
            <a:off x="9153692" y="2081874"/>
            <a:ext cx="764423" cy="2116974"/>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6" name="Google Shape;136;p60"/>
          <p:cNvSpPr/>
          <p:nvPr/>
        </p:nvSpPr>
        <p:spPr>
          <a:xfrm>
            <a:off x="9918114" y="1744589"/>
            <a:ext cx="764423" cy="245425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137" name="Google Shape;137;p60"/>
          <p:cNvGrpSpPr/>
          <p:nvPr/>
        </p:nvGrpSpPr>
        <p:grpSpPr>
          <a:xfrm>
            <a:off x="1567506" y="3258830"/>
            <a:ext cx="648327" cy="648329"/>
            <a:chOff x="1379092" y="2228211"/>
            <a:chExt cx="916410" cy="916410"/>
          </a:xfrm>
        </p:grpSpPr>
        <p:sp>
          <p:nvSpPr>
            <p:cNvPr id="138" name="Google Shape;138;p60"/>
            <p:cNvSpPr/>
            <p:nvPr/>
          </p:nvSpPr>
          <p:spPr>
            <a:xfrm rot="8100000">
              <a:off x="1513297" y="2362416"/>
              <a:ext cx="648000" cy="648000"/>
            </a:xfrm>
            <a:prstGeom prst="teardrop">
              <a:avLst>
                <a:gd name="adj"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Open Sans"/>
                <a:ea typeface="Open Sans"/>
                <a:cs typeface="Open Sans"/>
                <a:sym typeface="Open Sans"/>
              </a:endParaRPr>
            </a:p>
          </p:txBody>
        </p:sp>
        <p:sp>
          <p:nvSpPr>
            <p:cNvPr id="139" name="Google Shape;139;p60"/>
            <p:cNvSpPr txBox="1"/>
            <p:nvPr/>
          </p:nvSpPr>
          <p:spPr>
            <a:xfrm>
              <a:off x="1561770" y="2460333"/>
              <a:ext cx="551052" cy="43504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
                <a:buFont typeface="Arial"/>
                <a:buNone/>
              </a:pPr>
              <a:r>
                <a:rPr lang="en" sz="1400" b="1" i="0" u="none" strike="noStrike" cap="none">
                  <a:solidFill>
                    <a:schemeClr val="lt1"/>
                  </a:solidFill>
                  <a:latin typeface="Arial"/>
                  <a:ea typeface="Arial"/>
                  <a:cs typeface="Arial"/>
                  <a:sym typeface="Arial"/>
                </a:rPr>
                <a:t>1K</a:t>
              </a:r>
              <a:endParaRPr/>
            </a:p>
          </p:txBody>
        </p:sp>
      </p:grpSp>
      <p:grpSp>
        <p:nvGrpSpPr>
          <p:cNvPr id="140" name="Google Shape;140;p60"/>
          <p:cNvGrpSpPr/>
          <p:nvPr/>
        </p:nvGrpSpPr>
        <p:grpSpPr>
          <a:xfrm>
            <a:off x="9976161" y="877117"/>
            <a:ext cx="648329" cy="648329"/>
            <a:chOff x="9976161" y="877117"/>
            <a:chExt cx="648329" cy="648329"/>
          </a:xfrm>
        </p:grpSpPr>
        <p:sp>
          <p:nvSpPr>
            <p:cNvPr id="141" name="Google Shape;141;p60"/>
            <p:cNvSpPr/>
            <p:nvPr/>
          </p:nvSpPr>
          <p:spPr>
            <a:xfrm rot="8100000">
              <a:off x="10071107" y="972062"/>
              <a:ext cx="458437" cy="458438"/>
            </a:xfrm>
            <a:prstGeom prst="teardrop">
              <a:avLst>
                <a:gd name="adj" fmla="val 100000"/>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2" name="Google Shape;142;p60"/>
            <p:cNvSpPr txBox="1"/>
            <p:nvPr/>
          </p:nvSpPr>
          <p:spPr>
            <a:xfrm>
              <a:off x="10097385" y="1041336"/>
              <a:ext cx="405880" cy="30777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
                <a:buFont typeface="Arial"/>
                <a:buNone/>
              </a:pPr>
              <a:r>
                <a:rPr lang="en" sz="1400" b="1" i="0" u="none" strike="noStrike" cap="none">
                  <a:solidFill>
                    <a:schemeClr val="lt1"/>
                  </a:solidFill>
                  <a:latin typeface="Open Sans"/>
                  <a:ea typeface="Open Sans"/>
                  <a:cs typeface="Open Sans"/>
                  <a:sym typeface="Open Sans"/>
                </a:rPr>
                <a:t>8K</a:t>
              </a:r>
              <a:endParaRPr/>
            </a:p>
          </p:txBody>
        </p:sp>
      </p:grpSp>
      <p:sp>
        <p:nvSpPr>
          <p:cNvPr id="143" name="Google Shape;143;p60"/>
          <p:cNvSpPr/>
          <p:nvPr/>
        </p:nvSpPr>
        <p:spPr>
          <a:xfrm>
            <a:off x="1259775" y="1796284"/>
            <a:ext cx="179999" cy="179999"/>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4" name="Google Shape;144;p60"/>
          <p:cNvSpPr/>
          <p:nvPr/>
        </p:nvSpPr>
        <p:spPr>
          <a:xfrm>
            <a:off x="1230923" y="4819893"/>
            <a:ext cx="164675" cy="16467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5" name="Google Shape;145;p60"/>
          <p:cNvSpPr/>
          <p:nvPr/>
        </p:nvSpPr>
        <p:spPr>
          <a:xfrm>
            <a:off x="7965129" y="4808043"/>
            <a:ext cx="164675" cy="164675"/>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6" name="Google Shape;146;p60"/>
          <p:cNvSpPr/>
          <p:nvPr/>
        </p:nvSpPr>
        <p:spPr>
          <a:xfrm>
            <a:off x="4561947" y="4808564"/>
            <a:ext cx="164675" cy="164675"/>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7" name="Google Shape;147;p60"/>
          <p:cNvSpPr txBox="1">
            <a:spLocks noGrp="1"/>
          </p:cNvSpPr>
          <p:nvPr>
            <p:ph type="body" idx="2"/>
          </p:nvPr>
        </p:nvSpPr>
        <p:spPr>
          <a:xfrm>
            <a:off x="1567503" y="1704654"/>
            <a:ext cx="7145673" cy="10475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8" name="Google Shape;148;p60"/>
          <p:cNvSpPr txBox="1">
            <a:spLocks noGrp="1"/>
          </p:cNvSpPr>
          <p:nvPr>
            <p:ph type="body" idx="3"/>
          </p:nvPr>
        </p:nvSpPr>
        <p:spPr>
          <a:xfrm>
            <a:off x="1429718"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9" name="Google Shape;149;p60"/>
          <p:cNvSpPr txBox="1">
            <a:spLocks noGrp="1"/>
          </p:cNvSpPr>
          <p:nvPr>
            <p:ph type="body" idx="4"/>
          </p:nvPr>
        </p:nvSpPr>
        <p:spPr>
          <a:xfrm>
            <a:off x="1439774"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0" name="Google Shape;150;p60"/>
          <p:cNvSpPr txBox="1">
            <a:spLocks noGrp="1"/>
          </p:cNvSpPr>
          <p:nvPr>
            <p:ph type="body" idx="5"/>
          </p:nvPr>
        </p:nvSpPr>
        <p:spPr>
          <a:xfrm>
            <a:off x="4854716"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1" name="Google Shape;151;p60"/>
          <p:cNvSpPr txBox="1">
            <a:spLocks noGrp="1"/>
          </p:cNvSpPr>
          <p:nvPr>
            <p:ph type="body" idx="6"/>
          </p:nvPr>
        </p:nvSpPr>
        <p:spPr>
          <a:xfrm>
            <a:off x="4864772"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2" name="Google Shape;152;p60"/>
          <p:cNvSpPr txBox="1">
            <a:spLocks noGrp="1"/>
          </p:cNvSpPr>
          <p:nvPr>
            <p:ph type="body" idx="7"/>
          </p:nvPr>
        </p:nvSpPr>
        <p:spPr>
          <a:xfrm>
            <a:off x="8236082"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3" name="Google Shape;153;p60"/>
          <p:cNvSpPr txBox="1">
            <a:spLocks noGrp="1"/>
          </p:cNvSpPr>
          <p:nvPr>
            <p:ph type="body" idx="8"/>
          </p:nvPr>
        </p:nvSpPr>
        <p:spPr>
          <a:xfrm>
            <a:off x="8246138"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Hexa-Infographic">
  <p:cSld name="Hexa-Infographic">
    <p:spTree>
      <p:nvGrpSpPr>
        <p:cNvPr id="1" name="Shape 154"/>
        <p:cNvGrpSpPr/>
        <p:nvPr/>
      </p:nvGrpSpPr>
      <p:grpSpPr>
        <a:xfrm>
          <a:off x="0" y="0"/>
          <a:ext cx="0" cy="0"/>
          <a:chOff x="0" y="0"/>
          <a:chExt cx="0" cy="0"/>
        </a:xfrm>
      </p:grpSpPr>
      <p:sp>
        <p:nvSpPr>
          <p:cNvPr id="155" name="Google Shape;155;p6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6" name="Google Shape;156;p61"/>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157" name="Google Shape;157;p61"/>
          <p:cNvGrpSpPr/>
          <p:nvPr/>
        </p:nvGrpSpPr>
        <p:grpSpPr>
          <a:xfrm>
            <a:off x="616489" y="1781438"/>
            <a:ext cx="4118606" cy="3898703"/>
            <a:chOff x="4036696" y="1781438"/>
            <a:chExt cx="4118606" cy="3898703"/>
          </a:xfrm>
        </p:grpSpPr>
        <p:grpSp>
          <p:nvGrpSpPr>
            <p:cNvPr id="158" name="Google Shape;158;p61"/>
            <p:cNvGrpSpPr/>
            <p:nvPr/>
          </p:nvGrpSpPr>
          <p:grpSpPr>
            <a:xfrm>
              <a:off x="4036696" y="2918588"/>
              <a:ext cx="1791108" cy="1022485"/>
              <a:chOff x="4036696" y="2918588"/>
              <a:chExt cx="1791108" cy="1022485"/>
            </a:xfrm>
          </p:grpSpPr>
          <p:sp>
            <p:nvSpPr>
              <p:cNvPr id="159" name="Google Shape;159;p61"/>
              <p:cNvSpPr/>
              <p:nvPr/>
            </p:nvSpPr>
            <p:spPr>
              <a:xfrm>
                <a:off x="4036696" y="2918588"/>
                <a:ext cx="1791108" cy="1022485"/>
              </a:xfrm>
              <a:custGeom>
                <a:avLst/>
                <a:gdLst/>
                <a:ahLst/>
                <a:cxnLst/>
                <a:rect l="l" t="t" r="r" b="b"/>
                <a:pathLst>
                  <a:path w="120000" h="120000" extrusionOk="0">
                    <a:moveTo>
                      <a:pt x="89605" y="33766"/>
                    </a:moveTo>
                    <a:cubicBezTo>
                      <a:pt x="90575" y="30811"/>
                      <a:pt x="92968" y="28388"/>
                      <a:pt x="94921" y="28388"/>
                    </a:cubicBezTo>
                    <a:lnTo>
                      <a:pt x="107605" y="28388"/>
                    </a:lnTo>
                    <a:cubicBezTo>
                      <a:pt x="109552" y="28388"/>
                      <a:pt x="111945" y="30811"/>
                      <a:pt x="112921" y="33766"/>
                    </a:cubicBezTo>
                    <a:lnTo>
                      <a:pt x="119263" y="53011"/>
                    </a:lnTo>
                    <a:cubicBezTo>
                      <a:pt x="120239" y="55972"/>
                      <a:pt x="120239" y="60811"/>
                      <a:pt x="119263" y="63766"/>
                    </a:cubicBezTo>
                    <a:lnTo>
                      <a:pt x="112921" y="83011"/>
                    </a:lnTo>
                    <a:cubicBezTo>
                      <a:pt x="111945" y="85966"/>
                      <a:pt x="109552" y="88388"/>
                      <a:pt x="107605" y="88388"/>
                    </a:cubicBezTo>
                    <a:lnTo>
                      <a:pt x="94921" y="88388"/>
                    </a:lnTo>
                    <a:cubicBezTo>
                      <a:pt x="92968" y="88388"/>
                      <a:pt x="90575" y="85966"/>
                      <a:pt x="89605" y="83011"/>
                    </a:cubicBezTo>
                    <a:lnTo>
                      <a:pt x="86063" y="72277"/>
                    </a:lnTo>
                    <a:cubicBezTo>
                      <a:pt x="85087" y="69316"/>
                      <a:pt x="82694" y="66900"/>
                      <a:pt x="80747" y="66900"/>
                    </a:cubicBezTo>
                    <a:lnTo>
                      <a:pt x="79325" y="66900"/>
                    </a:lnTo>
                    <a:cubicBezTo>
                      <a:pt x="77378" y="66900"/>
                      <a:pt x="74985" y="69316"/>
                      <a:pt x="74009" y="72277"/>
                    </a:cubicBezTo>
                    <a:lnTo>
                      <a:pt x="60052" y="114622"/>
                    </a:lnTo>
                    <a:cubicBezTo>
                      <a:pt x="59076" y="117577"/>
                      <a:pt x="56683" y="120000"/>
                      <a:pt x="54737" y="120000"/>
                    </a:cubicBezTo>
                    <a:lnTo>
                      <a:pt x="22278" y="120000"/>
                    </a:lnTo>
                    <a:cubicBezTo>
                      <a:pt x="20326" y="120000"/>
                      <a:pt x="17933" y="117577"/>
                      <a:pt x="16957" y="114622"/>
                    </a:cubicBezTo>
                    <a:lnTo>
                      <a:pt x="730" y="65377"/>
                    </a:lnTo>
                    <a:cubicBezTo>
                      <a:pt x="-245" y="62416"/>
                      <a:pt x="-245" y="57577"/>
                      <a:pt x="730" y="54622"/>
                    </a:cubicBezTo>
                    <a:lnTo>
                      <a:pt x="16957" y="5377"/>
                    </a:lnTo>
                    <a:cubicBezTo>
                      <a:pt x="17933" y="2422"/>
                      <a:pt x="20326" y="0"/>
                      <a:pt x="22278" y="0"/>
                    </a:cubicBezTo>
                    <a:lnTo>
                      <a:pt x="54737" y="0"/>
                    </a:lnTo>
                    <a:cubicBezTo>
                      <a:pt x="56683" y="0"/>
                      <a:pt x="59076" y="2422"/>
                      <a:pt x="60052" y="5377"/>
                    </a:cubicBezTo>
                    <a:lnTo>
                      <a:pt x="74009" y="47722"/>
                    </a:lnTo>
                    <a:cubicBezTo>
                      <a:pt x="74985" y="50683"/>
                      <a:pt x="77378" y="53100"/>
                      <a:pt x="79325" y="53100"/>
                    </a:cubicBezTo>
                    <a:lnTo>
                      <a:pt x="79687" y="53100"/>
                    </a:lnTo>
                    <a:cubicBezTo>
                      <a:pt x="81634" y="53100"/>
                      <a:pt x="84027" y="50683"/>
                      <a:pt x="85003" y="47722"/>
                    </a:cubicBezTo>
                    <a:cubicBezTo>
                      <a:pt x="85003" y="47722"/>
                      <a:pt x="89605" y="33766"/>
                      <a:pt x="89605" y="33766"/>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0" name="Google Shape;160;p61"/>
              <p:cNvSpPr/>
              <p:nvPr/>
            </p:nvSpPr>
            <p:spPr>
              <a:xfrm>
                <a:off x="4452564" y="3289335"/>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1" name="Google Shape;161;p61"/>
            <p:cNvGrpSpPr/>
            <p:nvPr/>
          </p:nvGrpSpPr>
          <p:grpSpPr>
            <a:xfrm>
              <a:off x="5040846" y="1781438"/>
              <a:ext cx="1334646" cy="1571209"/>
              <a:chOff x="5040846" y="1781438"/>
              <a:chExt cx="1334646" cy="1571209"/>
            </a:xfrm>
          </p:grpSpPr>
          <p:sp>
            <p:nvSpPr>
              <p:cNvPr id="162" name="Google Shape;162;p61"/>
              <p:cNvSpPr/>
              <p:nvPr/>
            </p:nvSpPr>
            <p:spPr>
              <a:xfrm>
                <a:off x="5040846" y="1781438"/>
                <a:ext cx="1334646" cy="1571209"/>
              </a:xfrm>
              <a:custGeom>
                <a:avLst/>
                <a:gdLst/>
                <a:ahLst/>
                <a:cxnLst/>
                <a:rect l="l" t="t" r="r" b="b"/>
                <a:pathLst>
                  <a:path w="120000" h="120000" extrusionOk="0">
                    <a:moveTo>
                      <a:pt x="103365" y="80955"/>
                    </a:moveTo>
                    <a:cubicBezTo>
                      <a:pt x="105985" y="80955"/>
                      <a:pt x="109197" y="82527"/>
                      <a:pt x="110504" y="84455"/>
                    </a:cubicBezTo>
                    <a:lnTo>
                      <a:pt x="119016" y="96977"/>
                    </a:lnTo>
                    <a:cubicBezTo>
                      <a:pt x="120323" y="98900"/>
                      <a:pt x="120323" y="102050"/>
                      <a:pt x="119016" y="103977"/>
                    </a:cubicBezTo>
                    <a:lnTo>
                      <a:pt x="110504" y="116500"/>
                    </a:lnTo>
                    <a:cubicBezTo>
                      <a:pt x="109197" y="118427"/>
                      <a:pt x="105985" y="120000"/>
                      <a:pt x="103365" y="120000"/>
                    </a:cubicBezTo>
                    <a:lnTo>
                      <a:pt x="86345" y="120000"/>
                    </a:lnTo>
                    <a:cubicBezTo>
                      <a:pt x="83725" y="120000"/>
                      <a:pt x="80513" y="118427"/>
                      <a:pt x="79206" y="116500"/>
                    </a:cubicBezTo>
                    <a:lnTo>
                      <a:pt x="70694" y="103977"/>
                    </a:lnTo>
                    <a:cubicBezTo>
                      <a:pt x="69386" y="102050"/>
                      <a:pt x="69386" y="98900"/>
                      <a:pt x="70694" y="96977"/>
                    </a:cubicBezTo>
                    <a:lnTo>
                      <a:pt x="75447" y="89988"/>
                    </a:lnTo>
                    <a:cubicBezTo>
                      <a:pt x="76754" y="88066"/>
                      <a:pt x="76754" y="84916"/>
                      <a:pt x="75441" y="82994"/>
                    </a:cubicBezTo>
                    <a:lnTo>
                      <a:pt x="74492" y="81588"/>
                    </a:lnTo>
                    <a:cubicBezTo>
                      <a:pt x="73185" y="79666"/>
                      <a:pt x="69973" y="78088"/>
                      <a:pt x="67359" y="78088"/>
                    </a:cubicBezTo>
                    <a:lnTo>
                      <a:pt x="29895" y="78088"/>
                    </a:lnTo>
                    <a:cubicBezTo>
                      <a:pt x="27281" y="78088"/>
                      <a:pt x="24069" y="76516"/>
                      <a:pt x="22762" y="74588"/>
                    </a:cubicBezTo>
                    <a:lnTo>
                      <a:pt x="977" y="42544"/>
                    </a:lnTo>
                    <a:cubicBezTo>
                      <a:pt x="-329" y="40622"/>
                      <a:pt x="-329" y="37472"/>
                      <a:pt x="977" y="35544"/>
                    </a:cubicBezTo>
                    <a:lnTo>
                      <a:pt x="22762" y="3500"/>
                    </a:lnTo>
                    <a:cubicBezTo>
                      <a:pt x="24069" y="1572"/>
                      <a:pt x="27281" y="0"/>
                      <a:pt x="29895" y="0"/>
                    </a:cubicBezTo>
                    <a:lnTo>
                      <a:pt x="73459" y="0"/>
                    </a:lnTo>
                    <a:cubicBezTo>
                      <a:pt x="76073" y="0"/>
                      <a:pt x="79285" y="1572"/>
                      <a:pt x="80597" y="3500"/>
                    </a:cubicBezTo>
                    <a:lnTo>
                      <a:pt x="102376" y="35544"/>
                    </a:lnTo>
                    <a:cubicBezTo>
                      <a:pt x="103683" y="37472"/>
                      <a:pt x="103683" y="40622"/>
                      <a:pt x="102376" y="42544"/>
                    </a:cubicBezTo>
                    <a:lnTo>
                      <a:pt x="83647" y="70100"/>
                    </a:lnTo>
                    <a:cubicBezTo>
                      <a:pt x="82340" y="72027"/>
                      <a:pt x="82340" y="75177"/>
                      <a:pt x="83647" y="77100"/>
                    </a:cubicBezTo>
                    <a:lnTo>
                      <a:pt x="83887" y="77455"/>
                    </a:lnTo>
                    <a:cubicBezTo>
                      <a:pt x="85194" y="79377"/>
                      <a:pt x="88406" y="80955"/>
                      <a:pt x="91020" y="80955"/>
                    </a:cubicBezTo>
                    <a:cubicBezTo>
                      <a:pt x="91020" y="80955"/>
                      <a:pt x="103365" y="80955"/>
                      <a:pt x="103365" y="80955"/>
                    </a:cubicBezTo>
                    <a:close/>
                  </a:path>
                </a:pathLst>
              </a:custGeom>
              <a:solidFill>
                <a:schemeClr val="accent1"/>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3" name="Google Shape;163;p61"/>
              <p:cNvSpPr/>
              <p:nvPr/>
            </p:nvSpPr>
            <p:spPr>
              <a:xfrm>
                <a:off x="5449137" y="2139500"/>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4" name="Google Shape;164;p61"/>
            <p:cNvGrpSpPr/>
            <p:nvPr/>
          </p:nvGrpSpPr>
          <p:grpSpPr>
            <a:xfrm>
              <a:off x="6364196" y="2087338"/>
              <a:ext cx="1310871" cy="1584933"/>
              <a:chOff x="6364196" y="2087338"/>
              <a:chExt cx="1310871" cy="1584933"/>
            </a:xfrm>
          </p:grpSpPr>
          <p:sp>
            <p:nvSpPr>
              <p:cNvPr id="165" name="Google Shape;165;p61"/>
              <p:cNvSpPr/>
              <p:nvPr/>
            </p:nvSpPr>
            <p:spPr>
              <a:xfrm>
                <a:off x="6364196" y="2087338"/>
                <a:ext cx="1310871" cy="1584933"/>
              </a:xfrm>
              <a:custGeom>
                <a:avLst/>
                <a:gdLst/>
                <a:ahLst/>
                <a:cxnLst/>
                <a:rect l="l" t="t" r="r" b="b"/>
                <a:pathLst>
                  <a:path w="120000" h="120000" extrusionOk="0">
                    <a:moveTo>
                      <a:pt x="50193" y="97177"/>
                    </a:moveTo>
                    <a:cubicBezTo>
                      <a:pt x="51522" y="99083"/>
                      <a:pt x="51522" y="102205"/>
                      <a:pt x="50193" y="104116"/>
                    </a:cubicBezTo>
                    <a:lnTo>
                      <a:pt x="41523" y="116533"/>
                    </a:lnTo>
                    <a:cubicBezTo>
                      <a:pt x="40193" y="118438"/>
                      <a:pt x="36925" y="120000"/>
                      <a:pt x="34260" y="120000"/>
                    </a:cubicBezTo>
                    <a:lnTo>
                      <a:pt x="16926" y="120000"/>
                    </a:lnTo>
                    <a:cubicBezTo>
                      <a:pt x="14261" y="120000"/>
                      <a:pt x="10993" y="118438"/>
                      <a:pt x="9664" y="116533"/>
                    </a:cubicBezTo>
                    <a:lnTo>
                      <a:pt x="994" y="104116"/>
                    </a:lnTo>
                    <a:cubicBezTo>
                      <a:pt x="-335" y="102205"/>
                      <a:pt x="-335" y="99083"/>
                      <a:pt x="994" y="97177"/>
                    </a:cubicBezTo>
                    <a:lnTo>
                      <a:pt x="9664" y="84761"/>
                    </a:lnTo>
                    <a:cubicBezTo>
                      <a:pt x="10993" y="82855"/>
                      <a:pt x="14261" y="81294"/>
                      <a:pt x="16926" y="81294"/>
                    </a:cubicBezTo>
                    <a:lnTo>
                      <a:pt x="26596" y="81294"/>
                    </a:lnTo>
                    <a:cubicBezTo>
                      <a:pt x="29261" y="81294"/>
                      <a:pt x="32529" y="79733"/>
                      <a:pt x="33864" y="77822"/>
                    </a:cubicBezTo>
                    <a:lnTo>
                      <a:pt x="34830" y="76433"/>
                    </a:lnTo>
                    <a:cubicBezTo>
                      <a:pt x="36165" y="74527"/>
                      <a:pt x="36165" y="71405"/>
                      <a:pt x="34830" y="69494"/>
                    </a:cubicBezTo>
                    <a:lnTo>
                      <a:pt x="15764" y="42177"/>
                    </a:lnTo>
                    <a:cubicBezTo>
                      <a:pt x="14429" y="40266"/>
                      <a:pt x="14429" y="37144"/>
                      <a:pt x="15764" y="35238"/>
                    </a:cubicBezTo>
                    <a:lnTo>
                      <a:pt x="37936" y="3466"/>
                    </a:lnTo>
                    <a:cubicBezTo>
                      <a:pt x="39271" y="1561"/>
                      <a:pt x="42539" y="0"/>
                      <a:pt x="45204" y="0"/>
                    </a:cubicBezTo>
                    <a:lnTo>
                      <a:pt x="89560" y="0"/>
                    </a:lnTo>
                    <a:cubicBezTo>
                      <a:pt x="92219" y="0"/>
                      <a:pt x="95492" y="1561"/>
                      <a:pt x="96822" y="3472"/>
                    </a:cubicBezTo>
                    <a:lnTo>
                      <a:pt x="119000" y="35238"/>
                    </a:lnTo>
                    <a:cubicBezTo>
                      <a:pt x="120329" y="37144"/>
                      <a:pt x="120329" y="40266"/>
                      <a:pt x="119000" y="42177"/>
                    </a:cubicBezTo>
                    <a:lnTo>
                      <a:pt x="96822" y="73944"/>
                    </a:lnTo>
                    <a:cubicBezTo>
                      <a:pt x="95487" y="75855"/>
                      <a:pt x="92219" y="77416"/>
                      <a:pt x="89554" y="77416"/>
                    </a:cubicBezTo>
                    <a:lnTo>
                      <a:pt x="51416" y="77416"/>
                    </a:lnTo>
                    <a:cubicBezTo>
                      <a:pt x="48751" y="77416"/>
                      <a:pt x="45483" y="78977"/>
                      <a:pt x="44154" y="80883"/>
                    </a:cubicBezTo>
                    <a:lnTo>
                      <a:pt x="43908" y="81233"/>
                    </a:lnTo>
                    <a:cubicBezTo>
                      <a:pt x="42573" y="83144"/>
                      <a:pt x="42573" y="86266"/>
                      <a:pt x="43908" y="88172"/>
                    </a:cubicBezTo>
                    <a:cubicBezTo>
                      <a:pt x="43908" y="88172"/>
                      <a:pt x="50193" y="97177"/>
                      <a:pt x="50193" y="97177"/>
                    </a:cubicBezTo>
                    <a:close/>
                  </a:path>
                </a:pathLst>
              </a:custGeom>
              <a:solidFill>
                <a:schemeClr val="accent2"/>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6" name="Google Shape;166;p61"/>
              <p:cNvSpPr/>
              <p:nvPr/>
            </p:nvSpPr>
            <p:spPr>
              <a:xfrm>
                <a:off x="6980421" y="2448751"/>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7" name="Google Shape;167;p61"/>
            <p:cNvGrpSpPr/>
            <p:nvPr/>
          </p:nvGrpSpPr>
          <p:grpSpPr>
            <a:xfrm>
              <a:off x="6364196" y="3523737"/>
              <a:ext cx="1791106" cy="1022483"/>
              <a:chOff x="6364196" y="3523737"/>
              <a:chExt cx="1791106" cy="1022483"/>
            </a:xfrm>
          </p:grpSpPr>
          <p:sp>
            <p:nvSpPr>
              <p:cNvPr id="168" name="Google Shape;168;p61"/>
              <p:cNvSpPr/>
              <p:nvPr/>
            </p:nvSpPr>
            <p:spPr>
              <a:xfrm>
                <a:off x="6364196" y="3523737"/>
                <a:ext cx="1791106" cy="1022483"/>
              </a:xfrm>
              <a:custGeom>
                <a:avLst/>
                <a:gdLst/>
                <a:ahLst/>
                <a:cxnLst/>
                <a:rect l="l" t="t" r="r" b="b"/>
                <a:pathLst>
                  <a:path w="120000" h="120000" extrusionOk="0">
                    <a:moveTo>
                      <a:pt x="30389" y="86233"/>
                    </a:moveTo>
                    <a:cubicBezTo>
                      <a:pt x="29418" y="89194"/>
                      <a:pt x="27025" y="91611"/>
                      <a:pt x="25073" y="91611"/>
                    </a:cubicBezTo>
                    <a:lnTo>
                      <a:pt x="12388" y="91611"/>
                    </a:lnTo>
                    <a:cubicBezTo>
                      <a:pt x="10436" y="91611"/>
                      <a:pt x="8049" y="89188"/>
                      <a:pt x="7072" y="86233"/>
                    </a:cubicBezTo>
                    <a:lnTo>
                      <a:pt x="730" y="66988"/>
                    </a:lnTo>
                    <a:cubicBezTo>
                      <a:pt x="-245" y="64033"/>
                      <a:pt x="-245" y="59194"/>
                      <a:pt x="730" y="56233"/>
                    </a:cubicBezTo>
                    <a:lnTo>
                      <a:pt x="7072" y="36988"/>
                    </a:lnTo>
                    <a:cubicBezTo>
                      <a:pt x="8049" y="34033"/>
                      <a:pt x="10442" y="31611"/>
                      <a:pt x="12388" y="31611"/>
                    </a:cubicBezTo>
                    <a:lnTo>
                      <a:pt x="25073" y="31611"/>
                    </a:lnTo>
                    <a:cubicBezTo>
                      <a:pt x="27025" y="31611"/>
                      <a:pt x="29412" y="34033"/>
                      <a:pt x="30389" y="36988"/>
                    </a:cubicBezTo>
                    <a:lnTo>
                      <a:pt x="33931" y="47727"/>
                    </a:lnTo>
                    <a:cubicBezTo>
                      <a:pt x="34907" y="50683"/>
                      <a:pt x="37294" y="53105"/>
                      <a:pt x="39246" y="53100"/>
                    </a:cubicBezTo>
                    <a:lnTo>
                      <a:pt x="40669" y="53100"/>
                    </a:lnTo>
                    <a:cubicBezTo>
                      <a:pt x="42616" y="53100"/>
                      <a:pt x="45009" y="50683"/>
                      <a:pt x="45985" y="47722"/>
                    </a:cubicBezTo>
                    <a:lnTo>
                      <a:pt x="59941" y="5377"/>
                    </a:lnTo>
                    <a:cubicBezTo>
                      <a:pt x="60917" y="2422"/>
                      <a:pt x="63310" y="0"/>
                      <a:pt x="65257" y="0"/>
                    </a:cubicBezTo>
                    <a:lnTo>
                      <a:pt x="97715" y="0"/>
                    </a:lnTo>
                    <a:cubicBezTo>
                      <a:pt x="99668" y="0"/>
                      <a:pt x="102061" y="2422"/>
                      <a:pt x="103037" y="5377"/>
                    </a:cubicBezTo>
                    <a:lnTo>
                      <a:pt x="119263" y="54622"/>
                    </a:lnTo>
                    <a:cubicBezTo>
                      <a:pt x="120239" y="57583"/>
                      <a:pt x="120239" y="62422"/>
                      <a:pt x="119263" y="65377"/>
                    </a:cubicBezTo>
                    <a:lnTo>
                      <a:pt x="103037" y="114622"/>
                    </a:lnTo>
                    <a:cubicBezTo>
                      <a:pt x="102061" y="117577"/>
                      <a:pt x="99668" y="120000"/>
                      <a:pt x="97715" y="120000"/>
                    </a:cubicBezTo>
                    <a:lnTo>
                      <a:pt x="65257" y="120000"/>
                    </a:lnTo>
                    <a:cubicBezTo>
                      <a:pt x="63310" y="120000"/>
                      <a:pt x="60917" y="117577"/>
                      <a:pt x="59941" y="114622"/>
                    </a:cubicBezTo>
                    <a:lnTo>
                      <a:pt x="45985" y="72277"/>
                    </a:lnTo>
                    <a:cubicBezTo>
                      <a:pt x="45009" y="69316"/>
                      <a:pt x="42616" y="66900"/>
                      <a:pt x="40663" y="66900"/>
                    </a:cubicBezTo>
                    <a:lnTo>
                      <a:pt x="40306" y="66900"/>
                    </a:lnTo>
                    <a:cubicBezTo>
                      <a:pt x="38360" y="66900"/>
                      <a:pt x="35967" y="69316"/>
                      <a:pt x="34990" y="72277"/>
                    </a:cubicBezTo>
                    <a:cubicBezTo>
                      <a:pt x="34990" y="72277"/>
                      <a:pt x="30389" y="86233"/>
                      <a:pt x="30389" y="86233"/>
                    </a:cubicBezTo>
                    <a:close/>
                  </a:path>
                </a:pathLst>
              </a:custGeom>
              <a:solidFill>
                <a:schemeClr val="accent3"/>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9" name="Google Shape;169;p61"/>
              <p:cNvSpPr/>
              <p:nvPr/>
            </p:nvSpPr>
            <p:spPr>
              <a:xfrm>
                <a:off x="7432600" y="38953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70" name="Google Shape;170;p61"/>
            <p:cNvGrpSpPr/>
            <p:nvPr/>
          </p:nvGrpSpPr>
          <p:grpSpPr>
            <a:xfrm>
              <a:off x="5818896" y="4108937"/>
              <a:ext cx="1334627" cy="1571204"/>
              <a:chOff x="5818896" y="4108937"/>
              <a:chExt cx="1334627" cy="1571204"/>
            </a:xfrm>
          </p:grpSpPr>
          <p:sp>
            <p:nvSpPr>
              <p:cNvPr id="171" name="Google Shape;171;p61"/>
              <p:cNvSpPr/>
              <p:nvPr/>
            </p:nvSpPr>
            <p:spPr>
              <a:xfrm>
                <a:off x="5818896" y="4108937"/>
                <a:ext cx="1334627" cy="1571204"/>
              </a:xfrm>
              <a:custGeom>
                <a:avLst/>
                <a:gdLst/>
                <a:ahLst/>
                <a:cxnLst/>
                <a:rect l="l" t="t" r="r" b="b"/>
                <a:pathLst>
                  <a:path w="120000" h="120000" extrusionOk="0">
                    <a:moveTo>
                      <a:pt x="16623" y="39044"/>
                    </a:moveTo>
                    <a:cubicBezTo>
                      <a:pt x="14009" y="39044"/>
                      <a:pt x="10797" y="37472"/>
                      <a:pt x="9490" y="35544"/>
                    </a:cubicBezTo>
                    <a:lnTo>
                      <a:pt x="977" y="23022"/>
                    </a:lnTo>
                    <a:cubicBezTo>
                      <a:pt x="-329" y="21094"/>
                      <a:pt x="-329" y="17950"/>
                      <a:pt x="977" y="16022"/>
                    </a:cubicBezTo>
                    <a:lnTo>
                      <a:pt x="9490" y="3500"/>
                    </a:lnTo>
                    <a:cubicBezTo>
                      <a:pt x="10797" y="1572"/>
                      <a:pt x="14009" y="0"/>
                      <a:pt x="16628" y="0"/>
                    </a:cubicBezTo>
                    <a:lnTo>
                      <a:pt x="33648" y="0"/>
                    </a:lnTo>
                    <a:cubicBezTo>
                      <a:pt x="36268" y="0"/>
                      <a:pt x="39480" y="1572"/>
                      <a:pt x="40787" y="3500"/>
                    </a:cubicBezTo>
                    <a:lnTo>
                      <a:pt x="49300" y="16022"/>
                    </a:lnTo>
                    <a:cubicBezTo>
                      <a:pt x="50607" y="17944"/>
                      <a:pt x="50607" y="21094"/>
                      <a:pt x="49300" y="23022"/>
                    </a:cubicBezTo>
                    <a:lnTo>
                      <a:pt x="44546" y="30011"/>
                    </a:lnTo>
                    <a:cubicBezTo>
                      <a:pt x="43239" y="31933"/>
                      <a:pt x="43239" y="35083"/>
                      <a:pt x="44552" y="37005"/>
                    </a:cubicBezTo>
                    <a:lnTo>
                      <a:pt x="45502" y="38411"/>
                    </a:lnTo>
                    <a:cubicBezTo>
                      <a:pt x="46809" y="40333"/>
                      <a:pt x="50020" y="41911"/>
                      <a:pt x="52640" y="41911"/>
                    </a:cubicBezTo>
                    <a:lnTo>
                      <a:pt x="90099" y="41911"/>
                    </a:lnTo>
                    <a:cubicBezTo>
                      <a:pt x="92713" y="41911"/>
                      <a:pt x="95925" y="43483"/>
                      <a:pt x="97232" y="45411"/>
                    </a:cubicBezTo>
                    <a:lnTo>
                      <a:pt x="119016" y="77455"/>
                    </a:lnTo>
                    <a:cubicBezTo>
                      <a:pt x="120323" y="79377"/>
                      <a:pt x="120323" y="82527"/>
                      <a:pt x="119016" y="84455"/>
                    </a:cubicBezTo>
                    <a:lnTo>
                      <a:pt x="97232" y="116500"/>
                    </a:lnTo>
                    <a:cubicBezTo>
                      <a:pt x="95925" y="118427"/>
                      <a:pt x="92713" y="120000"/>
                      <a:pt x="90099" y="120000"/>
                    </a:cubicBezTo>
                    <a:lnTo>
                      <a:pt x="46535" y="120000"/>
                    </a:lnTo>
                    <a:cubicBezTo>
                      <a:pt x="43921" y="120000"/>
                      <a:pt x="40709" y="118427"/>
                      <a:pt x="39402" y="116500"/>
                    </a:cubicBezTo>
                    <a:lnTo>
                      <a:pt x="17617" y="84455"/>
                    </a:lnTo>
                    <a:cubicBezTo>
                      <a:pt x="16310" y="82527"/>
                      <a:pt x="16310" y="79377"/>
                      <a:pt x="17617" y="77455"/>
                    </a:cubicBezTo>
                    <a:lnTo>
                      <a:pt x="36346" y="49900"/>
                    </a:lnTo>
                    <a:cubicBezTo>
                      <a:pt x="37659" y="47972"/>
                      <a:pt x="37659" y="44822"/>
                      <a:pt x="36346" y="42900"/>
                    </a:cubicBezTo>
                    <a:lnTo>
                      <a:pt x="36106" y="42544"/>
                    </a:lnTo>
                    <a:cubicBezTo>
                      <a:pt x="34799" y="40622"/>
                      <a:pt x="31587" y="39044"/>
                      <a:pt x="28973" y="39044"/>
                    </a:cubicBezTo>
                    <a:cubicBezTo>
                      <a:pt x="28973" y="39044"/>
                      <a:pt x="16623" y="39044"/>
                      <a:pt x="16623" y="39044"/>
                    </a:cubicBezTo>
                    <a:close/>
                  </a:path>
                </a:pathLst>
              </a:custGeom>
              <a:solidFill>
                <a:schemeClr val="accent4"/>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2" name="Google Shape;172;p61"/>
              <p:cNvSpPr/>
              <p:nvPr/>
            </p:nvSpPr>
            <p:spPr>
              <a:xfrm>
                <a:off x="6437037" y="5073971"/>
                <a:ext cx="279327" cy="228540"/>
              </a:xfrm>
              <a:custGeom>
                <a:avLst/>
                <a:gdLst/>
                <a:ahLst/>
                <a:cxnLst/>
                <a:rect l="l" t="t" r="r" b="b"/>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73" name="Google Shape;173;p61"/>
            <p:cNvGrpSpPr/>
            <p:nvPr/>
          </p:nvGrpSpPr>
          <p:grpSpPr>
            <a:xfrm>
              <a:off x="4522146" y="3789737"/>
              <a:ext cx="1310882" cy="1584928"/>
              <a:chOff x="4522146" y="3789737"/>
              <a:chExt cx="1310882" cy="1584928"/>
            </a:xfrm>
          </p:grpSpPr>
          <p:sp>
            <p:nvSpPr>
              <p:cNvPr id="174" name="Google Shape;174;p61"/>
              <p:cNvSpPr/>
              <p:nvPr/>
            </p:nvSpPr>
            <p:spPr>
              <a:xfrm>
                <a:off x="4522146" y="3789737"/>
                <a:ext cx="1310882" cy="1584928"/>
              </a:xfrm>
              <a:custGeom>
                <a:avLst/>
                <a:gdLst/>
                <a:ahLst/>
                <a:cxnLst/>
                <a:rect l="l" t="t" r="r" b="b"/>
                <a:pathLst>
                  <a:path w="120000" h="120000" extrusionOk="0">
                    <a:moveTo>
                      <a:pt x="69801" y="22822"/>
                    </a:moveTo>
                    <a:cubicBezTo>
                      <a:pt x="68471" y="20916"/>
                      <a:pt x="68471" y="17794"/>
                      <a:pt x="69801" y="15883"/>
                    </a:cubicBezTo>
                    <a:lnTo>
                      <a:pt x="78465" y="3466"/>
                    </a:lnTo>
                    <a:cubicBezTo>
                      <a:pt x="79800" y="1561"/>
                      <a:pt x="83068" y="0"/>
                      <a:pt x="85733" y="0"/>
                    </a:cubicBezTo>
                    <a:lnTo>
                      <a:pt x="103067" y="0"/>
                    </a:lnTo>
                    <a:cubicBezTo>
                      <a:pt x="105732" y="0"/>
                      <a:pt x="109000" y="1561"/>
                      <a:pt x="110330" y="3466"/>
                    </a:cubicBezTo>
                    <a:lnTo>
                      <a:pt x="119000" y="15883"/>
                    </a:lnTo>
                    <a:cubicBezTo>
                      <a:pt x="120329" y="17794"/>
                      <a:pt x="120329" y="20916"/>
                      <a:pt x="119000" y="22822"/>
                    </a:cubicBezTo>
                    <a:lnTo>
                      <a:pt x="110330" y="35238"/>
                    </a:lnTo>
                    <a:cubicBezTo>
                      <a:pt x="109000" y="37144"/>
                      <a:pt x="105732" y="38705"/>
                      <a:pt x="103067" y="38705"/>
                    </a:cubicBezTo>
                    <a:lnTo>
                      <a:pt x="93397" y="38705"/>
                    </a:lnTo>
                    <a:cubicBezTo>
                      <a:pt x="90733" y="38705"/>
                      <a:pt x="87465" y="40266"/>
                      <a:pt x="86130" y="42177"/>
                    </a:cubicBezTo>
                    <a:lnTo>
                      <a:pt x="85163" y="43566"/>
                    </a:lnTo>
                    <a:cubicBezTo>
                      <a:pt x="83828" y="45472"/>
                      <a:pt x="83828" y="48594"/>
                      <a:pt x="85163" y="50505"/>
                    </a:cubicBezTo>
                    <a:lnTo>
                      <a:pt x="104229" y="77822"/>
                    </a:lnTo>
                    <a:cubicBezTo>
                      <a:pt x="105564" y="79733"/>
                      <a:pt x="105564" y="82855"/>
                      <a:pt x="104229" y="84761"/>
                    </a:cubicBezTo>
                    <a:lnTo>
                      <a:pt x="82057" y="116533"/>
                    </a:lnTo>
                    <a:cubicBezTo>
                      <a:pt x="80722" y="118438"/>
                      <a:pt x="77454" y="120000"/>
                      <a:pt x="74789" y="120000"/>
                    </a:cubicBezTo>
                    <a:lnTo>
                      <a:pt x="30439" y="120000"/>
                    </a:lnTo>
                    <a:cubicBezTo>
                      <a:pt x="27775" y="120000"/>
                      <a:pt x="24507" y="118438"/>
                      <a:pt x="23172" y="116527"/>
                    </a:cubicBezTo>
                    <a:lnTo>
                      <a:pt x="994" y="84761"/>
                    </a:lnTo>
                    <a:cubicBezTo>
                      <a:pt x="-335" y="82855"/>
                      <a:pt x="-335" y="79733"/>
                      <a:pt x="994" y="77822"/>
                    </a:cubicBezTo>
                    <a:lnTo>
                      <a:pt x="23172" y="46055"/>
                    </a:lnTo>
                    <a:cubicBezTo>
                      <a:pt x="24507" y="44144"/>
                      <a:pt x="27775" y="42583"/>
                      <a:pt x="30439" y="42583"/>
                    </a:cubicBezTo>
                    <a:lnTo>
                      <a:pt x="68577" y="42583"/>
                    </a:lnTo>
                    <a:cubicBezTo>
                      <a:pt x="71242" y="42583"/>
                      <a:pt x="74510" y="41022"/>
                      <a:pt x="75840" y="39116"/>
                    </a:cubicBezTo>
                    <a:lnTo>
                      <a:pt x="76085" y="38766"/>
                    </a:lnTo>
                    <a:cubicBezTo>
                      <a:pt x="77420" y="36855"/>
                      <a:pt x="77420" y="33733"/>
                      <a:pt x="76085" y="31827"/>
                    </a:cubicBezTo>
                    <a:cubicBezTo>
                      <a:pt x="76085" y="31827"/>
                      <a:pt x="69801" y="22822"/>
                      <a:pt x="69801" y="22822"/>
                    </a:cubicBezTo>
                    <a:close/>
                  </a:path>
                </a:pathLst>
              </a:custGeom>
              <a:solidFill>
                <a:schemeClr val="accent5"/>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5" name="Google Shape;175;p61"/>
              <p:cNvSpPr/>
              <p:nvPr/>
            </p:nvSpPr>
            <p:spPr>
              <a:xfrm>
                <a:off x="4945975" y="4756307"/>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sp>
        <p:nvSpPr>
          <p:cNvPr id="176" name="Google Shape;176;p61"/>
          <p:cNvSpPr/>
          <p:nvPr/>
        </p:nvSpPr>
        <p:spPr>
          <a:xfrm>
            <a:off x="5052391" y="4046114"/>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77" name="Google Shape;177;p61"/>
          <p:cNvSpPr/>
          <p:nvPr/>
        </p:nvSpPr>
        <p:spPr>
          <a:xfrm>
            <a:off x="5017034" y="2724556"/>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78" name="Google Shape;178;p61"/>
          <p:cNvSpPr/>
          <p:nvPr/>
        </p:nvSpPr>
        <p:spPr>
          <a:xfrm>
            <a:off x="8565179" y="2717865"/>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79" name="Google Shape;179;p61"/>
          <p:cNvSpPr/>
          <p:nvPr/>
        </p:nvSpPr>
        <p:spPr>
          <a:xfrm>
            <a:off x="8552661" y="4028963"/>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0" name="Google Shape;180;p61"/>
          <p:cNvSpPr/>
          <p:nvPr/>
        </p:nvSpPr>
        <p:spPr>
          <a:xfrm>
            <a:off x="5046503" y="5330705"/>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1" name="Google Shape;181;p61"/>
          <p:cNvSpPr/>
          <p:nvPr/>
        </p:nvSpPr>
        <p:spPr>
          <a:xfrm>
            <a:off x="8552661" y="5340061"/>
            <a:ext cx="279327" cy="228540"/>
          </a:xfrm>
          <a:custGeom>
            <a:avLst/>
            <a:gdLst/>
            <a:ahLst/>
            <a:cxnLst/>
            <a:rect l="l" t="t" r="r" b="b"/>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2" name="Google Shape;182;p61"/>
          <p:cNvSpPr txBox="1">
            <a:spLocks noGrp="1"/>
          </p:cNvSpPr>
          <p:nvPr>
            <p:ph type="body" idx="2"/>
          </p:nvPr>
        </p:nvSpPr>
        <p:spPr>
          <a:xfrm>
            <a:off x="5400025" y="1659170"/>
            <a:ext cx="6100312" cy="89665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3" name="Google Shape;183;p61"/>
          <p:cNvSpPr txBox="1">
            <a:spLocks noGrp="1"/>
          </p:cNvSpPr>
          <p:nvPr>
            <p:ph type="body" idx="3"/>
          </p:nvPr>
        </p:nvSpPr>
        <p:spPr>
          <a:xfrm>
            <a:off x="5389969" y="3082730"/>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4" name="Google Shape;184;p61"/>
          <p:cNvSpPr txBox="1">
            <a:spLocks noGrp="1"/>
          </p:cNvSpPr>
          <p:nvPr>
            <p:ph type="body" idx="4"/>
          </p:nvPr>
        </p:nvSpPr>
        <p:spPr>
          <a:xfrm>
            <a:off x="5400025" y="2676146"/>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5" name="Google Shape;185;p61"/>
          <p:cNvSpPr txBox="1">
            <a:spLocks noGrp="1"/>
          </p:cNvSpPr>
          <p:nvPr>
            <p:ph type="body" idx="5"/>
          </p:nvPr>
        </p:nvSpPr>
        <p:spPr>
          <a:xfrm>
            <a:off x="5389969" y="4393828"/>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6" name="Google Shape;186;p61"/>
          <p:cNvSpPr txBox="1">
            <a:spLocks noGrp="1"/>
          </p:cNvSpPr>
          <p:nvPr>
            <p:ph type="body" idx="6"/>
          </p:nvPr>
        </p:nvSpPr>
        <p:spPr>
          <a:xfrm>
            <a:off x="5400025" y="3987244"/>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7" name="Google Shape;187;p61"/>
          <p:cNvSpPr txBox="1">
            <a:spLocks noGrp="1"/>
          </p:cNvSpPr>
          <p:nvPr>
            <p:ph type="body" idx="7"/>
          </p:nvPr>
        </p:nvSpPr>
        <p:spPr>
          <a:xfrm>
            <a:off x="5389969" y="5694917"/>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8" name="Google Shape;188;p61"/>
          <p:cNvSpPr txBox="1">
            <a:spLocks noGrp="1"/>
          </p:cNvSpPr>
          <p:nvPr>
            <p:ph type="body" idx="8"/>
          </p:nvPr>
        </p:nvSpPr>
        <p:spPr>
          <a:xfrm>
            <a:off x="5400025" y="5288333"/>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9" name="Google Shape;189;p61"/>
          <p:cNvSpPr txBox="1">
            <a:spLocks noGrp="1"/>
          </p:cNvSpPr>
          <p:nvPr>
            <p:ph type="body" idx="9"/>
          </p:nvPr>
        </p:nvSpPr>
        <p:spPr>
          <a:xfrm>
            <a:off x="8908157" y="3082730"/>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0" name="Google Shape;190;p61"/>
          <p:cNvSpPr txBox="1">
            <a:spLocks noGrp="1"/>
          </p:cNvSpPr>
          <p:nvPr>
            <p:ph type="body" idx="13"/>
          </p:nvPr>
        </p:nvSpPr>
        <p:spPr>
          <a:xfrm>
            <a:off x="8918213" y="2676146"/>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1" name="Google Shape;191;p61"/>
          <p:cNvSpPr txBox="1">
            <a:spLocks noGrp="1"/>
          </p:cNvSpPr>
          <p:nvPr>
            <p:ph type="body" idx="14"/>
          </p:nvPr>
        </p:nvSpPr>
        <p:spPr>
          <a:xfrm>
            <a:off x="8908157" y="4393828"/>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2" name="Google Shape;192;p61"/>
          <p:cNvSpPr txBox="1">
            <a:spLocks noGrp="1"/>
          </p:cNvSpPr>
          <p:nvPr>
            <p:ph type="body" idx="15"/>
          </p:nvPr>
        </p:nvSpPr>
        <p:spPr>
          <a:xfrm>
            <a:off x="8918213" y="3987244"/>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3" name="Google Shape;193;p61"/>
          <p:cNvSpPr txBox="1">
            <a:spLocks noGrp="1"/>
          </p:cNvSpPr>
          <p:nvPr>
            <p:ph type="body" idx="16"/>
          </p:nvPr>
        </p:nvSpPr>
        <p:spPr>
          <a:xfrm>
            <a:off x="8908157" y="5694917"/>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4" name="Google Shape;194;p61"/>
          <p:cNvSpPr txBox="1">
            <a:spLocks noGrp="1"/>
          </p:cNvSpPr>
          <p:nvPr>
            <p:ph type="body" idx="17"/>
          </p:nvPr>
        </p:nvSpPr>
        <p:spPr>
          <a:xfrm>
            <a:off x="8918213" y="5288333"/>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rained-Infographic">
  <p:cSld name="Brained-Infographic">
    <p:spTree>
      <p:nvGrpSpPr>
        <p:cNvPr id="1" name="Shape 195"/>
        <p:cNvGrpSpPr/>
        <p:nvPr/>
      </p:nvGrpSpPr>
      <p:grpSpPr>
        <a:xfrm>
          <a:off x="0" y="0"/>
          <a:ext cx="0" cy="0"/>
          <a:chOff x="0" y="0"/>
          <a:chExt cx="0" cy="0"/>
        </a:xfrm>
      </p:grpSpPr>
      <p:sp>
        <p:nvSpPr>
          <p:cNvPr id="196" name="Google Shape;196;p6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7" name="Google Shape;197;p62"/>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198" name="Google Shape;198;p62"/>
          <p:cNvGrpSpPr/>
          <p:nvPr/>
        </p:nvGrpSpPr>
        <p:grpSpPr>
          <a:xfrm>
            <a:off x="2011515" y="1953702"/>
            <a:ext cx="1620994" cy="2603950"/>
            <a:chOff x="2011515" y="1953702"/>
            <a:chExt cx="1620994" cy="2603950"/>
          </a:xfrm>
        </p:grpSpPr>
        <p:sp>
          <p:nvSpPr>
            <p:cNvPr id="199" name="Google Shape;199;p62"/>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0" name="Google Shape;200;p62"/>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1" name="Google Shape;201;p62"/>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2" name="Google Shape;202;p62"/>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3" name="Google Shape;203;p62"/>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4" name="Google Shape;204;p62"/>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5" name="Google Shape;205;p62"/>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6" name="Google Shape;206;p62"/>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7" name="Google Shape;207;p62"/>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08" name="Google Shape;208;p62"/>
          <p:cNvGrpSpPr/>
          <p:nvPr/>
        </p:nvGrpSpPr>
        <p:grpSpPr>
          <a:xfrm>
            <a:off x="4044026" y="1953702"/>
            <a:ext cx="1619441" cy="2603950"/>
            <a:chOff x="4044026" y="1953702"/>
            <a:chExt cx="1619441" cy="2603950"/>
          </a:xfrm>
        </p:grpSpPr>
        <p:sp>
          <p:nvSpPr>
            <p:cNvPr id="209" name="Google Shape;209;p62"/>
            <p:cNvSpPr/>
            <p:nvPr/>
          </p:nvSpPr>
          <p:spPr>
            <a:xfrm>
              <a:off x="4319344" y="1953702"/>
              <a:ext cx="869950" cy="923581"/>
            </a:xfrm>
            <a:custGeom>
              <a:avLst/>
              <a:gdLst/>
              <a:ahLst/>
              <a:cxnLst/>
              <a:rect l="l" t="t" r="r" b="b"/>
              <a:pathLst>
                <a:path w="120000" h="120000" extrusionOk="0">
                  <a:moveTo>
                    <a:pt x="118689" y="79161"/>
                  </a:moveTo>
                  <a:cubicBezTo>
                    <a:pt x="116498" y="84525"/>
                    <a:pt x="110364" y="86995"/>
                    <a:pt x="105112" y="84933"/>
                  </a:cubicBezTo>
                  <a:cubicBezTo>
                    <a:pt x="102045" y="84112"/>
                    <a:pt x="99854" y="81636"/>
                    <a:pt x="98978" y="79161"/>
                  </a:cubicBezTo>
                  <a:cubicBezTo>
                    <a:pt x="98103" y="77512"/>
                    <a:pt x="96792" y="76272"/>
                    <a:pt x="95036" y="75444"/>
                  </a:cubicBezTo>
                  <a:cubicBezTo>
                    <a:pt x="93285" y="75037"/>
                    <a:pt x="91094" y="75858"/>
                    <a:pt x="90659" y="77512"/>
                  </a:cubicBezTo>
                  <a:cubicBezTo>
                    <a:pt x="73580" y="120000"/>
                    <a:pt x="73580" y="120000"/>
                    <a:pt x="73580" y="120000"/>
                  </a:cubicBezTo>
                  <a:cubicBezTo>
                    <a:pt x="43799" y="86174"/>
                    <a:pt x="43799" y="86174"/>
                    <a:pt x="43799" y="86174"/>
                  </a:cubicBezTo>
                  <a:cubicBezTo>
                    <a:pt x="43799" y="86174"/>
                    <a:pt x="44234" y="86174"/>
                    <a:pt x="44234" y="86174"/>
                  </a:cubicBezTo>
                  <a:cubicBezTo>
                    <a:pt x="48616" y="86588"/>
                    <a:pt x="52993" y="85760"/>
                    <a:pt x="56495" y="82871"/>
                  </a:cubicBezTo>
                  <a:cubicBezTo>
                    <a:pt x="62629" y="77920"/>
                    <a:pt x="63504" y="68845"/>
                    <a:pt x="58251" y="63072"/>
                  </a:cubicBezTo>
                  <a:cubicBezTo>
                    <a:pt x="52993" y="56886"/>
                    <a:pt x="43358" y="56059"/>
                    <a:pt x="37225" y="61010"/>
                  </a:cubicBezTo>
                  <a:cubicBezTo>
                    <a:pt x="33723" y="63486"/>
                    <a:pt x="31531" y="67196"/>
                    <a:pt x="31531" y="71320"/>
                  </a:cubicBezTo>
                  <a:cubicBezTo>
                    <a:pt x="31531" y="71734"/>
                    <a:pt x="31531" y="71734"/>
                    <a:pt x="31531" y="71734"/>
                  </a:cubicBezTo>
                  <a:cubicBezTo>
                    <a:pt x="0" y="35433"/>
                    <a:pt x="0" y="35433"/>
                    <a:pt x="0" y="35433"/>
                  </a:cubicBezTo>
                  <a:cubicBezTo>
                    <a:pt x="7008" y="26357"/>
                    <a:pt x="14893" y="19344"/>
                    <a:pt x="21461" y="14807"/>
                  </a:cubicBezTo>
                  <a:cubicBezTo>
                    <a:pt x="36349" y="4083"/>
                    <a:pt x="81459" y="-5819"/>
                    <a:pt x="120000" y="4083"/>
                  </a:cubicBezTo>
                  <a:cubicBezTo>
                    <a:pt x="96352" y="63072"/>
                    <a:pt x="96352" y="63072"/>
                    <a:pt x="96352" y="63072"/>
                  </a:cubicBezTo>
                  <a:cubicBezTo>
                    <a:pt x="96352" y="63072"/>
                    <a:pt x="96352" y="63072"/>
                    <a:pt x="96352" y="63072"/>
                  </a:cubicBezTo>
                  <a:cubicBezTo>
                    <a:pt x="95476" y="64721"/>
                    <a:pt x="96352" y="66783"/>
                    <a:pt x="98543" y="67196"/>
                  </a:cubicBezTo>
                  <a:cubicBezTo>
                    <a:pt x="100294" y="68023"/>
                    <a:pt x="102045" y="68023"/>
                    <a:pt x="103796" y="67196"/>
                  </a:cubicBezTo>
                  <a:cubicBezTo>
                    <a:pt x="106428" y="65548"/>
                    <a:pt x="109489" y="65548"/>
                    <a:pt x="112556" y="66369"/>
                  </a:cubicBezTo>
                  <a:cubicBezTo>
                    <a:pt x="117814" y="68437"/>
                    <a:pt x="120440" y="74209"/>
                    <a:pt x="118689" y="79161"/>
                  </a:cubicBezTo>
                  <a:close/>
                </a:path>
              </a:pathLst>
            </a:custGeom>
            <a:solidFill>
              <a:schemeClr val="accent2">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0" name="Google Shape;210;p62"/>
            <p:cNvSpPr/>
            <p:nvPr/>
          </p:nvSpPr>
          <p:spPr>
            <a:xfrm>
              <a:off x="4884494" y="1994632"/>
              <a:ext cx="778973" cy="1023235"/>
            </a:xfrm>
            <a:custGeom>
              <a:avLst/>
              <a:gdLst/>
              <a:ahLst/>
              <a:cxnLst/>
              <a:rect l="l" t="t" r="r" b="b"/>
              <a:pathLst>
                <a:path w="120000" h="120000" extrusionOk="0">
                  <a:moveTo>
                    <a:pt x="119831" y="76334"/>
                  </a:moveTo>
                  <a:cubicBezTo>
                    <a:pt x="119831" y="81171"/>
                    <a:pt x="118854" y="86013"/>
                    <a:pt x="117871" y="90107"/>
                  </a:cubicBezTo>
                  <a:cubicBezTo>
                    <a:pt x="70919" y="96067"/>
                    <a:pt x="70919" y="96067"/>
                    <a:pt x="70919" y="96067"/>
                  </a:cubicBezTo>
                  <a:cubicBezTo>
                    <a:pt x="68965" y="96441"/>
                    <a:pt x="67494" y="97926"/>
                    <a:pt x="67982" y="99418"/>
                  </a:cubicBezTo>
                  <a:cubicBezTo>
                    <a:pt x="68476" y="101278"/>
                    <a:pt x="69453" y="102395"/>
                    <a:pt x="71408" y="103512"/>
                  </a:cubicBezTo>
                  <a:cubicBezTo>
                    <a:pt x="73856" y="104629"/>
                    <a:pt x="76299" y="106863"/>
                    <a:pt x="76787" y="109471"/>
                  </a:cubicBezTo>
                  <a:cubicBezTo>
                    <a:pt x="77764" y="114314"/>
                    <a:pt x="73367" y="118782"/>
                    <a:pt x="67005" y="119899"/>
                  </a:cubicBezTo>
                  <a:cubicBezTo>
                    <a:pt x="60648" y="120642"/>
                    <a:pt x="54780" y="117291"/>
                    <a:pt x="53803" y="112448"/>
                  </a:cubicBezTo>
                  <a:cubicBezTo>
                    <a:pt x="52820" y="109845"/>
                    <a:pt x="53803" y="107237"/>
                    <a:pt x="56245" y="105377"/>
                  </a:cubicBezTo>
                  <a:cubicBezTo>
                    <a:pt x="57223" y="103886"/>
                    <a:pt x="58205" y="102395"/>
                    <a:pt x="57711" y="100909"/>
                  </a:cubicBezTo>
                  <a:cubicBezTo>
                    <a:pt x="57223" y="99043"/>
                    <a:pt x="55268" y="98301"/>
                    <a:pt x="53314" y="98301"/>
                  </a:cubicBezTo>
                  <a:cubicBezTo>
                    <a:pt x="53314" y="98301"/>
                    <a:pt x="53314" y="98301"/>
                    <a:pt x="53314" y="98301"/>
                  </a:cubicBezTo>
                  <a:cubicBezTo>
                    <a:pt x="0" y="105003"/>
                    <a:pt x="0" y="105003"/>
                    <a:pt x="0" y="105003"/>
                  </a:cubicBezTo>
                  <a:cubicBezTo>
                    <a:pt x="18099" y="67766"/>
                    <a:pt x="18099" y="67766"/>
                    <a:pt x="18099" y="67766"/>
                  </a:cubicBezTo>
                  <a:cubicBezTo>
                    <a:pt x="18587" y="67766"/>
                    <a:pt x="18587" y="68140"/>
                    <a:pt x="18587" y="68140"/>
                  </a:cubicBezTo>
                  <a:cubicBezTo>
                    <a:pt x="20053" y="71491"/>
                    <a:pt x="23967" y="74100"/>
                    <a:pt x="28370" y="75585"/>
                  </a:cubicBezTo>
                  <a:cubicBezTo>
                    <a:pt x="37169" y="78194"/>
                    <a:pt x="46952" y="74842"/>
                    <a:pt x="50377" y="68140"/>
                  </a:cubicBezTo>
                  <a:cubicBezTo>
                    <a:pt x="53314" y="61438"/>
                    <a:pt x="48911" y="53993"/>
                    <a:pt x="40106" y="51384"/>
                  </a:cubicBezTo>
                  <a:cubicBezTo>
                    <a:pt x="35704" y="50267"/>
                    <a:pt x="30812" y="50641"/>
                    <a:pt x="26410" y="52127"/>
                  </a:cubicBezTo>
                  <a:cubicBezTo>
                    <a:pt x="26410" y="52127"/>
                    <a:pt x="25921" y="52127"/>
                    <a:pt x="25921" y="52501"/>
                  </a:cubicBezTo>
                  <a:cubicBezTo>
                    <a:pt x="51843" y="0"/>
                    <a:pt x="51843" y="0"/>
                    <a:pt x="51843" y="0"/>
                  </a:cubicBezTo>
                  <a:cubicBezTo>
                    <a:pt x="57223" y="1491"/>
                    <a:pt x="63091" y="2976"/>
                    <a:pt x="67982" y="5211"/>
                  </a:cubicBezTo>
                  <a:cubicBezTo>
                    <a:pt x="113963" y="23458"/>
                    <a:pt x="121297" y="48776"/>
                    <a:pt x="119831" y="76334"/>
                  </a:cubicBezTo>
                  <a:close/>
                </a:path>
              </a:pathLst>
            </a:custGeom>
            <a:solidFill>
              <a:schemeClr val="accent2">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1" name="Google Shape;211;p62"/>
            <p:cNvSpPr/>
            <p:nvPr/>
          </p:nvSpPr>
          <p:spPr>
            <a:xfrm>
              <a:off x="4065344" y="2254982"/>
              <a:ext cx="762001" cy="768350"/>
            </a:xfrm>
            <a:custGeom>
              <a:avLst/>
              <a:gdLst/>
              <a:ahLst/>
              <a:cxnLst/>
              <a:rect l="l" t="t" r="r" b="b"/>
              <a:pathLst>
                <a:path w="120000" h="120000" extrusionOk="0">
                  <a:moveTo>
                    <a:pt x="67500" y="109088"/>
                  </a:moveTo>
                  <a:cubicBezTo>
                    <a:pt x="70500" y="105122"/>
                    <a:pt x="72000" y="100166"/>
                    <a:pt x="71000" y="95205"/>
                  </a:cubicBezTo>
                  <a:cubicBezTo>
                    <a:pt x="69500" y="85783"/>
                    <a:pt x="60500" y="79338"/>
                    <a:pt x="51000" y="81322"/>
                  </a:cubicBezTo>
                  <a:cubicBezTo>
                    <a:pt x="42000" y="82811"/>
                    <a:pt x="35500" y="91238"/>
                    <a:pt x="37000" y="100661"/>
                  </a:cubicBezTo>
                  <a:cubicBezTo>
                    <a:pt x="37500" y="105622"/>
                    <a:pt x="40500" y="110083"/>
                    <a:pt x="45000" y="112561"/>
                  </a:cubicBezTo>
                  <a:cubicBezTo>
                    <a:pt x="45000" y="112561"/>
                    <a:pt x="45000" y="112561"/>
                    <a:pt x="45000" y="112561"/>
                  </a:cubicBezTo>
                  <a:cubicBezTo>
                    <a:pt x="0" y="120000"/>
                    <a:pt x="0" y="120000"/>
                    <a:pt x="0" y="120000"/>
                  </a:cubicBezTo>
                  <a:cubicBezTo>
                    <a:pt x="1500" y="117522"/>
                    <a:pt x="3000" y="114544"/>
                    <a:pt x="5000" y="111572"/>
                  </a:cubicBezTo>
                  <a:cubicBezTo>
                    <a:pt x="7000" y="108594"/>
                    <a:pt x="18500" y="91733"/>
                    <a:pt x="24000" y="83305"/>
                  </a:cubicBezTo>
                  <a:cubicBezTo>
                    <a:pt x="25500" y="80333"/>
                    <a:pt x="26000" y="76861"/>
                    <a:pt x="25000" y="73883"/>
                  </a:cubicBezTo>
                  <a:cubicBezTo>
                    <a:pt x="16000" y="44133"/>
                    <a:pt x="24000" y="18844"/>
                    <a:pt x="36500" y="0"/>
                  </a:cubicBezTo>
                  <a:cubicBezTo>
                    <a:pt x="73000" y="44133"/>
                    <a:pt x="73000" y="44133"/>
                    <a:pt x="73000" y="44133"/>
                  </a:cubicBezTo>
                  <a:cubicBezTo>
                    <a:pt x="74500" y="45622"/>
                    <a:pt x="77000" y="46116"/>
                    <a:pt x="78500" y="44627"/>
                  </a:cubicBezTo>
                  <a:cubicBezTo>
                    <a:pt x="80500" y="43138"/>
                    <a:pt x="81500" y="41155"/>
                    <a:pt x="81500" y="39172"/>
                  </a:cubicBezTo>
                  <a:cubicBezTo>
                    <a:pt x="81500" y="35700"/>
                    <a:pt x="83000" y="32727"/>
                    <a:pt x="85500" y="30250"/>
                  </a:cubicBezTo>
                  <a:cubicBezTo>
                    <a:pt x="91000" y="26283"/>
                    <a:pt x="98500" y="26777"/>
                    <a:pt x="102500" y="31733"/>
                  </a:cubicBezTo>
                  <a:cubicBezTo>
                    <a:pt x="107000" y="37188"/>
                    <a:pt x="106000" y="44627"/>
                    <a:pt x="101000" y="48594"/>
                  </a:cubicBezTo>
                  <a:cubicBezTo>
                    <a:pt x="98000" y="51072"/>
                    <a:pt x="94500" y="51572"/>
                    <a:pt x="91500" y="51072"/>
                  </a:cubicBezTo>
                  <a:cubicBezTo>
                    <a:pt x="89000" y="50577"/>
                    <a:pt x="87000" y="51572"/>
                    <a:pt x="85500" y="52561"/>
                  </a:cubicBezTo>
                  <a:cubicBezTo>
                    <a:pt x="83500" y="54050"/>
                    <a:pt x="83500" y="56527"/>
                    <a:pt x="85000" y="58016"/>
                  </a:cubicBezTo>
                  <a:cubicBezTo>
                    <a:pt x="120000" y="100661"/>
                    <a:pt x="120000" y="100661"/>
                    <a:pt x="120000" y="100661"/>
                  </a:cubicBezTo>
                  <a:cubicBezTo>
                    <a:pt x="67000" y="109088"/>
                    <a:pt x="67000" y="109088"/>
                    <a:pt x="67000" y="109088"/>
                  </a:cubicBezTo>
                  <a:cubicBezTo>
                    <a:pt x="67000" y="109088"/>
                    <a:pt x="67000" y="109088"/>
                    <a:pt x="67500" y="109088"/>
                  </a:cubicBezTo>
                  <a:close/>
                </a:path>
              </a:pathLst>
            </a:custGeom>
            <a:solidFill>
              <a:schemeClr val="accent2">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2" name="Google Shape;212;p62"/>
            <p:cNvSpPr/>
            <p:nvPr/>
          </p:nvSpPr>
          <p:spPr>
            <a:xfrm>
              <a:off x="4044026" y="2806550"/>
              <a:ext cx="786493" cy="852667"/>
            </a:xfrm>
            <a:custGeom>
              <a:avLst/>
              <a:gdLst/>
              <a:ahLst/>
              <a:cxnLst/>
              <a:rect l="l" t="t" r="r" b="b"/>
              <a:pathLst>
                <a:path w="120000" h="120000" extrusionOk="0">
                  <a:moveTo>
                    <a:pt x="120000" y="17550"/>
                  </a:moveTo>
                  <a:cubicBezTo>
                    <a:pt x="102075" y="62235"/>
                    <a:pt x="102075" y="62235"/>
                    <a:pt x="102075" y="62235"/>
                  </a:cubicBezTo>
                  <a:cubicBezTo>
                    <a:pt x="101593" y="62235"/>
                    <a:pt x="101593" y="62235"/>
                    <a:pt x="101593" y="62235"/>
                  </a:cubicBezTo>
                  <a:cubicBezTo>
                    <a:pt x="100141" y="57764"/>
                    <a:pt x="96261" y="54641"/>
                    <a:pt x="91904" y="52849"/>
                  </a:cubicBezTo>
                  <a:cubicBezTo>
                    <a:pt x="83186" y="50169"/>
                    <a:pt x="73498" y="54191"/>
                    <a:pt x="70106" y="62235"/>
                  </a:cubicBezTo>
                  <a:cubicBezTo>
                    <a:pt x="67196" y="69830"/>
                    <a:pt x="71558" y="78767"/>
                    <a:pt x="80276" y="81896"/>
                  </a:cubicBezTo>
                  <a:cubicBezTo>
                    <a:pt x="84638" y="83682"/>
                    <a:pt x="89482" y="83238"/>
                    <a:pt x="93839" y="81003"/>
                  </a:cubicBezTo>
                  <a:cubicBezTo>
                    <a:pt x="93839" y="81003"/>
                    <a:pt x="94326" y="81003"/>
                    <a:pt x="94326" y="81003"/>
                  </a:cubicBezTo>
                  <a:cubicBezTo>
                    <a:pt x="80276" y="115852"/>
                    <a:pt x="80276" y="115852"/>
                    <a:pt x="80276" y="115852"/>
                  </a:cubicBezTo>
                  <a:cubicBezTo>
                    <a:pt x="53151" y="122110"/>
                    <a:pt x="38131" y="119431"/>
                    <a:pt x="38131" y="119431"/>
                  </a:cubicBezTo>
                  <a:cubicBezTo>
                    <a:pt x="28442" y="118537"/>
                    <a:pt x="22146" y="108258"/>
                    <a:pt x="23598" y="101556"/>
                  </a:cubicBezTo>
                  <a:cubicBezTo>
                    <a:pt x="24568" y="94405"/>
                    <a:pt x="25056" y="91277"/>
                    <a:pt x="21176" y="88153"/>
                  </a:cubicBezTo>
                  <a:cubicBezTo>
                    <a:pt x="16820" y="85468"/>
                    <a:pt x="16820" y="81896"/>
                    <a:pt x="19242" y="80553"/>
                  </a:cubicBezTo>
                  <a:cubicBezTo>
                    <a:pt x="21176" y="79216"/>
                    <a:pt x="27960" y="76531"/>
                    <a:pt x="27960" y="76531"/>
                  </a:cubicBezTo>
                  <a:cubicBezTo>
                    <a:pt x="27960" y="76531"/>
                    <a:pt x="22634" y="73408"/>
                    <a:pt x="19724" y="72509"/>
                  </a:cubicBezTo>
                  <a:cubicBezTo>
                    <a:pt x="16820" y="71172"/>
                    <a:pt x="15367" y="66701"/>
                    <a:pt x="16820" y="64021"/>
                  </a:cubicBezTo>
                  <a:cubicBezTo>
                    <a:pt x="18754" y="61342"/>
                    <a:pt x="19242" y="54641"/>
                    <a:pt x="19242" y="54641"/>
                  </a:cubicBezTo>
                  <a:cubicBezTo>
                    <a:pt x="19242" y="54641"/>
                    <a:pt x="12458" y="51512"/>
                    <a:pt x="5191" y="47934"/>
                  </a:cubicBezTo>
                  <a:cubicBezTo>
                    <a:pt x="347" y="45703"/>
                    <a:pt x="-1104" y="42125"/>
                    <a:pt x="835" y="35873"/>
                  </a:cubicBezTo>
                  <a:cubicBezTo>
                    <a:pt x="49759" y="28273"/>
                    <a:pt x="49759" y="28273"/>
                    <a:pt x="49759" y="28273"/>
                  </a:cubicBezTo>
                  <a:cubicBezTo>
                    <a:pt x="51699" y="28273"/>
                    <a:pt x="53151" y="26487"/>
                    <a:pt x="52663" y="24257"/>
                  </a:cubicBezTo>
                  <a:cubicBezTo>
                    <a:pt x="52181" y="22465"/>
                    <a:pt x="51211" y="20678"/>
                    <a:pt x="49277" y="19785"/>
                  </a:cubicBezTo>
                  <a:cubicBezTo>
                    <a:pt x="46855" y="17999"/>
                    <a:pt x="44433" y="15763"/>
                    <a:pt x="43945" y="12191"/>
                  </a:cubicBezTo>
                  <a:cubicBezTo>
                    <a:pt x="42975" y="6382"/>
                    <a:pt x="47337" y="1018"/>
                    <a:pt x="53633" y="125"/>
                  </a:cubicBezTo>
                  <a:cubicBezTo>
                    <a:pt x="59929" y="-767"/>
                    <a:pt x="65744" y="3254"/>
                    <a:pt x="67196" y="9062"/>
                  </a:cubicBezTo>
                  <a:cubicBezTo>
                    <a:pt x="67683" y="12191"/>
                    <a:pt x="66714" y="15319"/>
                    <a:pt x="64291" y="17550"/>
                  </a:cubicBezTo>
                  <a:cubicBezTo>
                    <a:pt x="63321" y="18892"/>
                    <a:pt x="62352" y="21128"/>
                    <a:pt x="62839" y="22914"/>
                  </a:cubicBezTo>
                  <a:cubicBezTo>
                    <a:pt x="63321" y="24700"/>
                    <a:pt x="65261" y="26043"/>
                    <a:pt x="67196" y="25594"/>
                  </a:cubicBezTo>
                  <a:lnTo>
                    <a:pt x="120000" y="17550"/>
                  </a:lnTo>
                  <a:close/>
                </a:path>
              </a:pathLst>
            </a:custGeom>
            <a:solidFill>
              <a:schemeClr val="accent2">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3" name="Google Shape;213;p62"/>
            <p:cNvSpPr/>
            <p:nvPr/>
          </p:nvSpPr>
          <p:spPr>
            <a:xfrm>
              <a:off x="4531326" y="2943958"/>
              <a:ext cx="889743" cy="1000126"/>
            </a:xfrm>
            <a:custGeom>
              <a:avLst/>
              <a:gdLst/>
              <a:ahLst/>
              <a:cxnLst/>
              <a:rect l="l" t="t" r="r" b="b"/>
              <a:pathLst>
                <a:path w="120000" h="120000" extrusionOk="0">
                  <a:moveTo>
                    <a:pt x="120000" y="81905"/>
                  </a:moveTo>
                  <a:cubicBezTo>
                    <a:pt x="120000" y="94477"/>
                    <a:pt x="120000" y="109333"/>
                    <a:pt x="120000" y="109333"/>
                  </a:cubicBezTo>
                  <a:cubicBezTo>
                    <a:pt x="120000" y="109333"/>
                    <a:pt x="103297" y="120000"/>
                    <a:pt x="63049" y="120000"/>
                  </a:cubicBezTo>
                  <a:cubicBezTo>
                    <a:pt x="22794" y="120000"/>
                    <a:pt x="5666" y="109333"/>
                    <a:pt x="5666" y="109333"/>
                  </a:cubicBezTo>
                  <a:cubicBezTo>
                    <a:pt x="5666" y="91811"/>
                    <a:pt x="5666" y="91811"/>
                    <a:pt x="5666" y="91811"/>
                  </a:cubicBezTo>
                  <a:cubicBezTo>
                    <a:pt x="22368" y="52572"/>
                    <a:pt x="22368" y="52572"/>
                    <a:pt x="22368" y="52572"/>
                  </a:cubicBezTo>
                  <a:cubicBezTo>
                    <a:pt x="23226" y="51050"/>
                    <a:pt x="22368" y="49522"/>
                    <a:pt x="20225" y="48761"/>
                  </a:cubicBezTo>
                  <a:cubicBezTo>
                    <a:pt x="18514" y="48383"/>
                    <a:pt x="16803" y="48383"/>
                    <a:pt x="15086" y="49144"/>
                  </a:cubicBezTo>
                  <a:cubicBezTo>
                    <a:pt x="12516" y="50283"/>
                    <a:pt x="9520" y="50666"/>
                    <a:pt x="6524" y="49522"/>
                  </a:cubicBezTo>
                  <a:cubicBezTo>
                    <a:pt x="1385" y="48000"/>
                    <a:pt x="-1183" y="42666"/>
                    <a:pt x="527" y="37716"/>
                  </a:cubicBezTo>
                  <a:cubicBezTo>
                    <a:pt x="2670" y="33144"/>
                    <a:pt x="8662" y="30855"/>
                    <a:pt x="13801" y="32383"/>
                  </a:cubicBezTo>
                  <a:cubicBezTo>
                    <a:pt x="16803" y="33522"/>
                    <a:pt x="18940" y="35427"/>
                    <a:pt x="19798" y="37716"/>
                  </a:cubicBezTo>
                  <a:cubicBezTo>
                    <a:pt x="20657" y="39238"/>
                    <a:pt x="21942" y="40761"/>
                    <a:pt x="23653" y="41144"/>
                  </a:cubicBezTo>
                  <a:cubicBezTo>
                    <a:pt x="25364" y="41905"/>
                    <a:pt x="27507" y="41144"/>
                    <a:pt x="27933" y="39616"/>
                  </a:cubicBezTo>
                  <a:cubicBezTo>
                    <a:pt x="44636" y="0"/>
                    <a:pt x="44636" y="0"/>
                    <a:pt x="44636" y="0"/>
                  </a:cubicBezTo>
                  <a:cubicBezTo>
                    <a:pt x="73753" y="31616"/>
                    <a:pt x="73753" y="31616"/>
                    <a:pt x="73753" y="31616"/>
                  </a:cubicBezTo>
                  <a:cubicBezTo>
                    <a:pt x="73753" y="31616"/>
                    <a:pt x="73327" y="31616"/>
                    <a:pt x="73327" y="31616"/>
                  </a:cubicBezTo>
                  <a:cubicBezTo>
                    <a:pt x="69041" y="30855"/>
                    <a:pt x="64760" y="32000"/>
                    <a:pt x="61764" y="34283"/>
                  </a:cubicBezTo>
                  <a:cubicBezTo>
                    <a:pt x="55340" y="38855"/>
                    <a:pt x="54482" y="47238"/>
                    <a:pt x="59621" y="52950"/>
                  </a:cubicBezTo>
                  <a:cubicBezTo>
                    <a:pt x="64760" y="58666"/>
                    <a:pt x="74180" y="59427"/>
                    <a:pt x="80177" y="54855"/>
                  </a:cubicBezTo>
                  <a:cubicBezTo>
                    <a:pt x="83599" y="52188"/>
                    <a:pt x="85743" y="48761"/>
                    <a:pt x="85743" y="44950"/>
                  </a:cubicBezTo>
                  <a:cubicBezTo>
                    <a:pt x="85743" y="44950"/>
                    <a:pt x="85743" y="44572"/>
                    <a:pt x="85743" y="44572"/>
                  </a:cubicBezTo>
                  <a:lnTo>
                    <a:pt x="120000" y="81905"/>
                  </a:lnTo>
                  <a:close/>
                </a:path>
              </a:pathLst>
            </a:custGeom>
            <a:solidFill>
              <a:schemeClr val="accent2"/>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4" name="Google Shape;214;p62"/>
            <p:cNvSpPr/>
            <p:nvPr/>
          </p:nvSpPr>
          <p:spPr>
            <a:xfrm>
              <a:off x="4887669" y="2801083"/>
              <a:ext cx="755650" cy="771525"/>
            </a:xfrm>
            <a:custGeom>
              <a:avLst/>
              <a:gdLst/>
              <a:ahLst/>
              <a:cxnLst/>
              <a:rect l="l" t="t" r="r" b="b"/>
              <a:pathLst>
                <a:path w="120000" h="120000" extrusionOk="0">
                  <a:moveTo>
                    <a:pt x="120000" y="0"/>
                  </a:moveTo>
                  <a:cubicBezTo>
                    <a:pt x="113950" y="22716"/>
                    <a:pt x="102355" y="38022"/>
                    <a:pt x="96300" y="49877"/>
                  </a:cubicBezTo>
                  <a:cubicBezTo>
                    <a:pt x="87733" y="65677"/>
                    <a:pt x="84705" y="96294"/>
                    <a:pt x="84705" y="110122"/>
                  </a:cubicBezTo>
                  <a:cubicBezTo>
                    <a:pt x="84705" y="120000"/>
                    <a:pt x="84705" y="120000"/>
                    <a:pt x="84705" y="120000"/>
                  </a:cubicBezTo>
                  <a:cubicBezTo>
                    <a:pt x="47394" y="75555"/>
                    <a:pt x="47394" y="75555"/>
                    <a:pt x="47394" y="75555"/>
                  </a:cubicBezTo>
                  <a:cubicBezTo>
                    <a:pt x="45883" y="73577"/>
                    <a:pt x="43361" y="73577"/>
                    <a:pt x="41850" y="75061"/>
                  </a:cubicBezTo>
                  <a:cubicBezTo>
                    <a:pt x="39833" y="76050"/>
                    <a:pt x="38822" y="78022"/>
                    <a:pt x="38822" y="80494"/>
                  </a:cubicBezTo>
                  <a:cubicBezTo>
                    <a:pt x="38822" y="83455"/>
                    <a:pt x="37311" y="86911"/>
                    <a:pt x="34788" y="89383"/>
                  </a:cubicBezTo>
                  <a:cubicBezTo>
                    <a:pt x="29244" y="93333"/>
                    <a:pt x="21683" y="92344"/>
                    <a:pt x="17644" y="87405"/>
                  </a:cubicBezTo>
                  <a:cubicBezTo>
                    <a:pt x="13111" y="82466"/>
                    <a:pt x="14116" y="75061"/>
                    <a:pt x="19161" y="70616"/>
                  </a:cubicBezTo>
                  <a:cubicBezTo>
                    <a:pt x="22183" y="68644"/>
                    <a:pt x="25716" y="67655"/>
                    <a:pt x="28738" y="68150"/>
                  </a:cubicBezTo>
                  <a:cubicBezTo>
                    <a:pt x="31261" y="68644"/>
                    <a:pt x="33277" y="68150"/>
                    <a:pt x="34788" y="66666"/>
                  </a:cubicBezTo>
                  <a:cubicBezTo>
                    <a:pt x="36805" y="65183"/>
                    <a:pt x="36805" y="62716"/>
                    <a:pt x="35294" y="61233"/>
                  </a:cubicBezTo>
                  <a:cubicBezTo>
                    <a:pt x="0" y="18766"/>
                    <a:pt x="0" y="18766"/>
                    <a:pt x="0" y="18766"/>
                  </a:cubicBezTo>
                  <a:cubicBezTo>
                    <a:pt x="53444" y="10372"/>
                    <a:pt x="53444" y="10372"/>
                    <a:pt x="53444" y="10372"/>
                  </a:cubicBezTo>
                  <a:cubicBezTo>
                    <a:pt x="53444" y="10372"/>
                    <a:pt x="53444" y="10866"/>
                    <a:pt x="52938" y="10866"/>
                  </a:cubicBezTo>
                  <a:cubicBezTo>
                    <a:pt x="49916" y="14816"/>
                    <a:pt x="48405" y="19755"/>
                    <a:pt x="49411" y="24200"/>
                  </a:cubicBezTo>
                  <a:cubicBezTo>
                    <a:pt x="50922" y="33577"/>
                    <a:pt x="60000" y="40000"/>
                    <a:pt x="69577" y="38516"/>
                  </a:cubicBezTo>
                  <a:cubicBezTo>
                    <a:pt x="79161" y="37038"/>
                    <a:pt x="85211" y="28150"/>
                    <a:pt x="83700" y="18766"/>
                  </a:cubicBezTo>
                  <a:cubicBezTo>
                    <a:pt x="83194" y="13827"/>
                    <a:pt x="80166" y="9877"/>
                    <a:pt x="75627" y="7405"/>
                  </a:cubicBezTo>
                  <a:cubicBezTo>
                    <a:pt x="75627" y="6911"/>
                    <a:pt x="75627" y="6911"/>
                    <a:pt x="75627" y="6911"/>
                  </a:cubicBezTo>
                  <a:lnTo>
                    <a:pt x="120000" y="0"/>
                  </a:lnTo>
                  <a:close/>
                </a:path>
              </a:pathLst>
            </a:custGeom>
            <a:solidFill>
              <a:schemeClr val="accent2">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5" name="Google Shape;215;p62"/>
            <p:cNvSpPr/>
            <p:nvPr/>
          </p:nvSpPr>
          <p:spPr>
            <a:xfrm>
              <a:off x="4700216" y="4086828"/>
              <a:ext cx="595044" cy="181898"/>
            </a:xfrm>
            <a:custGeom>
              <a:avLst/>
              <a:gdLst/>
              <a:ahLst/>
              <a:cxnLst/>
              <a:rect l="l" t="t" r="r" b="b"/>
              <a:pathLst>
                <a:path w="120000" h="120000" extrusionOk="0">
                  <a:moveTo>
                    <a:pt x="115915" y="87"/>
                  </a:moveTo>
                  <a:cubicBezTo>
                    <a:pt x="115277" y="87"/>
                    <a:pt x="114632" y="87"/>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18938"/>
                    <a:pt x="1944" y="23127"/>
                  </a:cubicBezTo>
                  <a:cubicBezTo>
                    <a:pt x="47402" y="109003"/>
                    <a:pt x="47402" y="109003"/>
                    <a:pt x="47402" y="109003"/>
                  </a:cubicBezTo>
                  <a:cubicBezTo>
                    <a:pt x="55089" y="123665"/>
                    <a:pt x="64692" y="123665"/>
                    <a:pt x="73017" y="109003"/>
                  </a:cubicBezTo>
                  <a:cubicBezTo>
                    <a:pt x="117837" y="23127"/>
                    <a:pt x="117837" y="23127"/>
                    <a:pt x="117837" y="23127"/>
                  </a:cubicBezTo>
                  <a:cubicBezTo>
                    <a:pt x="119759" y="18938"/>
                    <a:pt x="120397" y="12654"/>
                    <a:pt x="119759" y="6370"/>
                  </a:cubicBezTo>
                  <a:cubicBezTo>
                    <a:pt x="118476" y="2181"/>
                    <a:pt x="117198" y="87"/>
                    <a:pt x="115915" y="87"/>
                  </a:cubicBezTo>
                  <a:close/>
                </a:path>
              </a:pathLst>
            </a:custGeom>
            <a:solidFill>
              <a:schemeClr val="accent2">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6" name="Google Shape;216;p62"/>
            <p:cNvSpPr/>
            <p:nvPr/>
          </p:nvSpPr>
          <p:spPr>
            <a:xfrm>
              <a:off x="4700216" y="4229703"/>
              <a:ext cx="595044" cy="181898"/>
            </a:xfrm>
            <a:custGeom>
              <a:avLst/>
              <a:gdLst/>
              <a:ahLst/>
              <a:cxnLst/>
              <a:rect l="l" t="t" r="r" b="b"/>
              <a:pathLst>
                <a:path w="120000" h="120000" extrusionOk="0">
                  <a:moveTo>
                    <a:pt x="115915" y="87"/>
                  </a:moveTo>
                  <a:cubicBezTo>
                    <a:pt x="115277" y="87"/>
                    <a:pt x="114632" y="2181"/>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21032"/>
                    <a:pt x="1944" y="25221"/>
                  </a:cubicBezTo>
                  <a:cubicBezTo>
                    <a:pt x="47402" y="109003"/>
                    <a:pt x="47402" y="109003"/>
                    <a:pt x="47402" y="109003"/>
                  </a:cubicBezTo>
                  <a:cubicBezTo>
                    <a:pt x="55089" y="123665"/>
                    <a:pt x="64692" y="123665"/>
                    <a:pt x="73017" y="109003"/>
                  </a:cubicBezTo>
                  <a:cubicBezTo>
                    <a:pt x="117837" y="25221"/>
                    <a:pt x="117837" y="25221"/>
                    <a:pt x="117837" y="25221"/>
                  </a:cubicBezTo>
                  <a:cubicBezTo>
                    <a:pt x="119759" y="21032"/>
                    <a:pt x="120397" y="12654"/>
                    <a:pt x="119759" y="6370"/>
                  </a:cubicBezTo>
                  <a:cubicBezTo>
                    <a:pt x="118476" y="2181"/>
                    <a:pt x="117198" y="87"/>
                    <a:pt x="115915" y="87"/>
                  </a:cubicBezTo>
                  <a:close/>
                </a:path>
              </a:pathLst>
            </a:custGeom>
            <a:solidFill>
              <a:schemeClr val="accent2">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7" name="Google Shape;217;p62"/>
            <p:cNvSpPr/>
            <p:nvPr/>
          </p:nvSpPr>
          <p:spPr>
            <a:xfrm>
              <a:off x="4700216" y="4374692"/>
              <a:ext cx="595044" cy="182960"/>
            </a:xfrm>
            <a:custGeom>
              <a:avLst/>
              <a:gdLst/>
              <a:ahLst/>
              <a:cxnLst/>
              <a:rect l="l" t="t" r="r" b="b"/>
              <a:pathLst>
                <a:path w="120000" h="120000" extrusionOk="0">
                  <a:moveTo>
                    <a:pt x="115915" y="780"/>
                  </a:moveTo>
                  <a:cubicBezTo>
                    <a:pt x="115277" y="780"/>
                    <a:pt x="114632" y="780"/>
                    <a:pt x="113994" y="780"/>
                  </a:cubicBezTo>
                  <a:cubicBezTo>
                    <a:pt x="69174" y="86160"/>
                    <a:pt x="69174" y="86160"/>
                    <a:pt x="69174" y="86160"/>
                  </a:cubicBezTo>
                  <a:cubicBezTo>
                    <a:pt x="63414" y="96572"/>
                    <a:pt x="56366" y="96572"/>
                    <a:pt x="51246" y="86160"/>
                  </a:cubicBezTo>
                  <a:cubicBezTo>
                    <a:pt x="5787" y="780"/>
                    <a:pt x="5787" y="780"/>
                    <a:pt x="5787" y="780"/>
                  </a:cubicBezTo>
                  <a:cubicBezTo>
                    <a:pt x="3865" y="-1301"/>
                    <a:pt x="1305" y="780"/>
                    <a:pt x="666" y="7028"/>
                  </a:cubicBezTo>
                  <a:cubicBezTo>
                    <a:pt x="-616" y="13275"/>
                    <a:pt x="22" y="19522"/>
                    <a:pt x="1944" y="23687"/>
                  </a:cubicBezTo>
                  <a:cubicBezTo>
                    <a:pt x="47402" y="109067"/>
                    <a:pt x="47402" y="109067"/>
                    <a:pt x="47402" y="109067"/>
                  </a:cubicBezTo>
                  <a:cubicBezTo>
                    <a:pt x="55089" y="123644"/>
                    <a:pt x="64692" y="123644"/>
                    <a:pt x="73017" y="109067"/>
                  </a:cubicBezTo>
                  <a:cubicBezTo>
                    <a:pt x="117837" y="23687"/>
                    <a:pt x="117837" y="23687"/>
                    <a:pt x="117837" y="23687"/>
                  </a:cubicBezTo>
                  <a:cubicBezTo>
                    <a:pt x="119759" y="19522"/>
                    <a:pt x="120397" y="13275"/>
                    <a:pt x="119759" y="7028"/>
                  </a:cubicBezTo>
                  <a:cubicBezTo>
                    <a:pt x="118476" y="2863"/>
                    <a:pt x="117198" y="780"/>
                    <a:pt x="115915" y="780"/>
                  </a:cubicBezTo>
                  <a:close/>
                </a:path>
              </a:pathLst>
            </a:custGeom>
            <a:solidFill>
              <a:schemeClr val="accent2">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18" name="Google Shape;218;p62"/>
          <p:cNvGrpSpPr/>
          <p:nvPr/>
        </p:nvGrpSpPr>
        <p:grpSpPr>
          <a:xfrm>
            <a:off x="6077203" y="1953702"/>
            <a:ext cx="1620896" cy="2603950"/>
            <a:chOff x="6077203" y="1953702"/>
            <a:chExt cx="1620896" cy="2603950"/>
          </a:xfrm>
        </p:grpSpPr>
        <p:sp>
          <p:nvSpPr>
            <p:cNvPr id="219" name="Google Shape;219;p62"/>
            <p:cNvSpPr/>
            <p:nvPr/>
          </p:nvSpPr>
          <p:spPr>
            <a:xfrm>
              <a:off x="6351344" y="1953702"/>
              <a:ext cx="873126" cy="923581"/>
            </a:xfrm>
            <a:custGeom>
              <a:avLst/>
              <a:gdLst/>
              <a:ahLst/>
              <a:cxnLst/>
              <a:rect l="l" t="t" r="r" b="b"/>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0" name="Google Shape;220;p62"/>
            <p:cNvSpPr/>
            <p:nvPr/>
          </p:nvSpPr>
          <p:spPr>
            <a:xfrm>
              <a:off x="6916495" y="1994632"/>
              <a:ext cx="781604" cy="1023235"/>
            </a:xfrm>
            <a:custGeom>
              <a:avLst/>
              <a:gdLst/>
              <a:ahLst/>
              <a:cxnLst/>
              <a:rect l="l" t="t" r="r" b="b"/>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1" name="Google Shape;221;p62"/>
            <p:cNvSpPr/>
            <p:nvPr/>
          </p:nvSpPr>
          <p:spPr>
            <a:xfrm>
              <a:off x="6100521" y="2254982"/>
              <a:ext cx="758825" cy="768350"/>
            </a:xfrm>
            <a:custGeom>
              <a:avLst/>
              <a:gdLst/>
              <a:ahLst/>
              <a:cxnLst/>
              <a:rect l="l" t="t" r="r" b="b"/>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2" name="Google Shape;222;p62"/>
            <p:cNvSpPr/>
            <p:nvPr/>
          </p:nvSpPr>
          <p:spPr>
            <a:xfrm>
              <a:off x="6077203" y="2806550"/>
              <a:ext cx="788493" cy="852667"/>
            </a:xfrm>
            <a:custGeom>
              <a:avLst/>
              <a:gdLst/>
              <a:ahLst/>
              <a:cxnLst/>
              <a:rect l="l" t="t" r="r" b="b"/>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3" name="Google Shape;223;p62"/>
            <p:cNvSpPr/>
            <p:nvPr/>
          </p:nvSpPr>
          <p:spPr>
            <a:xfrm>
              <a:off x="6565236" y="2943958"/>
              <a:ext cx="891009" cy="1000126"/>
            </a:xfrm>
            <a:custGeom>
              <a:avLst/>
              <a:gdLst/>
              <a:ahLst/>
              <a:cxnLst/>
              <a:rect l="l" t="t" r="r" b="b"/>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4" name="Google Shape;224;p62"/>
            <p:cNvSpPr/>
            <p:nvPr/>
          </p:nvSpPr>
          <p:spPr>
            <a:xfrm>
              <a:off x="6922846" y="2801083"/>
              <a:ext cx="752476" cy="771525"/>
            </a:xfrm>
            <a:custGeom>
              <a:avLst/>
              <a:gdLst/>
              <a:ahLst/>
              <a:cxnLst/>
              <a:rect l="l" t="t" r="r" b="b"/>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5" name="Google Shape;225;p62"/>
            <p:cNvSpPr/>
            <p:nvPr/>
          </p:nvSpPr>
          <p:spPr>
            <a:xfrm>
              <a:off x="6734329" y="4086828"/>
              <a:ext cx="595044" cy="181898"/>
            </a:xfrm>
            <a:custGeom>
              <a:avLst/>
              <a:gdLst/>
              <a:ahLst/>
              <a:cxnLst/>
              <a:rect l="l" t="t" r="r" b="b"/>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6" name="Google Shape;226;p62"/>
            <p:cNvSpPr/>
            <p:nvPr/>
          </p:nvSpPr>
          <p:spPr>
            <a:xfrm>
              <a:off x="6734329" y="4229703"/>
              <a:ext cx="595044" cy="181898"/>
            </a:xfrm>
            <a:custGeom>
              <a:avLst/>
              <a:gdLst/>
              <a:ahLst/>
              <a:cxnLst/>
              <a:rect l="l" t="t" r="r" b="b"/>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7" name="Google Shape;227;p62"/>
            <p:cNvSpPr/>
            <p:nvPr/>
          </p:nvSpPr>
          <p:spPr>
            <a:xfrm>
              <a:off x="6734329" y="4374692"/>
              <a:ext cx="595044" cy="182960"/>
            </a:xfrm>
            <a:custGeom>
              <a:avLst/>
              <a:gdLst/>
              <a:ahLst/>
              <a:cxnLst/>
              <a:rect l="l" t="t" r="r" b="b"/>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28" name="Google Shape;228;p62"/>
          <p:cNvGrpSpPr/>
          <p:nvPr/>
        </p:nvGrpSpPr>
        <p:grpSpPr>
          <a:xfrm>
            <a:off x="8112261" y="1953702"/>
            <a:ext cx="1616845" cy="2603950"/>
            <a:chOff x="8112261" y="1953702"/>
            <a:chExt cx="1616845" cy="2603950"/>
          </a:xfrm>
        </p:grpSpPr>
        <p:sp>
          <p:nvSpPr>
            <p:cNvPr id="229" name="Google Shape;229;p62"/>
            <p:cNvSpPr/>
            <p:nvPr/>
          </p:nvSpPr>
          <p:spPr>
            <a:xfrm>
              <a:off x="8384932" y="1953702"/>
              <a:ext cx="869950" cy="923581"/>
            </a:xfrm>
            <a:custGeom>
              <a:avLst/>
              <a:gdLst/>
              <a:ahLst/>
              <a:cxnLst/>
              <a:rect l="l" t="t" r="r" b="b"/>
              <a:pathLst>
                <a:path w="120000" h="120000" extrusionOk="0">
                  <a:moveTo>
                    <a:pt x="118690" y="79161"/>
                  </a:moveTo>
                  <a:cubicBezTo>
                    <a:pt x="116496" y="84525"/>
                    <a:pt x="110368" y="86995"/>
                    <a:pt x="105114" y="84933"/>
                  </a:cubicBezTo>
                  <a:cubicBezTo>
                    <a:pt x="102047" y="84112"/>
                    <a:pt x="99853"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534" y="71320"/>
                  </a:cubicBezTo>
                  <a:cubicBezTo>
                    <a:pt x="31534" y="71734"/>
                    <a:pt x="31534" y="71734"/>
                    <a:pt x="31534" y="71734"/>
                  </a:cubicBezTo>
                  <a:cubicBezTo>
                    <a:pt x="0" y="35433"/>
                    <a:pt x="0" y="35433"/>
                    <a:pt x="0" y="35433"/>
                  </a:cubicBezTo>
                  <a:cubicBezTo>
                    <a:pt x="7006" y="26357"/>
                    <a:pt x="14891"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047" y="68023"/>
                    <a:pt x="103798" y="67196"/>
                  </a:cubicBezTo>
                  <a:cubicBezTo>
                    <a:pt x="106423" y="65548"/>
                    <a:pt x="109490" y="65548"/>
                    <a:pt x="112557" y="66369"/>
                  </a:cubicBezTo>
                  <a:cubicBezTo>
                    <a:pt x="117811" y="68437"/>
                    <a:pt x="120878" y="74209"/>
                    <a:pt x="118690"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0" name="Google Shape;230;p62"/>
            <p:cNvSpPr/>
            <p:nvPr/>
          </p:nvSpPr>
          <p:spPr>
            <a:xfrm>
              <a:off x="8950082" y="1994632"/>
              <a:ext cx="779024" cy="1023235"/>
            </a:xfrm>
            <a:custGeom>
              <a:avLst/>
              <a:gdLst/>
              <a:ahLst/>
              <a:cxnLst/>
              <a:rect l="l" t="t" r="r" b="b"/>
              <a:pathLst>
                <a:path w="120000" h="120000" extrusionOk="0">
                  <a:moveTo>
                    <a:pt x="119825" y="76334"/>
                  </a:moveTo>
                  <a:cubicBezTo>
                    <a:pt x="119825" y="81171"/>
                    <a:pt x="119337" y="86013"/>
                    <a:pt x="117866" y="90107"/>
                  </a:cubicBezTo>
                  <a:cubicBezTo>
                    <a:pt x="71404" y="96067"/>
                    <a:pt x="71404" y="96067"/>
                    <a:pt x="71404" y="96067"/>
                  </a:cubicBezTo>
                  <a:cubicBezTo>
                    <a:pt x="68962" y="96441"/>
                    <a:pt x="67490" y="97926"/>
                    <a:pt x="67979" y="99418"/>
                  </a:cubicBezTo>
                  <a:cubicBezTo>
                    <a:pt x="68473" y="101278"/>
                    <a:pt x="69450" y="102395"/>
                    <a:pt x="71404" y="103512"/>
                  </a:cubicBezTo>
                  <a:cubicBezTo>
                    <a:pt x="74341" y="104629"/>
                    <a:pt x="76295" y="106863"/>
                    <a:pt x="76784" y="109471"/>
                  </a:cubicBezTo>
                  <a:cubicBezTo>
                    <a:pt x="77761" y="114314"/>
                    <a:pt x="73364" y="118782"/>
                    <a:pt x="67002" y="119899"/>
                  </a:cubicBezTo>
                  <a:cubicBezTo>
                    <a:pt x="60645" y="120642"/>
                    <a:pt x="54777" y="117291"/>
                    <a:pt x="53800" y="112448"/>
                  </a:cubicBezTo>
                  <a:cubicBezTo>
                    <a:pt x="53312" y="109845"/>
                    <a:pt x="54289" y="107237"/>
                    <a:pt x="56243" y="105377"/>
                  </a:cubicBezTo>
                  <a:cubicBezTo>
                    <a:pt x="57708" y="103886"/>
                    <a:pt x="58203" y="102395"/>
                    <a:pt x="57708" y="100909"/>
                  </a:cubicBezTo>
                  <a:cubicBezTo>
                    <a:pt x="57220" y="99043"/>
                    <a:pt x="55266" y="98301"/>
                    <a:pt x="53312" y="98301"/>
                  </a:cubicBezTo>
                  <a:cubicBezTo>
                    <a:pt x="53312" y="98301"/>
                    <a:pt x="53312" y="98301"/>
                    <a:pt x="53312" y="98301"/>
                  </a:cubicBezTo>
                  <a:cubicBezTo>
                    <a:pt x="0" y="105003"/>
                    <a:pt x="0" y="105003"/>
                    <a:pt x="0" y="105003"/>
                  </a:cubicBezTo>
                  <a:cubicBezTo>
                    <a:pt x="18586" y="67766"/>
                    <a:pt x="18586" y="67766"/>
                    <a:pt x="18586" y="67766"/>
                  </a:cubicBezTo>
                  <a:cubicBezTo>
                    <a:pt x="18586" y="67766"/>
                    <a:pt x="18586" y="68140"/>
                    <a:pt x="18586" y="68140"/>
                  </a:cubicBezTo>
                  <a:cubicBezTo>
                    <a:pt x="20540" y="71491"/>
                    <a:pt x="23966" y="74100"/>
                    <a:pt x="28368" y="75585"/>
                  </a:cubicBezTo>
                  <a:cubicBezTo>
                    <a:pt x="37167" y="78194"/>
                    <a:pt x="46949" y="74842"/>
                    <a:pt x="50375" y="68140"/>
                  </a:cubicBezTo>
                  <a:cubicBezTo>
                    <a:pt x="53800" y="61438"/>
                    <a:pt x="49398" y="53993"/>
                    <a:pt x="40593" y="51384"/>
                  </a:cubicBezTo>
                  <a:cubicBezTo>
                    <a:pt x="35702" y="50267"/>
                    <a:pt x="30811" y="50641"/>
                    <a:pt x="26408" y="52127"/>
                  </a:cubicBezTo>
                  <a:cubicBezTo>
                    <a:pt x="26408" y="52127"/>
                    <a:pt x="26408" y="52127"/>
                    <a:pt x="25920" y="52501"/>
                  </a:cubicBezTo>
                  <a:cubicBezTo>
                    <a:pt x="51840" y="0"/>
                    <a:pt x="51840" y="0"/>
                    <a:pt x="51840" y="0"/>
                  </a:cubicBezTo>
                  <a:cubicBezTo>
                    <a:pt x="57708" y="1491"/>
                    <a:pt x="63088" y="2976"/>
                    <a:pt x="67979" y="5211"/>
                  </a:cubicBezTo>
                  <a:cubicBezTo>
                    <a:pt x="114446" y="23458"/>
                    <a:pt x="121291" y="48776"/>
                    <a:pt x="119825"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1" name="Google Shape;231;p62"/>
            <p:cNvSpPr/>
            <p:nvPr/>
          </p:nvSpPr>
          <p:spPr>
            <a:xfrm>
              <a:off x="8135695" y="2254982"/>
              <a:ext cx="757239"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166" y="110083"/>
                    <a:pt x="44688" y="112561"/>
                  </a:cubicBezTo>
                  <a:cubicBezTo>
                    <a:pt x="44688" y="112561"/>
                    <a:pt x="446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105" y="80333"/>
                    <a:pt x="25605" y="76861"/>
                    <a:pt x="24600" y="73883"/>
                  </a:cubicBezTo>
                  <a:cubicBezTo>
                    <a:pt x="15566" y="44133"/>
                    <a:pt x="24100" y="18844"/>
                    <a:pt x="36650" y="0"/>
                  </a:cubicBezTo>
                  <a:cubicBezTo>
                    <a:pt x="72805" y="44133"/>
                    <a:pt x="72805" y="44133"/>
                    <a:pt x="72805" y="44133"/>
                  </a:cubicBezTo>
                  <a:cubicBezTo>
                    <a:pt x="74311" y="45622"/>
                    <a:pt x="76822" y="46116"/>
                    <a:pt x="78327" y="44627"/>
                  </a:cubicBezTo>
                  <a:cubicBezTo>
                    <a:pt x="80333" y="43138"/>
                    <a:pt x="81338" y="41155"/>
                    <a:pt x="81338" y="39172"/>
                  </a:cubicBezTo>
                  <a:cubicBezTo>
                    <a:pt x="81338" y="35700"/>
                    <a:pt x="82844" y="32727"/>
                    <a:pt x="85855" y="30250"/>
                  </a:cubicBezTo>
                  <a:cubicBezTo>
                    <a:pt x="90877" y="26283"/>
                    <a:pt x="98411" y="26777"/>
                    <a:pt x="1024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67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2" name="Google Shape;232;p62"/>
            <p:cNvSpPr/>
            <p:nvPr/>
          </p:nvSpPr>
          <p:spPr>
            <a:xfrm>
              <a:off x="8112261" y="2806550"/>
              <a:ext cx="787021" cy="852667"/>
            </a:xfrm>
            <a:custGeom>
              <a:avLst/>
              <a:gdLst/>
              <a:ahLst/>
              <a:cxnLst/>
              <a:rect l="l" t="t" r="r" b="b"/>
              <a:pathLst>
                <a:path w="120000" h="120000" extrusionOk="0">
                  <a:moveTo>
                    <a:pt x="120000" y="17550"/>
                  </a:moveTo>
                  <a:cubicBezTo>
                    <a:pt x="101641" y="62235"/>
                    <a:pt x="101641" y="62235"/>
                    <a:pt x="101641" y="62235"/>
                  </a:cubicBezTo>
                  <a:cubicBezTo>
                    <a:pt x="101641" y="62235"/>
                    <a:pt x="101158" y="62235"/>
                    <a:pt x="101158" y="62235"/>
                  </a:cubicBezTo>
                  <a:cubicBezTo>
                    <a:pt x="99709" y="57764"/>
                    <a:pt x="96324" y="54641"/>
                    <a:pt x="91496" y="52849"/>
                  </a:cubicBezTo>
                  <a:cubicBezTo>
                    <a:pt x="82799" y="50169"/>
                    <a:pt x="73137"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4820" y="91277"/>
                    <a:pt x="20958" y="88153"/>
                  </a:cubicBezTo>
                  <a:cubicBezTo>
                    <a:pt x="17089" y="85468"/>
                    <a:pt x="17089" y="81896"/>
                    <a:pt x="19021" y="80553"/>
                  </a:cubicBezTo>
                  <a:cubicBezTo>
                    <a:pt x="20958" y="79216"/>
                    <a:pt x="27717" y="76531"/>
                    <a:pt x="27717" y="76531"/>
                  </a:cubicBezTo>
                  <a:cubicBezTo>
                    <a:pt x="27717" y="76531"/>
                    <a:pt x="22406" y="73408"/>
                    <a:pt x="19986" y="72509"/>
                  </a:cubicBezTo>
                  <a:cubicBezTo>
                    <a:pt x="17089" y="71172"/>
                    <a:pt x="15158"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358"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6855"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3" name="Google Shape;233;p62"/>
            <p:cNvSpPr/>
            <p:nvPr/>
          </p:nvSpPr>
          <p:spPr>
            <a:xfrm>
              <a:off x="8598436"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468" y="109333"/>
                    <a:pt x="5468" y="109333"/>
                  </a:cubicBezTo>
                  <a:cubicBezTo>
                    <a:pt x="5468" y="91811"/>
                    <a:pt x="5468" y="91811"/>
                    <a:pt x="5468" y="91811"/>
                  </a:cubicBezTo>
                  <a:cubicBezTo>
                    <a:pt x="22199" y="52572"/>
                    <a:pt x="22199" y="52572"/>
                    <a:pt x="22199" y="52572"/>
                  </a:cubicBezTo>
                  <a:cubicBezTo>
                    <a:pt x="23059" y="51050"/>
                    <a:pt x="22199" y="49522"/>
                    <a:pt x="20485" y="48761"/>
                  </a:cubicBezTo>
                  <a:cubicBezTo>
                    <a:pt x="18765" y="48383"/>
                    <a:pt x="16624" y="48383"/>
                    <a:pt x="14904" y="49144"/>
                  </a:cubicBezTo>
                  <a:cubicBezTo>
                    <a:pt x="12330" y="50283"/>
                    <a:pt x="9329" y="50666"/>
                    <a:pt x="6755" y="49522"/>
                  </a:cubicBezTo>
                  <a:cubicBezTo>
                    <a:pt x="1180" y="48000"/>
                    <a:pt x="-1393" y="42666"/>
                    <a:pt x="753" y="37716"/>
                  </a:cubicBezTo>
                  <a:cubicBezTo>
                    <a:pt x="2467" y="33144"/>
                    <a:pt x="8469" y="30855"/>
                    <a:pt x="13617" y="32383"/>
                  </a:cubicBezTo>
                  <a:cubicBezTo>
                    <a:pt x="16624" y="33522"/>
                    <a:pt x="18765" y="35427"/>
                    <a:pt x="19625" y="37716"/>
                  </a:cubicBezTo>
                  <a:cubicBezTo>
                    <a:pt x="20485" y="39238"/>
                    <a:pt x="21772" y="40761"/>
                    <a:pt x="23486" y="41144"/>
                  </a:cubicBezTo>
                  <a:cubicBezTo>
                    <a:pt x="25200" y="41905"/>
                    <a:pt x="27347" y="41144"/>
                    <a:pt x="27774" y="39616"/>
                  </a:cubicBezTo>
                  <a:cubicBezTo>
                    <a:pt x="44505" y="0"/>
                    <a:pt x="44505" y="0"/>
                    <a:pt x="44505" y="0"/>
                  </a:cubicBezTo>
                  <a:cubicBezTo>
                    <a:pt x="73673" y="31616"/>
                    <a:pt x="73673" y="31616"/>
                    <a:pt x="73673" y="31616"/>
                  </a:cubicBezTo>
                  <a:cubicBezTo>
                    <a:pt x="73673" y="31616"/>
                    <a:pt x="73673" y="31616"/>
                    <a:pt x="73246" y="31616"/>
                  </a:cubicBezTo>
                  <a:cubicBezTo>
                    <a:pt x="69385" y="30855"/>
                    <a:pt x="64664"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4" name="Google Shape;234;p62"/>
            <p:cNvSpPr/>
            <p:nvPr/>
          </p:nvSpPr>
          <p:spPr>
            <a:xfrm>
              <a:off x="8956432"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5572" y="73577"/>
                    <a:pt x="43544" y="73577"/>
                    <a:pt x="41516" y="75061"/>
                  </a:cubicBezTo>
                  <a:cubicBezTo>
                    <a:pt x="40000" y="76050"/>
                    <a:pt x="38988" y="78022"/>
                    <a:pt x="38988" y="80494"/>
                  </a:cubicBezTo>
                  <a:cubicBezTo>
                    <a:pt x="38483" y="83455"/>
                    <a:pt x="36961" y="86911"/>
                    <a:pt x="34427" y="89383"/>
                  </a:cubicBezTo>
                  <a:cubicBezTo>
                    <a:pt x="29366" y="93333"/>
                    <a:pt x="21772" y="92344"/>
                    <a:pt x="17216" y="87405"/>
                  </a:cubicBezTo>
                  <a:cubicBezTo>
                    <a:pt x="13166" y="82466"/>
                    <a:pt x="13672" y="75061"/>
                    <a:pt x="18733" y="70616"/>
                  </a:cubicBezTo>
                  <a:cubicBezTo>
                    <a:pt x="21772" y="68644"/>
                    <a:pt x="25316" y="67655"/>
                    <a:pt x="28861" y="68150"/>
                  </a:cubicBezTo>
                  <a:cubicBezTo>
                    <a:pt x="30883" y="68644"/>
                    <a:pt x="32911" y="68150"/>
                    <a:pt x="34938" y="66666"/>
                  </a:cubicBezTo>
                  <a:cubicBezTo>
                    <a:pt x="36455" y="65183"/>
                    <a:pt x="36455" y="62716"/>
                    <a:pt x="35444" y="61233"/>
                  </a:cubicBezTo>
                  <a:cubicBezTo>
                    <a:pt x="0" y="18766"/>
                    <a:pt x="0" y="18766"/>
                    <a:pt x="0" y="18766"/>
                  </a:cubicBezTo>
                  <a:cubicBezTo>
                    <a:pt x="53166" y="10372"/>
                    <a:pt x="53166" y="10372"/>
                    <a:pt x="53166" y="10372"/>
                  </a:cubicBezTo>
                  <a:cubicBezTo>
                    <a:pt x="53166" y="10372"/>
                    <a:pt x="53166" y="10866"/>
                    <a:pt x="53166" y="10866"/>
                  </a:cubicBezTo>
                  <a:cubicBezTo>
                    <a:pt x="49622" y="14816"/>
                    <a:pt x="48605" y="19755"/>
                    <a:pt x="49116" y="24200"/>
                  </a:cubicBezTo>
                  <a:cubicBezTo>
                    <a:pt x="50633"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5" name="Google Shape;235;p62"/>
            <p:cNvSpPr/>
            <p:nvPr/>
          </p:nvSpPr>
          <p:spPr>
            <a:xfrm>
              <a:off x="8765803" y="4086828"/>
              <a:ext cx="595100" cy="181898"/>
            </a:xfrm>
            <a:custGeom>
              <a:avLst/>
              <a:gdLst/>
              <a:ahLst/>
              <a:cxnLst/>
              <a:rect l="l" t="t" r="r" b="b"/>
              <a:pathLst>
                <a:path w="120000" h="120000" extrusionOk="0">
                  <a:moveTo>
                    <a:pt x="116543" y="87"/>
                  </a:moveTo>
                  <a:cubicBezTo>
                    <a:pt x="115904" y="87"/>
                    <a:pt x="115266" y="87"/>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18938"/>
                    <a:pt x="1943" y="23127"/>
                  </a:cubicBezTo>
                  <a:cubicBezTo>
                    <a:pt x="47398" y="109003"/>
                    <a:pt x="47398" y="109003"/>
                    <a:pt x="47398" y="109003"/>
                  </a:cubicBezTo>
                  <a:cubicBezTo>
                    <a:pt x="55084" y="123665"/>
                    <a:pt x="65324" y="123665"/>
                    <a:pt x="73010" y="109003"/>
                  </a:cubicBezTo>
                  <a:cubicBezTo>
                    <a:pt x="118465" y="23127"/>
                    <a:pt x="118465" y="23127"/>
                    <a:pt x="118465" y="23127"/>
                  </a:cubicBezTo>
                  <a:cubicBezTo>
                    <a:pt x="119747" y="18938"/>
                    <a:pt x="120386" y="12654"/>
                    <a:pt x="119747" y="6370"/>
                  </a:cubicBezTo>
                  <a:cubicBezTo>
                    <a:pt x="119103" y="2181"/>
                    <a:pt x="117826" y="87"/>
                    <a:pt x="116543"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6" name="Google Shape;236;p62"/>
            <p:cNvSpPr/>
            <p:nvPr/>
          </p:nvSpPr>
          <p:spPr>
            <a:xfrm>
              <a:off x="8765803" y="4229703"/>
              <a:ext cx="595100" cy="181898"/>
            </a:xfrm>
            <a:custGeom>
              <a:avLst/>
              <a:gdLst/>
              <a:ahLst/>
              <a:cxnLst/>
              <a:rect l="l" t="t" r="r" b="b"/>
              <a:pathLst>
                <a:path w="120000" h="120000" extrusionOk="0">
                  <a:moveTo>
                    <a:pt x="116543" y="87"/>
                  </a:moveTo>
                  <a:cubicBezTo>
                    <a:pt x="115904" y="87"/>
                    <a:pt x="115266" y="2181"/>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21032"/>
                    <a:pt x="1943" y="25221"/>
                  </a:cubicBezTo>
                  <a:cubicBezTo>
                    <a:pt x="47398" y="109003"/>
                    <a:pt x="47398" y="109003"/>
                    <a:pt x="47398" y="109003"/>
                  </a:cubicBezTo>
                  <a:cubicBezTo>
                    <a:pt x="55084" y="123665"/>
                    <a:pt x="65324" y="123665"/>
                    <a:pt x="73010" y="109003"/>
                  </a:cubicBezTo>
                  <a:cubicBezTo>
                    <a:pt x="118465" y="25221"/>
                    <a:pt x="118465" y="25221"/>
                    <a:pt x="118465" y="25221"/>
                  </a:cubicBezTo>
                  <a:cubicBezTo>
                    <a:pt x="119747" y="21032"/>
                    <a:pt x="120386" y="12654"/>
                    <a:pt x="119747" y="6370"/>
                  </a:cubicBezTo>
                  <a:cubicBezTo>
                    <a:pt x="119103" y="2181"/>
                    <a:pt x="117826" y="87"/>
                    <a:pt x="116543"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7" name="Google Shape;237;p62"/>
            <p:cNvSpPr/>
            <p:nvPr/>
          </p:nvSpPr>
          <p:spPr>
            <a:xfrm>
              <a:off x="8765803" y="4374692"/>
              <a:ext cx="595100" cy="182960"/>
            </a:xfrm>
            <a:custGeom>
              <a:avLst/>
              <a:gdLst/>
              <a:ahLst/>
              <a:cxnLst/>
              <a:rect l="l" t="t" r="r" b="b"/>
              <a:pathLst>
                <a:path w="120000" h="120000" extrusionOk="0">
                  <a:moveTo>
                    <a:pt x="116543" y="780"/>
                  </a:moveTo>
                  <a:cubicBezTo>
                    <a:pt x="115904" y="780"/>
                    <a:pt x="115266" y="780"/>
                    <a:pt x="114622" y="780"/>
                  </a:cubicBezTo>
                  <a:cubicBezTo>
                    <a:pt x="69167" y="86160"/>
                    <a:pt x="69167" y="86160"/>
                    <a:pt x="69167" y="86160"/>
                  </a:cubicBezTo>
                  <a:cubicBezTo>
                    <a:pt x="63408" y="96572"/>
                    <a:pt x="57005" y="96572"/>
                    <a:pt x="51241" y="86160"/>
                  </a:cubicBezTo>
                  <a:cubicBezTo>
                    <a:pt x="5786" y="780"/>
                    <a:pt x="5786" y="780"/>
                    <a:pt x="5786" y="780"/>
                  </a:cubicBezTo>
                  <a:cubicBezTo>
                    <a:pt x="3865" y="-1301"/>
                    <a:pt x="1943" y="780"/>
                    <a:pt x="666" y="7028"/>
                  </a:cubicBezTo>
                  <a:cubicBezTo>
                    <a:pt x="-616" y="13275"/>
                    <a:pt x="22" y="19522"/>
                    <a:pt x="1943" y="23687"/>
                  </a:cubicBezTo>
                  <a:cubicBezTo>
                    <a:pt x="47398" y="109067"/>
                    <a:pt x="47398" y="109067"/>
                    <a:pt x="47398" y="109067"/>
                  </a:cubicBezTo>
                  <a:cubicBezTo>
                    <a:pt x="55084" y="123644"/>
                    <a:pt x="65324" y="123644"/>
                    <a:pt x="73010" y="109067"/>
                  </a:cubicBezTo>
                  <a:cubicBezTo>
                    <a:pt x="118465" y="23687"/>
                    <a:pt x="118465" y="23687"/>
                    <a:pt x="118465" y="23687"/>
                  </a:cubicBezTo>
                  <a:cubicBezTo>
                    <a:pt x="119747" y="19522"/>
                    <a:pt x="120386" y="13275"/>
                    <a:pt x="119747" y="7028"/>
                  </a:cubicBezTo>
                  <a:cubicBezTo>
                    <a:pt x="119103" y="2863"/>
                    <a:pt x="117826" y="780"/>
                    <a:pt x="116543"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38" name="Google Shape;238;p62"/>
          <p:cNvSpPr/>
          <p:nvPr/>
        </p:nvSpPr>
        <p:spPr>
          <a:xfrm>
            <a:off x="2793757" y="148172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39" name="Google Shape;239;p62"/>
          <p:cNvSpPr/>
          <p:nvPr/>
        </p:nvSpPr>
        <p:spPr>
          <a:xfrm>
            <a:off x="8839591" y="1479433"/>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0" name="Google Shape;240;p62"/>
          <p:cNvSpPr/>
          <p:nvPr/>
        </p:nvSpPr>
        <p:spPr>
          <a:xfrm>
            <a:off x="4827345" y="146327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1" name="Google Shape;241;p62"/>
          <p:cNvSpPr/>
          <p:nvPr/>
        </p:nvSpPr>
        <p:spPr>
          <a:xfrm>
            <a:off x="6734329" y="1506111"/>
            <a:ext cx="279327" cy="253943"/>
          </a:xfrm>
          <a:custGeom>
            <a:avLst/>
            <a:gdLst/>
            <a:ahLst/>
            <a:cxnLst/>
            <a:rect l="l" t="t" r="r" b="b"/>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2" name="Google Shape;242;p62"/>
          <p:cNvSpPr txBox="1">
            <a:spLocks noGrp="1"/>
          </p:cNvSpPr>
          <p:nvPr>
            <p:ph type="body" idx="2"/>
          </p:nvPr>
        </p:nvSpPr>
        <p:spPr>
          <a:xfrm>
            <a:off x="2120685"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3" name="Google Shape;243;p62"/>
          <p:cNvSpPr txBox="1">
            <a:spLocks noGrp="1"/>
          </p:cNvSpPr>
          <p:nvPr>
            <p:ph type="body" idx="3"/>
          </p:nvPr>
        </p:nvSpPr>
        <p:spPr>
          <a:xfrm>
            <a:off x="2130741"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4" name="Google Shape;244;p62"/>
          <p:cNvSpPr txBox="1">
            <a:spLocks noGrp="1"/>
          </p:cNvSpPr>
          <p:nvPr>
            <p:ph type="body" idx="4"/>
          </p:nvPr>
        </p:nvSpPr>
        <p:spPr>
          <a:xfrm>
            <a:off x="4230092"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5" name="Google Shape;245;p62"/>
          <p:cNvSpPr txBox="1">
            <a:spLocks noGrp="1"/>
          </p:cNvSpPr>
          <p:nvPr>
            <p:ph type="body" idx="5"/>
          </p:nvPr>
        </p:nvSpPr>
        <p:spPr>
          <a:xfrm>
            <a:off x="4240148"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6" name="Google Shape;246;p62"/>
          <p:cNvSpPr txBox="1">
            <a:spLocks noGrp="1"/>
          </p:cNvSpPr>
          <p:nvPr>
            <p:ph type="body" idx="6"/>
          </p:nvPr>
        </p:nvSpPr>
        <p:spPr>
          <a:xfrm>
            <a:off x="6329442"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7" name="Google Shape;247;p62"/>
          <p:cNvSpPr txBox="1">
            <a:spLocks noGrp="1"/>
          </p:cNvSpPr>
          <p:nvPr>
            <p:ph type="body" idx="7"/>
          </p:nvPr>
        </p:nvSpPr>
        <p:spPr>
          <a:xfrm>
            <a:off x="6339498"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8" name="Google Shape;248;p62"/>
          <p:cNvSpPr txBox="1">
            <a:spLocks noGrp="1"/>
          </p:cNvSpPr>
          <p:nvPr>
            <p:ph type="body" idx="8"/>
          </p:nvPr>
        </p:nvSpPr>
        <p:spPr>
          <a:xfrm>
            <a:off x="8374876"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9" name="Google Shape;249;p62"/>
          <p:cNvSpPr txBox="1">
            <a:spLocks noGrp="1"/>
          </p:cNvSpPr>
          <p:nvPr>
            <p:ph type="body" idx="9"/>
          </p:nvPr>
        </p:nvSpPr>
        <p:spPr>
          <a:xfrm>
            <a:off x="8384932"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rained-Infographic">
  <p:cSld name="1_Brained-Infographic">
    <p:spTree>
      <p:nvGrpSpPr>
        <p:cNvPr id="1" name="Shape 250"/>
        <p:cNvGrpSpPr/>
        <p:nvPr/>
      </p:nvGrpSpPr>
      <p:grpSpPr>
        <a:xfrm>
          <a:off x="0" y="0"/>
          <a:ext cx="0" cy="0"/>
          <a:chOff x="0" y="0"/>
          <a:chExt cx="0" cy="0"/>
        </a:xfrm>
      </p:grpSpPr>
      <p:sp>
        <p:nvSpPr>
          <p:cNvPr id="251" name="Google Shape;251;p6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2" name="Google Shape;252;p63"/>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53" name="Google Shape;253;p63"/>
          <p:cNvGrpSpPr/>
          <p:nvPr/>
        </p:nvGrpSpPr>
        <p:grpSpPr>
          <a:xfrm>
            <a:off x="1398771" y="1953702"/>
            <a:ext cx="1620994" cy="2603950"/>
            <a:chOff x="2011515" y="1953702"/>
            <a:chExt cx="1620994" cy="2603950"/>
          </a:xfrm>
        </p:grpSpPr>
        <p:sp>
          <p:nvSpPr>
            <p:cNvPr id="254" name="Google Shape;254;p63"/>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5" name="Google Shape;255;p63"/>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6" name="Google Shape;256;p63"/>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7" name="Google Shape;257;p63"/>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8" name="Google Shape;258;p63"/>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63"/>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63"/>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63"/>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2" name="Google Shape;262;p63"/>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63" name="Google Shape;263;p63"/>
          <p:cNvGrpSpPr/>
          <p:nvPr/>
        </p:nvGrpSpPr>
        <p:grpSpPr>
          <a:xfrm>
            <a:off x="5202409" y="1953702"/>
            <a:ext cx="1620896" cy="2603950"/>
            <a:chOff x="6077203" y="1953702"/>
            <a:chExt cx="1620896" cy="2603950"/>
          </a:xfrm>
        </p:grpSpPr>
        <p:sp>
          <p:nvSpPr>
            <p:cNvPr id="264" name="Google Shape;264;p63"/>
            <p:cNvSpPr/>
            <p:nvPr/>
          </p:nvSpPr>
          <p:spPr>
            <a:xfrm>
              <a:off x="6351344" y="1953702"/>
              <a:ext cx="873126" cy="923581"/>
            </a:xfrm>
            <a:custGeom>
              <a:avLst/>
              <a:gdLst/>
              <a:ahLst/>
              <a:cxnLst/>
              <a:rect l="l" t="t" r="r" b="b"/>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5" name="Google Shape;265;p63"/>
            <p:cNvSpPr/>
            <p:nvPr/>
          </p:nvSpPr>
          <p:spPr>
            <a:xfrm>
              <a:off x="6916495" y="1994632"/>
              <a:ext cx="781604" cy="1023235"/>
            </a:xfrm>
            <a:custGeom>
              <a:avLst/>
              <a:gdLst/>
              <a:ahLst/>
              <a:cxnLst/>
              <a:rect l="l" t="t" r="r" b="b"/>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6" name="Google Shape;266;p63"/>
            <p:cNvSpPr/>
            <p:nvPr/>
          </p:nvSpPr>
          <p:spPr>
            <a:xfrm>
              <a:off x="6100521" y="2254982"/>
              <a:ext cx="758825" cy="768350"/>
            </a:xfrm>
            <a:custGeom>
              <a:avLst/>
              <a:gdLst/>
              <a:ahLst/>
              <a:cxnLst/>
              <a:rect l="l" t="t" r="r" b="b"/>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7" name="Google Shape;267;p63"/>
            <p:cNvSpPr/>
            <p:nvPr/>
          </p:nvSpPr>
          <p:spPr>
            <a:xfrm>
              <a:off x="6077203" y="2806550"/>
              <a:ext cx="788493" cy="852667"/>
            </a:xfrm>
            <a:custGeom>
              <a:avLst/>
              <a:gdLst/>
              <a:ahLst/>
              <a:cxnLst/>
              <a:rect l="l" t="t" r="r" b="b"/>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8" name="Google Shape;268;p63"/>
            <p:cNvSpPr/>
            <p:nvPr/>
          </p:nvSpPr>
          <p:spPr>
            <a:xfrm>
              <a:off x="6565236" y="2943958"/>
              <a:ext cx="891009" cy="1000126"/>
            </a:xfrm>
            <a:custGeom>
              <a:avLst/>
              <a:gdLst/>
              <a:ahLst/>
              <a:cxnLst/>
              <a:rect l="l" t="t" r="r" b="b"/>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9" name="Google Shape;269;p63"/>
            <p:cNvSpPr/>
            <p:nvPr/>
          </p:nvSpPr>
          <p:spPr>
            <a:xfrm>
              <a:off x="6922846" y="2801083"/>
              <a:ext cx="752476" cy="771525"/>
            </a:xfrm>
            <a:custGeom>
              <a:avLst/>
              <a:gdLst/>
              <a:ahLst/>
              <a:cxnLst/>
              <a:rect l="l" t="t" r="r" b="b"/>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0" name="Google Shape;270;p63"/>
            <p:cNvSpPr/>
            <p:nvPr/>
          </p:nvSpPr>
          <p:spPr>
            <a:xfrm>
              <a:off x="6734329" y="4086828"/>
              <a:ext cx="595044" cy="181898"/>
            </a:xfrm>
            <a:custGeom>
              <a:avLst/>
              <a:gdLst/>
              <a:ahLst/>
              <a:cxnLst/>
              <a:rect l="l" t="t" r="r" b="b"/>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1" name="Google Shape;271;p63"/>
            <p:cNvSpPr/>
            <p:nvPr/>
          </p:nvSpPr>
          <p:spPr>
            <a:xfrm>
              <a:off x="6734329" y="4229703"/>
              <a:ext cx="595044" cy="181898"/>
            </a:xfrm>
            <a:custGeom>
              <a:avLst/>
              <a:gdLst/>
              <a:ahLst/>
              <a:cxnLst/>
              <a:rect l="l" t="t" r="r" b="b"/>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2" name="Google Shape;272;p63"/>
            <p:cNvSpPr/>
            <p:nvPr/>
          </p:nvSpPr>
          <p:spPr>
            <a:xfrm>
              <a:off x="6734329" y="4374692"/>
              <a:ext cx="595044" cy="182960"/>
            </a:xfrm>
            <a:custGeom>
              <a:avLst/>
              <a:gdLst/>
              <a:ahLst/>
              <a:cxnLst/>
              <a:rect l="l" t="t" r="r" b="b"/>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73" name="Google Shape;273;p63"/>
          <p:cNvSpPr/>
          <p:nvPr/>
        </p:nvSpPr>
        <p:spPr>
          <a:xfrm>
            <a:off x="2181013" y="148172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4" name="Google Shape;274;p63"/>
          <p:cNvSpPr/>
          <p:nvPr/>
        </p:nvSpPr>
        <p:spPr>
          <a:xfrm>
            <a:off x="5952311" y="1471483"/>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5" name="Google Shape;275;p63"/>
          <p:cNvSpPr/>
          <p:nvPr/>
        </p:nvSpPr>
        <p:spPr>
          <a:xfrm>
            <a:off x="9969811" y="1496867"/>
            <a:ext cx="279327" cy="253943"/>
          </a:xfrm>
          <a:custGeom>
            <a:avLst/>
            <a:gdLst/>
            <a:ahLst/>
            <a:cxnLst/>
            <a:rect l="l" t="t" r="r" b="b"/>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6" name="Google Shape;276;p63"/>
          <p:cNvSpPr txBox="1">
            <a:spLocks noGrp="1"/>
          </p:cNvSpPr>
          <p:nvPr>
            <p:ph type="body" idx="2"/>
          </p:nvPr>
        </p:nvSpPr>
        <p:spPr>
          <a:xfrm>
            <a:off x="442709" y="5129363"/>
            <a:ext cx="3658029"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77" name="Google Shape;277;p63"/>
          <p:cNvSpPr txBox="1">
            <a:spLocks noGrp="1"/>
          </p:cNvSpPr>
          <p:nvPr>
            <p:ph type="body" idx="3"/>
          </p:nvPr>
        </p:nvSpPr>
        <p:spPr>
          <a:xfrm>
            <a:off x="443342" y="4670026"/>
            <a:ext cx="3644936"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78" name="Google Shape;278;p63"/>
          <p:cNvGrpSpPr/>
          <p:nvPr/>
        </p:nvGrpSpPr>
        <p:grpSpPr>
          <a:xfrm>
            <a:off x="9228128" y="1953702"/>
            <a:ext cx="1620994" cy="2603950"/>
            <a:chOff x="2011515" y="1953702"/>
            <a:chExt cx="1620994" cy="2603950"/>
          </a:xfrm>
        </p:grpSpPr>
        <p:sp>
          <p:nvSpPr>
            <p:cNvPr id="279" name="Google Shape;279;p63"/>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0" name="Google Shape;280;p63"/>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1" name="Google Shape;281;p63"/>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2" name="Google Shape;282;p63"/>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3" name="Google Shape;283;p63"/>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4" name="Google Shape;284;p63"/>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5" name="Google Shape;285;p63"/>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6" name="Google Shape;286;p63"/>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7" name="Google Shape;287;p63"/>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88" name="Google Shape;288;p63"/>
          <p:cNvSpPr txBox="1">
            <a:spLocks noGrp="1"/>
          </p:cNvSpPr>
          <p:nvPr>
            <p:ph type="body" idx="4"/>
          </p:nvPr>
        </p:nvSpPr>
        <p:spPr>
          <a:xfrm>
            <a:off x="4364610" y="5129363"/>
            <a:ext cx="3726654"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89" name="Google Shape;289;p63"/>
          <p:cNvSpPr txBox="1">
            <a:spLocks noGrp="1"/>
          </p:cNvSpPr>
          <p:nvPr>
            <p:ph type="body" idx="5"/>
          </p:nvPr>
        </p:nvSpPr>
        <p:spPr>
          <a:xfrm>
            <a:off x="4376387" y="4670026"/>
            <a:ext cx="3713315"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0" name="Google Shape;290;p63"/>
          <p:cNvSpPr txBox="1">
            <a:spLocks noGrp="1"/>
          </p:cNvSpPr>
          <p:nvPr>
            <p:ph type="body" idx="6"/>
          </p:nvPr>
        </p:nvSpPr>
        <p:spPr>
          <a:xfrm>
            <a:off x="8267578" y="5129363"/>
            <a:ext cx="3610195"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1" name="Google Shape;291;p63"/>
          <p:cNvSpPr txBox="1">
            <a:spLocks noGrp="1"/>
          </p:cNvSpPr>
          <p:nvPr>
            <p:ph type="body" idx="7"/>
          </p:nvPr>
        </p:nvSpPr>
        <p:spPr>
          <a:xfrm>
            <a:off x="8277634" y="4670026"/>
            <a:ext cx="3597273"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quared-Infographic">
  <p:cSld name="Squared-Infographic">
    <p:spTree>
      <p:nvGrpSpPr>
        <p:cNvPr id="1" name="Shape 292"/>
        <p:cNvGrpSpPr/>
        <p:nvPr/>
      </p:nvGrpSpPr>
      <p:grpSpPr>
        <a:xfrm>
          <a:off x="0" y="0"/>
          <a:ext cx="0" cy="0"/>
          <a:chOff x="0" y="0"/>
          <a:chExt cx="0" cy="0"/>
        </a:xfrm>
      </p:grpSpPr>
      <p:sp>
        <p:nvSpPr>
          <p:cNvPr id="293" name="Google Shape;293;p6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4" name="Google Shape;294;p64"/>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95" name="Google Shape;295;p64"/>
          <p:cNvGrpSpPr/>
          <p:nvPr/>
        </p:nvGrpSpPr>
        <p:grpSpPr>
          <a:xfrm>
            <a:off x="0" y="5025802"/>
            <a:ext cx="12192001" cy="144981"/>
            <a:chOff x="1751419" y="4036682"/>
            <a:chExt cx="9944457" cy="58272"/>
          </a:xfrm>
        </p:grpSpPr>
        <p:sp>
          <p:nvSpPr>
            <p:cNvPr id="296" name="Google Shape;296;p64"/>
            <p:cNvSpPr/>
            <p:nvPr/>
          </p:nvSpPr>
          <p:spPr>
            <a:xfrm>
              <a:off x="3040807" y="4036682"/>
              <a:ext cx="1683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297" name="Google Shape;297;p64"/>
            <p:cNvSpPr/>
            <p:nvPr/>
          </p:nvSpPr>
          <p:spPr>
            <a:xfrm>
              <a:off x="4724303" y="4036682"/>
              <a:ext cx="1715155" cy="5096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298" name="Google Shape;298;p64"/>
            <p:cNvSpPr/>
            <p:nvPr/>
          </p:nvSpPr>
          <p:spPr>
            <a:xfrm>
              <a:off x="6183638" y="4036682"/>
              <a:ext cx="2211550" cy="5096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299" name="Google Shape;299;p64"/>
            <p:cNvSpPr/>
            <p:nvPr/>
          </p:nvSpPr>
          <p:spPr>
            <a:xfrm>
              <a:off x="8326640" y="4036682"/>
              <a:ext cx="1967596" cy="5827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00" name="Google Shape;300;p64"/>
            <p:cNvSpPr/>
            <p:nvPr/>
          </p:nvSpPr>
          <p:spPr>
            <a:xfrm>
              <a:off x="1751419" y="4036682"/>
              <a:ext cx="1289385" cy="5096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01" name="Google Shape;301;p64"/>
            <p:cNvSpPr/>
            <p:nvPr/>
          </p:nvSpPr>
          <p:spPr>
            <a:xfrm>
              <a:off x="10294236" y="4036682"/>
              <a:ext cx="1401640" cy="5799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grpSp>
      <p:grpSp>
        <p:nvGrpSpPr>
          <p:cNvPr id="302" name="Google Shape;302;p64"/>
          <p:cNvGrpSpPr/>
          <p:nvPr/>
        </p:nvGrpSpPr>
        <p:grpSpPr>
          <a:xfrm>
            <a:off x="1217471" y="2920934"/>
            <a:ext cx="1304470" cy="2431269"/>
            <a:chOff x="1217471" y="1893408"/>
            <a:chExt cx="1304470" cy="2431269"/>
          </a:xfrm>
        </p:grpSpPr>
        <p:grpSp>
          <p:nvGrpSpPr>
            <p:cNvPr id="303" name="Google Shape;303;p64"/>
            <p:cNvGrpSpPr/>
            <p:nvPr/>
          </p:nvGrpSpPr>
          <p:grpSpPr>
            <a:xfrm>
              <a:off x="1217471" y="2766893"/>
              <a:ext cx="1304470" cy="1557784"/>
              <a:chOff x="1217471" y="2766893"/>
              <a:chExt cx="1304470" cy="1557784"/>
            </a:xfrm>
          </p:grpSpPr>
          <p:grpSp>
            <p:nvGrpSpPr>
              <p:cNvPr id="304" name="Google Shape;304;p64"/>
              <p:cNvGrpSpPr/>
              <p:nvPr/>
            </p:nvGrpSpPr>
            <p:grpSpPr>
              <a:xfrm>
                <a:off x="1217471" y="2766893"/>
                <a:ext cx="1304470" cy="1557784"/>
                <a:chOff x="1199541" y="3267114"/>
                <a:chExt cx="1304470" cy="1557784"/>
              </a:xfrm>
            </p:grpSpPr>
            <p:sp>
              <p:nvSpPr>
                <p:cNvPr id="305" name="Google Shape;305;p64"/>
                <p:cNvSpPr/>
                <p:nvPr/>
              </p:nvSpPr>
              <p:spPr>
                <a:xfrm rot="10800000" flipH="1">
                  <a:off x="1199541" y="3267114"/>
                  <a:ext cx="1304470" cy="1020141"/>
                </a:xfrm>
                <a:prstGeom prst="triangle">
                  <a:avLst>
                    <a:gd name="adj" fmla="val 50000"/>
                  </a:avLst>
                </a:prstGeom>
                <a:gradFill>
                  <a:gsLst>
                    <a:gs pos="0">
                      <a:schemeClr val="accent1"/>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6" name="Google Shape;306;p64"/>
                <p:cNvSpPr/>
                <p:nvPr/>
              </p:nvSpPr>
              <p:spPr>
                <a:xfrm>
                  <a:off x="1540736"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07" name="Google Shape;307;p64"/>
              <p:cNvSpPr/>
              <p:nvPr/>
            </p:nvSpPr>
            <p:spPr>
              <a:xfrm>
                <a:off x="1718423" y="3882698"/>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08" name="Google Shape;308;p64"/>
            <p:cNvGrpSpPr/>
            <p:nvPr/>
          </p:nvGrpSpPr>
          <p:grpSpPr>
            <a:xfrm>
              <a:off x="1289951" y="1893408"/>
              <a:ext cx="1136271" cy="1246506"/>
              <a:chOff x="627304" y="1987183"/>
              <a:chExt cx="1594615" cy="1749317"/>
            </a:xfrm>
          </p:grpSpPr>
          <p:sp>
            <p:nvSpPr>
              <p:cNvPr id="309" name="Google Shape;309;p64"/>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0" name="Google Shape;310;p64"/>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1" name="Google Shape;311;p64"/>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12" name="Google Shape;312;p64"/>
          <p:cNvGrpSpPr/>
          <p:nvPr/>
        </p:nvGrpSpPr>
        <p:grpSpPr>
          <a:xfrm>
            <a:off x="3286748" y="2920934"/>
            <a:ext cx="1304470" cy="2483739"/>
            <a:chOff x="3326504" y="1893408"/>
            <a:chExt cx="1304470" cy="2483739"/>
          </a:xfrm>
        </p:grpSpPr>
        <p:grpSp>
          <p:nvGrpSpPr>
            <p:cNvPr id="313" name="Google Shape;313;p64"/>
            <p:cNvGrpSpPr/>
            <p:nvPr/>
          </p:nvGrpSpPr>
          <p:grpSpPr>
            <a:xfrm>
              <a:off x="3326504" y="2772528"/>
              <a:ext cx="1304470" cy="1604619"/>
              <a:chOff x="3326504" y="2772528"/>
              <a:chExt cx="1304470" cy="1604619"/>
            </a:xfrm>
          </p:grpSpPr>
          <p:grpSp>
            <p:nvGrpSpPr>
              <p:cNvPr id="314" name="Google Shape;314;p64"/>
              <p:cNvGrpSpPr/>
              <p:nvPr/>
            </p:nvGrpSpPr>
            <p:grpSpPr>
              <a:xfrm>
                <a:off x="3326504" y="2772528"/>
                <a:ext cx="1304470" cy="1604619"/>
                <a:chOff x="3269602" y="3277053"/>
                <a:chExt cx="1304470" cy="1593145"/>
              </a:xfrm>
            </p:grpSpPr>
            <p:sp>
              <p:nvSpPr>
                <p:cNvPr id="315" name="Google Shape;315;p64"/>
                <p:cNvSpPr/>
                <p:nvPr/>
              </p:nvSpPr>
              <p:spPr>
                <a:xfrm rot="10800000" flipH="1">
                  <a:off x="3269602" y="3277053"/>
                  <a:ext cx="1304470" cy="1020141"/>
                </a:xfrm>
                <a:prstGeom prst="triangle">
                  <a:avLst>
                    <a:gd name="adj" fmla="val 50000"/>
                  </a:avLst>
                </a:prstGeom>
                <a:gradFill>
                  <a:gsLst>
                    <a:gs pos="0">
                      <a:schemeClr val="accent2"/>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 name="Google Shape;316;p64"/>
                <p:cNvSpPr/>
                <p:nvPr/>
              </p:nvSpPr>
              <p:spPr>
                <a:xfrm>
                  <a:off x="3621767" y="42843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17" name="Google Shape;317;p64"/>
              <p:cNvSpPr/>
              <p:nvPr/>
            </p:nvSpPr>
            <p:spPr>
              <a:xfrm>
                <a:off x="3839076" y="3922923"/>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18" name="Google Shape;318;p64"/>
            <p:cNvGrpSpPr/>
            <p:nvPr/>
          </p:nvGrpSpPr>
          <p:grpSpPr>
            <a:xfrm>
              <a:off x="3410604" y="1893408"/>
              <a:ext cx="1136271" cy="1246506"/>
              <a:chOff x="627304" y="1987183"/>
              <a:chExt cx="1594615" cy="1749317"/>
            </a:xfrm>
          </p:grpSpPr>
          <p:sp>
            <p:nvSpPr>
              <p:cNvPr id="319" name="Google Shape;319;p64"/>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0" name="Google Shape;320;p64"/>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1" name="Google Shape;321;p64"/>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22" name="Google Shape;322;p64"/>
          <p:cNvGrpSpPr/>
          <p:nvPr/>
        </p:nvGrpSpPr>
        <p:grpSpPr>
          <a:xfrm>
            <a:off x="5362701" y="2917613"/>
            <a:ext cx="1304470" cy="2426375"/>
            <a:chOff x="5452152" y="1890087"/>
            <a:chExt cx="1304470" cy="2426375"/>
          </a:xfrm>
        </p:grpSpPr>
        <p:grpSp>
          <p:nvGrpSpPr>
            <p:cNvPr id="323" name="Google Shape;323;p64"/>
            <p:cNvGrpSpPr/>
            <p:nvPr/>
          </p:nvGrpSpPr>
          <p:grpSpPr>
            <a:xfrm>
              <a:off x="5452152" y="2763572"/>
              <a:ext cx="1304470" cy="1552890"/>
              <a:chOff x="5452152" y="2763572"/>
              <a:chExt cx="1304470" cy="1552890"/>
            </a:xfrm>
          </p:grpSpPr>
          <p:grpSp>
            <p:nvGrpSpPr>
              <p:cNvPr id="324" name="Google Shape;324;p64"/>
              <p:cNvGrpSpPr/>
              <p:nvPr/>
            </p:nvGrpSpPr>
            <p:grpSpPr>
              <a:xfrm>
                <a:off x="5452152" y="2763572"/>
                <a:ext cx="1304470" cy="1552890"/>
                <a:chOff x="5960996" y="3267114"/>
                <a:chExt cx="1304470" cy="1559509"/>
              </a:xfrm>
            </p:grpSpPr>
            <p:sp>
              <p:nvSpPr>
                <p:cNvPr id="325" name="Google Shape;325;p64"/>
                <p:cNvSpPr/>
                <p:nvPr/>
              </p:nvSpPr>
              <p:spPr>
                <a:xfrm rot="10800000" flipH="1">
                  <a:off x="5960996" y="3267114"/>
                  <a:ext cx="1304470" cy="1020141"/>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 name="Google Shape;326;p64"/>
                <p:cNvSpPr/>
                <p:nvPr/>
              </p:nvSpPr>
              <p:spPr>
                <a:xfrm>
                  <a:off x="6312532" y="4240732"/>
                  <a:ext cx="585891" cy="585891"/>
                </a:xfrm>
                <a:prstGeom prst="roundRect">
                  <a:avLst>
                    <a:gd name="adj" fmla="val 16667"/>
                  </a:avLst>
                </a:prstGeom>
                <a:gradFill>
                  <a:gsLst>
                    <a:gs pos="0">
                      <a:srgbClr val="6A798A"/>
                    </a:gs>
                    <a:gs pos="50000">
                      <a:srgbClr val="54677D"/>
                    </a:gs>
                    <a:gs pos="100000">
                      <a:srgbClr val="485A6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27" name="Google Shape;327;p64"/>
              <p:cNvSpPr/>
              <p:nvPr/>
            </p:nvSpPr>
            <p:spPr>
              <a:xfrm>
                <a:off x="5981437" y="387921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28" name="Google Shape;328;p64"/>
            <p:cNvGrpSpPr/>
            <p:nvPr/>
          </p:nvGrpSpPr>
          <p:grpSpPr>
            <a:xfrm>
              <a:off x="5556109" y="1890087"/>
              <a:ext cx="1136271" cy="1246506"/>
              <a:chOff x="627304" y="1987183"/>
              <a:chExt cx="1594615" cy="1749317"/>
            </a:xfrm>
          </p:grpSpPr>
          <p:sp>
            <p:nvSpPr>
              <p:cNvPr id="329" name="Google Shape;329;p64"/>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404E5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0" name="Google Shape;330;p64"/>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93A3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1" name="Google Shape;331;p64"/>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p64"/>
          <p:cNvGrpSpPr/>
          <p:nvPr/>
        </p:nvGrpSpPr>
        <p:grpSpPr>
          <a:xfrm>
            <a:off x="7695802" y="2917613"/>
            <a:ext cx="1304470" cy="2434590"/>
            <a:chOff x="7521759" y="1890087"/>
            <a:chExt cx="1304470" cy="2434590"/>
          </a:xfrm>
        </p:grpSpPr>
        <p:grpSp>
          <p:nvGrpSpPr>
            <p:cNvPr id="333" name="Google Shape;333;p64"/>
            <p:cNvGrpSpPr/>
            <p:nvPr/>
          </p:nvGrpSpPr>
          <p:grpSpPr>
            <a:xfrm>
              <a:off x="7521759" y="2766893"/>
              <a:ext cx="1304470" cy="1557784"/>
              <a:chOff x="7521759" y="2766893"/>
              <a:chExt cx="1304470" cy="1557784"/>
            </a:xfrm>
          </p:grpSpPr>
          <p:grpSp>
            <p:nvGrpSpPr>
              <p:cNvPr id="334" name="Google Shape;334;p64"/>
              <p:cNvGrpSpPr/>
              <p:nvPr/>
            </p:nvGrpSpPr>
            <p:grpSpPr>
              <a:xfrm>
                <a:off x="7521759" y="2766893"/>
                <a:ext cx="1304470" cy="1557784"/>
                <a:chOff x="7980910" y="3267114"/>
                <a:chExt cx="1304470" cy="1557784"/>
              </a:xfrm>
            </p:grpSpPr>
            <p:sp>
              <p:nvSpPr>
                <p:cNvPr id="335" name="Google Shape;335;p64"/>
                <p:cNvSpPr/>
                <p:nvPr/>
              </p:nvSpPr>
              <p:spPr>
                <a:xfrm rot="10800000" flipH="1">
                  <a:off x="7980910" y="3267114"/>
                  <a:ext cx="1304470" cy="1020141"/>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6" name="Google Shape;336;p64"/>
                <p:cNvSpPr/>
                <p:nvPr/>
              </p:nvSpPr>
              <p:spPr>
                <a:xfrm>
                  <a:off x="8347954" y="4239007"/>
                  <a:ext cx="585891" cy="585891"/>
                </a:xfrm>
                <a:prstGeom prst="roundRect">
                  <a:avLst>
                    <a:gd name="adj" fmla="val 16667"/>
                  </a:avLst>
                </a:prstGeom>
                <a:gradFill>
                  <a:gsLst>
                    <a:gs pos="0">
                      <a:srgbClr val="5E697B"/>
                    </a:gs>
                    <a:gs pos="50000">
                      <a:srgbClr val="42536A"/>
                    </a:gs>
                    <a:gs pos="100000">
                      <a:srgbClr val="38495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37" name="Google Shape;337;p64"/>
              <p:cNvSpPr/>
              <p:nvPr/>
            </p:nvSpPr>
            <p:spPr>
              <a:xfrm>
                <a:off x="8050613" y="3892069"/>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38" name="Google Shape;338;p64"/>
            <p:cNvGrpSpPr/>
            <p:nvPr/>
          </p:nvGrpSpPr>
          <p:grpSpPr>
            <a:xfrm>
              <a:off x="7622141" y="1890087"/>
              <a:ext cx="1136271" cy="1246506"/>
              <a:chOff x="627304" y="1987183"/>
              <a:chExt cx="1594615" cy="1749317"/>
            </a:xfrm>
          </p:grpSpPr>
          <p:sp>
            <p:nvSpPr>
              <p:cNvPr id="339" name="Google Shape;339;p64"/>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0" name="Google Shape;340;p64"/>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8296B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1" name="Google Shape;341;p64"/>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42" name="Google Shape;342;p64"/>
          <p:cNvGrpSpPr/>
          <p:nvPr/>
        </p:nvGrpSpPr>
        <p:grpSpPr>
          <a:xfrm>
            <a:off x="10039725" y="2881865"/>
            <a:ext cx="1304470" cy="2435707"/>
            <a:chOff x="9646841" y="1888970"/>
            <a:chExt cx="1304470" cy="2435707"/>
          </a:xfrm>
        </p:grpSpPr>
        <p:grpSp>
          <p:nvGrpSpPr>
            <p:cNvPr id="343" name="Google Shape;343;p64"/>
            <p:cNvGrpSpPr/>
            <p:nvPr/>
          </p:nvGrpSpPr>
          <p:grpSpPr>
            <a:xfrm>
              <a:off x="9646841" y="2766893"/>
              <a:ext cx="1304470" cy="1557784"/>
              <a:chOff x="9646841" y="2766893"/>
              <a:chExt cx="1304470" cy="1557784"/>
            </a:xfrm>
          </p:grpSpPr>
          <p:grpSp>
            <p:nvGrpSpPr>
              <p:cNvPr id="344" name="Google Shape;344;p64"/>
              <p:cNvGrpSpPr/>
              <p:nvPr/>
            </p:nvGrpSpPr>
            <p:grpSpPr>
              <a:xfrm>
                <a:off x="9646841" y="2766893"/>
                <a:ext cx="1304470" cy="1557784"/>
                <a:chOff x="9539460" y="3267114"/>
                <a:chExt cx="1304470" cy="1557784"/>
              </a:xfrm>
            </p:grpSpPr>
            <p:sp>
              <p:nvSpPr>
                <p:cNvPr id="345" name="Google Shape;345;p64"/>
                <p:cNvSpPr/>
                <p:nvPr/>
              </p:nvSpPr>
              <p:spPr>
                <a:xfrm rot="10800000" flipH="1">
                  <a:off x="9539460" y="3267114"/>
                  <a:ext cx="1304470" cy="1020141"/>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 name="Google Shape;346;p64"/>
                <p:cNvSpPr/>
                <p:nvPr/>
              </p:nvSpPr>
              <p:spPr>
                <a:xfrm>
                  <a:off x="9904781"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47" name="Google Shape;347;p64"/>
              <p:cNvSpPr/>
              <p:nvPr/>
            </p:nvSpPr>
            <p:spPr>
              <a:xfrm>
                <a:off x="10159411" y="38792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48" name="Google Shape;348;p64"/>
            <p:cNvGrpSpPr/>
            <p:nvPr/>
          </p:nvGrpSpPr>
          <p:grpSpPr>
            <a:xfrm>
              <a:off x="9755990" y="1888970"/>
              <a:ext cx="1136271" cy="1246506"/>
              <a:chOff x="627304" y="1987183"/>
              <a:chExt cx="1594615" cy="1749317"/>
            </a:xfrm>
          </p:grpSpPr>
          <p:sp>
            <p:nvSpPr>
              <p:cNvPr id="349" name="Google Shape;349;p64"/>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0" name="Google Shape;350;p64"/>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1" name="Google Shape;351;p64"/>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352" name="Google Shape;352;p64"/>
          <p:cNvSpPr txBox="1">
            <a:spLocks noGrp="1"/>
          </p:cNvSpPr>
          <p:nvPr>
            <p:ph type="body" idx="2"/>
          </p:nvPr>
        </p:nvSpPr>
        <p:spPr>
          <a:xfrm>
            <a:off x="868842"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3" name="Google Shape;353;p64"/>
          <p:cNvSpPr txBox="1">
            <a:spLocks noGrp="1"/>
          </p:cNvSpPr>
          <p:nvPr>
            <p:ph type="body" idx="3"/>
          </p:nvPr>
        </p:nvSpPr>
        <p:spPr>
          <a:xfrm>
            <a:off x="3081061" y="5721632"/>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4" name="Google Shape;354;p64"/>
          <p:cNvSpPr txBox="1">
            <a:spLocks noGrp="1"/>
          </p:cNvSpPr>
          <p:nvPr>
            <p:ph type="body" idx="4"/>
          </p:nvPr>
        </p:nvSpPr>
        <p:spPr>
          <a:xfrm>
            <a:off x="5293281"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5" name="Google Shape;355;p64"/>
          <p:cNvSpPr txBox="1">
            <a:spLocks noGrp="1"/>
          </p:cNvSpPr>
          <p:nvPr>
            <p:ph type="body" idx="5"/>
          </p:nvPr>
        </p:nvSpPr>
        <p:spPr>
          <a:xfrm>
            <a:off x="7412699"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6" name="Google Shape;356;p64"/>
          <p:cNvSpPr txBox="1">
            <a:spLocks noGrp="1"/>
          </p:cNvSpPr>
          <p:nvPr>
            <p:ph type="body" idx="6"/>
          </p:nvPr>
        </p:nvSpPr>
        <p:spPr>
          <a:xfrm>
            <a:off x="9532117" y="5707711"/>
            <a:ext cx="1899629"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7" name="Google Shape;357;p64"/>
          <p:cNvSpPr txBox="1">
            <a:spLocks noGrp="1"/>
          </p:cNvSpPr>
          <p:nvPr>
            <p:ph type="body" idx="7"/>
          </p:nvPr>
        </p:nvSpPr>
        <p:spPr>
          <a:xfrm>
            <a:off x="514350" y="1304995"/>
            <a:ext cx="10273812" cy="14532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L="914400" marR="0" lvl="1" indent="-342900" algn="l" rtl="0">
              <a:lnSpc>
                <a:spcPct val="100000"/>
              </a:lnSpc>
              <a:spcBef>
                <a:spcPts val="838"/>
              </a:spcBef>
              <a:spcAft>
                <a:spcPts val="0"/>
              </a:spcAft>
              <a:buClr>
                <a:srgbClr val="000000"/>
              </a:buClr>
              <a:buSzPts val="1800"/>
              <a:buFont typeface="Noto Sans Symbols"/>
              <a:buChar char="⭲"/>
              <a:defRPr sz="1800" b="0" i="0" u="none" strike="noStrike" cap="none">
                <a:solidFill>
                  <a:srgbClr val="000000"/>
                </a:solidFill>
                <a:latin typeface="Arial"/>
                <a:ea typeface="Arial"/>
                <a:cs typeface="Arial"/>
                <a:sym typeface="Arial"/>
              </a:defRPr>
            </a:lvl2pPr>
            <a:lvl3pPr marL="1371600" marR="0" lvl="2" indent="-330200" algn="l" rtl="0">
              <a:lnSpc>
                <a:spcPct val="100000"/>
              </a:lnSpc>
              <a:spcBef>
                <a:spcPts val="838"/>
              </a:spcBef>
              <a:spcAft>
                <a:spcPts val="0"/>
              </a:spcAft>
              <a:buClr>
                <a:srgbClr val="000000"/>
              </a:buClr>
              <a:buSzPts val="1600"/>
              <a:buFont typeface="Noto Sans Symbols"/>
              <a:buChar char="⮡"/>
              <a:defRPr sz="1600" b="0" i="0" u="none" strike="noStrike" cap="none">
                <a:solidFill>
                  <a:srgbClr val="000000"/>
                </a:solidFill>
                <a:latin typeface="Arial"/>
                <a:ea typeface="Arial"/>
                <a:cs typeface="Arial"/>
                <a:sym typeface="Arial"/>
              </a:defRPr>
            </a:lvl3pPr>
            <a:lvl4pPr marL="1828800" marR="0" lvl="3" indent="-323850" algn="l" rtl="0">
              <a:lnSpc>
                <a:spcPct val="100000"/>
              </a:lnSpc>
              <a:spcBef>
                <a:spcPts val="838"/>
              </a:spcBef>
              <a:spcAft>
                <a:spcPts val="0"/>
              </a:spcAft>
              <a:buClr>
                <a:srgbClr val="000000"/>
              </a:buClr>
              <a:buSzPts val="1500"/>
              <a:buFont typeface="Noto Sans Symbols"/>
              <a:buChar char="⭢"/>
              <a:defRPr sz="1500" b="0" i="0" u="none" strike="noStrike" cap="none">
                <a:solidFill>
                  <a:srgbClr val="000000"/>
                </a:solidFill>
                <a:latin typeface="Arial"/>
                <a:ea typeface="Arial"/>
                <a:cs typeface="Arial"/>
                <a:sym typeface="Arial"/>
              </a:defRPr>
            </a:lvl4pPr>
            <a:lvl5pPr marL="2286000" marR="0" lvl="4" indent="-298450" algn="l" rtl="0">
              <a:lnSpc>
                <a:spcPct val="100000"/>
              </a:lnSpc>
              <a:spcBef>
                <a:spcPts val="838"/>
              </a:spcBef>
              <a:spcAft>
                <a:spcPts val="0"/>
              </a:spcAft>
              <a:buClr>
                <a:srgbClr val="000000"/>
              </a:buClr>
              <a:buSzPts val="1100"/>
              <a:buFont typeface="Noto Sans Symbols"/>
              <a:buChar char="→"/>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838"/>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Squared-Infographic">
  <p:cSld name="1_Squared-Infographic">
    <p:spTree>
      <p:nvGrpSpPr>
        <p:cNvPr id="1" name="Shape 358"/>
        <p:cNvGrpSpPr/>
        <p:nvPr/>
      </p:nvGrpSpPr>
      <p:grpSpPr>
        <a:xfrm>
          <a:off x="0" y="0"/>
          <a:ext cx="0" cy="0"/>
          <a:chOff x="0" y="0"/>
          <a:chExt cx="0" cy="0"/>
        </a:xfrm>
      </p:grpSpPr>
      <p:sp>
        <p:nvSpPr>
          <p:cNvPr id="359" name="Google Shape;359;p65"/>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0" name="Google Shape;360;p65"/>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361" name="Google Shape;361;p65"/>
          <p:cNvGrpSpPr/>
          <p:nvPr/>
        </p:nvGrpSpPr>
        <p:grpSpPr>
          <a:xfrm>
            <a:off x="0" y="3998260"/>
            <a:ext cx="12192001" cy="126791"/>
            <a:chOff x="1751419" y="4036682"/>
            <a:chExt cx="9944457" cy="50961"/>
          </a:xfrm>
        </p:grpSpPr>
        <p:sp>
          <p:nvSpPr>
            <p:cNvPr id="362" name="Google Shape;362;p65"/>
            <p:cNvSpPr/>
            <p:nvPr/>
          </p:nvSpPr>
          <p:spPr>
            <a:xfrm>
              <a:off x="3040807" y="4036682"/>
              <a:ext cx="1683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3" name="Google Shape;363;p65"/>
            <p:cNvSpPr/>
            <p:nvPr/>
          </p:nvSpPr>
          <p:spPr>
            <a:xfrm>
              <a:off x="4724303" y="4036682"/>
              <a:ext cx="1715155" cy="5096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4" name="Google Shape;364;p65"/>
            <p:cNvSpPr/>
            <p:nvPr/>
          </p:nvSpPr>
          <p:spPr>
            <a:xfrm>
              <a:off x="6435557" y="4036682"/>
              <a:ext cx="1661571" cy="5096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5" name="Google Shape;365;p65"/>
            <p:cNvSpPr/>
            <p:nvPr/>
          </p:nvSpPr>
          <p:spPr>
            <a:xfrm>
              <a:off x="8087642" y="4036682"/>
              <a:ext cx="1720740" cy="50961"/>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6" name="Google Shape;366;p65"/>
            <p:cNvSpPr/>
            <p:nvPr/>
          </p:nvSpPr>
          <p:spPr>
            <a:xfrm>
              <a:off x="1751419" y="4036682"/>
              <a:ext cx="1289385" cy="5096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7" name="Google Shape;367;p65"/>
            <p:cNvSpPr/>
            <p:nvPr/>
          </p:nvSpPr>
          <p:spPr>
            <a:xfrm>
              <a:off x="9808382" y="4036682"/>
              <a:ext cx="1887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grpSp>
      <p:grpSp>
        <p:nvGrpSpPr>
          <p:cNvPr id="368" name="Google Shape;368;p65"/>
          <p:cNvGrpSpPr/>
          <p:nvPr/>
        </p:nvGrpSpPr>
        <p:grpSpPr>
          <a:xfrm>
            <a:off x="1217471" y="1893408"/>
            <a:ext cx="1304470" cy="2431269"/>
            <a:chOff x="1217471" y="1893408"/>
            <a:chExt cx="1304470" cy="2431269"/>
          </a:xfrm>
        </p:grpSpPr>
        <p:grpSp>
          <p:nvGrpSpPr>
            <p:cNvPr id="369" name="Google Shape;369;p65"/>
            <p:cNvGrpSpPr/>
            <p:nvPr/>
          </p:nvGrpSpPr>
          <p:grpSpPr>
            <a:xfrm>
              <a:off x="1217471" y="2766893"/>
              <a:ext cx="1304470" cy="1557784"/>
              <a:chOff x="1217471" y="2766893"/>
              <a:chExt cx="1304470" cy="1557784"/>
            </a:xfrm>
          </p:grpSpPr>
          <p:grpSp>
            <p:nvGrpSpPr>
              <p:cNvPr id="370" name="Google Shape;370;p65"/>
              <p:cNvGrpSpPr/>
              <p:nvPr/>
            </p:nvGrpSpPr>
            <p:grpSpPr>
              <a:xfrm>
                <a:off x="1217471" y="2766893"/>
                <a:ext cx="1304470" cy="1557784"/>
                <a:chOff x="1199541" y="3267114"/>
                <a:chExt cx="1304470" cy="1557784"/>
              </a:xfrm>
            </p:grpSpPr>
            <p:sp>
              <p:nvSpPr>
                <p:cNvPr id="371" name="Google Shape;371;p65"/>
                <p:cNvSpPr/>
                <p:nvPr/>
              </p:nvSpPr>
              <p:spPr>
                <a:xfrm rot="10800000" flipH="1">
                  <a:off x="1199541" y="3267114"/>
                  <a:ext cx="1304470" cy="1020141"/>
                </a:xfrm>
                <a:prstGeom prst="triangle">
                  <a:avLst>
                    <a:gd name="adj" fmla="val 50000"/>
                  </a:avLst>
                </a:prstGeom>
                <a:gradFill>
                  <a:gsLst>
                    <a:gs pos="0">
                      <a:schemeClr val="accent1"/>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 name="Google Shape;372;p65"/>
                <p:cNvSpPr/>
                <p:nvPr/>
              </p:nvSpPr>
              <p:spPr>
                <a:xfrm>
                  <a:off x="1540736"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73" name="Google Shape;373;p65"/>
              <p:cNvSpPr/>
              <p:nvPr/>
            </p:nvSpPr>
            <p:spPr>
              <a:xfrm>
                <a:off x="1718423" y="3882698"/>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74" name="Google Shape;374;p65"/>
            <p:cNvGrpSpPr/>
            <p:nvPr/>
          </p:nvGrpSpPr>
          <p:grpSpPr>
            <a:xfrm>
              <a:off x="1289951" y="1893408"/>
              <a:ext cx="1136271" cy="1246506"/>
              <a:chOff x="627304" y="1987183"/>
              <a:chExt cx="1594615" cy="1749317"/>
            </a:xfrm>
          </p:grpSpPr>
          <p:sp>
            <p:nvSpPr>
              <p:cNvPr id="375" name="Google Shape;375;p65"/>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6" name="Google Shape;376;p65"/>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7" name="Google Shape;377;p65"/>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78" name="Google Shape;378;p65"/>
          <p:cNvGrpSpPr/>
          <p:nvPr/>
        </p:nvGrpSpPr>
        <p:grpSpPr>
          <a:xfrm>
            <a:off x="3286748" y="1893408"/>
            <a:ext cx="1304470" cy="2483739"/>
            <a:chOff x="3326504" y="1893408"/>
            <a:chExt cx="1304470" cy="2483739"/>
          </a:xfrm>
        </p:grpSpPr>
        <p:grpSp>
          <p:nvGrpSpPr>
            <p:cNvPr id="379" name="Google Shape;379;p65"/>
            <p:cNvGrpSpPr/>
            <p:nvPr/>
          </p:nvGrpSpPr>
          <p:grpSpPr>
            <a:xfrm>
              <a:off x="3326504" y="2772528"/>
              <a:ext cx="1304470" cy="1604619"/>
              <a:chOff x="3326504" y="2772528"/>
              <a:chExt cx="1304470" cy="1604619"/>
            </a:xfrm>
          </p:grpSpPr>
          <p:grpSp>
            <p:nvGrpSpPr>
              <p:cNvPr id="380" name="Google Shape;380;p65"/>
              <p:cNvGrpSpPr/>
              <p:nvPr/>
            </p:nvGrpSpPr>
            <p:grpSpPr>
              <a:xfrm>
                <a:off x="3326504" y="2772528"/>
                <a:ext cx="1304470" cy="1604619"/>
                <a:chOff x="3269602" y="3277053"/>
                <a:chExt cx="1304470" cy="1593145"/>
              </a:xfrm>
            </p:grpSpPr>
            <p:sp>
              <p:nvSpPr>
                <p:cNvPr id="381" name="Google Shape;381;p65"/>
                <p:cNvSpPr/>
                <p:nvPr/>
              </p:nvSpPr>
              <p:spPr>
                <a:xfrm rot="10800000" flipH="1">
                  <a:off x="3269602" y="3277053"/>
                  <a:ext cx="1304470" cy="1020141"/>
                </a:xfrm>
                <a:prstGeom prst="triangle">
                  <a:avLst>
                    <a:gd name="adj" fmla="val 50000"/>
                  </a:avLst>
                </a:prstGeom>
                <a:gradFill>
                  <a:gsLst>
                    <a:gs pos="0">
                      <a:schemeClr val="accent2"/>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 name="Google Shape;382;p65"/>
                <p:cNvSpPr/>
                <p:nvPr/>
              </p:nvSpPr>
              <p:spPr>
                <a:xfrm>
                  <a:off x="3621767" y="42843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83" name="Google Shape;383;p65"/>
              <p:cNvSpPr/>
              <p:nvPr/>
            </p:nvSpPr>
            <p:spPr>
              <a:xfrm>
                <a:off x="3839076" y="3922923"/>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84" name="Google Shape;384;p65"/>
            <p:cNvGrpSpPr/>
            <p:nvPr/>
          </p:nvGrpSpPr>
          <p:grpSpPr>
            <a:xfrm>
              <a:off x="3410604" y="1893408"/>
              <a:ext cx="1136271" cy="1246506"/>
              <a:chOff x="627304" y="1987183"/>
              <a:chExt cx="1594615" cy="1749317"/>
            </a:xfrm>
          </p:grpSpPr>
          <p:sp>
            <p:nvSpPr>
              <p:cNvPr id="385" name="Google Shape;385;p65"/>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6" name="Google Shape;386;p65"/>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7" name="Google Shape;387;p65"/>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88" name="Google Shape;388;p65"/>
          <p:cNvGrpSpPr/>
          <p:nvPr/>
        </p:nvGrpSpPr>
        <p:grpSpPr>
          <a:xfrm>
            <a:off x="5362701" y="1890087"/>
            <a:ext cx="1304470" cy="2426375"/>
            <a:chOff x="5452152" y="1890087"/>
            <a:chExt cx="1304470" cy="2426375"/>
          </a:xfrm>
        </p:grpSpPr>
        <p:grpSp>
          <p:nvGrpSpPr>
            <p:cNvPr id="389" name="Google Shape;389;p65"/>
            <p:cNvGrpSpPr/>
            <p:nvPr/>
          </p:nvGrpSpPr>
          <p:grpSpPr>
            <a:xfrm>
              <a:off x="5452152" y="2763572"/>
              <a:ext cx="1304470" cy="1552890"/>
              <a:chOff x="5452152" y="2763572"/>
              <a:chExt cx="1304470" cy="1552890"/>
            </a:xfrm>
          </p:grpSpPr>
          <p:grpSp>
            <p:nvGrpSpPr>
              <p:cNvPr id="390" name="Google Shape;390;p65"/>
              <p:cNvGrpSpPr/>
              <p:nvPr/>
            </p:nvGrpSpPr>
            <p:grpSpPr>
              <a:xfrm>
                <a:off x="5452152" y="2763572"/>
                <a:ext cx="1304470" cy="1552890"/>
                <a:chOff x="5960996" y="3267114"/>
                <a:chExt cx="1304470" cy="1559509"/>
              </a:xfrm>
            </p:grpSpPr>
            <p:sp>
              <p:nvSpPr>
                <p:cNvPr id="391" name="Google Shape;391;p65"/>
                <p:cNvSpPr/>
                <p:nvPr/>
              </p:nvSpPr>
              <p:spPr>
                <a:xfrm rot="10800000" flipH="1">
                  <a:off x="5960996" y="3267114"/>
                  <a:ext cx="1304470" cy="1020141"/>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 name="Google Shape;392;p65"/>
                <p:cNvSpPr/>
                <p:nvPr/>
              </p:nvSpPr>
              <p:spPr>
                <a:xfrm>
                  <a:off x="6312532" y="4240732"/>
                  <a:ext cx="585891" cy="585891"/>
                </a:xfrm>
                <a:prstGeom prst="roundRect">
                  <a:avLst>
                    <a:gd name="adj" fmla="val 16667"/>
                  </a:avLst>
                </a:prstGeom>
                <a:gradFill>
                  <a:gsLst>
                    <a:gs pos="0">
                      <a:srgbClr val="6A798A"/>
                    </a:gs>
                    <a:gs pos="50000">
                      <a:srgbClr val="54677D"/>
                    </a:gs>
                    <a:gs pos="100000">
                      <a:srgbClr val="485A6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93" name="Google Shape;393;p65"/>
              <p:cNvSpPr/>
              <p:nvPr/>
            </p:nvSpPr>
            <p:spPr>
              <a:xfrm>
                <a:off x="5981437" y="387921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94" name="Google Shape;394;p65"/>
            <p:cNvGrpSpPr/>
            <p:nvPr/>
          </p:nvGrpSpPr>
          <p:grpSpPr>
            <a:xfrm>
              <a:off x="5556109" y="1890087"/>
              <a:ext cx="1136271" cy="1246506"/>
              <a:chOff x="627304" y="1987183"/>
              <a:chExt cx="1594615" cy="1749317"/>
            </a:xfrm>
          </p:grpSpPr>
          <p:sp>
            <p:nvSpPr>
              <p:cNvPr id="395" name="Google Shape;395;p65"/>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404E5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6" name="Google Shape;396;p65"/>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93A3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7" name="Google Shape;397;p65"/>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98" name="Google Shape;398;p65"/>
          <p:cNvGrpSpPr/>
          <p:nvPr/>
        </p:nvGrpSpPr>
        <p:grpSpPr>
          <a:xfrm>
            <a:off x="7392552" y="1890087"/>
            <a:ext cx="1304470" cy="2434590"/>
            <a:chOff x="7521759" y="1890087"/>
            <a:chExt cx="1304470" cy="2434590"/>
          </a:xfrm>
        </p:grpSpPr>
        <p:grpSp>
          <p:nvGrpSpPr>
            <p:cNvPr id="399" name="Google Shape;399;p65"/>
            <p:cNvGrpSpPr/>
            <p:nvPr/>
          </p:nvGrpSpPr>
          <p:grpSpPr>
            <a:xfrm>
              <a:off x="7521759" y="2766893"/>
              <a:ext cx="1304470" cy="1557784"/>
              <a:chOff x="7521759" y="2766893"/>
              <a:chExt cx="1304470" cy="1557784"/>
            </a:xfrm>
          </p:grpSpPr>
          <p:grpSp>
            <p:nvGrpSpPr>
              <p:cNvPr id="400" name="Google Shape;400;p65"/>
              <p:cNvGrpSpPr/>
              <p:nvPr/>
            </p:nvGrpSpPr>
            <p:grpSpPr>
              <a:xfrm>
                <a:off x="7521759" y="2766893"/>
                <a:ext cx="1304470" cy="1557784"/>
                <a:chOff x="7980910" y="3267114"/>
                <a:chExt cx="1304470" cy="1557784"/>
              </a:xfrm>
            </p:grpSpPr>
            <p:sp>
              <p:nvSpPr>
                <p:cNvPr id="401" name="Google Shape;401;p65"/>
                <p:cNvSpPr/>
                <p:nvPr/>
              </p:nvSpPr>
              <p:spPr>
                <a:xfrm rot="10800000" flipH="1">
                  <a:off x="7980910" y="3267114"/>
                  <a:ext cx="1304470" cy="1020141"/>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2" name="Google Shape;402;p65"/>
                <p:cNvSpPr/>
                <p:nvPr/>
              </p:nvSpPr>
              <p:spPr>
                <a:xfrm>
                  <a:off x="8347954" y="4239007"/>
                  <a:ext cx="585891" cy="585891"/>
                </a:xfrm>
                <a:prstGeom prst="roundRect">
                  <a:avLst>
                    <a:gd name="adj" fmla="val 16667"/>
                  </a:avLst>
                </a:prstGeom>
                <a:gradFill>
                  <a:gsLst>
                    <a:gs pos="0">
                      <a:srgbClr val="5E697B"/>
                    </a:gs>
                    <a:gs pos="50000">
                      <a:srgbClr val="42536A"/>
                    </a:gs>
                    <a:gs pos="100000">
                      <a:srgbClr val="38495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403" name="Google Shape;403;p65"/>
              <p:cNvSpPr/>
              <p:nvPr/>
            </p:nvSpPr>
            <p:spPr>
              <a:xfrm>
                <a:off x="8050613" y="3892069"/>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404" name="Google Shape;404;p65"/>
            <p:cNvGrpSpPr/>
            <p:nvPr/>
          </p:nvGrpSpPr>
          <p:grpSpPr>
            <a:xfrm>
              <a:off x="7622141" y="1890087"/>
              <a:ext cx="1136271" cy="1246506"/>
              <a:chOff x="627304" y="1987183"/>
              <a:chExt cx="1594615" cy="1749317"/>
            </a:xfrm>
          </p:grpSpPr>
          <p:sp>
            <p:nvSpPr>
              <p:cNvPr id="405" name="Google Shape;405;p65"/>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6" name="Google Shape;406;p65"/>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8296B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7" name="Google Shape;407;p65"/>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408" name="Google Shape;408;p65"/>
          <p:cNvGrpSpPr/>
          <p:nvPr/>
        </p:nvGrpSpPr>
        <p:grpSpPr>
          <a:xfrm>
            <a:off x="9507695" y="1888970"/>
            <a:ext cx="1304470" cy="2435707"/>
            <a:chOff x="9646841" y="1888970"/>
            <a:chExt cx="1304470" cy="2435707"/>
          </a:xfrm>
        </p:grpSpPr>
        <p:grpSp>
          <p:nvGrpSpPr>
            <p:cNvPr id="409" name="Google Shape;409;p65"/>
            <p:cNvGrpSpPr/>
            <p:nvPr/>
          </p:nvGrpSpPr>
          <p:grpSpPr>
            <a:xfrm>
              <a:off x="9646841" y="2766893"/>
              <a:ext cx="1304470" cy="1557784"/>
              <a:chOff x="9646841" y="2766893"/>
              <a:chExt cx="1304470" cy="1557784"/>
            </a:xfrm>
          </p:grpSpPr>
          <p:grpSp>
            <p:nvGrpSpPr>
              <p:cNvPr id="410" name="Google Shape;410;p65"/>
              <p:cNvGrpSpPr/>
              <p:nvPr/>
            </p:nvGrpSpPr>
            <p:grpSpPr>
              <a:xfrm>
                <a:off x="9646841" y="2766893"/>
                <a:ext cx="1304470" cy="1557784"/>
                <a:chOff x="9539460" y="3267114"/>
                <a:chExt cx="1304470" cy="1557784"/>
              </a:xfrm>
            </p:grpSpPr>
            <p:sp>
              <p:nvSpPr>
                <p:cNvPr id="411" name="Google Shape;411;p65"/>
                <p:cNvSpPr/>
                <p:nvPr/>
              </p:nvSpPr>
              <p:spPr>
                <a:xfrm rot="10800000" flipH="1">
                  <a:off x="9539460" y="3267114"/>
                  <a:ext cx="1304470" cy="1020141"/>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2" name="Google Shape;412;p65"/>
                <p:cNvSpPr/>
                <p:nvPr/>
              </p:nvSpPr>
              <p:spPr>
                <a:xfrm>
                  <a:off x="9904781"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413" name="Google Shape;413;p65"/>
              <p:cNvSpPr/>
              <p:nvPr/>
            </p:nvSpPr>
            <p:spPr>
              <a:xfrm>
                <a:off x="10159411" y="38792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414" name="Google Shape;414;p65"/>
            <p:cNvGrpSpPr/>
            <p:nvPr/>
          </p:nvGrpSpPr>
          <p:grpSpPr>
            <a:xfrm>
              <a:off x="9755990" y="1888970"/>
              <a:ext cx="1136271" cy="1246506"/>
              <a:chOff x="627304" y="1987183"/>
              <a:chExt cx="1594615" cy="1749317"/>
            </a:xfrm>
          </p:grpSpPr>
          <p:sp>
            <p:nvSpPr>
              <p:cNvPr id="415" name="Google Shape;415;p65"/>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6" name="Google Shape;416;p65"/>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7" name="Google Shape;417;p65"/>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418" name="Google Shape;418;p65"/>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19" name="Google Shape;419;p65"/>
          <p:cNvSpPr txBox="1">
            <a:spLocks noGrp="1"/>
          </p:cNvSpPr>
          <p:nvPr>
            <p:ph type="body" idx="3"/>
          </p:nvPr>
        </p:nvSpPr>
        <p:spPr>
          <a:xfrm>
            <a:off x="868842"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0" name="Google Shape;420;p65"/>
          <p:cNvSpPr txBox="1">
            <a:spLocks noGrp="1"/>
          </p:cNvSpPr>
          <p:nvPr>
            <p:ph type="body" idx="4"/>
          </p:nvPr>
        </p:nvSpPr>
        <p:spPr>
          <a:xfrm>
            <a:off x="3213620"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1" name="Google Shape;421;p65"/>
          <p:cNvSpPr txBox="1">
            <a:spLocks noGrp="1"/>
          </p:cNvSpPr>
          <p:nvPr>
            <p:ph type="body" idx="5"/>
          </p:nvPr>
        </p:nvSpPr>
        <p:spPr>
          <a:xfrm>
            <a:off x="3223676"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2" name="Google Shape;422;p65"/>
          <p:cNvSpPr txBox="1">
            <a:spLocks noGrp="1"/>
          </p:cNvSpPr>
          <p:nvPr>
            <p:ph type="body" idx="6"/>
          </p:nvPr>
        </p:nvSpPr>
        <p:spPr>
          <a:xfrm>
            <a:off x="5283225"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3" name="Google Shape;423;p65"/>
          <p:cNvSpPr txBox="1">
            <a:spLocks noGrp="1"/>
          </p:cNvSpPr>
          <p:nvPr>
            <p:ph type="body" idx="7"/>
          </p:nvPr>
        </p:nvSpPr>
        <p:spPr>
          <a:xfrm>
            <a:off x="5293281"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4" name="Google Shape;424;p65"/>
          <p:cNvSpPr txBox="1">
            <a:spLocks noGrp="1"/>
          </p:cNvSpPr>
          <p:nvPr>
            <p:ph type="body" idx="8"/>
          </p:nvPr>
        </p:nvSpPr>
        <p:spPr>
          <a:xfrm>
            <a:off x="7402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5" name="Google Shape;425;p65"/>
          <p:cNvSpPr txBox="1">
            <a:spLocks noGrp="1"/>
          </p:cNvSpPr>
          <p:nvPr>
            <p:ph type="body" idx="9"/>
          </p:nvPr>
        </p:nvSpPr>
        <p:spPr>
          <a:xfrm>
            <a:off x="7412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6" name="Google Shape;426;p65"/>
          <p:cNvSpPr txBox="1">
            <a:spLocks noGrp="1"/>
          </p:cNvSpPr>
          <p:nvPr>
            <p:ph type="body" idx="13"/>
          </p:nvPr>
        </p:nvSpPr>
        <p:spPr>
          <a:xfrm>
            <a:off x="9688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7" name="Google Shape;427;p65"/>
          <p:cNvSpPr txBox="1">
            <a:spLocks noGrp="1"/>
          </p:cNvSpPr>
          <p:nvPr>
            <p:ph type="body" idx="14"/>
          </p:nvPr>
        </p:nvSpPr>
        <p:spPr>
          <a:xfrm>
            <a:off x="9698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cess-Infographic">
  <p:cSld name="Process-Infographic">
    <p:spTree>
      <p:nvGrpSpPr>
        <p:cNvPr id="1" name="Shape 428"/>
        <p:cNvGrpSpPr/>
        <p:nvPr/>
      </p:nvGrpSpPr>
      <p:grpSpPr>
        <a:xfrm>
          <a:off x="0" y="0"/>
          <a:ext cx="0" cy="0"/>
          <a:chOff x="0" y="0"/>
          <a:chExt cx="0" cy="0"/>
        </a:xfrm>
      </p:grpSpPr>
      <p:sp>
        <p:nvSpPr>
          <p:cNvPr id="429" name="Google Shape;429;p6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0" name="Google Shape;430;p66"/>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31" name="Google Shape;431;p66"/>
          <p:cNvSpPr/>
          <p:nvPr/>
        </p:nvSpPr>
        <p:spPr>
          <a:xfrm>
            <a:off x="635766"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2" name="Google Shape;432;p66"/>
          <p:cNvSpPr/>
          <p:nvPr/>
        </p:nvSpPr>
        <p:spPr>
          <a:xfrm>
            <a:off x="4880760"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 name="Google Shape;433;p66"/>
          <p:cNvSpPr/>
          <p:nvPr/>
        </p:nvSpPr>
        <p:spPr>
          <a:xfrm rot="10800000" flipH="1">
            <a:off x="2754593"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 name="Google Shape;434;p66"/>
          <p:cNvSpPr/>
          <p:nvPr/>
        </p:nvSpPr>
        <p:spPr>
          <a:xfrm>
            <a:off x="9133090"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5" name="Google Shape;435;p66"/>
          <p:cNvSpPr/>
          <p:nvPr/>
        </p:nvSpPr>
        <p:spPr>
          <a:xfrm rot="10800000" flipH="1">
            <a:off x="7006925"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 name="Google Shape;436;p66"/>
          <p:cNvSpPr/>
          <p:nvPr/>
        </p:nvSpPr>
        <p:spPr>
          <a:xfrm>
            <a:off x="2754593"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 name="Google Shape;437;p66"/>
          <p:cNvSpPr/>
          <p:nvPr/>
        </p:nvSpPr>
        <p:spPr>
          <a:xfrm rot="10800000" flipH="1">
            <a:off x="628427"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 name="Google Shape;438;p66"/>
          <p:cNvSpPr/>
          <p:nvPr/>
        </p:nvSpPr>
        <p:spPr>
          <a:xfrm>
            <a:off x="7006925"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9" name="Google Shape;439;p66"/>
          <p:cNvSpPr/>
          <p:nvPr/>
        </p:nvSpPr>
        <p:spPr>
          <a:xfrm rot="10800000" flipH="1">
            <a:off x="4880760"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 name="Google Shape;440;p66"/>
          <p:cNvSpPr/>
          <p:nvPr/>
        </p:nvSpPr>
        <p:spPr>
          <a:xfrm rot="10800000" flipH="1">
            <a:off x="9133090"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 name="Google Shape;441;p66"/>
          <p:cNvSpPr/>
          <p:nvPr/>
        </p:nvSpPr>
        <p:spPr>
          <a:xfrm>
            <a:off x="662131" y="4762328"/>
            <a:ext cx="179999" cy="179999"/>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2" name="Google Shape;442;p66"/>
          <p:cNvSpPr/>
          <p:nvPr/>
        </p:nvSpPr>
        <p:spPr>
          <a:xfrm>
            <a:off x="2947441" y="4756135"/>
            <a:ext cx="179999" cy="17999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3" name="Google Shape;443;p66"/>
          <p:cNvSpPr/>
          <p:nvPr/>
        </p:nvSpPr>
        <p:spPr>
          <a:xfrm>
            <a:off x="7158061" y="4749373"/>
            <a:ext cx="179999" cy="179999"/>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4" name="Google Shape;444;p66"/>
          <p:cNvSpPr/>
          <p:nvPr/>
        </p:nvSpPr>
        <p:spPr>
          <a:xfrm>
            <a:off x="9436042" y="4749944"/>
            <a:ext cx="179999" cy="179999"/>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5" name="Google Shape;445;p66"/>
          <p:cNvSpPr/>
          <p:nvPr/>
        </p:nvSpPr>
        <p:spPr>
          <a:xfrm>
            <a:off x="5052751" y="4749944"/>
            <a:ext cx="179999" cy="179999"/>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6" name="Google Shape;446;p66"/>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7" name="Google Shape;447;p66"/>
          <p:cNvSpPr txBox="1">
            <a:spLocks noGrp="1"/>
          </p:cNvSpPr>
          <p:nvPr>
            <p:ph type="body" idx="3"/>
          </p:nvPr>
        </p:nvSpPr>
        <p:spPr>
          <a:xfrm>
            <a:off x="989700"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8" name="Google Shape;448;p66"/>
          <p:cNvSpPr txBox="1">
            <a:spLocks noGrp="1"/>
          </p:cNvSpPr>
          <p:nvPr>
            <p:ph type="body" idx="4"/>
          </p:nvPr>
        </p:nvSpPr>
        <p:spPr>
          <a:xfrm>
            <a:off x="3080692"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9" name="Google Shape;449;p66"/>
          <p:cNvSpPr txBox="1">
            <a:spLocks noGrp="1"/>
          </p:cNvSpPr>
          <p:nvPr>
            <p:ph type="body" idx="5"/>
          </p:nvPr>
        </p:nvSpPr>
        <p:spPr>
          <a:xfrm>
            <a:off x="5220008"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0" name="Google Shape;450;p66"/>
          <p:cNvSpPr txBox="1">
            <a:spLocks noGrp="1"/>
          </p:cNvSpPr>
          <p:nvPr>
            <p:ph type="body" idx="6"/>
          </p:nvPr>
        </p:nvSpPr>
        <p:spPr>
          <a:xfrm>
            <a:off x="7366812"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1" name="Google Shape;451;p66"/>
          <p:cNvSpPr txBox="1">
            <a:spLocks noGrp="1"/>
          </p:cNvSpPr>
          <p:nvPr>
            <p:ph type="body" idx="7"/>
          </p:nvPr>
        </p:nvSpPr>
        <p:spPr>
          <a:xfrm>
            <a:off x="9485359"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2" name="Google Shape;452;p66"/>
          <p:cNvSpPr txBox="1">
            <a:spLocks noGrp="1"/>
          </p:cNvSpPr>
          <p:nvPr>
            <p:ph type="body" idx="8"/>
          </p:nvPr>
        </p:nvSpPr>
        <p:spPr>
          <a:xfrm>
            <a:off x="868842"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3" name="Google Shape;453;p66"/>
          <p:cNvSpPr txBox="1">
            <a:spLocks noGrp="1"/>
          </p:cNvSpPr>
          <p:nvPr>
            <p:ph type="body" idx="9"/>
          </p:nvPr>
        </p:nvSpPr>
        <p:spPr>
          <a:xfrm>
            <a:off x="3213620"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4" name="Google Shape;454;p66"/>
          <p:cNvSpPr txBox="1">
            <a:spLocks noGrp="1"/>
          </p:cNvSpPr>
          <p:nvPr>
            <p:ph type="body" idx="13"/>
          </p:nvPr>
        </p:nvSpPr>
        <p:spPr>
          <a:xfrm>
            <a:off x="3223676"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5" name="Google Shape;455;p66"/>
          <p:cNvSpPr txBox="1">
            <a:spLocks noGrp="1"/>
          </p:cNvSpPr>
          <p:nvPr>
            <p:ph type="body" idx="14"/>
          </p:nvPr>
        </p:nvSpPr>
        <p:spPr>
          <a:xfrm>
            <a:off x="5283225"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6" name="Google Shape;456;p66"/>
          <p:cNvSpPr txBox="1">
            <a:spLocks noGrp="1"/>
          </p:cNvSpPr>
          <p:nvPr>
            <p:ph type="body" idx="15"/>
          </p:nvPr>
        </p:nvSpPr>
        <p:spPr>
          <a:xfrm>
            <a:off x="5293281"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7" name="Google Shape;457;p66"/>
          <p:cNvSpPr txBox="1">
            <a:spLocks noGrp="1"/>
          </p:cNvSpPr>
          <p:nvPr>
            <p:ph type="body" idx="16"/>
          </p:nvPr>
        </p:nvSpPr>
        <p:spPr>
          <a:xfrm>
            <a:off x="7402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8" name="Google Shape;458;p66"/>
          <p:cNvSpPr txBox="1">
            <a:spLocks noGrp="1"/>
          </p:cNvSpPr>
          <p:nvPr>
            <p:ph type="body" idx="17"/>
          </p:nvPr>
        </p:nvSpPr>
        <p:spPr>
          <a:xfrm>
            <a:off x="7412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9" name="Google Shape;459;p66"/>
          <p:cNvSpPr txBox="1">
            <a:spLocks noGrp="1"/>
          </p:cNvSpPr>
          <p:nvPr>
            <p:ph type="body" idx="18"/>
          </p:nvPr>
        </p:nvSpPr>
        <p:spPr>
          <a:xfrm>
            <a:off x="9688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0" name="Google Shape;460;p66"/>
          <p:cNvSpPr txBox="1">
            <a:spLocks noGrp="1"/>
          </p:cNvSpPr>
          <p:nvPr>
            <p:ph type="body" idx="19"/>
          </p:nvPr>
        </p:nvSpPr>
        <p:spPr>
          <a:xfrm>
            <a:off x="9698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llinedArrows-Infographic">
  <p:cSld name="AllinedArrows-Infographic">
    <p:spTree>
      <p:nvGrpSpPr>
        <p:cNvPr id="1" name="Shape 461"/>
        <p:cNvGrpSpPr/>
        <p:nvPr/>
      </p:nvGrpSpPr>
      <p:grpSpPr>
        <a:xfrm>
          <a:off x="0" y="0"/>
          <a:ext cx="0" cy="0"/>
          <a:chOff x="0" y="0"/>
          <a:chExt cx="0" cy="0"/>
        </a:xfrm>
      </p:grpSpPr>
      <p:sp>
        <p:nvSpPr>
          <p:cNvPr id="462" name="Google Shape;462;p6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3" name="Google Shape;463;p67"/>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4" name="Google Shape;464;p67"/>
          <p:cNvSpPr/>
          <p:nvPr/>
        </p:nvSpPr>
        <p:spPr>
          <a:xfrm>
            <a:off x="9198865" y="1193285"/>
            <a:ext cx="85724" cy="392112"/>
          </a:xfrm>
          <a:custGeom>
            <a:avLst/>
            <a:gdLst/>
            <a:ahLst/>
            <a:cxnLst/>
            <a:rect l="l" t="t" r="r" b="b"/>
            <a:pathLst>
              <a:path w="120000" h="120000" extrusionOk="0">
                <a:moveTo>
                  <a:pt x="76800" y="98275"/>
                </a:moveTo>
                <a:cubicBezTo>
                  <a:pt x="57600" y="106551"/>
                  <a:pt x="33600" y="113793"/>
                  <a:pt x="0" y="120000"/>
                </a:cubicBezTo>
                <a:cubicBezTo>
                  <a:pt x="0" y="120000"/>
                  <a:pt x="0" y="120000"/>
                  <a:pt x="0" y="120000"/>
                </a:cubicBezTo>
                <a:cubicBezTo>
                  <a:pt x="33600" y="113793"/>
                  <a:pt x="57600" y="106551"/>
                  <a:pt x="76800" y="98275"/>
                </a:cubicBezTo>
                <a:moveTo>
                  <a:pt x="0" y="0"/>
                </a:moveTo>
                <a:cubicBezTo>
                  <a:pt x="0" y="0"/>
                  <a:pt x="0" y="0"/>
                  <a:pt x="0" y="0"/>
                </a:cubicBezTo>
                <a:cubicBezTo>
                  <a:pt x="52800" y="10344"/>
                  <a:pt x="91200" y="23793"/>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40344"/>
                  <a:pt x="110400" y="40344"/>
                  <a:pt x="110400" y="40344"/>
                </a:cubicBezTo>
                <a:cubicBezTo>
                  <a:pt x="110400" y="40344"/>
                  <a:pt x="110400" y="40344"/>
                  <a:pt x="110400" y="40344"/>
                </a:cubicBezTo>
                <a:cubicBezTo>
                  <a:pt x="115200" y="44482"/>
                  <a:pt x="120000" y="49655"/>
                  <a:pt x="120000" y="53793"/>
                </a:cubicBezTo>
                <a:cubicBezTo>
                  <a:pt x="120000" y="53793"/>
                  <a:pt x="120000" y="53793"/>
                  <a:pt x="120000" y="53793"/>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36206"/>
                  <a:pt x="76800" y="14482"/>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5" name="Google Shape;465;p67"/>
          <p:cNvSpPr/>
          <p:nvPr/>
        </p:nvSpPr>
        <p:spPr>
          <a:xfrm>
            <a:off x="9198865" y="1193285"/>
            <a:ext cx="85724" cy="392112"/>
          </a:xfrm>
          <a:custGeom>
            <a:avLst/>
            <a:gdLst/>
            <a:ahLst/>
            <a:cxnLst/>
            <a:rect l="l" t="t" r="r" b="b"/>
            <a:pathLst>
              <a:path w="120000" h="120000" extrusionOk="0">
                <a:moveTo>
                  <a:pt x="96000" y="88965"/>
                </a:moveTo>
                <a:cubicBezTo>
                  <a:pt x="76800" y="100344"/>
                  <a:pt x="43200" y="110689"/>
                  <a:pt x="4800" y="120000"/>
                </a:cubicBezTo>
                <a:cubicBezTo>
                  <a:pt x="0" y="120000"/>
                  <a:pt x="0" y="120000"/>
                  <a:pt x="0" y="120000"/>
                </a:cubicBezTo>
                <a:cubicBezTo>
                  <a:pt x="0" y="120000"/>
                  <a:pt x="0" y="120000"/>
                  <a:pt x="0" y="120000"/>
                </a:cubicBezTo>
                <a:cubicBezTo>
                  <a:pt x="33600" y="113793"/>
                  <a:pt x="57600" y="106551"/>
                  <a:pt x="768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8965"/>
                  <a:pt x="120000" y="58965"/>
                  <a:pt x="120000" y="58965"/>
                </a:cubicBezTo>
                <a:cubicBezTo>
                  <a:pt x="120000" y="58965"/>
                  <a:pt x="120000" y="58965"/>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7931"/>
                  <a:pt x="120000" y="57931"/>
                </a:cubicBezTo>
                <a:cubicBezTo>
                  <a:pt x="120000" y="57931"/>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6896"/>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3793"/>
                </a:moveTo>
                <a:cubicBezTo>
                  <a:pt x="120000" y="53793"/>
                  <a:pt x="120000" y="53793"/>
                  <a:pt x="120000" y="53793"/>
                </a:cubicBezTo>
                <a:cubicBezTo>
                  <a:pt x="120000" y="53793"/>
                  <a:pt x="120000" y="53793"/>
                  <a:pt x="120000" y="53793"/>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8275"/>
                </a:moveTo>
                <a:cubicBezTo>
                  <a:pt x="110400" y="38275"/>
                  <a:pt x="110400" y="38275"/>
                  <a:pt x="110400" y="38275"/>
                </a:cubicBezTo>
                <a:cubicBezTo>
                  <a:pt x="110400" y="38275"/>
                  <a:pt x="110400" y="38275"/>
                  <a:pt x="110400" y="38275"/>
                </a:cubicBezTo>
                <a:moveTo>
                  <a:pt x="110400" y="38275"/>
                </a:moveTo>
                <a:cubicBezTo>
                  <a:pt x="110400" y="38275"/>
                  <a:pt x="110400" y="38275"/>
                  <a:pt x="110400" y="38275"/>
                </a:cubicBezTo>
                <a:cubicBezTo>
                  <a:pt x="110400" y="38275"/>
                  <a:pt x="110400" y="38275"/>
                  <a:pt x="110400" y="38275"/>
                </a:cubicBezTo>
                <a:moveTo>
                  <a:pt x="0" y="0"/>
                </a:moveTo>
                <a:cubicBezTo>
                  <a:pt x="0" y="0"/>
                  <a:pt x="0" y="0"/>
                  <a:pt x="0" y="0"/>
                </a:cubicBezTo>
                <a:cubicBezTo>
                  <a:pt x="4800" y="0"/>
                  <a:pt x="4800" y="0"/>
                  <a:pt x="4800" y="0"/>
                </a:cubicBezTo>
                <a:cubicBezTo>
                  <a:pt x="52800" y="10344"/>
                  <a:pt x="91200" y="23793"/>
                  <a:pt x="110400" y="38275"/>
                </a:cubicBezTo>
                <a:cubicBezTo>
                  <a:pt x="91200" y="23793"/>
                  <a:pt x="52800" y="10344"/>
                  <a:pt x="0" y="0"/>
                </a:cubicBezTo>
              </a:path>
            </a:pathLst>
          </a:custGeom>
          <a:solidFill>
            <a:srgbClr val="CFA44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6" name="Google Shape;466;p67"/>
          <p:cNvSpPr/>
          <p:nvPr/>
        </p:nvSpPr>
        <p:spPr>
          <a:xfrm>
            <a:off x="8370190" y="1123435"/>
            <a:ext cx="269874" cy="265113"/>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E4B5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7" name="Google Shape;467;p67"/>
          <p:cNvSpPr/>
          <p:nvPr/>
        </p:nvSpPr>
        <p:spPr>
          <a:xfrm>
            <a:off x="8370190" y="1123435"/>
            <a:ext cx="269874" cy="265113"/>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8" name="Google Shape;468;p67"/>
          <p:cNvSpPr/>
          <p:nvPr/>
        </p:nvSpPr>
        <p:spPr>
          <a:xfrm>
            <a:off x="8640065" y="1177410"/>
            <a:ext cx="212724" cy="211137"/>
          </a:xfrm>
          <a:custGeom>
            <a:avLst/>
            <a:gdLst/>
            <a:ahLst/>
            <a:cxnLst/>
            <a:rect l="l" t="t" r="r" b="b"/>
            <a:pathLst>
              <a:path w="120000" h="120000" extrusionOk="0">
                <a:moveTo>
                  <a:pt x="120000" y="0"/>
                </a:moveTo>
                <a:cubicBezTo>
                  <a:pt x="120000" y="1904"/>
                  <a:pt x="118095" y="1904"/>
                  <a:pt x="118095" y="3809"/>
                </a:cubicBezTo>
                <a:cubicBezTo>
                  <a:pt x="95238" y="24761"/>
                  <a:pt x="95238" y="24761"/>
                  <a:pt x="95238" y="24761"/>
                </a:cubicBezTo>
                <a:cubicBezTo>
                  <a:pt x="0" y="120000"/>
                  <a:pt x="0" y="120000"/>
                  <a:pt x="0" y="120000"/>
                </a:cubicBezTo>
                <a:cubicBezTo>
                  <a:pt x="0" y="120000"/>
                  <a:pt x="0" y="120000"/>
                  <a:pt x="0" y="120000"/>
                </a:cubicBezTo>
                <a:cubicBezTo>
                  <a:pt x="95238" y="24761"/>
                  <a:pt x="95238" y="24761"/>
                  <a:pt x="95238" y="24761"/>
                </a:cubicBezTo>
                <a:cubicBezTo>
                  <a:pt x="118095" y="1904"/>
                  <a:pt x="118095" y="1904"/>
                  <a:pt x="118095" y="1904"/>
                </a:cubicBezTo>
                <a:cubicBezTo>
                  <a:pt x="118095" y="1904"/>
                  <a:pt x="120000" y="1904"/>
                  <a:pt x="120000" y="0"/>
                </a:cubicBezTo>
              </a:path>
            </a:pathLst>
          </a:custGeom>
          <a:solidFill>
            <a:srgbClr val="BD96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9" name="Google Shape;469;p67"/>
          <p:cNvSpPr/>
          <p:nvPr/>
        </p:nvSpPr>
        <p:spPr>
          <a:xfrm>
            <a:off x="8370190" y="1388548"/>
            <a:ext cx="269874" cy="266699"/>
          </a:xfrm>
          <a:custGeom>
            <a:avLst/>
            <a:gdLst/>
            <a:ahLst/>
            <a:cxnLst/>
            <a:rect l="l" t="t" r="r" b="b"/>
            <a:pathLst>
              <a:path w="120000" h="120000" extrusionOk="0">
                <a:moveTo>
                  <a:pt x="120000" y="0"/>
                </a:moveTo>
                <a:lnTo>
                  <a:pt x="120000" y="0"/>
                </a:lnTo>
                <a:lnTo>
                  <a:pt x="0" y="120000"/>
                </a:lnTo>
                <a:lnTo>
                  <a:pt x="0" y="120000"/>
                </a:lnTo>
                <a:lnTo>
                  <a:pt x="120000" y="0"/>
                </a:lnTo>
                <a:lnTo>
                  <a:pt x="120000" y="0"/>
                </a:lnTo>
                <a:close/>
              </a:path>
            </a:pathLst>
          </a:custGeom>
          <a:solidFill>
            <a:srgbClr val="E4B5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0" name="Google Shape;470;p67"/>
          <p:cNvSpPr/>
          <p:nvPr/>
        </p:nvSpPr>
        <p:spPr>
          <a:xfrm>
            <a:off x="8370190" y="1388548"/>
            <a:ext cx="269874" cy="266699"/>
          </a:xfrm>
          <a:custGeom>
            <a:avLst/>
            <a:gdLst/>
            <a:ahLst/>
            <a:cxnLst/>
            <a:rect l="l" t="t" r="r" b="b"/>
            <a:pathLst>
              <a:path w="120000" h="120000" extrusionOk="0">
                <a:moveTo>
                  <a:pt x="120000" y="0"/>
                </a:moveTo>
                <a:lnTo>
                  <a:pt x="120000" y="0"/>
                </a:lnTo>
                <a:lnTo>
                  <a:pt x="0" y="120000"/>
                </a:lnTo>
                <a:lnTo>
                  <a:pt x="0" y="120000"/>
                </a:lnTo>
                <a:lnTo>
                  <a:pt x="120000" y="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1" name="Google Shape;471;p67"/>
          <p:cNvSpPr/>
          <p:nvPr/>
        </p:nvSpPr>
        <p:spPr>
          <a:xfrm>
            <a:off x="8736902" y="1483798"/>
            <a:ext cx="280987" cy="171449"/>
          </a:xfrm>
          <a:custGeom>
            <a:avLst/>
            <a:gdLst/>
            <a:ahLst/>
            <a:cxnLst/>
            <a:rect l="l" t="t" r="r" b="b"/>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1764"/>
                  <a:pt x="30361" y="51764"/>
                  <a:pt x="30361" y="51764"/>
                </a:cubicBezTo>
                <a:cubicBezTo>
                  <a:pt x="47710" y="80000"/>
                  <a:pt x="47710" y="80000"/>
                  <a:pt x="47710" y="80000"/>
                </a:cubicBezTo>
                <a:cubicBezTo>
                  <a:pt x="52048" y="87058"/>
                  <a:pt x="57831" y="91764"/>
                  <a:pt x="63614" y="96470"/>
                </a:cubicBezTo>
                <a:cubicBezTo>
                  <a:pt x="57831" y="91764"/>
                  <a:pt x="52048" y="87058"/>
                  <a:pt x="47710" y="80000"/>
                </a:cubicBezTo>
                <a:cubicBezTo>
                  <a:pt x="30361" y="51764"/>
                  <a:pt x="30361" y="51764"/>
                  <a:pt x="30361" y="51764"/>
                </a:cubicBezTo>
                <a:cubicBezTo>
                  <a:pt x="0" y="0"/>
                  <a:pt x="0" y="0"/>
                  <a:pt x="0" y="0"/>
                </a:cubicBezTo>
              </a:path>
            </a:pathLst>
          </a:custGeom>
          <a:solidFill>
            <a:srgbClr val="BD96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2" name="Google Shape;472;p67"/>
          <p:cNvSpPr/>
          <p:nvPr/>
        </p:nvSpPr>
        <p:spPr>
          <a:xfrm>
            <a:off x="9198865" y="3193536"/>
            <a:ext cx="85724" cy="393700"/>
          </a:xfrm>
          <a:custGeom>
            <a:avLst/>
            <a:gdLst/>
            <a:ahLst/>
            <a:cxnLst/>
            <a:rect l="l" t="t" r="r" b="b"/>
            <a:pathLst>
              <a:path w="120000" h="120000" extrusionOk="0">
                <a:moveTo>
                  <a:pt x="81600" y="97435"/>
                </a:moveTo>
                <a:cubicBezTo>
                  <a:pt x="57600" y="105641"/>
                  <a:pt x="33600" y="112820"/>
                  <a:pt x="0" y="118974"/>
                </a:cubicBezTo>
                <a:cubicBezTo>
                  <a:pt x="0" y="120000"/>
                  <a:pt x="0" y="120000"/>
                  <a:pt x="0" y="120000"/>
                </a:cubicBezTo>
                <a:cubicBezTo>
                  <a:pt x="33600" y="112820"/>
                  <a:pt x="57600" y="105641"/>
                  <a:pt x="81600" y="97435"/>
                </a:cubicBezTo>
                <a:moveTo>
                  <a:pt x="81600" y="97435"/>
                </a:moveTo>
                <a:cubicBezTo>
                  <a:pt x="81600" y="97435"/>
                  <a:pt x="81600" y="97435"/>
                  <a:pt x="81600" y="97435"/>
                </a:cubicBezTo>
                <a:cubicBezTo>
                  <a:pt x="81600" y="97435"/>
                  <a:pt x="81600" y="97435"/>
                  <a:pt x="81600" y="97435"/>
                </a:cubicBezTo>
                <a:moveTo>
                  <a:pt x="0" y="0"/>
                </a:moveTo>
                <a:cubicBezTo>
                  <a:pt x="0" y="0"/>
                  <a:pt x="0" y="0"/>
                  <a:pt x="0" y="0"/>
                </a:cubicBezTo>
                <a:cubicBezTo>
                  <a:pt x="52800" y="10256"/>
                  <a:pt x="91200" y="23589"/>
                  <a:pt x="110400" y="37948"/>
                </a:cubicBezTo>
                <a:cubicBezTo>
                  <a:pt x="110400" y="37948"/>
                  <a:pt x="110400" y="37948"/>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5200" y="45128"/>
                  <a:pt x="120000" y="49230"/>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35897"/>
                  <a:pt x="76800" y="15384"/>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3" name="Google Shape;473;p67"/>
          <p:cNvSpPr/>
          <p:nvPr/>
        </p:nvSpPr>
        <p:spPr>
          <a:xfrm>
            <a:off x="9198865" y="3193536"/>
            <a:ext cx="85724" cy="390524"/>
          </a:xfrm>
          <a:custGeom>
            <a:avLst/>
            <a:gdLst/>
            <a:ahLst/>
            <a:cxnLst/>
            <a:rect l="l" t="t" r="r" b="b"/>
            <a:pathLst>
              <a:path w="120000" h="120000" extrusionOk="0">
                <a:moveTo>
                  <a:pt x="96000" y="88965"/>
                </a:moveTo>
                <a:cubicBezTo>
                  <a:pt x="76800" y="101379"/>
                  <a:pt x="43200" y="111724"/>
                  <a:pt x="4800" y="120000"/>
                </a:cubicBezTo>
                <a:cubicBezTo>
                  <a:pt x="0" y="120000"/>
                  <a:pt x="0" y="120000"/>
                  <a:pt x="0" y="120000"/>
                </a:cubicBezTo>
                <a:cubicBezTo>
                  <a:pt x="0" y="120000"/>
                  <a:pt x="0" y="120000"/>
                  <a:pt x="0" y="120000"/>
                </a:cubicBezTo>
                <a:cubicBezTo>
                  <a:pt x="33600" y="113793"/>
                  <a:pt x="57600" y="106551"/>
                  <a:pt x="81600" y="98275"/>
                </a:cubicBezTo>
                <a:cubicBezTo>
                  <a:pt x="81600" y="98275"/>
                  <a:pt x="81600" y="98275"/>
                  <a:pt x="81600" y="98275"/>
                </a:cubicBezTo>
                <a:cubicBezTo>
                  <a:pt x="81600" y="98275"/>
                  <a:pt x="81600" y="98275"/>
                  <a:pt x="816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60000"/>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0" y="0"/>
                </a:moveTo>
                <a:cubicBezTo>
                  <a:pt x="0" y="1034"/>
                  <a:pt x="0" y="1034"/>
                  <a:pt x="0" y="1034"/>
                </a:cubicBezTo>
                <a:cubicBezTo>
                  <a:pt x="4800" y="1034"/>
                  <a:pt x="4800" y="1034"/>
                  <a:pt x="4800" y="1034"/>
                </a:cubicBezTo>
                <a:cubicBezTo>
                  <a:pt x="52800" y="11379"/>
                  <a:pt x="91200" y="23793"/>
                  <a:pt x="110400" y="38275"/>
                </a:cubicBezTo>
                <a:cubicBezTo>
                  <a:pt x="91200" y="23793"/>
                  <a:pt x="52800" y="10344"/>
                  <a:pt x="0" y="0"/>
                </a:cubicBezTo>
              </a:path>
            </a:pathLst>
          </a:custGeom>
          <a:solidFill>
            <a:srgbClr val="4D968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4" name="Google Shape;474;p67"/>
          <p:cNvSpPr/>
          <p:nvPr/>
        </p:nvSpPr>
        <p:spPr>
          <a:xfrm>
            <a:off x="8370190" y="3122097"/>
            <a:ext cx="269874" cy="266699"/>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53A58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5" name="Google Shape;475;p67"/>
          <p:cNvSpPr/>
          <p:nvPr/>
        </p:nvSpPr>
        <p:spPr>
          <a:xfrm>
            <a:off x="8370190" y="3122097"/>
            <a:ext cx="269874" cy="266699"/>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6" name="Google Shape;476;p67"/>
          <p:cNvSpPr/>
          <p:nvPr/>
        </p:nvSpPr>
        <p:spPr>
          <a:xfrm>
            <a:off x="8640065" y="3179247"/>
            <a:ext cx="212724" cy="209549"/>
          </a:xfrm>
          <a:custGeom>
            <a:avLst/>
            <a:gdLst/>
            <a:ahLst/>
            <a:cxnLst/>
            <a:rect l="l" t="t" r="r" b="b"/>
            <a:pathLst>
              <a:path w="120000" h="120000" extrusionOk="0">
                <a:moveTo>
                  <a:pt x="120000" y="0"/>
                </a:moveTo>
                <a:cubicBezTo>
                  <a:pt x="120000" y="0"/>
                  <a:pt x="118095" y="0"/>
                  <a:pt x="118095" y="1935"/>
                </a:cubicBezTo>
                <a:cubicBezTo>
                  <a:pt x="95238" y="23225"/>
                  <a:pt x="95238" y="23225"/>
                  <a:pt x="95238" y="23225"/>
                </a:cubicBezTo>
                <a:cubicBezTo>
                  <a:pt x="0" y="120000"/>
                  <a:pt x="0" y="120000"/>
                  <a:pt x="0" y="120000"/>
                </a:cubicBezTo>
                <a:cubicBezTo>
                  <a:pt x="0" y="120000"/>
                  <a:pt x="0" y="120000"/>
                  <a:pt x="0" y="120000"/>
                </a:cubicBezTo>
                <a:cubicBezTo>
                  <a:pt x="95238" y="23225"/>
                  <a:pt x="95238" y="23225"/>
                  <a:pt x="95238" y="23225"/>
                </a:cubicBezTo>
                <a:cubicBezTo>
                  <a:pt x="118095" y="1935"/>
                  <a:pt x="118095" y="1935"/>
                  <a:pt x="118095" y="1935"/>
                </a:cubicBezTo>
                <a:cubicBezTo>
                  <a:pt x="118095" y="0"/>
                  <a:pt x="120000" y="0"/>
                  <a:pt x="120000" y="0"/>
                </a:cubicBezTo>
              </a:path>
            </a:pathLst>
          </a:custGeom>
          <a:solidFill>
            <a:srgbClr val="49897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7" name="Google Shape;477;p67"/>
          <p:cNvSpPr/>
          <p:nvPr/>
        </p:nvSpPr>
        <p:spPr>
          <a:xfrm>
            <a:off x="8370190" y="3388797"/>
            <a:ext cx="269874" cy="269874"/>
          </a:xfrm>
          <a:custGeom>
            <a:avLst/>
            <a:gdLst/>
            <a:ahLst/>
            <a:cxnLst/>
            <a:rect l="l" t="t" r="r" b="b"/>
            <a:pathLst>
              <a:path w="120000" h="120000" extrusionOk="0">
                <a:moveTo>
                  <a:pt x="120000" y="0"/>
                </a:moveTo>
                <a:lnTo>
                  <a:pt x="120000" y="0"/>
                </a:lnTo>
                <a:lnTo>
                  <a:pt x="0" y="120000"/>
                </a:lnTo>
                <a:lnTo>
                  <a:pt x="0" y="120000"/>
                </a:lnTo>
                <a:lnTo>
                  <a:pt x="120000" y="0"/>
                </a:lnTo>
                <a:lnTo>
                  <a:pt x="120000" y="0"/>
                </a:lnTo>
                <a:close/>
              </a:path>
            </a:pathLst>
          </a:custGeom>
          <a:solidFill>
            <a:srgbClr val="53A58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8" name="Google Shape;478;p67"/>
          <p:cNvSpPr/>
          <p:nvPr/>
        </p:nvSpPr>
        <p:spPr>
          <a:xfrm>
            <a:off x="8370190" y="3388797"/>
            <a:ext cx="269874" cy="269874"/>
          </a:xfrm>
          <a:custGeom>
            <a:avLst/>
            <a:gdLst/>
            <a:ahLst/>
            <a:cxnLst/>
            <a:rect l="l" t="t" r="r" b="b"/>
            <a:pathLst>
              <a:path w="120000" h="120000" extrusionOk="0">
                <a:moveTo>
                  <a:pt x="120000" y="0"/>
                </a:moveTo>
                <a:lnTo>
                  <a:pt x="120000" y="0"/>
                </a:lnTo>
                <a:lnTo>
                  <a:pt x="0" y="120000"/>
                </a:lnTo>
                <a:lnTo>
                  <a:pt x="0" y="120000"/>
                </a:lnTo>
                <a:lnTo>
                  <a:pt x="120000" y="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9" name="Google Shape;479;p67"/>
          <p:cNvSpPr/>
          <p:nvPr/>
        </p:nvSpPr>
        <p:spPr>
          <a:xfrm>
            <a:off x="8736902" y="3488811"/>
            <a:ext cx="280987" cy="169863"/>
          </a:xfrm>
          <a:custGeom>
            <a:avLst/>
            <a:gdLst/>
            <a:ahLst/>
            <a:cxnLst/>
            <a:rect l="l" t="t" r="r" b="b"/>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0400"/>
                  <a:pt x="30361" y="50400"/>
                  <a:pt x="30361" y="50400"/>
                </a:cubicBezTo>
                <a:cubicBezTo>
                  <a:pt x="47710" y="76800"/>
                  <a:pt x="47710" y="76800"/>
                  <a:pt x="47710" y="76800"/>
                </a:cubicBezTo>
                <a:cubicBezTo>
                  <a:pt x="52048" y="84000"/>
                  <a:pt x="57831" y="91200"/>
                  <a:pt x="63614" y="96000"/>
                </a:cubicBezTo>
                <a:cubicBezTo>
                  <a:pt x="57831" y="91200"/>
                  <a:pt x="52048" y="84000"/>
                  <a:pt x="47710" y="76800"/>
                </a:cubicBezTo>
                <a:cubicBezTo>
                  <a:pt x="30361" y="50400"/>
                  <a:pt x="30361" y="50400"/>
                  <a:pt x="30361" y="50400"/>
                </a:cubicBezTo>
                <a:cubicBezTo>
                  <a:pt x="0" y="0"/>
                  <a:pt x="0" y="0"/>
                  <a:pt x="0" y="0"/>
                </a:cubicBezTo>
              </a:path>
            </a:pathLst>
          </a:custGeom>
          <a:solidFill>
            <a:srgbClr val="49897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0" name="Google Shape;480;p67"/>
          <p:cNvSpPr/>
          <p:nvPr/>
        </p:nvSpPr>
        <p:spPr>
          <a:xfrm>
            <a:off x="8979790" y="2194998"/>
            <a:ext cx="85724" cy="195263"/>
          </a:xfrm>
          <a:custGeom>
            <a:avLst/>
            <a:gdLst/>
            <a:ahLst/>
            <a:cxnLst/>
            <a:rect l="l" t="t" r="r" b="b"/>
            <a:pathLst>
              <a:path w="120000" h="120000" extrusionOk="0">
                <a:moveTo>
                  <a:pt x="120000" y="0"/>
                </a:moveTo>
                <a:cubicBezTo>
                  <a:pt x="43200" y="28965"/>
                  <a:pt x="0" y="72413"/>
                  <a:pt x="0" y="120000"/>
                </a:cubicBezTo>
                <a:cubicBezTo>
                  <a:pt x="0" y="120000"/>
                  <a:pt x="0" y="120000"/>
                  <a:pt x="0" y="120000"/>
                </a:cubicBezTo>
                <a:cubicBezTo>
                  <a:pt x="0" y="120000"/>
                  <a:pt x="0" y="120000"/>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7586"/>
                  <a:pt x="0" y="107586"/>
                </a:cubicBezTo>
                <a:cubicBezTo>
                  <a:pt x="0" y="107586"/>
                  <a:pt x="0" y="107586"/>
                  <a:pt x="0" y="107586"/>
                </a:cubicBezTo>
                <a:cubicBezTo>
                  <a:pt x="0" y="97241"/>
                  <a:pt x="4800" y="84827"/>
                  <a:pt x="14400" y="74482"/>
                </a:cubicBezTo>
                <a:cubicBezTo>
                  <a:pt x="14400" y="74482"/>
                  <a:pt x="14400" y="74482"/>
                  <a:pt x="14400" y="74482"/>
                </a:cubicBezTo>
                <a:cubicBezTo>
                  <a:pt x="14400" y="74482"/>
                  <a:pt x="14400" y="74482"/>
                  <a:pt x="14400" y="74482"/>
                </a:cubicBezTo>
                <a:cubicBezTo>
                  <a:pt x="14400" y="74482"/>
                  <a:pt x="14400" y="74482"/>
                  <a:pt x="14400" y="74482"/>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33600" y="43448"/>
                  <a:pt x="72000" y="18620"/>
                  <a:pt x="120000" y="0"/>
                </a:cubicBezTo>
                <a:cubicBezTo>
                  <a:pt x="120000" y="0"/>
                  <a:pt x="120000" y="0"/>
                  <a:pt x="12000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1" name="Google Shape;481;p67"/>
          <p:cNvSpPr/>
          <p:nvPr/>
        </p:nvSpPr>
        <p:spPr>
          <a:xfrm>
            <a:off x="8979790" y="2194998"/>
            <a:ext cx="85724" cy="195263"/>
          </a:xfrm>
          <a:custGeom>
            <a:avLst/>
            <a:gdLst/>
            <a:ahLst/>
            <a:cxnLst/>
            <a:rect l="l" t="t" r="r" b="b"/>
            <a:pathLst>
              <a:path w="120000" h="120000" extrusionOk="0">
                <a:moveTo>
                  <a:pt x="0" y="117931"/>
                </a:moveTo>
                <a:cubicBezTo>
                  <a:pt x="0" y="120000"/>
                  <a:pt x="0" y="120000"/>
                  <a:pt x="0" y="120000"/>
                </a:cubicBezTo>
                <a:cubicBezTo>
                  <a:pt x="0" y="120000"/>
                  <a:pt x="0" y="120000"/>
                  <a:pt x="0" y="120000"/>
                </a:cubicBezTo>
                <a:cubicBezTo>
                  <a:pt x="0" y="120000"/>
                  <a:pt x="0" y="120000"/>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5862"/>
                </a:moveTo>
                <a:cubicBezTo>
                  <a:pt x="0" y="115862"/>
                  <a:pt x="0" y="117931"/>
                  <a:pt x="0" y="117931"/>
                </a:cubicBezTo>
                <a:cubicBezTo>
                  <a:pt x="0" y="117931"/>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3793"/>
                </a:moveTo>
                <a:cubicBezTo>
                  <a:pt x="0" y="113793"/>
                  <a:pt x="0" y="113793"/>
                  <a:pt x="0" y="115862"/>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7586"/>
                </a:moveTo>
                <a:cubicBezTo>
                  <a:pt x="0" y="107586"/>
                  <a:pt x="0" y="107586"/>
                  <a:pt x="0" y="107586"/>
                </a:cubicBezTo>
                <a:cubicBezTo>
                  <a:pt x="0" y="107586"/>
                  <a:pt x="0" y="107586"/>
                  <a:pt x="0" y="107586"/>
                </a:cubicBezTo>
                <a:moveTo>
                  <a:pt x="14400" y="74482"/>
                </a:moveTo>
                <a:cubicBezTo>
                  <a:pt x="14400" y="74482"/>
                  <a:pt x="14400" y="74482"/>
                  <a:pt x="14400" y="74482"/>
                </a:cubicBezTo>
                <a:cubicBezTo>
                  <a:pt x="14400" y="74482"/>
                  <a:pt x="14400" y="74482"/>
                  <a:pt x="14400" y="74482"/>
                </a:cubicBezTo>
                <a:moveTo>
                  <a:pt x="14400" y="74482"/>
                </a:moveTo>
                <a:cubicBezTo>
                  <a:pt x="14400" y="74482"/>
                  <a:pt x="14400" y="74482"/>
                  <a:pt x="14400" y="74482"/>
                </a:cubicBezTo>
                <a:cubicBezTo>
                  <a:pt x="14400" y="74482"/>
                  <a:pt x="14400" y="74482"/>
                  <a:pt x="14400" y="74482"/>
                </a:cubicBezTo>
                <a:moveTo>
                  <a:pt x="14400" y="72413"/>
                </a:moveTo>
                <a:cubicBezTo>
                  <a:pt x="14400" y="72413"/>
                  <a:pt x="14400" y="72413"/>
                  <a:pt x="14400" y="72413"/>
                </a:cubicBezTo>
                <a:cubicBezTo>
                  <a:pt x="14400" y="72413"/>
                  <a:pt x="14400" y="72413"/>
                  <a:pt x="14400" y="72413"/>
                </a:cubicBezTo>
                <a:moveTo>
                  <a:pt x="14400" y="72413"/>
                </a:moveTo>
                <a:cubicBezTo>
                  <a:pt x="14400" y="72413"/>
                  <a:pt x="14400" y="72413"/>
                  <a:pt x="14400" y="72413"/>
                </a:cubicBezTo>
                <a:cubicBezTo>
                  <a:pt x="14400" y="72413"/>
                  <a:pt x="14400" y="72413"/>
                  <a:pt x="14400" y="72413"/>
                </a:cubicBezTo>
                <a:moveTo>
                  <a:pt x="120000" y="0"/>
                </a:moveTo>
                <a:cubicBezTo>
                  <a:pt x="72000" y="18620"/>
                  <a:pt x="33600" y="43448"/>
                  <a:pt x="14400" y="72413"/>
                </a:cubicBezTo>
                <a:cubicBezTo>
                  <a:pt x="33600" y="45517"/>
                  <a:pt x="67200" y="20689"/>
                  <a:pt x="115200" y="0"/>
                </a:cubicBezTo>
                <a:cubicBezTo>
                  <a:pt x="120000" y="0"/>
                  <a:pt x="120000" y="0"/>
                  <a:pt x="120000" y="0"/>
                </a:cubicBezTo>
                <a:cubicBezTo>
                  <a:pt x="120000" y="0"/>
                  <a:pt x="120000" y="0"/>
                  <a:pt x="120000" y="0"/>
                </a:cubicBezTo>
              </a:path>
            </a:pathLst>
          </a:custGeom>
          <a:solidFill>
            <a:srgbClr val="C1493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2" name="Google Shape;482;p67"/>
          <p:cNvSpPr/>
          <p:nvPr/>
        </p:nvSpPr>
        <p:spPr>
          <a:xfrm>
            <a:off x="9006777" y="2507736"/>
            <a:ext cx="58738" cy="77788"/>
          </a:xfrm>
          <a:custGeom>
            <a:avLst/>
            <a:gdLst/>
            <a:ahLst/>
            <a:cxnLst/>
            <a:rect l="l" t="t" r="r" b="b"/>
            <a:pathLst>
              <a:path w="120000" h="120000" extrusionOk="0">
                <a:moveTo>
                  <a:pt x="0" y="0"/>
                </a:moveTo>
                <a:cubicBezTo>
                  <a:pt x="28235" y="46956"/>
                  <a:pt x="70588" y="83478"/>
                  <a:pt x="120000" y="120000"/>
                </a:cubicBezTo>
                <a:cubicBezTo>
                  <a:pt x="120000" y="120000"/>
                  <a:pt x="120000" y="120000"/>
                  <a:pt x="120000" y="120000"/>
                </a:cubicBezTo>
                <a:cubicBezTo>
                  <a:pt x="70588" y="83478"/>
                  <a:pt x="28235" y="46956"/>
                  <a:pt x="0" y="0"/>
                </a:cubicBezTo>
                <a:moveTo>
                  <a:pt x="0" y="0"/>
                </a:moveTo>
                <a:cubicBezTo>
                  <a:pt x="0" y="0"/>
                  <a:pt x="0" y="0"/>
                  <a:pt x="0" y="0"/>
                </a:cubicBezTo>
                <a:cubicBezTo>
                  <a:pt x="0" y="0"/>
                  <a:pt x="0" y="0"/>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3" name="Google Shape;483;p67"/>
          <p:cNvSpPr/>
          <p:nvPr/>
        </p:nvSpPr>
        <p:spPr>
          <a:xfrm>
            <a:off x="8997252" y="2485511"/>
            <a:ext cx="68263" cy="100013"/>
          </a:xfrm>
          <a:custGeom>
            <a:avLst/>
            <a:gdLst/>
            <a:ahLst/>
            <a:cxnLst/>
            <a:rect l="l" t="t" r="r" b="b"/>
            <a:pathLst>
              <a:path w="120000" h="120000" extrusionOk="0">
                <a:moveTo>
                  <a:pt x="0" y="0"/>
                </a:moveTo>
                <a:cubicBezTo>
                  <a:pt x="6000" y="12000"/>
                  <a:pt x="12000" y="20000"/>
                  <a:pt x="18000" y="28000"/>
                </a:cubicBezTo>
                <a:cubicBezTo>
                  <a:pt x="18000" y="28000"/>
                  <a:pt x="18000" y="28000"/>
                  <a:pt x="18000" y="28000"/>
                </a:cubicBezTo>
                <a:cubicBezTo>
                  <a:pt x="18000" y="28000"/>
                  <a:pt x="18000" y="28000"/>
                  <a:pt x="18000" y="28000"/>
                </a:cubicBezTo>
                <a:cubicBezTo>
                  <a:pt x="42000" y="64000"/>
                  <a:pt x="78000" y="92000"/>
                  <a:pt x="120000" y="120000"/>
                </a:cubicBezTo>
                <a:cubicBezTo>
                  <a:pt x="120000" y="120000"/>
                  <a:pt x="120000" y="120000"/>
                  <a:pt x="120000" y="120000"/>
                </a:cubicBezTo>
                <a:cubicBezTo>
                  <a:pt x="114000" y="116000"/>
                  <a:pt x="114000" y="116000"/>
                  <a:pt x="114000" y="116000"/>
                </a:cubicBezTo>
                <a:cubicBezTo>
                  <a:pt x="66000" y="84000"/>
                  <a:pt x="24000" y="44000"/>
                  <a:pt x="0" y="0"/>
                </a:cubicBezTo>
              </a:path>
            </a:pathLst>
          </a:custGeom>
          <a:solidFill>
            <a:srgbClr val="C1493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4" name="Google Shape;484;p67"/>
          <p:cNvSpPr/>
          <p:nvPr/>
        </p:nvSpPr>
        <p:spPr>
          <a:xfrm>
            <a:off x="9624315" y="2120385"/>
            <a:ext cx="269874" cy="269874"/>
          </a:xfrm>
          <a:custGeom>
            <a:avLst/>
            <a:gdLst/>
            <a:ahLst/>
            <a:cxnLst/>
            <a:rect l="l" t="t" r="r" b="b"/>
            <a:pathLst>
              <a:path w="120000" h="120000" extrusionOk="0">
                <a:moveTo>
                  <a:pt x="120000" y="0"/>
                </a:moveTo>
                <a:lnTo>
                  <a:pt x="120000" y="0"/>
                </a:lnTo>
                <a:lnTo>
                  <a:pt x="0" y="120000"/>
                </a:lnTo>
                <a:lnTo>
                  <a:pt x="0" y="120000"/>
                </a:lnTo>
                <a:lnTo>
                  <a:pt x="120000" y="0"/>
                </a:lnTo>
                <a:close/>
              </a:path>
            </a:pathLst>
          </a:custGeom>
          <a:solidFill>
            <a:srgbClr val="D54F3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5" name="Google Shape;485;p67"/>
          <p:cNvSpPr/>
          <p:nvPr/>
        </p:nvSpPr>
        <p:spPr>
          <a:xfrm>
            <a:off x="9624315" y="2120385"/>
            <a:ext cx="269874" cy="269874"/>
          </a:xfrm>
          <a:custGeom>
            <a:avLst/>
            <a:gdLst/>
            <a:ahLst/>
            <a:cxnLst/>
            <a:rect l="l" t="t" r="r" b="b"/>
            <a:pathLst>
              <a:path w="120000" h="120000" extrusionOk="0">
                <a:moveTo>
                  <a:pt x="120000" y="0"/>
                </a:moveTo>
                <a:lnTo>
                  <a:pt x="120000" y="0"/>
                </a:lnTo>
                <a:lnTo>
                  <a:pt x="0" y="120000"/>
                </a:lnTo>
                <a:lnTo>
                  <a:pt x="0" y="12000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6" name="Google Shape;486;p67"/>
          <p:cNvSpPr/>
          <p:nvPr/>
        </p:nvSpPr>
        <p:spPr>
          <a:xfrm>
            <a:off x="9411590" y="2177535"/>
            <a:ext cx="212724" cy="212724"/>
          </a:xfrm>
          <a:custGeom>
            <a:avLst/>
            <a:gdLst/>
            <a:ahLst/>
            <a:cxnLst/>
            <a:rect l="l" t="t" r="r" b="b"/>
            <a:pathLst>
              <a:path w="120000" h="120000" extrusionOk="0">
                <a:moveTo>
                  <a:pt x="0" y="0"/>
                </a:moveTo>
                <a:cubicBezTo>
                  <a:pt x="0" y="0"/>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2857"/>
                  <a:pt x="24761" y="22857"/>
                  <a:pt x="24761" y="22857"/>
                </a:cubicBezTo>
                <a:cubicBezTo>
                  <a:pt x="1904" y="1904"/>
                  <a:pt x="1904" y="1904"/>
                  <a:pt x="1904" y="1904"/>
                </a:cubicBezTo>
                <a:cubicBezTo>
                  <a:pt x="1904" y="1904"/>
                  <a:pt x="0" y="0"/>
                  <a:pt x="0" y="0"/>
                </a:cubicBezTo>
              </a:path>
            </a:pathLst>
          </a:custGeom>
          <a:solidFill>
            <a:srgbClr val="B1443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7" name="Google Shape;487;p67"/>
          <p:cNvSpPr/>
          <p:nvPr/>
        </p:nvSpPr>
        <p:spPr>
          <a:xfrm>
            <a:off x="9624315" y="2390261"/>
            <a:ext cx="269874" cy="266699"/>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D54F3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8" name="Google Shape;488;p67"/>
          <p:cNvSpPr/>
          <p:nvPr/>
        </p:nvSpPr>
        <p:spPr>
          <a:xfrm>
            <a:off x="9624315" y="2390261"/>
            <a:ext cx="269874" cy="266699"/>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9" name="Google Shape;489;p67"/>
          <p:cNvSpPr/>
          <p:nvPr/>
        </p:nvSpPr>
        <p:spPr>
          <a:xfrm>
            <a:off x="9246490" y="2485511"/>
            <a:ext cx="284162" cy="171449"/>
          </a:xfrm>
          <a:custGeom>
            <a:avLst/>
            <a:gdLst/>
            <a:ahLst/>
            <a:cxnLst/>
            <a:rect l="l" t="t" r="r" b="b"/>
            <a:pathLst>
              <a:path w="120000" h="120000" extrusionOk="0">
                <a:moveTo>
                  <a:pt x="0" y="120000"/>
                </a:moveTo>
                <a:cubicBezTo>
                  <a:pt x="0" y="120000"/>
                  <a:pt x="0" y="120000"/>
                  <a:pt x="0" y="120000"/>
                </a:cubicBezTo>
                <a:cubicBezTo>
                  <a:pt x="0" y="120000"/>
                  <a:pt x="0" y="120000"/>
                  <a:pt x="0" y="120000"/>
                </a:cubicBezTo>
                <a:moveTo>
                  <a:pt x="120000" y="0"/>
                </a:moveTo>
                <a:cubicBezTo>
                  <a:pt x="88571" y="51764"/>
                  <a:pt x="88571" y="51764"/>
                  <a:pt x="88571" y="51764"/>
                </a:cubicBezTo>
                <a:cubicBezTo>
                  <a:pt x="71428" y="77647"/>
                  <a:pt x="71428" y="77647"/>
                  <a:pt x="71428" y="77647"/>
                </a:cubicBezTo>
                <a:cubicBezTo>
                  <a:pt x="67142" y="84705"/>
                  <a:pt x="62857" y="89411"/>
                  <a:pt x="57142" y="94117"/>
                </a:cubicBezTo>
                <a:cubicBezTo>
                  <a:pt x="62857" y="89411"/>
                  <a:pt x="67142" y="84705"/>
                  <a:pt x="71428" y="77647"/>
                </a:cubicBezTo>
                <a:cubicBezTo>
                  <a:pt x="88571" y="51764"/>
                  <a:pt x="88571" y="51764"/>
                  <a:pt x="88571" y="51764"/>
                </a:cubicBezTo>
                <a:cubicBezTo>
                  <a:pt x="120000" y="0"/>
                  <a:pt x="120000" y="0"/>
                  <a:pt x="120000" y="0"/>
                </a:cubicBezTo>
              </a:path>
            </a:pathLst>
          </a:custGeom>
          <a:solidFill>
            <a:srgbClr val="B1443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0" name="Google Shape;490;p67"/>
          <p:cNvSpPr/>
          <p:nvPr/>
        </p:nvSpPr>
        <p:spPr>
          <a:xfrm>
            <a:off x="8979790" y="4193661"/>
            <a:ext cx="85724" cy="392112"/>
          </a:xfrm>
          <a:custGeom>
            <a:avLst/>
            <a:gdLst/>
            <a:ahLst/>
            <a:cxnLst/>
            <a:rect l="l" t="t" r="r" b="b"/>
            <a:pathLst>
              <a:path w="120000" h="120000" extrusionOk="0">
                <a:moveTo>
                  <a:pt x="38400" y="96206"/>
                </a:moveTo>
                <a:cubicBezTo>
                  <a:pt x="57600" y="105517"/>
                  <a:pt x="86400" y="113793"/>
                  <a:pt x="120000" y="120000"/>
                </a:cubicBezTo>
                <a:cubicBezTo>
                  <a:pt x="120000" y="120000"/>
                  <a:pt x="120000" y="120000"/>
                  <a:pt x="120000" y="120000"/>
                </a:cubicBezTo>
                <a:cubicBezTo>
                  <a:pt x="86400" y="112758"/>
                  <a:pt x="57600" y="105517"/>
                  <a:pt x="38400" y="96206"/>
                </a:cubicBezTo>
                <a:moveTo>
                  <a:pt x="38400" y="96206"/>
                </a:moveTo>
                <a:cubicBezTo>
                  <a:pt x="38400" y="96206"/>
                  <a:pt x="38400" y="96206"/>
                  <a:pt x="38400" y="96206"/>
                </a:cubicBezTo>
                <a:cubicBezTo>
                  <a:pt x="38400" y="96206"/>
                  <a:pt x="38400" y="96206"/>
                  <a:pt x="38400" y="96206"/>
                </a:cubicBezTo>
                <a:moveTo>
                  <a:pt x="120000" y="0"/>
                </a:moveTo>
                <a:cubicBezTo>
                  <a:pt x="43200" y="14482"/>
                  <a:pt x="0" y="36206"/>
                  <a:pt x="0" y="60000"/>
                </a:cubicBezTo>
                <a:cubicBezTo>
                  <a:pt x="0" y="60000"/>
                  <a:pt x="0" y="60000"/>
                  <a:pt x="0" y="60000"/>
                </a:cubicBezTo>
                <a:cubicBezTo>
                  <a:pt x="0" y="60000"/>
                  <a:pt x="0" y="60000"/>
                  <a:pt x="0" y="60000"/>
                </a:cubicBezTo>
                <a:cubicBezTo>
                  <a:pt x="0" y="60000"/>
                  <a:pt x="0" y="60000"/>
                  <a:pt x="0" y="60000"/>
                </a:cubicBezTo>
                <a:cubicBezTo>
                  <a:pt x="0" y="60000"/>
                  <a:pt x="0" y="60000"/>
                  <a:pt x="0" y="60000"/>
                </a:cubicBezTo>
                <a:cubicBezTo>
                  <a:pt x="0" y="60000"/>
                  <a:pt x="0" y="60000"/>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4827"/>
                  <a:pt x="0" y="54827"/>
                  <a:pt x="0" y="54827"/>
                </a:cubicBezTo>
                <a:cubicBezTo>
                  <a:pt x="0" y="54827"/>
                  <a:pt x="0" y="54827"/>
                  <a:pt x="0" y="54827"/>
                </a:cubicBezTo>
                <a:cubicBezTo>
                  <a:pt x="0" y="54827"/>
                  <a:pt x="0" y="54827"/>
                  <a:pt x="0" y="54827"/>
                </a:cubicBezTo>
                <a:cubicBezTo>
                  <a:pt x="0" y="54827"/>
                  <a:pt x="0" y="54827"/>
                  <a:pt x="0" y="54827"/>
                </a:cubicBezTo>
                <a:cubicBezTo>
                  <a:pt x="0" y="48620"/>
                  <a:pt x="4800" y="41379"/>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9200" y="35172"/>
                  <a:pt x="19200" y="35172"/>
                  <a:pt x="19200" y="35172"/>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38400" y="20689"/>
                  <a:pt x="72000" y="9310"/>
                  <a:pt x="120000" y="0"/>
                </a:cubicBezTo>
                <a:cubicBezTo>
                  <a:pt x="120000" y="0"/>
                  <a:pt x="120000" y="0"/>
                  <a:pt x="12000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1" name="Google Shape;491;p67"/>
          <p:cNvSpPr/>
          <p:nvPr/>
        </p:nvSpPr>
        <p:spPr>
          <a:xfrm>
            <a:off x="8979790" y="4193661"/>
            <a:ext cx="85724" cy="392112"/>
          </a:xfrm>
          <a:custGeom>
            <a:avLst/>
            <a:gdLst/>
            <a:ahLst/>
            <a:cxnLst/>
            <a:rect l="l" t="t" r="r" b="b"/>
            <a:pathLst>
              <a:path w="120000" h="120000" extrusionOk="0">
                <a:moveTo>
                  <a:pt x="24000" y="88965"/>
                </a:moveTo>
                <a:cubicBezTo>
                  <a:pt x="28800" y="92068"/>
                  <a:pt x="33600" y="94137"/>
                  <a:pt x="38400" y="96206"/>
                </a:cubicBezTo>
                <a:cubicBezTo>
                  <a:pt x="38400" y="96206"/>
                  <a:pt x="38400" y="96206"/>
                  <a:pt x="38400" y="96206"/>
                </a:cubicBezTo>
                <a:cubicBezTo>
                  <a:pt x="38400" y="96206"/>
                  <a:pt x="38400" y="96206"/>
                  <a:pt x="38400" y="96206"/>
                </a:cubicBezTo>
                <a:cubicBezTo>
                  <a:pt x="57600" y="105517"/>
                  <a:pt x="86400" y="112758"/>
                  <a:pt x="120000" y="120000"/>
                </a:cubicBezTo>
                <a:cubicBezTo>
                  <a:pt x="120000" y="120000"/>
                  <a:pt x="120000" y="120000"/>
                  <a:pt x="120000" y="120000"/>
                </a:cubicBezTo>
                <a:cubicBezTo>
                  <a:pt x="115200" y="120000"/>
                  <a:pt x="115200" y="120000"/>
                  <a:pt x="115200" y="120000"/>
                </a:cubicBezTo>
                <a:cubicBezTo>
                  <a:pt x="76800" y="111724"/>
                  <a:pt x="43200" y="101379"/>
                  <a:pt x="24000" y="88965"/>
                </a:cubicBezTo>
                <a:moveTo>
                  <a:pt x="0" y="60000"/>
                </a:moveTo>
                <a:cubicBezTo>
                  <a:pt x="0" y="60000"/>
                  <a:pt x="0" y="60000"/>
                  <a:pt x="0" y="60000"/>
                </a:cubicBezTo>
                <a:cubicBezTo>
                  <a:pt x="0" y="60000"/>
                  <a:pt x="0" y="60000"/>
                  <a:pt x="0" y="60000"/>
                </a:cubicBezTo>
                <a:cubicBezTo>
                  <a:pt x="0" y="60000"/>
                  <a:pt x="0" y="60000"/>
                  <a:pt x="0" y="60000"/>
                </a:cubicBezTo>
                <a:moveTo>
                  <a:pt x="0" y="60000"/>
                </a:moveTo>
                <a:cubicBezTo>
                  <a:pt x="0" y="60000"/>
                  <a:pt x="0" y="60000"/>
                  <a:pt x="0" y="60000"/>
                </a:cubicBezTo>
                <a:cubicBezTo>
                  <a:pt x="0" y="60000"/>
                  <a:pt x="0" y="60000"/>
                  <a:pt x="0" y="60000"/>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4827"/>
                </a:moveTo>
                <a:cubicBezTo>
                  <a:pt x="0" y="54827"/>
                  <a:pt x="0" y="54827"/>
                  <a:pt x="0" y="54827"/>
                </a:cubicBezTo>
                <a:cubicBezTo>
                  <a:pt x="0" y="54827"/>
                  <a:pt x="0" y="54827"/>
                  <a:pt x="0" y="54827"/>
                </a:cubicBezTo>
                <a:moveTo>
                  <a:pt x="0" y="54827"/>
                </a:moveTo>
                <a:cubicBezTo>
                  <a:pt x="0" y="54827"/>
                  <a:pt x="0" y="54827"/>
                  <a:pt x="0" y="54827"/>
                </a:cubicBezTo>
                <a:cubicBezTo>
                  <a:pt x="0" y="54827"/>
                  <a:pt x="0" y="54827"/>
                  <a:pt x="0" y="54827"/>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9200" y="35172"/>
                </a:moveTo>
                <a:cubicBezTo>
                  <a:pt x="19200" y="35172"/>
                  <a:pt x="19200" y="35172"/>
                  <a:pt x="14400" y="35172"/>
                </a:cubicBezTo>
                <a:cubicBezTo>
                  <a:pt x="19200" y="35172"/>
                  <a:pt x="19200" y="35172"/>
                  <a:pt x="19200" y="35172"/>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20000" y="0"/>
                </a:moveTo>
                <a:cubicBezTo>
                  <a:pt x="72000" y="9310"/>
                  <a:pt x="38400" y="20689"/>
                  <a:pt x="19200" y="34137"/>
                </a:cubicBezTo>
                <a:cubicBezTo>
                  <a:pt x="38400" y="20689"/>
                  <a:pt x="72000" y="9310"/>
                  <a:pt x="115200" y="0"/>
                </a:cubicBezTo>
                <a:cubicBezTo>
                  <a:pt x="120000" y="0"/>
                  <a:pt x="120000" y="0"/>
                  <a:pt x="120000" y="0"/>
                </a:cubicBezTo>
                <a:cubicBezTo>
                  <a:pt x="120000" y="0"/>
                  <a:pt x="120000" y="0"/>
                  <a:pt x="120000" y="0"/>
                </a:cubicBezTo>
              </a:path>
            </a:pathLst>
          </a:custGeom>
          <a:solidFill>
            <a:srgbClr val="8EAA4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2" name="Google Shape;492;p67"/>
          <p:cNvSpPr/>
          <p:nvPr/>
        </p:nvSpPr>
        <p:spPr>
          <a:xfrm>
            <a:off x="9624315" y="4123811"/>
            <a:ext cx="269874" cy="266699"/>
          </a:xfrm>
          <a:custGeom>
            <a:avLst/>
            <a:gdLst/>
            <a:ahLst/>
            <a:cxnLst/>
            <a:rect l="l" t="t" r="r" b="b"/>
            <a:pathLst>
              <a:path w="120000" h="120000" extrusionOk="0">
                <a:moveTo>
                  <a:pt x="120000" y="0"/>
                </a:moveTo>
                <a:lnTo>
                  <a:pt x="120000" y="0"/>
                </a:lnTo>
                <a:lnTo>
                  <a:pt x="0" y="120000"/>
                </a:lnTo>
                <a:lnTo>
                  <a:pt x="0" y="120000"/>
                </a:lnTo>
                <a:lnTo>
                  <a:pt x="120000" y="0"/>
                </a:lnTo>
                <a:close/>
              </a:path>
            </a:pathLst>
          </a:custGeom>
          <a:solidFill>
            <a:srgbClr val="9BBB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3" name="Google Shape;493;p67"/>
          <p:cNvSpPr/>
          <p:nvPr/>
        </p:nvSpPr>
        <p:spPr>
          <a:xfrm>
            <a:off x="9624315" y="4123811"/>
            <a:ext cx="269874" cy="266699"/>
          </a:xfrm>
          <a:custGeom>
            <a:avLst/>
            <a:gdLst/>
            <a:ahLst/>
            <a:cxnLst/>
            <a:rect l="l" t="t" r="r" b="b"/>
            <a:pathLst>
              <a:path w="120000" h="120000" extrusionOk="0">
                <a:moveTo>
                  <a:pt x="120000" y="0"/>
                </a:moveTo>
                <a:lnTo>
                  <a:pt x="120000" y="0"/>
                </a:lnTo>
                <a:lnTo>
                  <a:pt x="0" y="120000"/>
                </a:lnTo>
                <a:lnTo>
                  <a:pt x="0" y="12000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4" name="Google Shape;494;p67"/>
          <p:cNvSpPr/>
          <p:nvPr/>
        </p:nvSpPr>
        <p:spPr>
          <a:xfrm>
            <a:off x="9411590" y="4177786"/>
            <a:ext cx="212724" cy="212724"/>
          </a:xfrm>
          <a:custGeom>
            <a:avLst/>
            <a:gdLst/>
            <a:ahLst/>
            <a:cxnLst/>
            <a:rect l="l" t="t" r="r" b="b"/>
            <a:pathLst>
              <a:path w="120000" h="120000" extrusionOk="0">
                <a:moveTo>
                  <a:pt x="0" y="0"/>
                </a:moveTo>
                <a:cubicBezTo>
                  <a:pt x="0" y="1904"/>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4761"/>
                  <a:pt x="24761" y="24761"/>
                  <a:pt x="24761" y="24761"/>
                </a:cubicBezTo>
                <a:cubicBezTo>
                  <a:pt x="1904" y="3809"/>
                  <a:pt x="1904" y="3809"/>
                  <a:pt x="1904" y="3809"/>
                </a:cubicBezTo>
                <a:cubicBezTo>
                  <a:pt x="1904" y="1904"/>
                  <a:pt x="0" y="1904"/>
                  <a:pt x="0" y="0"/>
                </a:cubicBezTo>
              </a:path>
            </a:pathLst>
          </a:custGeom>
          <a:solidFill>
            <a:srgbClr val="839B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5" name="Google Shape;495;p67"/>
          <p:cNvSpPr/>
          <p:nvPr/>
        </p:nvSpPr>
        <p:spPr>
          <a:xfrm>
            <a:off x="9624315" y="4390511"/>
            <a:ext cx="269874" cy="268288"/>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9BBB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6" name="Google Shape;496;p67"/>
          <p:cNvSpPr/>
          <p:nvPr/>
        </p:nvSpPr>
        <p:spPr>
          <a:xfrm>
            <a:off x="9624315" y="4390511"/>
            <a:ext cx="269874" cy="268288"/>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7" name="Google Shape;497;p67"/>
          <p:cNvSpPr/>
          <p:nvPr/>
        </p:nvSpPr>
        <p:spPr>
          <a:xfrm>
            <a:off x="9246490" y="4484172"/>
            <a:ext cx="284162" cy="174625"/>
          </a:xfrm>
          <a:custGeom>
            <a:avLst/>
            <a:gdLst/>
            <a:ahLst/>
            <a:cxnLst/>
            <a:rect l="l" t="t" r="r" b="b"/>
            <a:pathLst>
              <a:path w="120000" h="120000" extrusionOk="0">
                <a:moveTo>
                  <a:pt x="0" y="120000"/>
                </a:moveTo>
                <a:cubicBezTo>
                  <a:pt x="0" y="120000"/>
                  <a:pt x="0" y="120000"/>
                  <a:pt x="0" y="120000"/>
                </a:cubicBezTo>
                <a:cubicBezTo>
                  <a:pt x="0" y="120000"/>
                  <a:pt x="0" y="120000"/>
                  <a:pt x="0" y="120000"/>
                </a:cubicBezTo>
                <a:moveTo>
                  <a:pt x="120000" y="0"/>
                </a:moveTo>
                <a:cubicBezTo>
                  <a:pt x="88571" y="50769"/>
                  <a:pt x="88571" y="50769"/>
                  <a:pt x="88571" y="50769"/>
                </a:cubicBezTo>
                <a:cubicBezTo>
                  <a:pt x="71428" y="78461"/>
                  <a:pt x="71428" y="78461"/>
                  <a:pt x="71428" y="78461"/>
                </a:cubicBezTo>
                <a:cubicBezTo>
                  <a:pt x="67142" y="83076"/>
                  <a:pt x="62857" y="90000"/>
                  <a:pt x="57142" y="94615"/>
                </a:cubicBezTo>
                <a:cubicBezTo>
                  <a:pt x="62857" y="90000"/>
                  <a:pt x="67142" y="83076"/>
                  <a:pt x="71428" y="78461"/>
                </a:cubicBezTo>
                <a:cubicBezTo>
                  <a:pt x="88571" y="50769"/>
                  <a:pt x="88571" y="50769"/>
                  <a:pt x="88571" y="50769"/>
                </a:cubicBezTo>
                <a:cubicBezTo>
                  <a:pt x="120000" y="0"/>
                  <a:pt x="120000" y="0"/>
                  <a:pt x="120000" y="0"/>
                </a:cubicBezTo>
              </a:path>
            </a:pathLst>
          </a:custGeom>
          <a:solidFill>
            <a:srgbClr val="839B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8" name="Google Shape;498;p67"/>
          <p:cNvSpPr/>
          <p:nvPr/>
        </p:nvSpPr>
        <p:spPr>
          <a:xfrm>
            <a:off x="507146" y="1306070"/>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499" name="Google Shape;499;p67"/>
          <p:cNvSpPr/>
          <p:nvPr/>
        </p:nvSpPr>
        <p:spPr>
          <a:xfrm>
            <a:off x="507146" y="2534266"/>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00" name="Google Shape;500;p67"/>
          <p:cNvSpPr/>
          <p:nvPr/>
        </p:nvSpPr>
        <p:spPr>
          <a:xfrm>
            <a:off x="506448" y="5115595"/>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01" name="Google Shape;501;p67"/>
          <p:cNvSpPr/>
          <p:nvPr/>
        </p:nvSpPr>
        <p:spPr>
          <a:xfrm>
            <a:off x="506448" y="3848180"/>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nvGrpSpPr>
          <p:cNvPr id="502" name="Google Shape;502;p67"/>
          <p:cNvGrpSpPr/>
          <p:nvPr/>
        </p:nvGrpSpPr>
        <p:grpSpPr>
          <a:xfrm>
            <a:off x="8852789" y="1619529"/>
            <a:ext cx="2105024" cy="1658938"/>
            <a:chOff x="5946775" y="4468571"/>
            <a:chExt cx="2105024" cy="1658938"/>
          </a:xfrm>
        </p:grpSpPr>
        <p:sp>
          <p:nvSpPr>
            <p:cNvPr id="503" name="Google Shape;503;p67"/>
            <p:cNvSpPr/>
            <p:nvPr/>
          </p:nvSpPr>
          <p:spPr>
            <a:xfrm>
              <a:off x="5946775" y="5032135"/>
              <a:ext cx="2105024" cy="534988"/>
            </a:xfrm>
            <a:custGeom>
              <a:avLst/>
              <a:gdLst/>
              <a:ahLst/>
              <a:cxnLst/>
              <a:rect l="l" t="t" r="r" b="b"/>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4" name="Google Shape;504;p67"/>
            <p:cNvSpPr/>
            <p:nvPr/>
          </p:nvSpPr>
          <p:spPr>
            <a:xfrm>
              <a:off x="5946775" y="4468571"/>
              <a:ext cx="1096962" cy="1658938"/>
            </a:xfrm>
            <a:custGeom>
              <a:avLst/>
              <a:gdLst/>
              <a:ahLst/>
              <a:cxnLst/>
              <a:rect l="l" t="t" r="r" b="b"/>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5" name="Google Shape;505;p67"/>
            <p:cNvSpPr/>
            <p:nvPr/>
          </p:nvSpPr>
          <p:spPr>
            <a:xfrm>
              <a:off x="5946775" y="5032135"/>
              <a:ext cx="644524" cy="534988"/>
            </a:xfrm>
            <a:custGeom>
              <a:avLst/>
              <a:gdLst/>
              <a:ahLst/>
              <a:cxnLst/>
              <a:rect l="l" t="t" r="r" b="b"/>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6" name="Google Shape;506;p67"/>
            <p:cNvSpPr/>
            <p:nvPr/>
          </p:nvSpPr>
          <p:spPr>
            <a:xfrm>
              <a:off x="6213475" y="5032135"/>
              <a:ext cx="647700" cy="266699"/>
            </a:xfrm>
            <a:custGeom>
              <a:avLst/>
              <a:gdLst/>
              <a:ahLst/>
              <a:cxnLst/>
              <a:rect l="l" t="t" r="r" b="b"/>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7" name="Google Shape;507;p67"/>
            <p:cNvSpPr/>
            <p:nvPr/>
          </p:nvSpPr>
          <p:spPr>
            <a:xfrm>
              <a:off x="6213475" y="5298835"/>
              <a:ext cx="647700" cy="268288"/>
            </a:xfrm>
            <a:custGeom>
              <a:avLst/>
              <a:gdLst/>
              <a:ahLst/>
              <a:cxnLst/>
              <a:rect l="l" t="t" r="r" b="b"/>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08" name="Google Shape;508;p67"/>
          <p:cNvGrpSpPr/>
          <p:nvPr/>
        </p:nvGrpSpPr>
        <p:grpSpPr>
          <a:xfrm>
            <a:off x="7179565" y="559872"/>
            <a:ext cx="2105024" cy="1658938"/>
            <a:chOff x="4146550" y="1468196"/>
            <a:chExt cx="2105024" cy="1658938"/>
          </a:xfrm>
        </p:grpSpPr>
        <p:sp>
          <p:nvSpPr>
            <p:cNvPr id="509" name="Google Shape;509;p67"/>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0" name="Google Shape;510;p67"/>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1" name="Google Shape;511;p67"/>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2" name="Google Shape;512;p67"/>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3" name="Google Shape;513;p67"/>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514" name="Google Shape;514;p67"/>
          <p:cNvSpPr txBox="1">
            <a:spLocks noGrp="1"/>
          </p:cNvSpPr>
          <p:nvPr>
            <p:ph type="body" idx="2"/>
          </p:nvPr>
        </p:nvSpPr>
        <p:spPr>
          <a:xfrm>
            <a:off x="905608" y="124905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5" name="Google Shape;515;p67"/>
          <p:cNvSpPr txBox="1">
            <a:spLocks noGrp="1"/>
          </p:cNvSpPr>
          <p:nvPr>
            <p:ph type="body" idx="3"/>
          </p:nvPr>
        </p:nvSpPr>
        <p:spPr>
          <a:xfrm>
            <a:off x="905609" y="166059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6" name="Google Shape;516;p67"/>
          <p:cNvSpPr txBox="1">
            <a:spLocks noGrp="1"/>
          </p:cNvSpPr>
          <p:nvPr>
            <p:ph type="body" idx="4"/>
          </p:nvPr>
        </p:nvSpPr>
        <p:spPr>
          <a:xfrm>
            <a:off x="905608" y="251855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7" name="Google Shape;517;p67"/>
          <p:cNvSpPr txBox="1">
            <a:spLocks noGrp="1"/>
          </p:cNvSpPr>
          <p:nvPr>
            <p:ph type="body" idx="5"/>
          </p:nvPr>
        </p:nvSpPr>
        <p:spPr>
          <a:xfrm>
            <a:off x="905609" y="293009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8" name="Google Shape;518;p67"/>
          <p:cNvSpPr txBox="1">
            <a:spLocks noGrp="1"/>
          </p:cNvSpPr>
          <p:nvPr>
            <p:ph type="body" idx="6"/>
          </p:nvPr>
        </p:nvSpPr>
        <p:spPr>
          <a:xfrm>
            <a:off x="905608" y="3774421"/>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9" name="Google Shape;519;p67"/>
          <p:cNvSpPr txBox="1">
            <a:spLocks noGrp="1"/>
          </p:cNvSpPr>
          <p:nvPr>
            <p:ph type="body" idx="7"/>
          </p:nvPr>
        </p:nvSpPr>
        <p:spPr>
          <a:xfrm>
            <a:off x="905609" y="4185967"/>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0" name="Google Shape;520;p67"/>
          <p:cNvSpPr txBox="1">
            <a:spLocks noGrp="1"/>
          </p:cNvSpPr>
          <p:nvPr>
            <p:ph type="body" idx="8"/>
          </p:nvPr>
        </p:nvSpPr>
        <p:spPr>
          <a:xfrm>
            <a:off x="905608" y="504162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1" name="Google Shape;521;p67"/>
          <p:cNvSpPr txBox="1">
            <a:spLocks noGrp="1"/>
          </p:cNvSpPr>
          <p:nvPr>
            <p:ph type="body" idx="9"/>
          </p:nvPr>
        </p:nvSpPr>
        <p:spPr>
          <a:xfrm>
            <a:off x="905609" y="545316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522" name="Google Shape;522;p67"/>
          <p:cNvGrpSpPr/>
          <p:nvPr/>
        </p:nvGrpSpPr>
        <p:grpSpPr>
          <a:xfrm>
            <a:off x="7179565" y="2719086"/>
            <a:ext cx="2105024" cy="1658938"/>
            <a:chOff x="4146550" y="1468196"/>
            <a:chExt cx="2105024" cy="1658938"/>
          </a:xfrm>
        </p:grpSpPr>
        <p:sp>
          <p:nvSpPr>
            <p:cNvPr id="523" name="Google Shape;523;p67"/>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4" name="Google Shape;524;p67"/>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5" name="Google Shape;525;p67"/>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6" name="Google Shape;526;p67"/>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7" name="Google Shape;527;p67"/>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28" name="Google Shape;528;p67"/>
          <p:cNvGrpSpPr/>
          <p:nvPr/>
        </p:nvGrpSpPr>
        <p:grpSpPr>
          <a:xfrm>
            <a:off x="8852789" y="3752912"/>
            <a:ext cx="2105024" cy="1658938"/>
            <a:chOff x="5946775" y="4468571"/>
            <a:chExt cx="2105024" cy="1658938"/>
          </a:xfrm>
        </p:grpSpPr>
        <p:sp>
          <p:nvSpPr>
            <p:cNvPr id="529" name="Google Shape;529;p67"/>
            <p:cNvSpPr/>
            <p:nvPr/>
          </p:nvSpPr>
          <p:spPr>
            <a:xfrm>
              <a:off x="5946775" y="5032135"/>
              <a:ext cx="2105024" cy="534988"/>
            </a:xfrm>
            <a:custGeom>
              <a:avLst/>
              <a:gdLst/>
              <a:ahLst/>
              <a:cxnLst/>
              <a:rect l="l" t="t" r="r" b="b"/>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0" name="Google Shape;530;p67"/>
            <p:cNvSpPr/>
            <p:nvPr/>
          </p:nvSpPr>
          <p:spPr>
            <a:xfrm>
              <a:off x="5946775" y="4468571"/>
              <a:ext cx="1096962" cy="1658938"/>
            </a:xfrm>
            <a:custGeom>
              <a:avLst/>
              <a:gdLst/>
              <a:ahLst/>
              <a:cxnLst/>
              <a:rect l="l" t="t" r="r" b="b"/>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1" name="Google Shape;531;p67"/>
            <p:cNvSpPr/>
            <p:nvPr/>
          </p:nvSpPr>
          <p:spPr>
            <a:xfrm>
              <a:off x="5946775" y="5032135"/>
              <a:ext cx="644524" cy="534988"/>
            </a:xfrm>
            <a:custGeom>
              <a:avLst/>
              <a:gdLst/>
              <a:ahLst/>
              <a:cxnLst/>
              <a:rect l="l" t="t" r="r" b="b"/>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2" name="Google Shape;532;p67"/>
            <p:cNvSpPr/>
            <p:nvPr/>
          </p:nvSpPr>
          <p:spPr>
            <a:xfrm>
              <a:off x="6213475" y="5032135"/>
              <a:ext cx="647700" cy="266699"/>
            </a:xfrm>
            <a:custGeom>
              <a:avLst/>
              <a:gdLst/>
              <a:ahLst/>
              <a:cxnLst/>
              <a:rect l="l" t="t" r="r" b="b"/>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3" name="Google Shape;533;p67"/>
            <p:cNvSpPr/>
            <p:nvPr/>
          </p:nvSpPr>
          <p:spPr>
            <a:xfrm>
              <a:off x="6213475" y="5298835"/>
              <a:ext cx="647700" cy="268288"/>
            </a:xfrm>
            <a:custGeom>
              <a:avLst/>
              <a:gdLst/>
              <a:ahLst/>
              <a:cxnLst/>
              <a:rect l="l" t="t" r="r" b="b"/>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34" name="Google Shape;534;p67"/>
          <p:cNvGrpSpPr/>
          <p:nvPr/>
        </p:nvGrpSpPr>
        <p:grpSpPr>
          <a:xfrm>
            <a:off x="7179565" y="4794313"/>
            <a:ext cx="2105024" cy="1658938"/>
            <a:chOff x="4146550" y="1468196"/>
            <a:chExt cx="2105024" cy="1658938"/>
          </a:xfrm>
        </p:grpSpPr>
        <p:sp>
          <p:nvSpPr>
            <p:cNvPr id="535" name="Google Shape;535;p67"/>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6" name="Google Shape;536;p67"/>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7" name="Google Shape;537;p67"/>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8" name="Google Shape;538;p67"/>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9" name="Google Shape;539;p67"/>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ero-Infographic">
  <p:cSld name="Aero-Infographic">
    <p:spTree>
      <p:nvGrpSpPr>
        <p:cNvPr id="1" name="Shape 540"/>
        <p:cNvGrpSpPr/>
        <p:nvPr/>
      </p:nvGrpSpPr>
      <p:grpSpPr>
        <a:xfrm>
          <a:off x="0" y="0"/>
          <a:ext cx="0" cy="0"/>
          <a:chOff x="0" y="0"/>
          <a:chExt cx="0" cy="0"/>
        </a:xfrm>
      </p:grpSpPr>
      <p:sp>
        <p:nvSpPr>
          <p:cNvPr id="541" name="Google Shape;541;p68"/>
          <p:cNvSpPr txBox="1">
            <a:spLocks noGrp="1"/>
          </p:cNvSpPr>
          <p:nvPr>
            <p:ph type="title"/>
          </p:nvPr>
        </p:nvSpPr>
        <p:spPr>
          <a:xfrm>
            <a:off x="208635" y="633245"/>
            <a:ext cx="9569083"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2" name="Google Shape;542;p68"/>
          <p:cNvSpPr txBox="1">
            <a:spLocks noGrp="1"/>
          </p:cNvSpPr>
          <p:nvPr>
            <p:ph type="body" idx="1"/>
          </p:nvPr>
        </p:nvSpPr>
        <p:spPr>
          <a:xfrm>
            <a:off x="207963" y="273050"/>
            <a:ext cx="9569083"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3" name="Google Shape;543;p68"/>
          <p:cNvSpPr/>
          <p:nvPr/>
        </p:nvSpPr>
        <p:spPr>
          <a:xfrm>
            <a:off x="-84570" y="2350435"/>
            <a:ext cx="9794526" cy="3583613"/>
          </a:xfrm>
          <a:custGeom>
            <a:avLst/>
            <a:gdLst/>
            <a:ahLst/>
            <a:cxnLst/>
            <a:rect l="l" t="t" r="r" b="b"/>
            <a:pathLst>
              <a:path w="120000" h="120000" extrusionOk="0">
                <a:moveTo>
                  <a:pt x="0" y="99534"/>
                </a:moveTo>
                <a:cubicBezTo>
                  <a:pt x="17821" y="120000"/>
                  <a:pt x="19688" y="62325"/>
                  <a:pt x="28005" y="62790"/>
                </a:cubicBezTo>
                <a:cubicBezTo>
                  <a:pt x="36322" y="63255"/>
                  <a:pt x="41414" y="85581"/>
                  <a:pt x="52277" y="83720"/>
                </a:cubicBezTo>
                <a:cubicBezTo>
                  <a:pt x="63140" y="81860"/>
                  <a:pt x="63988" y="40930"/>
                  <a:pt x="75190" y="37209"/>
                </a:cubicBezTo>
                <a:cubicBezTo>
                  <a:pt x="86393" y="33488"/>
                  <a:pt x="87538" y="57093"/>
                  <a:pt x="98231" y="55697"/>
                </a:cubicBezTo>
                <a:cubicBezTo>
                  <a:pt x="108925" y="54302"/>
                  <a:pt x="109137" y="9767"/>
                  <a:pt x="120000" y="0"/>
                </a:cubicBezTo>
              </a:path>
            </a:pathLst>
          </a:custGeom>
          <a:noFill/>
          <a:ln w="15875" cap="flat" cmpd="sng">
            <a:solidFill>
              <a:schemeClr val="dk1"/>
            </a:solidFill>
            <a:prstDash val="dash"/>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544" name="Google Shape;544;p68"/>
          <p:cNvGrpSpPr/>
          <p:nvPr/>
        </p:nvGrpSpPr>
        <p:grpSpPr>
          <a:xfrm>
            <a:off x="1760306" y="3744764"/>
            <a:ext cx="995965" cy="993236"/>
            <a:chOff x="1760306" y="3744764"/>
            <a:chExt cx="995965" cy="993236"/>
          </a:xfrm>
        </p:grpSpPr>
        <p:sp>
          <p:nvSpPr>
            <p:cNvPr id="545" name="Google Shape;545;p68"/>
            <p:cNvSpPr/>
            <p:nvPr/>
          </p:nvSpPr>
          <p:spPr>
            <a:xfrm>
              <a:off x="1760306" y="3744764"/>
              <a:ext cx="995965" cy="993236"/>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46" name="Google Shape;546;p68"/>
            <p:cNvSpPr/>
            <p:nvPr/>
          </p:nvSpPr>
          <p:spPr>
            <a:xfrm>
              <a:off x="2118625" y="410171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47" name="Google Shape;547;p68"/>
          <p:cNvGrpSpPr/>
          <p:nvPr/>
        </p:nvGrpSpPr>
        <p:grpSpPr>
          <a:xfrm>
            <a:off x="3658378" y="4366073"/>
            <a:ext cx="995965" cy="993236"/>
            <a:chOff x="3658378" y="4366073"/>
            <a:chExt cx="995965" cy="993236"/>
          </a:xfrm>
        </p:grpSpPr>
        <p:sp>
          <p:nvSpPr>
            <p:cNvPr id="548" name="Google Shape;548;p68"/>
            <p:cNvSpPr/>
            <p:nvPr/>
          </p:nvSpPr>
          <p:spPr>
            <a:xfrm>
              <a:off x="3658378" y="4366073"/>
              <a:ext cx="995965" cy="993236"/>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549" name="Google Shape;549;p68"/>
            <p:cNvSpPr/>
            <p:nvPr/>
          </p:nvSpPr>
          <p:spPr>
            <a:xfrm>
              <a:off x="4030553" y="4724983"/>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50" name="Google Shape;550;p68"/>
          <p:cNvGrpSpPr/>
          <p:nvPr/>
        </p:nvGrpSpPr>
        <p:grpSpPr>
          <a:xfrm>
            <a:off x="5556451" y="3010474"/>
            <a:ext cx="995965" cy="993236"/>
            <a:chOff x="5556451" y="3010474"/>
            <a:chExt cx="995965" cy="993236"/>
          </a:xfrm>
        </p:grpSpPr>
        <p:sp>
          <p:nvSpPr>
            <p:cNvPr id="551" name="Google Shape;551;p68"/>
            <p:cNvSpPr/>
            <p:nvPr/>
          </p:nvSpPr>
          <p:spPr>
            <a:xfrm>
              <a:off x="5556451" y="3010474"/>
              <a:ext cx="995965" cy="993236"/>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52" name="Google Shape;552;p68"/>
            <p:cNvSpPr/>
            <p:nvPr/>
          </p:nvSpPr>
          <p:spPr>
            <a:xfrm>
              <a:off x="5922678" y="3342621"/>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53" name="Google Shape;553;p68"/>
          <p:cNvGrpSpPr/>
          <p:nvPr/>
        </p:nvGrpSpPr>
        <p:grpSpPr>
          <a:xfrm>
            <a:off x="7454525" y="3536691"/>
            <a:ext cx="995965" cy="993236"/>
            <a:chOff x="7454525" y="3536691"/>
            <a:chExt cx="995965" cy="993236"/>
          </a:xfrm>
        </p:grpSpPr>
        <p:sp>
          <p:nvSpPr>
            <p:cNvPr id="554" name="Google Shape;554;p68"/>
            <p:cNvSpPr/>
            <p:nvPr/>
          </p:nvSpPr>
          <p:spPr>
            <a:xfrm>
              <a:off x="7454525" y="3536691"/>
              <a:ext cx="995965" cy="993236"/>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55" name="Google Shape;555;p68"/>
            <p:cNvSpPr/>
            <p:nvPr/>
          </p:nvSpPr>
          <p:spPr>
            <a:xfrm>
              <a:off x="7812842" y="389364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sp>
        <p:nvSpPr>
          <p:cNvPr id="556" name="Google Shape;556;p68"/>
          <p:cNvSpPr/>
          <p:nvPr/>
        </p:nvSpPr>
        <p:spPr>
          <a:xfrm>
            <a:off x="9656652" y="830141"/>
            <a:ext cx="1589340" cy="1589340"/>
          </a:xfrm>
          <a:custGeom>
            <a:avLst/>
            <a:gdLst/>
            <a:ahLst/>
            <a:cxnLst/>
            <a:rect l="l" t="t" r="r" b="b"/>
            <a:pathLst>
              <a:path w="120000" h="120000" extrusionOk="0">
                <a:moveTo>
                  <a:pt x="68227" y="110255"/>
                </a:moveTo>
                <a:lnTo>
                  <a:pt x="52294" y="71566"/>
                </a:lnTo>
                <a:lnTo>
                  <a:pt x="109194" y="14666"/>
                </a:lnTo>
                <a:cubicBezTo>
                  <a:pt x="109194" y="14666"/>
                  <a:pt x="68227" y="110255"/>
                  <a:pt x="68227" y="110255"/>
                </a:cubicBezTo>
                <a:close/>
                <a:moveTo>
                  <a:pt x="9750" y="51777"/>
                </a:moveTo>
                <a:lnTo>
                  <a:pt x="105333" y="10805"/>
                </a:lnTo>
                <a:lnTo>
                  <a:pt x="48438" y="67705"/>
                </a:lnTo>
                <a:cubicBezTo>
                  <a:pt x="48438" y="67705"/>
                  <a:pt x="9750" y="51777"/>
                  <a:pt x="9750" y="51777"/>
                </a:cubicBezTo>
                <a:close/>
                <a:moveTo>
                  <a:pt x="120000" y="2727"/>
                </a:moveTo>
                <a:cubicBezTo>
                  <a:pt x="120000" y="1222"/>
                  <a:pt x="118777" y="0"/>
                  <a:pt x="117272" y="0"/>
                </a:cubicBezTo>
                <a:cubicBezTo>
                  <a:pt x="116855" y="0"/>
                  <a:pt x="116466" y="111"/>
                  <a:pt x="116111" y="288"/>
                </a:cubicBezTo>
                <a:lnTo>
                  <a:pt x="116100" y="266"/>
                </a:lnTo>
                <a:lnTo>
                  <a:pt x="1677" y="49305"/>
                </a:lnTo>
                <a:cubicBezTo>
                  <a:pt x="1672" y="49305"/>
                  <a:pt x="1661" y="49311"/>
                  <a:pt x="1650" y="49316"/>
                </a:cubicBezTo>
                <a:lnTo>
                  <a:pt x="1555" y="49361"/>
                </a:lnTo>
                <a:lnTo>
                  <a:pt x="1561" y="49372"/>
                </a:lnTo>
                <a:cubicBezTo>
                  <a:pt x="644" y="49816"/>
                  <a:pt x="0" y="50733"/>
                  <a:pt x="0" y="51816"/>
                </a:cubicBezTo>
                <a:cubicBezTo>
                  <a:pt x="0" y="53055"/>
                  <a:pt x="838" y="54061"/>
                  <a:pt x="1972" y="54394"/>
                </a:cubicBezTo>
                <a:lnTo>
                  <a:pt x="1961" y="54438"/>
                </a:lnTo>
                <a:lnTo>
                  <a:pt x="47011" y="72988"/>
                </a:lnTo>
                <a:lnTo>
                  <a:pt x="65561" y="118044"/>
                </a:lnTo>
                <a:lnTo>
                  <a:pt x="65605" y="118027"/>
                </a:lnTo>
                <a:cubicBezTo>
                  <a:pt x="65938" y="119161"/>
                  <a:pt x="66944" y="120000"/>
                  <a:pt x="68183" y="120000"/>
                </a:cubicBezTo>
                <a:cubicBezTo>
                  <a:pt x="69266" y="120000"/>
                  <a:pt x="70188" y="119355"/>
                  <a:pt x="70627" y="118438"/>
                </a:cubicBezTo>
                <a:lnTo>
                  <a:pt x="70644" y="118444"/>
                </a:lnTo>
                <a:lnTo>
                  <a:pt x="70683" y="118350"/>
                </a:lnTo>
                <a:cubicBezTo>
                  <a:pt x="70688" y="118338"/>
                  <a:pt x="70694" y="118333"/>
                  <a:pt x="70694" y="118322"/>
                </a:cubicBezTo>
                <a:lnTo>
                  <a:pt x="119738" y="3900"/>
                </a:lnTo>
                <a:lnTo>
                  <a:pt x="119705" y="3883"/>
                </a:lnTo>
                <a:cubicBezTo>
                  <a:pt x="119877" y="3533"/>
                  <a:pt x="120000" y="3150"/>
                  <a:pt x="120000" y="2727"/>
                </a:cubicBezTo>
                <a:moveTo>
                  <a:pt x="43638" y="90000"/>
                </a:moveTo>
                <a:cubicBezTo>
                  <a:pt x="42883" y="90000"/>
                  <a:pt x="42200" y="90305"/>
                  <a:pt x="41705" y="90800"/>
                </a:cubicBezTo>
                <a:lnTo>
                  <a:pt x="33527" y="98983"/>
                </a:lnTo>
                <a:cubicBezTo>
                  <a:pt x="33033" y="99472"/>
                  <a:pt x="32727" y="100161"/>
                  <a:pt x="32727" y="100911"/>
                </a:cubicBezTo>
                <a:cubicBezTo>
                  <a:pt x="32727" y="102416"/>
                  <a:pt x="33950" y="103638"/>
                  <a:pt x="35455" y="103638"/>
                </a:cubicBezTo>
                <a:cubicBezTo>
                  <a:pt x="36205" y="103638"/>
                  <a:pt x="36888" y="103333"/>
                  <a:pt x="37383" y="102838"/>
                </a:cubicBezTo>
                <a:lnTo>
                  <a:pt x="45566" y="94655"/>
                </a:lnTo>
                <a:cubicBezTo>
                  <a:pt x="46061" y="94166"/>
                  <a:pt x="46361" y="93483"/>
                  <a:pt x="46361" y="92727"/>
                </a:cubicBezTo>
                <a:cubicBezTo>
                  <a:pt x="46361" y="91222"/>
                  <a:pt x="45144" y="90000"/>
                  <a:pt x="43638" y="90000"/>
                </a:cubicBezTo>
                <a:moveTo>
                  <a:pt x="43638" y="79094"/>
                </a:moveTo>
                <a:cubicBezTo>
                  <a:pt x="43638" y="77588"/>
                  <a:pt x="42416" y="76361"/>
                  <a:pt x="40911" y="76361"/>
                </a:cubicBezTo>
                <a:cubicBezTo>
                  <a:pt x="40155" y="76361"/>
                  <a:pt x="39472" y="76672"/>
                  <a:pt x="38983" y="77161"/>
                </a:cubicBezTo>
                <a:lnTo>
                  <a:pt x="11705" y="104433"/>
                </a:lnTo>
                <a:cubicBezTo>
                  <a:pt x="11216" y="104933"/>
                  <a:pt x="10911" y="105616"/>
                  <a:pt x="10911" y="106361"/>
                </a:cubicBezTo>
                <a:cubicBezTo>
                  <a:pt x="10911" y="107872"/>
                  <a:pt x="12133" y="109088"/>
                  <a:pt x="13638" y="109088"/>
                </a:cubicBezTo>
                <a:cubicBezTo>
                  <a:pt x="14388" y="109088"/>
                  <a:pt x="15072" y="108788"/>
                  <a:pt x="15566" y="108294"/>
                </a:cubicBezTo>
                <a:lnTo>
                  <a:pt x="42838" y="81016"/>
                </a:lnTo>
                <a:cubicBezTo>
                  <a:pt x="43333" y="80527"/>
                  <a:pt x="43638" y="79844"/>
                  <a:pt x="43638" y="79094"/>
                </a:cubicBezTo>
                <a:moveTo>
                  <a:pt x="26472" y="81016"/>
                </a:moveTo>
                <a:lnTo>
                  <a:pt x="29200" y="78294"/>
                </a:lnTo>
                <a:cubicBezTo>
                  <a:pt x="29694" y="77800"/>
                  <a:pt x="30000" y="77116"/>
                  <a:pt x="30000" y="76361"/>
                </a:cubicBezTo>
                <a:cubicBezTo>
                  <a:pt x="30000" y="74861"/>
                  <a:pt x="28777" y="73638"/>
                  <a:pt x="27272" y="73638"/>
                </a:cubicBezTo>
                <a:cubicBezTo>
                  <a:pt x="26522" y="73638"/>
                  <a:pt x="25838" y="73944"/>
                  <a:pt x="25344" y="74433"/>
                </a:cubicBezTo>
                <a:lnTo>
                  <a:pt x="22616" y="77161"/>
                </a:lnTo>
                <a:cubicBezTo>
                  <a:pt x="22122" y="77661"/>
                  <a:pt x="21816" y="78338"/>
                  <a:pt x="21816" y="79094"/>
                </a:cubicBezTo>
                <a:cubicBezTo>
                  <a:pt x="21816" y="80594"/>
                  <a:pt x="23038" y="81816"/>
                  <a:pt x="24544" y="81816"/>
                </a:cubicBezTo>
                <a:cubicBezTo>
                  <a:pt x="25300" y="81816"/>
                  <a:pt x="25977" y="81516"/>
                  <a:pt x="26472" y="81016"/>
                </a:cubicBezTo>
              </a:path>
            </a:pathLst>
          </a:custGeom>
          <a:solidFill>
            <a:schemeClr val="accen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sp>
        <p:nvSpPr>
          <p:cNvPr id="557" name="Google Shape;557;p68"/>
          <p:cNvSpPr/>
          <p:nvPr/>
        </p:nvSpPr>
        <p:spPr>
          <a:xfrm>
            <a:off x="3061373" y="3925276"/>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58" name="Google Shape;558;p68"/>
          <p:cNvSpPr/>
          <p:nvPr/>
        </p:nvSpPr>
        <p:spPr>
          <a:xfrm>
            <a:off x="2820294" y="4872157"/>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59" name="Google Shape;559;p68"/>
          <p:cNvSpPr/>
          <p:nvPr/>
        </p:nvSpPr>
        <p:spPr>
          <a:xfrm>
            <a:off x="5352763" y="4390342"/>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60" name="Google Shape;560;p68"/>
          <p:cNvSpPr/>
          <p:nvPr/>
        </p:nvSpPr>
        <p:spPr>
          <a:xfrm>
            <a:off x="7165005" y="2888865"/>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61" name="Google Shape;561;p68"/>
          <p:cNvSpPr txBox="1">
            <a:spLocks noGrp="1"/>
          </p:cNvSpPr>
          <p:nvPr>
            <p:ph type="body" idx="2"/>
          </p:nvPr>
        </p:nvSpPr>
        <p:spPr>
          <a:xfrm>
            <a:off x="1180757" y="2775427"/>
            <a:ext cx="2247780" cy="8736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2" name="Google Shape;562;p68"/>
          <p:cNvSpPr txBox="1">
            <a:spLocks noGrp="1"/>
          </p:cNvSpPr>
          <p:nvPr>
            <p:ph type="body" idx="3"/>
          </p:nvPr>
        </p:nvSpPr>
        <p:spPr>
          <a:xfrm>
            <a:off x="3025297" y="5390259"/>
            <a:ext cx="2327466" cy="789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3" name="Google Shape;563;p68"/>
          <p:cNvSpPr txBox="1">
            <a:spLocks noGrp="1"/>
          </p:cNvSpPr>
          <p:nvPr>
            <p:ph type="body" idx="4"/>
          </p:nvPr>
        </p:nvSpPr>
        <p:spPr>
          <a:xfrm>
            <a:off x="4721151" y="2149850"/>
            <a:ext cx="2327466" cy="86275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4" name="Google Shape;564;p68"/>
          <p:cNvSpPr txBox="1">
            <a:spLocks noGrp="1"/>
          </p:cNvSpPr>
          <p:nvPr>
            <p:ph type="body" idx="5"/>
          </p:nvPr>
        </p:nvSpPr>
        <p:spPr>
          <a:xfrm>
            <a:off x="6986775" y="4708150"/>
            <a:ext cx="2327466" cy="789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5" name="Google Shape;565;p68"/>
          <p:cNvSpPr txBox="1">
            <a:spLocks noGrp="1"/>
          </p:cNvSpPr>
          <p:nvPr>
            <p:ph type="body" idx="6"/>
          </p:nvPr>
        </p:nvSpPr>
        <p:spPr>
          <a:xfrm>
            <a:off x="10694145" y="1955612"/>
            <a:ext cx="1318631" cy="18602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6" name="Google Shape;566;p68"/>
          <p:cNvSpPr txBox="1">
            <a:spLocks noGrp="1"/>
          </p:cNvSpPr>
          <p:nvPr>
            <p:ph type="body" idx="7"/>
          </p:nvPr>
        </p:nvSpPr>
        <p:spPr>
          <a:xfrm>
            <a:off x="1180758" y="2222957"/>
            <a:ext cx="2247780"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7" name="Google Shape;567;p68"/>
          <p:cNvSpPr txBox="1">
            <a:spLocks noGrp="1"/>
          </p:cNvSpPr>
          <p:nvPr>
            <p:ph type="body" idx="8"/>
          </p:nvPr>
        </p:nvSpPr>
        <p:spPr>
          <a:xfrm>
            <a:off x="4721151" y="1607631"/>
            <a:ext cx="2327466"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8" name="Google Shape;568;p68"/>
          <p:cNvSpPr txBox="1">
            <a:spLocks noGrp="1"/>
          </p:cNvSpPr>
          <p:nvPr>
            <p:ph type="body" idx="9"/>
          </p:nvPr>
        </p:nvSpPr>
        <p:spPr>
          <a:xfrm>
            <a:off x="3025297" y="6180788"/>
            <a:ext cx="2327466" cy="364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9" name="Google Shape;569;p68"/>
          <p:cNvSpPr txBox="1">
            <a:spLocks noGrp="1"/>
          </p:cNvSpPr>
          <p:nvPr>
            <p:ph type="body" idx="13"/>
          </p:nvPr>
        </p:nvSpPr>
        <p:spPr>
          <a:xfrm>
            <a:off x="6986775" y="5537050"/>
            <a:ext cx="2327466"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570"/>
        <p:cNvGrpSpPr/>
        <p:nvPr/>
      </p:nvGrpSpPr>
      <p:grpSpPr>
        <a:xfrm>
          <a:off x="0" y="0"/>
          <a:ext cx="0" cy="0"/>
          <a:chOff x="0" y="0"/>
          <a:chExt cx="0" cy="0"/>
        </a:xfrm>
      </p:grpSpPr>
      <p:sp>
        <p:nvSpPr>
          <p:cNvPr id="571" name="Google Shape;571;p6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2" name="Google Shape;572;p69"/>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573" name="Google Shape;573;p69"/>
          <p:cNvGrpSpPr/>
          <p:nvPr/>
        </p:nvGrpSpPr>
        <p:grpSpPr>
          <a:xfrm>
            <a:off x="8705339" y="1607951"/>
            <a:ext cx="2504672" cy="2336330"/>
            <a:chOff x="8705339" y="1607951"/>
            <a:chExt cx="2504672" cy="2336330"/>
          </a:xfrm>
        </p:grpSpPr>
        <p:grpSp>
          <p:nvGrpSpPr>
            <p:cNvPr id="574" name="Google Shape;574;p69"/>
            <p:cNvGrpSpPr/>
            <p:nvPr/>
          </p:nvGrpSpPr>
          <p:grpSpPr>
            <a:xfrm>
              <a:off x="8705339" y="1607951"/>
              <a:ext cx="2358104" cy="2097263"/>
              <a:chOff x="8705339" y="1607951"/>
              <a:chExt cx="2358104" cy="2097263"/>
            </a:xfrm>
          </p:grpSpPr>
          <p:sp>
            <p:nvSpPr>
              <p:cNvPr id="575" name="Google Shape;575;p69"/>
              <p:cNvSpPr/>
              <p:nvPr/>
            </p:nvSpPr>
            <p:spPr>
              <a:xfrm rot="-5400000">
                <a:off x="8706847"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6" name="Google Shape;576;p69"/>
              <p:cNvSpPr/>
              <p:nvPr/>
            </p:nvSpPr>
            <p:spPr>
              <a:xfrm>
                <a:off x="9882742" y="1607951"/>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7" name="Google Shape;577;p69"/>
              <p:cNvSpPr/>
              <p:nvPr/>
            </p:nvSpPr>
            <p:spPr>
              <a:xfrm>
                <a:off x="8705339" y="2785319"/>
                <a:ext cx="455853" cy="91935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8" name="Google Shape;578;p69"/>
              <p:cNvSpPr/>
              <p:nvPr/>
            </p:nvSpPr>
            <p:spPr>
              <a:xfrm>
                <a:off x="10607442" y="2785321"/>
                <a:ext cx="455853" cy="91989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579" name="Google Shape;579;p69"/>
            <p:cNvSpPr/>
            <p:nvPr/>
          </p:nvSpPr>
          <p:spPr>
            <a:xfrm rot="2700000">
              <a:off x="10575857"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80" name="Google Shape;580;p69"/>
          <p:cNvGrpSpPr/>
          <p:nvPr/>
        </p:nvGrpSpPr>
        <p:grpSpPr>
          <a:xfrm>
            <a:off x="6794670" y="3441706"/>
            <a:ext cx="2503757" cy="2336328"/>
            <a:chOff x="3371475" y="3591818"/>
            <a:chExt cx="2074748" cy="1936007"/>
          </a:xfrm>
        </p:grpSpPr>
        <p:sp>
          <p:nvSpPr>
            <p:cNvPr id="581" name="Google Shape;581;p69"/>
            <p:cNvSpPr/>
            <p:nvPr/>
          </p:nvSpPr>
          <p:spPr>
            <a:xfrm rot="-5400000" flipH="1">
              <a:off x="3372725" y="4548183"/>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2" name="Google Shape;582;p69"/>
            <p:cNvSpPr/>
            <p:nvPr/>
          </p:nvSpPr>
          <p:spPr>
            <a:xfrm rot="10800000" flipH="1">
              <a:off x="4346378" y="4546935"/>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3" name="Google Shape;583;p69"/>
            <p:cNvSpPr/>
            <p:nvPr/>
          </p:nvSpPr>
          <p:spPr>
            <a:xfrm rot="10800000" flipH="1">
              <a:off x="3371475" y="3790370"/>
              <a:ext cx="377745" cy="76182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4" name="Google Shape;584;p69"/>
            <p:cNvSpPr/>
            <p:nvPr/>
          </p:nvSpPr>
          <p:spPr>
            <a:xfrm rot="10800000" flipH="1">
              <a:off x="4946903" y="3789921"/>
              <a:ext cx="377745" cy="76227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5" name="Google Shape;585;p69"/>
            <p:cNvSpPr/>
            <p:nvPr/>
          </p:nvSpPr>
          <p:spPr>
            <a:xfrm rot="8100000" flipH="1">
              <a:off x="4920731" y="3681978"/>
              <a:ext cx="435332" cy="435332"/>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86" name="Google Shape;586;p69"/>
          <p:cNvGrpSpPr/>
          <p:nvPr/>
        </p:nvGrpSpPr>
        <p:grpSpPr>
          <a:xfrm>
            <a:off x="4892567" y="1607951"/>
            <a:ext cx="2504672" cy="2336330"/>
            <a:chOff x="4892567" y="1607951"/>
            <a:chExt cx="2504672" cy="2336330"/>
          </a:xfrm>
        </p:grpSpPr>
        <p:sp>
          <p:nvSpPr>
            <p:cNvPr id="587" name="Google Shape;587;p69"/>
            <p:cNvSpPr/>
            <p:nvPr/>
          </p:nvSpPr>
          <p:spPr>
            <a:xfrm rot="-5400000">
              <a:off x="4894075"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8" name="Google Shape;588;p69"/>
            <p:cNvSpPr/>
            <p:nvPr/>
          </p:nvSpPr>
          <p:spPr>
            <a:xfrm>
              <a:off x="6069971" y="1607951"/>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9" name="Google Shape;589;p69"/>
            <p:cNvSpPr/>
            <p:nvPr/>
          </p:nvSpPr>
          <p:spPr>
            <a:xfrm>
              <a:off x="4892567" y="2785319"/>
              <a:ext cx="455853" cy="91935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0" name="Google Shape;590;p69"/>
            <p:cNvSpPr/>
            <p:nvPr/>
          </p:nvSpPr>
          <p:spPr>
            <a:xfrm>
              <a:off x="6794671" y="2785321"/>
              <a:ext cx="455853" cy="91989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1" name="Google Shape;591;p69"/>
            <p:cNvSpPr/>
            <p:nvPr/>
          </p:nvSpPr>
          <p:spPr>
            <a:xfrm rot="2700000">
              <a:off x="6763085"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92" name="Google Shape;592;p69"/>
          <p:cNvGrpSpPr/>
          <p:nvPr/>
        </p:nvGrpSpPr>
        <p:grpSpPr>
          <a:xfrm>
            <a:off x="2992894" y="3441706"/>
            <a:ext cx="2503757" cy="2336328"/>
            <a:chOff x="3371475" y="3591818"/>
            <a:chExt cx="2074748" cy="1936007"/>
          </a:xfrm>
        </p:grpSpPr>
        <p:sp>
          <p:nvSpPr>
            <p:cNvPr id="593" name="Google Shape;593;p69"/>
            <p:cNvSpPr/>
            <p:nvPr/>
          </p:nvSpPr>
          <p:spPr>
            <a:xfrm rot="-5400000" flipH="1">
              <a:off x="3372725" y="4548183"/>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4" name="Google Shape;594;p69"/>
            <p:cNvSpPr/>
            <p:nvPr/>
          </p:nvSpPr>
          <p:spPr>
            <a:xfrm rot="10800000" flipH="1">
              <a:off x="4346378" y="4546935"/>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69"/>
            <p:cNvSpPr/>
            <p:nvPr/>
          </p:nvSpPr>
          <p:spPr>
            <a:xfrm rot="10800000" flipH="1">
              <a:off x="3371475" y="3790370"/>
              <a:ext cx="377745" cy="76182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69"/>
            <p:cNvSpPr/>
            <p:nvPr/>
          </p:nvSpPr>
          <p:spPr>
            <a:xfrm rot="10800000" flipH="1">
              <a:off x="4946903" y="3789921"/>
              <a:ext cx="377745" cy="76227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69"/>
            <p:cNvSpPr/>
            <p:nvPr/>
          </p:nvSpPr>
          <p:spPr>
            <a:xfrm rot="8100000" flipH="1">
              <a:off x="4920731" y="3681978"/>
              <a:ext cx="435332" cy="435332"/>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98" name="Google Shape;598;p69"/>
          <p:cNvGrpSpPr/>
          <p:nvPr/>
        </p:nvGrpSpPr>
        <p:grpSpPr>
          <a:xfrm>
            <a:off x="1090792" y="1607950"/>
            <a:ext cx="2504673" cy="2336331"/>
            <a:chOff x="1090792" y="1607950"/>
            <a:chExt cx="2504673" cy="2336331"/>
          </a:xfrm>
        </p:grpSpPr>
        <p:sp>
          <p:nvSpPr>
            <p:cNvPr id="599" name="Google Shape;599;p69"/>
            <p:cNvSpPr/>
            <p:nvPr/>
          </p:nvSpPr>
          <p:spPr>
            <a:xfrm rot="-5400000">
              <a:off x="1092300"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69"/>
            <p:cNvSpPr/>
            <p:nvPr/>
          </p:nvSpPr>
          <p:spPr>
            <a:xfrm>
              <a:off x="2268196" y="1607950"/>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69"/>
            <p:cNvSpPr/>
            <p:nvPr/>
          </p:nvSpPr>
          <p:spPr>
            <a:xfrm>
              <a:off x="1090792" y="2785318"/>
              <a:ext cx="455853" cy="91935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2" name="Google Shape;602;p69"/>
            <p:cNvSpPr/>
            <p:nvPr/>
          </p:nvSpPr>
          <p:spPr>
            <a:xfrm>
              <a:off x="2992894" y="2785318"/>
              <a:ext cx="455853" cy="9198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3" name="Google Shape;603;p69"/>
            <p:cNvSpPr/>
            <p:nvPr/>
          </p:nvSpPr>
          <p:spPr>
            <a:xfrm rot="2700000">
              <a:off x="2961311"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04" name="Google Shape;604;p69"/>
          <p:cNvSpPr/>
          <p:nvPr/>
        </p:nvSpPr>
        <p:spPr>
          <a:xfrm>
            <a:off x="1981263" y="2448663"/>
            <a:ext cx="611596" cy="61159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5" name="Google Shape;605;p69"/>
          <p:cNvSpPr/>
          <p:nvPr/>
        </p:nvSpPr>
        <p:spPr>
          <a:xfrm>
            <a:off x="2153233" y="2615963"/>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606" name="Google Shape;606;p69"/>
          <p:cNvSpPr/>
          <p:nvPr/>
        </p:nvSpPr>
        <p:spPr>
          <a:xfrm>
            <a:off x="3864632" y="4349703"/>
            <a:ext cx="611596" cy="61159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7" name="Google Shape;607;p69"/>
          <p:cNvSpPr/>
          <p:nvPr/>
        </p:nvSpPr>
        <p:spPr>
          <a:xfrm>
            <a:off x="4047092" y="4515837"/>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nvGrpSpPr>
          <p:cNvPr id="608" name="Google Shape;608;p69"/>
          <p:cNvGrpSpPr/>
          <p:nvPr/>
        </p:nvGrpSpPr>
        <p:grpSpPr>
          <a:xfrm>
            <a:off x="5759496" y="2448663"/>
            <a:ext cx="611596" cy="611596"/>
            <a:chOff x="5759496" y="2448663"/>
            <a:chExt cx="611596" cy="611596"/>
          </a:xfrm>
        </p:grpSpPr>
        <p:sp>
          <p:nvSpPr>
            <p:cNvPr id="609" name="Google Shape;609;p69"/>
            <p:cNvSpPr/>
            <p:nvPr/>
          </p:nvSpPr>
          <p:spPr>
            <a:xfrm>
              <a:off x="5759496" y="2448663"/>
              <a:ext cx="611596" cy="61159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0" name="Google Shape;610;p69"/>
            <p:cNvSpPr/>
            <p:nvPr/>
          </p:nvSpPr>
          <p:spPr>
            <a:xfrm>
              <a:off x="5936021" y="2614727"/>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611" name="Google Shape;611;p69"/>
          <p:cNvGrpSpPr/>
          <p:nvPr/>
        </p:nvGrpSpPr>
        <p:grpSpPr>
          <a:xfrm>
            <a:off x="7681647" y="4349703"/>
            <a:ext cx="611596" cy="611596"/>
            <a:chOff x="7681647" y="4349703"/>
            <a:chExt cx="611596" cy="611596"/>
          </a:xfrm>
        </p:grpSpPr>
        <p:sp>
          <p:nvSpPr>
            <p:cNvPr id="612" name="Google Shape;612;p69"/>
            <p:cNvSpPr/>
            <p:nvPr/>
          </p:nvSpPr>
          <p:spPr>
            <a:xfrm>
              <a:off x="7681647" y="4349703"/>
              <a:ext cx="611596" cy="61159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69"/>
            <p:cNvSpPr/>
            <p:nvPr/>
          </p:nvSpPr>
          <p:spPr>
            <a:xfrm>
              <a:off x="7846559" y="4515837"/>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614" name="Google Shape;614;p69"/>
          <p:cNvGrpSpPr/>
          <p:nvPr/>
        </p:nvGrpSpPr>
        <p:grpSpPr>
          <a:xfrm>
            <a:off x="9576939" y="2448663"/>
            <a:ext cx="611596" cy="611596"/>
            <a:chOff x="9576939" y="2448663"/>
            <a:chExt cx="611596" cy="611596"/>
          </a:xfrm>
        </p:grpSpPr>
        <p:sp>
          <p:nvSpPr>
            <p:cNvPr id="615" name="Google Shape;615;p69"/>
            <p:cNvSpPr/>
            <p:nvPr/>
          </p:nvSpPr>
          <p:spPr>
            <a:xfrm>
              <a:off x="9576939" y="2448663"/>
              <a:ext cx="611596" cy="611596"/>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6" name="Google Shape;616;p69"/>
            <p:cNvSpPr/>
            <p:nvPr/>
          </p:nvSpPr>
          <p:spPr>
            <a:xfrm>
              <a:off x="9749393" y="2614727"/>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sp>
        <p:nvSpPr>
          <p:cNvPr id="617" name="Google Shape;617;p69"/>
          <p:cNvSpPr txBox="1">
            <a:spLocks noGrp="1"/>
          </p:cNvSpPr>
          <p:nvPr>
            <p:ph type="body" idx="2"/>
          </p:nvPr>
        </p:nvSpPr>
        <p:spPr>
          <a:xfrm>
            <a:off x="1584929"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8" name="Google Shape;618;p69"/>
          <p:cNvSpPr txBox="1">
            <a:spLocks noGrp="1"/>
          </p:cNvSpPr>
          <p:nvPr>
            <p:ph type="body" idx="3"/>
          </p:nvPr>
        </p:nvSpPr>
        <p:spPr>
          <a:xfrm>
            <a:off x="1575449"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9" name="Google Shape;619;p69"/>
          <p:cNvSpPr txBox="1">
            <a:spLocks noGrp="1"/>
          </p:cNvSpPr>
          <p:nvPr>
            <p:ph type="body" idx="4"/>
          </p:nvPr>
        </p:nvSpPr>
        <p:spPr>
          <a:xfrm>
            <a:off x="3519528" y="3908411"/>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0" name="Google Shape;620;p69"/>
          <p:cNvSpPr txBox="1">
            <a:spLocks noGrp="1"/>
          </p:cNvSpPr>
          <p:nvPr>
            <p:ph type="body" idx="5"/>
          </p:nvPr>
        </p:nvSpPr>
        <p:spPr>
          <a:xfrm>
            <a:off x="3518381" y="2588973"/>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1" name="Google Shape;621;p69"/>
          <p:cNvSpPr txBox="1">
            <a:spLocks noGrp="1"/>
          </p:cNvSpPr>
          <p:nvPr>
            <p:ph type="body" idx="6"/>
          </p:nvPr>
        </p:nvSpPr>
        <p:spPr>
          <a:xfrm>
            <a:off x="5400162"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2" name="Google Shape;622;p69"/>
          <p:cNvSpPr txBox="1">
            <a:spLocks noGrp="1"/>
          </p:cNvSpPr>
          <p:nvPr>
            <p:ph type="body" idx="7"/>
          </p:nvPr>
        </p:nvSpPr>
        <p:spPr>
          <a:xfrm>
            <a:off x="5390682"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3" name="Google Shape;623;p69"/>
          <p:cNvSpPr txBox="1">
            <a:spLocks noGrp="1"/>
          </p:cNvSpPr>
          <p:nvPr>
            <p:ph type="body" idx="8"/>
          </p:nvPr>
        </p:nvSpPr>
        <p:spPr>
          <a:xfrm>
            <a:off x="7308390" y="3908411"/>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4" name="Google Shape;624;p69"/>
          <p:cNvSpPr txBox="1">
            <a:spLocks noGrp="1"/>
          </p:cNvSpPr>
          <p:nvPr>
            <p:ph type="body" idx="9"/>
          </p:nvPr>
        </p:nvSpPr>
        <p:spPr>
          <a:xfrm>
            <a:off x="7307243" y="2588973"/>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5" name="Google Shape;625;p69"/>
          <p:cNvSpPr txBox="1">
            <a:spLocks noGrp="1"/>
          </p:cNvSpPr>
          <p:nvPr>
            <p:ph type="body" idx="13"/>
          </p:nvPr>
        </p:nvSpPr>
        <p:spPr>
          <a:xfrm>
            <a:off x="9250776"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6" name="Google Shape;626;p69"/>
          <p:cNvSpPr txBox="1">
            <a:spLocks noGrp="1"/>
          </p:cNvSpPr>
          <p:nvPr>
            <p:ph type="body" idx="14"/>
          </p:nvPr>
        </p:nvSpPr>
        <p:spPr>
          <a:xfrm>
            <a:off x="9241296"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ree-Infographic">
  <p:cSld name="Tree-Infographic">
    <p:spTree>
      <p:nvGrpSpPr>
        <p:cNvPr id="1" name="Shape 627"/>
        <p:cNvGrpSpPr/>
        <p:nvPr/>
      </p:nvGrpSpPr>
      <p:grpSpPr>
        <a:xfrm>
          <a:off x="0" y="0"/>
          <a:ext cx="0" cy="0"/>
          <a:chOff x="0" y="0"/>
          <a:chExt cx="0" cy="0"/>
        </a:xfrm>
      </p:grpSpPr>
      <p:sp>
        <p:nvSpPr>
          <p:cNvPr id="628" name="Google Shape;628;p70"/>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9" name="Google Shape;629;p70"/>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630" name="Google Shape;630;p70"/>
          <p:cNvGrpSpPr/>
          <p:nvPr/>
        </p:nvGrpSpPr>
        <p:grpSpPr>
          <a:xfrm>
            <a:off x="6992716" y="1169665"/>
            <a:ext cx="4573641" cy="5344829"/>
            <a:chOff x="2813" y="961"/>
            <a:chExt cx="2052" cy="2397"/>
          </a:xfrm>
        </p:grpSpPr>
        <p:sp>
          <p:nvSpPr>
            <p:cNvPr id="631" name="Google Shape;631;p70"/>
            <p:cNvSpPr/>
            <p:nvPr/>
          </p:nvSpPr>
          <p:spPr>
            <a:xfrm>
              <a:off x="4415" y="1626"/>
              <a:ext cx="127" cy="168"/>
            </a:xfrm>
            <a:custGeom>
              <a:avLst/>
              <a:gdLst/>
              <a:ahLst/>
              <a:cxnLst/>
              <a:rect l="l" t="t" r="r" b="b"/>
              <a:pathLst>
                <a:path w="120000" h="120000" extrusionOk="0">
                  <a:moveTo>
                    <a:pt x="11111" y="55774"/>
                  </a:moveTo>
                  <a:cubicBezTo>
                    <a:pt x="0" y="77746"/>
                    <a:pt x="8888" y="101408"/>
                    <a:pt x="31111" y="120000"/>
                  </a:cubicBezTo>
                  <a:cubicBezTo>
                    <a:pt x="64444" y="116619"/>
                    <a:pt x="95555" y="103098"/>
                    <a:pt x="106666" y="81126"/>
                  </a:cubicBezTo>
                  <a:cubicBezTo>
                    <a:pt x="120000" y="59154"/>
                    <a:pt x="117777" y="16901"/>
                    <a:pt x="95555" y="0"/>
                  </a:cubicBezTo>
                  <a:cubicBezTo>
                    <a:pt x="60000" y="1690"/>
                    <a:pt x="22222" y="32112"/>
                    <a:pt x="11111" y="55774"/>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2" name="Google Shape;632;p70"/>
            <p:cNvSpPr/>
            <p:nvPr/>
          </p:nvSpPr>
          <p:spPr>
            <a:xfrm>
              <a:off x="4261" y="1218"/>
              <a:ext cx="130" cy="166"/>
            </a:xfrm>
            <a:custGeom>
              <a:avLst/>
              <a:gdLst/>
              <a:ahLst/>
              <a:cxnLst/>
              <a:rect l="l" t="t" r="r" b="b"/>
              <a:pathLst>
                <a:path w="120000" h="120000" extrusionOk="0">
                  <a:moveTo>
                    <a:pt x="13090" y="82285"/>
                  </a:moveTo>
                  <a:cubicBezTo>
                    <a:pt x="26181" y="104571"/>
                    <a:pt x="54545" y="118285"/>
                    <a:pt x="89454" y="120000"/>
                  </a:cubicBezTo>
                  <a:cubicBezTo>
                    <a:pt x="111272" y="102857"/>
                    <a:pt x="120000" y="77142"/>
                    <a:pt x="106909" y="54857"/>
                  </a:cubicBezTo>
                  <a:cubicBezTo>
                    <a:pt x="93818" y="32571"/>
                    <a:pt x="54545" y="1714"/>
                    <a:pt x="21818" y="0"/>
                  </a:cubicBezTo>
                  <a:cubicBezTo>
                    <a:pt x="0" y="18857"/>
                    <a:pt x="2181" y="60000"/>
                    <a:pt x="13090" y="82285"/>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3" name="Google Shape;633;p70"/>
            <p:cNvSpPr/>
            <p:nvPr/>
          </p:nvSpPr>
          <p:spPr>
            <a:xfrm>
              <a:off x="3452" y="1219"/>
              <a:ext cx="120" cy="177"/>
            </a:xfrm>
            <a:custGeom>
              <a:avLst/>
              <a:gdLst/>
              <a:ahLst/>
              <a:cxnLst/>
              <a:rect l="l" t="t" r="r" b="b"/>
              <a:pathLst>
                <a:path w="120000" h="120000" extrusionOk="0">
                  <a:moveTo>
                    <a:pt x="7058" y="62400"/>
                  </a:moveTo>
                  <a:cubicBezTo>
                    <a:pt x="0" y="84800"/>
                    <a:pt x="16470" y="105600"/>
                    <a:pt x="44705" y="120000"/>
                  </a:cubicBezTo>
                  <a:cubicBezTo>
                    <a:pt x="80000" y="113600"/>
                    <a:pt x="105882" y="97600"/>
                    <a:pt x="112941" y="75200"/>
                  </a:cubicBezTo>
                  <a:cubicBezTo>
                    <a:pt x="120000" y="52800"/>
                    <a:pt x="108235" y="14400"/>
                    <a:pt x="80000" y="0"/>
                  </a:cubicBezTo>
                  <a:cubicBezTo>
                    <a:pt x="44705" y="6400"/>
                    <a:pt x="14117" y="40000"/>
                    <a:pt x="7058" y="624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4" name="Google Shape;634;p70"/>
            <p:cNvSpPr/>
            <p:nvPr/>
          </p:nvSpPr>
          <p:spPr>
            <a:xfrm>
              <a:off x="2912" y="1464"/>
              <a:ext cx="186" cy="112"/>
            </a:xfrm>
            <a:custGeom>
              <a:avLst/>
              <a:gdLst/>
              <a:ahLst/>
              <a:cxnLst/>
              <a:rect l="l" t="t" r="r" b="b"/>
              <a:pathLst>
                <a:path w="120000" h="120000" extrusionOk="0">
                  <a:moveTo>
                    <a:pt x="75949" y="112500"/>
                  </a:moveTo>
                  <a:cubicBezTo>
                    <a:pt x="98734" y="105000"/>
                    <a:pt x="113924" y="77500"/>
                    <a:pt x="120000" y="42500"/>
                  </a:cubicBezTo>
                  <a:cubicBezTo>
                    <a:pt x="104810" y="15000"/>
                    <a:pt x="82025" y="0"/>
                    <a:pt x="59240" y="7500"/>
                  </a:cubicBezTo>
                  <a:cubicBezTo>
                    <a:pt x="37974" y="15000"/>
                    <a:pt x="4556" y="50000"/>
                    <a:pt x="0" y="85000"/>
                  </a:cubicBezTo>
                  <a:cubicBezTo>
                    <a:pt x="15189" y="112500"/>
                    <a:pt x="53164" y="120000"/>
                    <a:pt x="75949" y="1125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5" name="Google Shape;635;p70"/>
            <p:cNvSpPr/>
            <p:nvPr/>
          </p:nvSpPr>
          <p:spPr>
            <a:xfrm>
              <a:off x="3659" y="1071"/>
              <a:ext cx="173" cy="122"/>
            </a:xfrm>
            <a:custGeom>
              <a:avLst/>
              <a:gdLst/>
              <a:ahLst/>
              <a:cxnLst/>
              <a:rect l="l" t="t" r="r" b="b"/>
              <a:pathLst>
                <a:path w="120000" h="120000" extrusionOk="0">
                  <a:moveTo>
                    <a:pt x="50958" y="106153"/>
                  </a:moveTo>
                  <a:cubicBezTo>
                    <a:pt x="73972" y="120000"/>
                    <a:pt x="100273" y="115384"/>
                    <a:pt x="119999" y="94615"/>
                  </a:cubicBezTo>
                  <a:cubicBezTo>
                    <a:pt x="119999" y="62307"/>
                    <a:pt x="106849" y="32307"/>
                    <a:pt x="83835" y="18461"/>
                  </a:cubicBezTo>
                  <a:cubicBezTo>
                    <a:pt x="62465" y="4615"/>
                    <a:pt x="19726" y="0"/>
                    <a:pt x="0" y="18461"/>
                  </a:cubicBezTo>
                  <a:cubicBezTo>
                    <a:pt x="0" y="53076"/>
                    <a:pt x="29589" y="92307"/>
                    <a:pt x="50958" y="10615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6" name="Google Shape;636;p70"/>
            <p:cNvSpPr/>
            <p:nvPr/>
          </p:nvSpPr>
          <p:spPr>
            <a:xfrm>
              <a:off x="4702" y="1626"/>
              <a:ext cx="130" cy="168"/>
            </a:xfrm>
            <a:custGeom>
              <a:avLst/>
              <a:gdLst/>
              <a:ahLst/>
              <a:cxnLst/>
              <a:rect l="l" t="t" r="r" b="b"/>
              <a:pathLst>
                <a:path w="120000" h="120000" extrusionOk="0">
                  <a:moveTo>
                    <a:pt x="15272" y="81126"/>
                  </a:moveTo>
                  <a:cubicBezTo>
                    <a:pt x="26181" y="103098"/>
                    <a:pt x="56727" y="116619"/>
                    <a:pt x="89454" y="120000"/>
                  </a:cubicBezTo>
                  <a:cubicBezTo>
                    <a:pt x="111272" y="101408"/>
                    <a:pt x="120000" y="76056"/>
                    <a:pt x="109090" y="54084"/>
                  </a:cubicBezTo>
                  <a:cubicBezTo>
                    <a:pt x="96000" y="32112"/>
                    <a:pt x="56727" y="1690"/>
                    <a:pt x="24000" y="0"/>
                  </a:cubicBezTo>
                  <a:cubicBezTo>
                    <a:pt x="0" y="18591"/>
                    <a:pt x="2181" y="59154"/>
                    <a:pt x="15272" y="81126"/>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7" name="Google Shape;637;p70"/>
            <p:cNvSpPr/>
            <p:nvPr/>
          </p:nvSpPr>
          <p:spPr>
            <a:xfrm>
              <a:off x="3194" y="1907"/>
              <a:ext cx="153" cy="150"/>
            </a:xfrm>
            <a:custGeom>
              <a:avLst/>
              <a:gdLst/>
              <a:ahLst/>
              <a:cxnLst/>
              <a:rect l="l" t="t" r="r" b="b"/>
              <a:pathLst>
                <a:path w="120000" h="120000" extrusionOk="0">
                  <a:moveTo>
                    <a:pt x="97846" y="80625"/>
                  </a:moveTo>
                  <a:cubicBezTo>
                    <a:pt x="116307" y="60000"/>
                    <a:pt x="120000" y="31875"/>
                    <a:pt x="108923" y="7500"/>
                  </a:cubicBezTo>
                  <a:cubicBezTo>
                    <a:pt x="81230" y="0"/>
                    <a:pt x="51692" y="7500"/>
                    <a:pt x="33230" y="26250"/>
                  </a:cubicBezTo>
                  <a:cubicBezTo>
                    <a:pt x="14769" y="45000"/>
                    <a:pt x="0" y="88125"/>
                    <a:pt x="9230" y="114375"/>
                  </a:cubicBezTo>
                  <a:cubicBezTo>
                    <a:pt x="36923" y="120000"/>
                    <a:pt x="79384" y="99375"/>
                    <a:pt x="97846" y="8062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8" name="Google Shape;638;p70"/>
            <p:cNvSpPr/>
            <p:nvPr/>
          </p:nvSpPr>
          <p:spPr>
            <a:xfrm>
              <a:off x="2886" y="2504"/>
              <a:ext cx="1837" cy="854"/>
            </a:xfrm>
            <a:custGeom>
              <a:avLst/>
              <a:gdLst/>
              <a:ahLst/>
              <a:cxnLst/>
              <a:rect l="l" t="t" r="r" b="b"/>
              <a:pathLst>
                <a:path w="120000" h="120000" extrusionOk="0">
                  <a:moveTo>
                    <a:pt x="60077" y="120000"/>
                  </a:moveTo>
                  <a:cubicBezTo>
                    <a:pt x="93212" y="120000"/>
                    <a:pt x="120000" y="66149"/>
                    <a:pt x="120000" y="0"/>
                  </a:cubicBezTo>
                  <a:cubicBezTo>
                    <a:pt x="0" y="0"/>
                    <a:pt x="0" y="0"/>
                    <a:pt x="0" y="0"/>
                  </a:cubicBezTo>
                  <a:cubicBezTo>
                    <a:pt x="0" y="66149"/>
                    <a:pt x="26941" y="120000"/>
                    <a:pt x="60077"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9" name="Google Shape;639;p70"/>
            <p:cNvSpPr/>
            <p:nvPr/>
          </p:nvSpPr>
          <p:spPr>
            <a:xfrm>
              <a:off x="3081" y="2504"/>
              <a:ext cx="1446" cy="674"/>
            </a:xfrm>
            <a:custGeom>
              <a:avLst/>
              <a:gdLst/>
              <a:ahLst/>
              <a:cxnLst/>
              <a:rect l="l" t="t" r="r" b="b"/>
              <a:pathLst>
                <a:path w="120000" h="120000" extrusionOk="0">
                  <a:moveTo>
                    <a:pt x="60000" y="119999"/>
                  </a:moveTo>
                  <a:cubicBezTo>
                    <a:pt x="93245" y="119999"/>
                    <a:pt x="120000" y="66105"/>
                    <a:pt x="120000" y="0"/>
                  </a:cubicBezTo>
                  <a:cubicBezTo>
                    <a:pt x="0" y="0"/>
                    <a:pt x="0" y="0"/>
                    <a:pt x="0" y="0"/>
                  </a:cubicBezTo>
                  <a:cubicBezTo>
                    <a:pt x="0" y="66105"/>
                    <a:pt x="26754" y="119999"/>
                    <a:pt x="60000" y="119999"/>
                  </a:cubicBezTo>
                  <a:close/>
                </a:path>
              </a:pathLst>
            </a:custGeom>
            <a:solidFill>
              <a:srgbClr val="D8DAD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0" name="Google Shape;640;p70"/>
            <p:cNvSpPr/>
            <p:nvPr/>
          </p:nvSpPr>
          <p:spPr>
            <a:xfrm>
              <a:off x="3266" y="2504"/>
              <a:ext cx="1076" cy="501"/>
            </a:xfrm>
            <a:custGeom>
              <a:avLst/>
              <a:gdLst/>
              <a:ahLst/>
              <a:cxnLst/>
              <a:rect l="l" t="t" r="r" b="b"/>
              <a:pathLst>
                <a:path w="120000" h="120000" extrusionOk="0">
                  <a:moveTo>
                    <a:pt x="60000" y="120000"/>
                  </a:moveTo>
                  <a:cubicBezTo>
                    <a:pt x="93039" y="120000"/>
                    <a:pt x="120000" y="66226"/>
                    <a:pt x="120000" y="0"/>
                  </a:cubicBezTo>
                  <a:cubicBezTo>
                    <a:pt x="0" y="0"/>
                    <a:pt x="0" y="0"/>
                    <a:pt x="0" y="0"/>
                  </a:cubicBezTo>
                  <a:cubicBezTo>
                    <a:pt x="0" y="66226"/>
                    <a:pt x="26960" y="120000"/>
                    <a:pt x="6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1" name="Google Shape;641;p70"/>
            <p:cNvSpPr/>
            <p:nvPr/>
          </p:nvSpPr>
          <p:spPr>
            <a:xfrm>
              <a:off x="2813" y="961"/>
              <a:ext cx="2052" cy="1860"/>
            </a:xfrm>
            <a:custGeom>
              <a:avLst/>
              <a:gdLst/>
              <a:ahLst/>
              <a:cxnLst/>
              <a:rect l="l" t="t" r="r" b="b"/>
              <a:pathLst>
                <a:path w="120000" h="120000" extrusionOk="0">
                  <a:moveTo>
                    <a:pt x="119445" y="48152"/>
                  </a:moveTo>
                  <a:cubicBezTo>
                    <a:pt x="119583" y="48000"/>
                    <a:pt x="119583" y="48000"/>
                    <a:pt x="119445" y="48152"/>
                  </a:cubicBezTo>
                  <a:cubicBezTo>
                    <a:pt x="119445" y="48152"/>
                    <a:pt x="119445" y="48152"/>
                    <a:pt x="119445" y="48152"/>
                  </a:cubicBezTo>
                  <a:cubicBezTo>
                    <a:pt x="119445" y="48152"/>
                    <a:pt x="119445" y="48305"/>
                    <a:pt x="119445" y="48305"/>
                  </a:cubicBezTo>
                  <a:cubicBezTo>
                    <a:pt x="119445" y="48458"/>
                    <a:pt x="119445" y="48611"/>
                    <a:pt x="119445" y="48611"/>
                  </a:cubicBezTo>
                  <a:cubicBezTo>
                    <a:pt x="119445" y="48611"/>
                    <a:pt x="119445" y="48611"/>
                    <a:pt x="119445" y="48458"/>
                  </a:cubicBezTo>
                  <a:cubicBezTo>
                    <a:pt x="119028" y="49834"/>
                    <a:pt x="118612" y="51210"/>
                    <a:pt x="118196" y="52585"/>
                  </a:cubicBezTo>
                  <a:cubicBezTo>
                    <a:pt x="117780" y="53808"/>
                    <a:pt x="117364" y="54726"/>
                    <a:pt x="116531" y="55643"/>
                  </a:cubicBezTo>
                  <a:cubicBezTo>
                    <a:pt x="116393" y="55949"/>
                    <a:pt x="115976" y="56254"/>
                    <a:pt x="115838" y="56407"/>
                  </a:cubicBezTo>
                  <a:cubicBezTo>
                    <a:pt x="114312" y="57936"/>
                    <a:pt x="112508" y="59312"/>
                    <a:pt x="110843" y="60382"/>
                  </a:cubicBezTo>
                  <a:cubicBezTo>
                    <a:pt x="109317" y="61299"/>
                    <a:pt x="107653" y="61757"/>
                    <a:pt x="105988" y="61757"/>
                  </a:cubicBezTo>
                  <a:cubicBezTo>
                    <a:pt x="103491" y="61910"/>
                    <a:pt x="100855" y="61605"/>
                    <a:pt x="98219" y="61605"/>
                  </a:cubicBezTo>
                  <a:cubicBezTo>
                    <a:pt x="94890" y="61452"/>
                    <a:pt x="91421" y="61452"/>
                    <a:pt x="88092" y="61299"/>
                  </a:cubicBezTo>
                  <a:cubicBezTo>
                    <a:pt x="88924" y="60535"/>
                    <a:pt x="90312" y="60229"/>
                    <a:pt x="91283" y="59923"/>
                  </a:cubicBezTo>
                  <a:cubicBezTo>
                    <a:pt x="92670" y="59312"/>
                    <a:pt x="94057" y="58853"/>
                    <a:pt x="95167" y="58089"/>
                  </a:cubicBezTo>
                  <a:cubicBezTo>
                    <a:pt x="97109" y="57019"/>
                    <a:pt x="98913" y="55796"/>
                    <a:pt x="100716" y="54573"/>
                  </a:cubicBezTo>
                  <a:cubicBezTo>
                    <a:pt x="101549" y="54114"/>
                    <a:pt x="102381" y="53503"/>
                    <a:pt x="103213" y="53044"/>
                  </a:cubicBezTo>
                  <a:cubicBezTo>
                    <a:pt x="103907" y="52585"/>
                    <a:pt x="104739" y="52127"/>
                    <a:pt x="105294" y="51515"/>
                  </a:cubicBezTo>
                  <a:cubicBezTo>
                    <a:pt x="106959" y="49834"/>
                    <a:pt x="107791" y="47694"/>
                    <a:pt x="108624" y="45401"/>
                  </a:cubicBezTo>
                  <a:cubicBezTo>
                    <a:pt x="107514" y="47388"/>
                    <a:pt x="106682" y="49528"/>
                    <a:pt x="104878" y="51057"/>
                  </a:cubicBezTo>
                  <a:cubicBezTo>
                    <a:pt x="104046" y="51974"/>
                    <a:pt x="102381" y="52433"/>
                    <a:pt x="101410" y="53044"/>
                  </a:cubicBezTo>
                  <a:cubicBezTo>
                    <a:pt x="100439" y="53656"/>
                    <a:pt x="99468" y="54114"/>
                    <a:pt x="98358" y="54573"/>
                  </a:cubicBezTo>
                  <a:cubicBezTo>
                    <a:pt x="96554" y="55337"/>
                    <a:pt x="95028" y="56407"/>
                    <a:pt x="93225" y="57019"/>
                  </a:cubicBezTo>
                  <a:cubicBezTo>
                    <a:pt x="91421" y="57783"/>
                    <a:pt x="89341" y="58242"/>
                    <a:pt x="87537" y="59006"/>
                  </a:cubicBezTo>
                  <a:cubicBezTo>
                    <a:pt x="85456" y="59923"/>
                    <a:pt x="83791" y="61299"/>
                    <a:pt x="81988" y="62522"/>
                  </a:cubicBezTo>
                  <a:cubicBezTo>
                    <a:pt x="82265" y="61146"/>
                    <a:pt x="82543" y="58853"/>
                    <a:pt x="82820" y="57783"/>
                  </a:cubicBezTo>
                  <a:cubicBezTo>
                    <a:pt x="83098" y="56713"/>
                    <a:pt x="83514" y="55796"/>
                    <a:pt x="83930" y="54878"/>
                  </a:cubicBezTo>
                  <a:cubicBezTo>
                    <a:pt x="85179" y="53197"/>
                    <a:pt x="86705" y="51363"/>
                    <a:pt x="88369" y="50140"/>
                  </a:cubicBezTo>
                  <a:cubicBezTo>
                    <a:pt x="90173" y="48917"/>
                    <a:pt x="91421" y="47541"/>
                    <a:pt x="92393" y="45707"/>
                  </a:cubicBezTo>
                  <a:cubicBezTo>
                    <a:pt x="92670" y="44484"/>
                    <a:pt x="92947" y="43261"/>
                    <a:pt x="92947" y="42038"/>
                  </a:cubicBezTo>
                  <a:cubicBezTo>
                    <a:pt x="92947" y="41579"/>
                    <a:pt x="92947" y="41121"/>
                    <a:pt x="92947" y="40662"/>
                  </a:cubicBezTo>
                  <a:cubicBezTo>
                    <a:pt x="92670" y="38980"/>
                    <a:pt x="92254" y="37146"/>
                    <a:pt x="91976" y="35312"/>
                  </a:cubicBezTo>
                  <a:cubicBezTo>
                    <a:pt x="92115" y="37146"/>
                    <a:pt x="92254" y="38980"/>
                    <a:pt x="92393" y="40815"/>
                  </a:cubicBezTo>
                  <a:cubicBezTo>
                    <a:pt x="92393" y="41121"/>
                    <a:pt x="92393" y="41579"/>
                    <a:pt x="92393" y="42038"/>
                  </a:cubicBezTo>
                  <a:cubicBezTo>
                    <a:pt x="92254" y="44178"/>
                    <a:pt x="91144" y="46012"/>
                    <a:pt x="89479" y="47541"/>
                  </a:cubicBezTo>
                  <a:cubicBezTo>
                    <a:pt x="88092" y="48611"/>
                    <a:pt x="86566" y="49528"/>
                    <a:pt x="85040" y="50598"/>
                  </a:cubicBezTo>
                  <a:cubicBezTo>
                    <a:pt x="83236" y="52127"/>
                    <a:pt x="81710" y="54114"/>
                    <a:pt x="80739" y="56254"/>
                  </a:cubicBezTo>
                  <a:cubicBezTo>
                    <a:pt x="80184" y="57477"/>
                    <a:pt x="79907" y="58700"/>
                    <a:pt x="79630" y="59923"/>
                  </a:cubicBezTo>
                  <a:cubicBezTo>
                    <a:pt x="79352" y="61299"/>
                    <a:pt x="78797" y="62828"/>
                    <a:pt x="78381" y="64203"/>
                  </a:cubicBezTo>
                  <a:cubicBezTo>
                    <a:pt x="74358" y="65579"/>
                    <a:pt x="70196" y="67108"/>
                    <a:pt x="66173" y="68484"/>
                  </a:cubicBezTo>
                  <a:cubicBezTo>
                    <a:pt x="65341" y="68789"/>
                    <a:pt x="64508" y="69095"/>
                    <a:pt x="63537" y="69401"/>
                  </a:cubicBezTo>
                  <a:cubicBezTo>
                    <a:pt x="62843" y="69707"/>
                    <a:pt x="62011" y="70012"/>
                    <a:pt x="61456" y="69248"/>
                  </a:cubicBezTo>
                  <a:cubicBezTo>
                    <a:pt x="61040" y="68484"/>
                    <a:pt x="60763" y="67566"/>
                    <a:pt x="60485" y="66649"/>
                  </a:cubicBezTo>
                  <a:cubicBezTo>
                    <a:pt x="60069" y="65579"/>
                    <a:pt x="59791" y="64662"/>
                    <a:pt x="60763" y="63592"/>
                  </a:cubicBezTo>
                  <a:cubicBezTo>
                    <a:pt x="61456" y="62675"/>
                    <a:pt x="62289" y="61910"/>
                    <a:pt x="63121" y="60993"/>
                  </a:cubicBezTo>
                  <a:cubicBezTo>
                    <a:pt x="65618" y="58089"/>
                    <a:pt x="68670" y="55337"/>
                    <a:pt x="70890" y="52127"/>
                  </a:cubicBezTo>
                  <a:cubicBezTo>
                    <a:pt x="72000" y="50445"/>
                    <a:pt x="72554" y="48611"/>
                    <a:pt x="72971" y="46624"/>
                  </a:cubicBezTo>
                  <a:cubicBezTo>
                    <a:pt x="75606" y="44025"/>
                    <a:pt x="78242" y="41426"/>
                    <a:pt x="80878" y="38675"/>
                  </a:cubicBezTo>
                  <a:cubicBezTo>
                    <a:pt x="81433" y="38216"/>
                    <a:pt x="81988" y="37605"/>
                    <a:pt x="82682" y="37299"/>
                  </a:cubicBezTo>
                  <a:cubicBezTo>
                    <a:pt x="83514" y="36840"/>
                    <a:pt x="84485" y="36687"/>
                    <a:pt x="85317" y="36535"/>
                  </a:cubicBezTo>
                  <a:cubicBezTo>
                    <a:pt x="86289" y="36229"/>
                    <a:pt x="87260" y="35770"/>
                    <a:pt x="88231" y="35159"/>
                  </a:cubicBezTo>
                  <a:cubicBezTo>
                    <a:pt x="90034" y="33783"/>
                    <a:pt x="91005" y="31949"/>
                    <a:pt x="92115" y="29808"/>
                  </a:cubicBezTo>
                  <a:cubicBezTo>
                    <a:pt x="93502" y="26904"/>
                    <a:pt x="95028" y="24000"/>
                    <a:pt x="96554" y="21095"/>
                  </a:cubicBezTo>
                  <a:cubicBezTo>
                    <a:pt x="94473" y="24611"/>
                    <a:pt x="92531" y="28127"/>
                    <a:pt x="90312" y="31490"/>
                  </a:cubicBezTo>
                  <a:cubicBezTo>
                    <a:pt x="88924" y="33783"/>
                    <a:pt x="86705" y="34853"/>
                    <a:pt x="84208" y="35312"/>
                  </a:cubicBezTo>
                  <a:cubicBezTo>
                    <a:pt x="82959" y="35617"/>
                    <a:pt x="81433" y="36076"/>
                    <a:pt x="80462" y="36840"/>
                  </a:cubicBezTo>
                  <a:cubicBezTo>
                    <a:pt x="80462" y="36840"/>
                    <a:pt x="80462" y="36840"/>
                    <a:pt x="80462" y="36993"/>
                  </a:cubicBezTo>
                  <a:cubicBezTo>
                    <a:pt x="80046" y="37146"/>
                    <a:pt x="79491" y="37605"/>
                    <a:pt x="79213" y="37910"/>
                  </a:cubicBezTo>
                  <a:cubicBezTo>
                    <a:pt x="77549" y="39286"/>
                    <a:pt x="75468" y="42038"/>
                    <a:pt x="73664" y="42496"/>
                  </a:cubicBezTo>
                  <a:cubicBezTo>
                    <a:pt x="73942" y="40509"/>
                    <a:pt x="74774" y="38522"/>
                    <a:pt x="74774" y="36382"/>
                  </a:cubicBezTo>
                  <a:cubicBezTo>
                    <a:pt x="74913" y="33783"/>
                    <a:pt x="74635" y="31337"/>
                    <a:pt x="73664" y="29044"/>
                  </a:cubicBezTo>
                  <a:cubicBezTo>
                    <a:pt x="75745" y="26598"/>
                    <a:pt x="77687" y="24305"/>
                    <a:pt x="79630" y="22012"/>
                  </a:cubicBezTo>
                  <a:cubicBezTo>
                    <a:pt x="81294" y="20178"/>
                    <a:pt x="83098" y="18191"/>
                    <a:pt x="84208" y="15898"/>
                  </a:cubicBezTo>
                  <a:cubicBezTo>
                    <a:pt x="84763" y="14828"/>
                    <a:pt x="85040" y="13757"/>
                    <a:pt x="85179" y="12687"/>
                  </a:cubicBezTo>
                  <a:cubicBezTo>
                    <a:pt x="85317" y="10700"/>
                    <a:pt x="84763" y="9171"/>
                    <a:pt x="84208" y="7337"/>
                  </a:cubicBezTo>
                  <a:cubicBezTo>
                    <a:pt x="83514" y="4891"/>
                    <a:pt x="82820" y="2445"/>
                    <a:pt x="82127" y="0"/>
                  </a:cubicBezTo>
                  <a:cubicBezTo>
                    <a:pt x="82404" y="1681"/>
                    <a:pt x="82820" y="3363"/>
                    <a:pt x="83098" y="5044"/>
                  </a:cubicBezTo>
                  <a:cubicBezTo>
                    <a:pt x="83791" y="7949"/>
                    <a:pt x="84763" y="10700"/>
                    <a:pt x="83930" y="13605"/>
                  </a:cubicBezTo>
                  <a:cubicBezTo>
                    <a:pt x="83930" y="13605"/>
                    <a:pt x="83930" y="13757"/>
                    <a:pt x="83930" y="13757"/>
                  </a:cubicBezTo>
                  <a:cubicBezTo>
                    <a:pt x="83098" y="15745"/>
                    <a:pt x="81849" y="17273"/>
                    <a:pt x="80462" y="18649"/>
                  </a:cubicBezTo>
                  <a:cubicBezTo>
                    <a:pt x="77826" y="21248"/>
                    <a:pt x="75190" y="23847"/>
                    <a:pt x="72693" y="26445"/>
                  </a:cubicBezTo>
                  <a:cubicBezTo>
                    <a:pt x="72416" y="25834"/>
                    <a:pt x="72000" y="25070"/>
                    <a:pt x="71722" y="24305"/>
                  </a:cubicBezTo>
                  <a:cubicBezTo>
                    <a:pt x="69641" y="20178"/>
                    <a:pt x="64924" y="18038"/>
                    <a:pt x="63121" y="13605"/>
                  </a:cubicBezTo>
                  <a:cubicBezTo>
                    <a:pt x="61595" y="10089"/>
                    <a:pt x="60069" y="6573"/>
                    <a:pt x="58543" y="2904"/>
                  </a:cubicBezTo>
                  <a:cubicBezTo>
                    <a:pt x="59930" y="7031"/>
                    <a:pt x="61179" y="11159"/>
                    <a:pt x="62843" y="15133"/>
                  </a:cubicBezTo>
                  <a:cubicBezTo>
                    <a:pt x="62843" y="15286"/>
                    <a:pt x="62982" y="15439"/>
                    <a:pt x="62982" y="15592"/>
                  </a:cubicBezTo>
                  <a:cubicBezTo>
                    <a:pt x="64924" y="19108"/>
                    <a:pt x="68531" y="21401"/>
                    <a:pt x="70057" y="25070"/>
                  </a:cubicBezTo>
                  <a:cubicBezTo>
                    <a:pt x="70751" y="27210"/>
                    <a:pt x="71445" y="29197"/>
                    <a:pt x="72138" y="31184"/>
                  </a:cubicBezTo>
                  <a:cubicBezTo>
                    <a:pt x="73248" y="36535"/>
                    <a:pt x="71445" y="42191"/>
                    <a:pt x="69086" y="46929"/>
                  </a:cubicBezTo>
                  <a:cubicBezTo>
                    <a:pt x="66728" y="51821"/>
                    <a:pt x="62843" y="55490"/>
                    <a:pt x="58682" y="58853"/>
                  </a:cubicBezTo>
                  <a:cubicBezTo>
                    <a:pt x="58265" y="59159"/>
                    <a:pt x="57849" y="59464"/>
                    <a:pt x="57294" y="59312"/>
                  </a:cubicBezTo>
                  <a:cubicBezTo>
                    <a:pt x="56739" y="59159"/>
                    <a:pt x="56323" y="58700"/>
                    <a:pt x="56046" y="58394"/>
                  </a:cubicBezTo>
                  <a:cubicBezTo>
                    <a:pt x="53271" y="55031"/>
                    <a:pt x="50774" y="51974"/>
                    <a:pt x="51745" y="47541"/>
                  </a:cubicBezTo>
                  <a:cubicBezTo>
                    <a:pt x="52023" y="45554"/>
                    <a:pt x="52855" y="43872"/>
                    <a:pt x="53687" y="42191"/>
                  </a:cubicBezTo>
                  <a:cubicBezTo>
                    <a:pt x="54520" y="40662"/>
                    <a:pt x="54797" y="39286"/>
                    <a:pt x="54797" y="37452"/>
                  </a:cubicBezTo>
                  <a:cubicBezTo>
                    <a:pt x="54797" y="35617"/>
                    <a:pt x="54104" y="33630"/>
                    <a:pt x="53549" y="31796"/>
                  </a:cubicBezTo>
                  <a:cubicBezTo>
                    <a:pt x="53271" y="31031"/>
                    <a:pt x="52994" y="30267"/>
                    <a:pt x="52855" y="29503"/>
                  </a:cubicBezTo>
                  <a:cubicBezTo>
                    <a:pt x="52855" y="30114"/>
                    <a:pt x="52994" y="30878"/>
                    <a:pt x="53132" y="31643"/>
                  </a:cubicBezTo>
                  <a:cubicBezTo>
                    <a:pt x="53410" y="33477"/>
                    <a:pt x="53965" y="35464"/>
                    <a:pt x="53687" y="37452"/>
                  </a:cubicBezTo>
                  <a:cubicBezTo>
                    <a:pt x="53549" y="37910"/>
                    <a:pt x="53410" y="38216"/>
                    <a:pt x="53410" y="38675"/>
                  </a:cubicBezTo>
                  <a:cubicBezTo>
                    <a:pt x="52994" y="40203"/>
                    <a:pt x="52023" y="41579"/>
                    <a:pt x="51190" y="42955"/>
                  </a:cubicBezTo>
                  <a:cubicBezTo>
                    <a:pt x="51052" y="43261"/>
                    <a:pt x="49387" y="40050"/>
                    <a:pt x="49387" y="39745"/>
                  </a:cubicBezTo>
                  <a:cubicBezTo>
                    <a:pt x="48832" y="38675"/>
                    <a:pt x="48416" y="37146"/>
                    <a:pt x="47722" y="36229"/>
                  </a:cubicBezTo>
                  <a:cubicBezTo>
                    <a:pt x="45919" y="33630"/>
                    <a:pt x="42867" y="32713"/>
                    <a:pt x="40231" y="31337"/>
                  </a:cubicBezTo>
                  <a:cubicBezTo>
                    <a:pt x="38982" y="30573"/>
                    <a:pt x="38011" y="29808"/>
                    <a:pt x="37179" y="28585"/>
                  </a:cubicBezTo>
                  <a:cubicBezTo>
                    <a:pt x="36069" y="27057"/>
                    <a:pt x="35236" y="25070"/>
                    <a:pt x="34265" y="23388"/>
                  </a:cubicBezTo>
                  <a:cubicBezTo>
                    <a:pt x="32878" y="20942"/>
                    <a:pt x="31630" y="18496"/>
                    <a:pt x="30242" y="16203"/>
                  </a:cubicBezTo>
                  <a:cubicBezTo>
                    <a:pt x="32184" y="20178"/>
                    <a:pt x="34127" y="24305"/>
                    <a:pt x="35930" y="28433"/>
                  </a:cubicBezTo>
                  <a:cubicBezTo>
                    <a:pt x="36901" y="30114"/>
                    <a:pt x="37872" y="31337"/>
                    <a:pt x="39537" y="32407"/>
                  </a:cubicBezTo>
                  <a:cubicBezTo>
                    <a:pt x="42173" y="33936"/>
                    <a:pt x="45364" y="35159"/>
                    <a:pt x="46751" y="38216"/>
                  </a:cubicBezTo>
                  <a:cubicBezTo>
                    <a:pt x="47445" y="39439"/>
                    <a:pt x="47583" y="40815"/>
                    <a:pt x="48000" y="42191"/>
                  </a:cubicBezTo>
                  <a:cubicBezTo>
                    <a:pt x="48416" y="43566"/>
                    <a:pt x="49248" y="44789"/>
                    <a:pt x="49109" y="46165"/>
                  </a:cubicBezTo>
                  <a:cubicBezTo>
                    <a:pt x="49109" y="47235"/>
                    <a:pt x="48416" y="48305"/>
                    <a:pt x="48277" y="49375"/>
                  </a:cubicBezTo>
                  <a:cubicBezTo>
                    <a:pt x="48000" y="50445"/>
                    <a:pt x="48000" y="51668"/>
                    <a:pt x="48277" y="52738"/>
                  </a:cubicBezTo>
                  <a:cubicBezTo>
                    <a:pt x="48554" y="54114"/>
                    <a:pt x="48971" y="55490"/>
                    <a:pt x="49803" y="56713"/>
                  </a:cubicBezTo>
                  <a:cubicBezTo>
                    <a:pt x="46890" y="54420"/>
                    <a:pt x="44115" y="52280"/>
                    <a:pt x="41341" y="49834"/>
                  </a:cubicBezTo>
                  <a:cubicBezTo>
                    <a:pt x="39121" y="47694"/>
                    <a:pt x="36763" y="45554"/>
                    <a:pt x="34543" y="43566"/>
                  </a:cubicBezTo>
                  <a:cubicBezTo>
                    <a:pt x="32462" y="41732"/>
                    <a:pt x="29826" y="40050"/>
                    <a:pt x="28578" y="37757"/>
                  </a:cubicBezTo>
                  <a:cubicBezTo>
                    <a:pt x="27329" y="35770"/>
                    <a:pt x="26774" y="33324"/>
                    <a:pt x="25942" y="31337"/>
                  </a:cubicBezTo>
                  <a:cubicBezTo>
                    <a:pt x="24832" y="28585"/>
                    <a:pt x="23861" y="25834"/>
                    <a:pt x="22751" y="23235"/>
                  </a:cubicBezTo>
                  <a:cubicBezTo>
                    <a:pt x="23306" y="25222"/>
                    <a:pt x="23861" y="27210"/>
                    <a:pt x="24416" y="29044"/>
                  </a:cubicBezTo>
                  <a:cubicBezTo>
                    <a:pt x="24832" y="30726"/>
                    <a:pt x="25387" y="32560"/>
                    <a:pt x="25803" y="34242"/>
                  </a:cubicBezTo>
                  <a:cubicBezTo>
                    <a:pt x="26358" y="36076"/>
                    <a:pt x="26635" y="37910"/>
                    <a:pt x="27606" y="39439"/>
                  </a:cubicBezTo>
                  <a:cubicBezTo>
                    <a:pt x="26080" y="38675"/>
                    <a:pt x="24554" y="37910"/>
                    <a:pt x="23028" y="37299"/>
                  </a:cubicBezTo>
                  <a:cubicBezTo>
                    <a:pt x="22890" y="37146"/>
                    <a:pt x="22196" y="36687"/>
                    <a:pt x="21780" y="36535"/>
                  </a:cubicBezTo>
                  <a:cubicBezTo>
                    <a:pt x="19699" y="34547"/>
                    <a:pt x="17895" y="32407"/>
                    <a:pt x="15953" y="30420"/>
                  </a:cubicBezTo>
                  <a:cubicBezTo>
                    <a:pt x="17479" y="32560"/>
                    <a:pt x="19005" y="35006"/>
                    <a:pt x="20947" y="36993"/>
                  </a:cubicBezTo>
                  <a:cubicBezTo>
                    <a:pt x="21225" y="37299"/>
                    <a:pt x="21502" y="37452"/>
                    <a:pt x="21641" y="37757"/>
                  </a:cubicBezTo>
                  <a:cubicBezTo>
                    <a:pt x="23167" y="38828"/>
                    <a:pt x="24693" y="39745"/>
                    <a:pt x="26219" y="40815"/>
                  </a:cubicBezTo>
                  <a:cubicBezTo>
                    <a:pt x="28161" y="42038"/>
                    <a:pt x="29965" y="43108"/>
                    <a:pt x="31768" y="44331"/>
                  </a:cubicBezTo>
                  <a:cubicBezTo>
                    <a:pt x="36208" y="49375"/>
                    <a:pt x="40786" y="54267"/>
                    <a:pt x="45502" y="59006"/>
                  </a:cubicBezTo>
                  <a:cubicBezTo>
                    <a:pt x="46473" y="59770"/>
                    <a:pt x="47722" y="60840"/>
                    <a:pt x="48277" y="61910"/>
                  </a:cubicBezTo>
                  <a:cubicBezTo>
                    <a:pt x="48554" y="62369"/>
                    <a:pt x="48693" y="62980"/>
                    <a:pt x="48971" y="63592"/>
                  </a:cubicBezTo>
                  <a:cubicBezTo>
                    <a:pt x="49387" y="64815"/>
                    <a:pt x="49803" y="66191"/>
                    <a:pt x="50219" y="67566"/>
                  </a:cubicBezTo>
                  <a:cubicBezTo>
                    <a:pt x="43838" y="63898"/>
                    <a:pt x="37456" y="60382"/>
                    <a:pt x="31491" y="56407"/>
                  </a:cubicBezTo>
                  <a:cubicBezTo>
                    <a:pt x="30658" y="55796"/>
                    <a:pt x="30104" y="54878"/>
                    <a:pt x="29687" y="54114"/>
                  </a:cubicBezTo>
                  <a:cubicBezTo>
                    <a:pt x="28994" y="53044"/>
                    <a:pt x="28300" y="52127"/>
                    <a:pt x="27606" y="51363"/>
                  </a:cubicBezTo>
                  <a:cubicBezTo>
                    <a:pt x="26219" y="49987"/>
                    <a:pt x="24554" y="48764"/>
                    <a:pt x="22751" y="48000"/>
                  </a:cubicBezTo>
                  <a:cubicBezTo>
                    <a:pt x="20809" y="47235"/>
                    <a:pt x="18589" y="46777"/>
                    <a:pt x="16508" y="46012"/>
                  </a:cubicBezTo>
                  <a:cubicBezTo>
                    <a:pt x="14289" y="44942"/>
                    <a:pt x="11930" y="44178"/>
                    <a:pt x="9710" y="43261"/>
                  </a:cubicBezTo>
                  <a:cubicBezTo>
                    <a:pt x="8184" y="42802"/>
                    <a:pt x="6658" y="42343"/>
                    <a:pt x="5687" y="41121"/>
                  </a:cubicBezTo>
                  <a:cubicBezTo>
                    <a:pt x="4578" y="39745"/>
                    <a:pt x="3745" y="38063"/>
                    <a:pt x="2913" y="36535"/>
                  </a:cubicBezTo>
                  <a:cubicBezTo>
                    <a:pt x="1942" y="34853"/>
                    <a:pt x="832" y="33171"/>
                    <a:pt x="0" y="31337"/>
                  </a:cubicBezTo>
                  <a:cubicBezTo>
                    <a:pt x="693" y="33019"/>
                    <a:pt x="1526" y="34547"/>
                    <a:pt x="2358" y="36076"/>
                  </a:cubicBezTo>
                  <a:cubicBezTo>
                    <a:pt x="3190" y="37757"/>
                    <a:pt x="3884" y="39745"/>
                    <a:pt x="5132" y="41426"/>
                  </a:cubicBezTo>
                  <a:cubicBezTo>
                    <a:pt x="6658" y="43414"/>
                    <a:pt x="8878" y="44025"/>
                    <a:pt x="11098" y="44942"/>
                  </a:cubicBezTo>
                  <a:cubicBezTo>
                    <a:pt x="13179" y="45859"/>
                    <a:pt x="15121" y="46777"/>
                    <a:pt x="17202" y="47694"/>
                  </a:cubicBezTo>
                  <a:cubicBezTo>
                    <a:pt x="19144" y="48458"/>
                    <a:pt x="21086" y="49375"/>
                    <a:pt x="23028" y="50140"/>
                  </a:cubicBezTo>
                  <a:cubicBezTo>
                    <a:pt x="24277" y="50751"/>
                    <a:pt x="25109" y="51668"/>
                    <a:pt x="25942" y="52738"/>
                  </a:cubicBezTo>
                  <a:cubicBezTo>
                    <a:pt x="23306" y="51363"/>
                    <a:pt x="20670" y="51668"/>
                    <a:pt x="17895" y="51821"/>
                  </a:cubicBezTo>
                  <a:cubicBezTo>
                    <a:pt x="16092" y="51821"/>
                    <a:pt x="14150" y="51974"/>
                    <a:pt x="12346" y="52127"/>
                  </a:cubicBezTo>
                  <a:cubicBezTo>
                    <a:pt x="14427" y="52127"/>
                    <a:pt x="16508" y="52280"/>
                    <a:pt x="18589" y="52433"/>
                  </a:cubicBezTo>
                  <a:cubicBezTo>
                    <a:pt x="20254" y="52433"/>
                    <a:pt x="22057" y="52433"/>
                    <a:pt x="23722" y="53197"/>
                  </a:cubicBezTo>
                  <a:cubicBezTo>
                    <a:pt x="24416" y="53503"/>
                    <a:pt x="24971" y="53808"/>
                    <a:pt x="25526" y="54267"/>
                  </a:cubicBezTo>
                  <a:cubicBezTo>
                    <a:pt x="26635" y="55031"/>
                    <a:pt x="27884" y="56101"/>
                    <a:pt x="28994" y="57019"/>
                  </a:cubicBezTo>
                  <a:cubicBezTo>
                    <a:pt x="28994" y="57019"/>
                    <a:pt x="28994" y="57019"/>
                    <a:pt x="28994" y="57019"/>
                  </a:cubicBezTo>
                  <a:cubicBezTo>
                    <a:pt x="24000" y="57936"/>
                    <a:pt x="19144" y="59006"/>
                    <a:pt x="14150" y="59770"/>
                  </a:cubicBezTo>
                  <a:cubicBezTo>
                    <a:pt x="12763" y="59923"/>
                    <a:pt x="11375" y="60229"/>
                    <a:pt x="9988" y="60382"/>
                  </a:cubicBezTo>
                  <a:cubicBezTo>
                    <a:pt x="8601" y="60687"/>
                    <a:pt x="7491" y="61146"/>
                    <a:pt x="6104" y="61452"/>
                  </a:cubicBezTo>
                  <a:cubicBezTo>
                    <a:pt x="4023" y="62063"/>
                    <a:pt x="1942" y="61605"/>
                    <a:pt x="0" y="60535"/>
                  </a:cubicBezTo>
                  <a:cubicBezTo>
                    <a:pt x="2219" y="62063"/>
                    <a:pt x="4439" y="62369"/>
                    <a:pt x="6936" y="61910"/>
                  </a:cubicBezTo>
                  <a:cubicBezTo>
                    <a:pt x="10543" y="61299"/>
                    <a:pt x="14011" y="60840"/>
                    <a:pt x="17618" y="60382"/>
                  </a:cubicBezTo>
                  <a:cubicBezTo>
                    <a:pt x="20947" y="60229"/>
                    <a:pt x="24277" y="59923"/>
                    <a:pt x="27606" y="59617"/>
                  </a:cubicBezTo>
                  <a:cubicBezTo>
                    <a:pt x="28578" y="59464"/>
                    <a:pt x="29549" y="59464"/>
                    <a:pt x="30520" y="59312"/>
                  </a:cubicBezTo>
                  <a:cubicBezTo>
                    <a:pt x="30797" y="59312"/>
                    <a:pt x="31491" y="59312"/>
                    <a:pt x="31491" y="59159"/>
                  </a:cubicBezTo>
                  <a:cubicBezTo>
                    <a:pt x="38150" y="64509"/>
                    <a:pt x="45225" y="69401"/>
                    <a:pt x="52161" y="74445"/>
                  </a:cubicBezTo>
                  <a:cubicBezTo>
                    <a:pt x="53687" y="75515"/>
                    <a:pt x="53271" y="77656"/>
                    <a:pt x="53132" y="79337"/>
                  </a:cubicBezTo>
                  <a:cubicBezTo>
                    <a:pt x="52994" y="81783"/>
                    <a:pt x="52855" y="84229"/>
                    <a:pt x="52716" y="86675"/>
                  </a:cubicBezTo>
                  <a:cubicBezTo>
                    <a:pt x="52578" y="88509"/>
                    <a:pt x="52578" y="90343"/>
                    <a:pt x="52439" y="92178"/>
                  </a:cubicBezTo>
                  <a:cubicBezTo>
                    <a:pt x="52300" y="93401"/>
                    <a:pt x="52023" y="94471"/>
                    <a:pt x="51606" y="95388"/>
                  </a:cubicBezTo>
                  <a:cubicBezTo>
                    <a:pt x="50497" y="97987"/>
                    <a:pt x="47861" y="99515"/>
                    <a:pt x="45225" y="99515"/>
                  </a:cubicBezTo>
                  <a:cubicBezTo>
                    <a:pt x="38150" y="99515"/>
                    <a:pt x="38150" y="99515"/>
                    <a:pt x="38150" y="99515"/>
                  </a:cubicBezTo>
                  <a:cubicBezTo>
                    <a:pt x="38150" y="110828"/>
                    <a:pt x="47028" y="120000"/>
                    <a:pt x="57988" y="120000"/>
                  </a:cubicBezTo>
                  <a:cubicBezTo>
                    <a:pt x="68947" y="120000"/>
                    <a:pt x="77826" y="110828"/>
                    <a:pt x="77826" y="99515"/>
                  </a:cubicBezTo>
                  <a:cubicBezTo>
                    <a:pt x="69502" y="99515"/>
                    <a:pt x="69502" y="99515"/>
                    <a:pt x="69502" y="99515"/>
                  </a:cubicBezTo>
                  <a:cubicBezTo>
                    <a:pt x="65757" y="99515"/>
                    <a:pt x="62566" y="96458"/>
                    <a:pt x="62427" y="92636"/>
                  </a:cubicBezTo>
                  <a:cubicBezTo>
                    <a:pt x="62427" y="92331"/>
                    <a:pt x="62427" y="92178"/>
                    <a:pt x="62427" y="91872"/>
                  </a:cubicBezTo>
                  <a:cubicBezTo>
                    <a:pt x="62566" y="89885"/>
                    <a:pt x="62705" y="87745"/>
                    <a:pt x="62843" y="85757"/>
                  </a:cubicBezTo>
                  <a:cubicBezTo>
                    <a:pt x="62982" y="83464"/>
                    <a:pt x="63121" y="81324"/>
                    <a:pt x="63260" y="79184"/>
                  </a:cubicBezTo>
                  <a:cubicBezTo>
                    <a:pt x="63260" y="78726"/>
                    <a:pt x="63260" y="78267"/>
                    <a:pt x="63260" y="77808"/>
                  </a:cubicBezTo>
                  <a:cubicBezTo>
                    <a:pt x="63398" y="77044"/>
                    <a:pt x="63121" y="76127"/>
                    <a:pt x="63260" y="75363"/>
                  </a:cubicBezTo>
                  <a:cubicBezTo>
                    <a:pt x="63537" y="74445"/>
                    <a:pt x="64647" y="74140"/>
                    <a:pt x="65341" y="73834"/>
                  </a:cubicBezTo>
                  <a:cubicBezTo>
                    <a:pt x="69780" y="71847"/>
                    <a:pt x="74219" y="69859"/>
                    <a:pt x="78658" y="67872"/>
                  </a:cubicBezTo>
                  <a:cubicBezTo>
                    <a:pt x="79630" y="67414"/>
                    <a:pt x="80601" y="66955"/>
                    <a:pt x="81572" y="66496"/>
                  </a:cubicBezTo>
                  <a:cubicBezTo>
                    <a:pt x="82543" y="65885"/>
                    <a:pt x="83375" y="65121"/>
                    <a:pt x="84208" y="64509"/>
                  </a:cubicBezTo>
                  <a:cubicBezTo>
                    <a:pt x="85872" y="63286"/>
                    <a:pt x="87676" y="63745"/>
                    <a:pt x="89479" y="63592"/>
                  </a:cubicBezTo>
                  <a:cubicBezTo>
                    <a:pt x="91283" y="63592"/>
                    <a:pt x="93086" y="63592"/>
                    <a:pt x="94890" y="63439"/>
                  </a:cubicBezTo>
                  <a:cubicBezTo>
                    <a:pt x="98497" y="63439"/>
                    <a:pt x="101965" y="63286"/>
                    <a:pt x="105572" y="63133"/>
                  </a:cubicBezTo>
                  <a:cubicBezTo>
                    <a:pt x="107375" y="63133"/>
                    <a:pt x="109317" y="62828"/>
                    <a:pt x="110843" y="61605"/>
                  </a:cubicBezTo>
                  <a:cubicBezTo>
                    <a:pt x="112786" y="60076"/>
                    <a:pt x="114867" y="58394"/>
                    <a:pt x="116670" y="56560"/>
                  </a:cubicBezTo>
                  <a:cubicBezTo>
                    <a:pt x="118751" y="53808"/>
                    <a:pt x="119167" y="49987"/>
                    <a:pt x="120000" y="46624"/>
                  </a:cubicBezTo>
                  <a:cubicBezTo>
                    <a:pt x="119861" y="47082"/>
                    <a:pt x="119722" y="47694"/>
                    <a:pt x="119445" y="48152"/>
                  </a:cubicBezTo>
                  <a:close/>
                </a:path>
              </a:pathLst>
            </a:custGeom>
            <a:solidFill>
              <a:srgbClr val="D8DAD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642" name="Google Shape;642;p70"/>
          <p:cNvGrpSpPr/>
          <p:nvPr/>
        </p:nvGrpSpPr>
        <p:grpSpPr>
          <a:xfrm>
            <a:off x="1044399" y="1419553"/>
            <a:ext cx="699075" cy="699074"/>
            <a:chOff x="1044399" y="1577809"/>
            <a:chExt cx="699075" cy="699074"/>
          </a:xfrm>
        </p:grpSpPr>
        <p:sp>
          <p:nvSpPr>
            <p:cNvPr id="643" name="Google Shape;643;p70"/>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44" name="Google Shape;644;p70"/>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45" name="Google Shape;645;p70"/>
          <p:cNvSpPr txBox="1">
            <a:spLocks noGrp="1"/>
          </p:cNvSpPr>
          <p:nvPr>
            <p:ph type="body" idx="2"/>
          </p:nvPr>
        </p:nvSpPr>
        <p:spPr>
          <a:xfrm>
            <a:off x="1890220" y="1569374"/>
            <a:ext cx="4030291" cy="3645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46" name="Google Shape;646;p70"/>
          <p:cNvCxnSpPr/>
          <p:nvPr/>
        </p:nvCxnSpPr>
        <p:spPr>
          <a:xfrm>
            <a:off x="1186962" y="2464026"/>
            <a:ext cx="4909038" cy="0"/>
          </a:xfrm>
          <a:prstGeom prst="straightConnector1">
            <a:avLst/>
          </a:prstGeom>
          <a:noFill/>
          <a:ln w="9525" cap="flat" cmpd="sng">
            <a:solidFill>
              <a:srgbClr val="16BF7F"/>
            </a:solidFill>
            <a:prstDash val="solid"/>
            <a:round/>
            <a:headEnd type="none" w="sm" len="sm"/>
            <a:tailEnd type="none" w="sm" len="sm"/>
          </a:ln>
        </p:spPr>
      </p:cxnSp>
      <p:grpSp>
        <p:nvGrpSpPr>
          <p:cNvPr id="647" name="Google Shape;647;p70"/>
          <p:cNvGrpSpPr/>
          <p:nvPr/>
        </p:nvGrpSpPr>
        <p:grpSpPr>
          <a:xfrm>
            <a:off x="1044399" y="2791669"/>
            <a:ext cx="699075" cy="699074"/>
            <a:chOff x="1044399" y="1577809"/>
            <a:chExt cx="699075" cy="699074"/>
          </a:xfrm>
        </p:grpSpPr>
        <p:sp>
          <p:nvSpPr>
            <p:cNvPr id="648" name="Google Shape;648;p70"/>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49" name="Google Shape;649;p70"/>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50" name="Google Shape;650;p70"/>
          <p:cNvSpPr txBox="1">
            <a:spLocks noGrp="1"/>
          </p:cNvSpPr>
          <p:nvPr>
            <p:ph type="body" idx="3"/>
          </p:nvPr>
        </p:nvSpPr>
        <p:spPr>
          <a:xfrm>
            <a:off x="1890220" y="2929171"/>
            <a:ext cx="4045444" cy="3352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51" name="Google Shape;651;p70"/>
          <p:cNvCxnSpPr/>
          <p:nvPr/>
        </p:nvCxnSpPr>
        <p:spPr>
          <a:xfrm>
            <a:off x="1186962" y="3836142"/>
            <a:ext cx="4909038" cy="0"/>
          </a:xfrm>
          <a:prstGeom prst="straightConnector1">
            <a:avLst/>
          </a:prstGeom>
          <a:noFill/>
          <a:ln w="9525" cap="flat" cmpd="sng">
            <a:solidFill>
              <a:srgbClr val="16BF7F"/>
            </a:solidFill>
            <a:prstDash val="solid"/>
            <a:round/>
            <a:headEnd type="none" w="sm" len="sm"/>
            <a:tailEnd type="none" w="sm" len="sm"/>
          </a:ln>
        </p:spPr>
      </p:cxnSp>
      <p:grpSp>
        <p:nvGrpSpPr>
          <p:cNvPr id="652" name="Google Shape;652;p70"/>
          <p:cNvGrpSpPr/>
          <p:nvPr/>
        </p:nvGrpSpPr>
        <p:grpSpPr>
          <a:xfrm>
            <a:off x="1044399" y="4089831"/>
            <a:ext cx="699075" cy="699074"/>
            <a:chOff x="1044399" y="1577809"/>
            <a:chExt cx="699075" cy="699074"/>
          </a:xfrm>
        </p:grpSpPr>
        <p:sp>
          <p:nvSpPr>
            <p:cNvPr id="653" name="Google Shape;653;p70"/>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54" name="Google Shape;654;p70"/>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55" name="Google Shape;655;p70"/>
          <p:cNvSpPr txBox="1">
            <a:spLocks noGrp="1"/>
          </p:cNvSpPr>
          <p:nvPr>
            <p:ph type="body" idx="4"/>
          </p:nvPr>
        </p:nvSpPr>
        <p:spPr>
          <a:xfrm>
            <a:off x="1906182" y="4366292"/>
            <a:ext cx="3967163"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56" name="Google Shape;656;p70"/>
          <p:cNvCxnSpPr/>
          <p:nvPr/>
        </p:nvCxnSpPr>
        <p:spPr>
          <a:xfrm>
            <a:off x="1186962" y="5134304"/>
            <a:ext cx="4909038" cy="0"/>
          </a:xfrm>
          <a:prstGeom prst="straightConnector1">
            <a:avLst/>
          </a:prstGeom>
          <a:noFill/>
          <a:ln w="9525" cap="flat" cmpd="sng">
            <a:solidFill>
              <a:srgbClr val="16BF7F"/>
            </a:solidFill>
            <a:prstDash val="solid"/>
            <a:round/>
            <a:headEnd type="none" w="sm" len="sm"/>
            <a:tailEnd type="none" w="sm" len="sm"/>
          </a:ln>
        </p:spPr>
      </p:cxnSp>
      <p:grpSp>
        <p:nvGrpSpPr>
          <p:cNvPr id="657" name="Google Shape;657;p70"/>
          <p:cNvGrpSpPr/>
          <p:nvPr/>
        </p:nvGrpSpPr>
        <p:grpSpPr>
          <a:xfrm>
            <a:off x="1044399" y="5328616"/>
            <a:ext cx="699075" cy="699074"/>
            <a:chOff x="1044399" y="1577809"/>
            <a:chExt cx="699075" cy="699074"/>
          </a:xfrm>
        </p:grpSpPr>
        <p:sp>
          <p:nvSpPr>
            <p:cNvPr id="658" name="Google Shape;658;p70"/>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59" name="Google Shape;659;p70"/>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60" name="Google Shape;660;p70"/>
          <p:cNvSpPr txBox="1">
            <a:spLocks noGrp="1"/>
          </p:cNvSpPr>
          <p:nvPr>
            <p:ph type="body" idx="5"/>
          </p:nvPr>
        </p:nvSpPr>
        <p:spPr>
          <a:xfrm>
            <a:off x="1906182" y="5522107"/>
            <a:ext cx="3967163"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eps-Infographic">
  <p:cSld name="Steps-Infographic">
    <p:spTree>
      <p:nvGrpSpPr>
        <p:cNvPr id="1" name="Shape 661"/>
        <p:cNvGrpSpPr/>
        <p:nvPr/>
      </p:nvGrpSpPr>
      <p:grpSpPr>
        <a:xfrm>
          <a:off x="0" y="0"/>
          <a:ext cx="0" cy="0"/>
          <a:chOff x="0" y="0"/>
          <a:chExt cx="0" cy="0"/>
        </a:xfrm>
      </p:grpSpPr>
      <p:sp>
        <p:nvSpPr>
          <p:cNvPr id="662" name="Google Shape;662;p7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3" name="Google Shape;663;p71"/>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4" name="Google Shape;664;p71"/>
          <p:cNvSpPr/>
          <p:nvPr/>
        </p:nvSpPr>
        <p:spPr>
          <a:xfrm>
            <a:off x="610294" y="3441780"/>
            <a:ext cx="3200400" cy="609600"/>
          </a:xfrm>
          <a:prstGeom prst="roundRect">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65" name="Google Shape;665;p71"/>
          <p:cNvSpPr/>
          <p:nvPr/>
        </p:nvSpPr>
        <p:spPr>
          <a:xfrm>
            <a:off x="2087814" y="3266609"/>
            <a:ext cx="237065" cy="175172"/>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66" name="Google Shape;666;p71"/>
          <p:cNvSpPr/>
          <p:nvPr/>
        </p:nvSpPr>
        <p:spPr>
          <a:xfrm>
            <a:off x="3144105" y="3441781"/>
            <a:ext cx="3200400" cy="60960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Open Sans"/>
              <a:ea typeface="Open Sans"/>
              <a:cs typeface="Open Sans"/>
              <a:sym typeface="Open Sans"/>
            </a:endParaRPr>
          </a:p>
        </p:txBody>
      </p:sp>
      <p:sp>
        <p:nvSpPr>
          <p:cNvPr id="667" name="Google Shape;667;p71"/>
          <p:cNvSpPr/>
          <p:nvPr/>
        </p:nvSpPr>
        <p:spPr>
          <a:xfrm rot="10800000" flipH="1">
            <a:off x="4620556" y="4054130"/>
            <a:ext cx="237065" cy="175172"/>
          </a:xfrm>
          <a:prstGeom prst="triangle">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Open Sans"/>
              <a:ea typeface="Open Sans"/>
              <a:cs typeface="Open Sans"/>
              <a:sym typeface="Open Sans"/>
            </a:endParaRPr>
          </a:p>
        </p:txBody>
      </p:sp>
      <p:sp>
        <p:nvSpPr>
          <p:cNvPr id="668" name="Google Shape;668;p71"/>
          <p:cNvSpPr txBox="1"/>
          <p:nvPr/>
        </p:nvSpPr>
        <p:spPr>
          <a:xfrm>
            <a:off x="1359528" y="4186519"/>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2"/>
              </a:buClr>
              <a:buSzPts val="1800"/>
              <a:buFont typeface="Arial"/>
              <a:buNone/>
            </a:pPr>
            <a:r>
              <a:rPr lang="en" sz="7200" b="1" i="0" u="none" strike="noStrike" cap="none">
                <a:solidFill>
                  <a:schemeClr val="accent2"/>
                </a:solidFill>
                <a:latin typeface="Arial"/>
                <a:ea typeface="Arial"/>
                <a:cs typeface="Arial"/>
                <a:sym typeface="Arial"/>
              </a:rPr>
              <a:t>01</a:t>
            </a:r>
            <a:endParaRPr/>
          </a:p>
        </p:txBody>
      </p:sp>
      <p:sp>
        <p:nvSpPr>
          <p:cNvPr id="669" name="Google Shape;669;p71"/>
          <p:cNvSpPr txBox="1"/>
          <p:nvPr/>
        </p:nvSpPr>
        <p:spPr>
          <a:xfrm>
            <a:off x="6445471" y="4186519"/>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4"/>
              </a:buClr>
              <a:buSzPts val="1800"/>
              <a:buFont typeface="Arial"/>
              <a:buNone/>
            </a:pPr>
            <a:r>
              <a:rPr lang="en" sz="7200" b="1" i="0" u="none" strike="noStrike" cap="none">
                <a:solidFill>
                  <a:schemeClr val="accent4"/>
                </a:solidFill>
                <a:latin typeface="Arial"/>
                <a:ea typeface="Arial"/>
                <a:cs typeface="Arial"/>
                <a:sym typeface="Arial"/>
              </a:rPr>
              <a:t>03</a:t>
            </a:r>
            <a:endParaRPr/>
          </a:p>
        </p:txBody>
      </p:sp>
      <p:sp>
        <p:nvSpPr>
          <p:cNvPr id="670" name="Google Shape;670;p71"/>
          <p:cNvSpPr txBox="1"/>
          <p:nvPr/>
        </p:nvSpPr>
        <p:spPr>
          <a:xfrm>
            <a:off x="3857016" y="1962294"/>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3"/>
              </a:buClr>
              <a:buSzPts val="1800"/>
              <a:buFont typeface="Arial"/>
              <a:buNone/>
            </a:pPr>
            <a:r>
              <a:rPr lang="en" sz="7200" b="1" i="0" u="none" strike="noStrike" cap="none">
                <a:solidFill>
                  <a:schemeClr val="accent3"/>
                </a:solidFill>
                <a:latin typeface="Arial"/>
                <a:ea typeface="Arial"/>
                <a:cs typeface="Arial"/>
                <a:sym typeface="Arial"/>
              </a:rPr>
              <a:t>02</a:t>
            </a:r>
            <a:endParaRPr/>
          </a:p>
        </p:txBody>
      </p:sp>
      <p:sp>
        <p:nvSpPr>
          <p:cNvPr id="671" name="Google Shape;671;p71"/>
          <p:cNvSpPr txBox="1"/>
          <p:nvPr/>
        </p:nvSpPr>
        <p:spPr>
          <a:xfrm>
            <a:off x="9140954" y="1947916"/>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5"/>
              </a:buClr>
              <a:buSzPts val="1800"/>
              <a:buFont typeface="Arial"/>
              <a:buNone/>
            </a:pPr>
            <a:r>
              <a:rPr lang="en" sz="7200" b="1" i="0" u="none" strike="noStrike" cap="none">
                <a:solidFill>
                  <a:schemeClr val="accent5"/>
                </a:solidFill>
                <a:latin typeface="Arial"/>
                <a:ea typeface="Arial"/>
                <a:cs typeface="Arial"/>
                <a:sym typeface="Arial"/>
              </a:rPr>
              <a:t>04</a:t>
            </a:r>
            <a:endParaRPr/>
          </a:p>
        </p:txBody>
      </p:sp>
      <p:sp>
        <p:nvSpPr>
          <p:cNvPr id="672" name="Google Shape;672;p71"/>
          <p:cNvSpPr/>
          <p:nvPr/>
        </p:nvSpPr>
        <p:spPr>
          <a:xfrm>
            <a:off x="5783425" y="3441780"/>
            <a:ext cx="3200400" cy="609600"/>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3" name="Google Shape;673;p71"/>
          <p:cNvSpPr/>
          <p:nvPr/>
        </p:nvSpPr>
        <p:spPr>
          <a:xfrm>
            <a:off x="7166547" y="3266609"/>
            <a:ext cx="237065" cy="175172"/>
          </a:xfrm>
          <a:prstGeom prst="triangle">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4" name="Google Shape;674;p71"/>
          <p:cNvSpPr/>
          <p:nvPr/>
        </p:nvSpPr>
        <p:spPr>
          <a:xfrm>
            <a:off x="8387575" y="3441781"/>
            <a:ext cx="3200400" cy="609600"/>
          </a:xfrm>
          <a:prstGeom prst="roundRect">
            <a:avLst>
              <a:gd name="adj"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5" name="Google Shape;675;p71"/>
          <p:cNvSpPr/>
          <p:nvPr/>
        </p:nvSpPr>
        <p:spPr>
          <a:xfrm rot="10800000" flipH="1">
            <a:off x="9869243" y="4054130"/>
            <a:ext cx="237065" cy="175172"/>
          </a:xfrm>
          <a:prstGeom prst="triangle">
            <a:avLst>
              <a:gd name="adj"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6" name="Google Shape;676;p71"/>
          <p:cNvSpPr txBox="1">
            <a:spLocks noGrp="1"/>
          </p:cNvSpPr>
          <p:nvPr>
            <p:ph type="body" idx="2"/>
          </p:nvPr>
        </p:nvSpPr>
        <p:spPr>
          <a:xfrm>
            <a:off x="861881" y="3551958"/>
            <a:ext cx="2269863" cy="396875"/>
          </a:xfrm>
          <a:prstGeom prst="rect">
            <a:avLst/>
          </a:prstGeom>
          <a:solidFill>
            <a:schemeClr val="accent2"/>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7" name="Google Shape;677;p71"/>
          <p:cNvSpPr txBox="1">
            <a:spLocks noGrp="1"/>
          </p:cNvSpPr>
          <p:nvPr>
            <p:ph type="body" idx="3"/>
          </p:nvPr>
        </p:nvSpPr>
        <p:spPr>
          <a:xfrm>
            <a:off x="3434369" y="3551958"/>
            <a:ext cx="2269863" cy="396875"/>
          </a:xfrm>
          <a:prstGeom prst="rect">
            <a:avLst/>
          </a:prstGeom>
          <a:solidFill>
            <a:schemeClr val="accent3"/>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Open Sans"/>
              <a:buNone/>
              <a:defRPr sz="1467" b="1" i="0" u="none" strike="noStrike" cap="none">
                <a:solidFill>
                  <a:schemeClr val="lt1"/>
                </a:solidFill>
                <a:latin typeface="Open Sans"/>
                <a:ea typeface="Open Sans"/>
                <a:cs typeface="Open Sans"/>
                <a:sym typeface="Open Sans"/>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8" name="Google Shape;678;p71"/>
          <p:cNvSpPr txBox="1">
            <a:spLocks noGrp="1"/>
          </p:cNvSpPr>
          <p:nvPr>
            <p:ph type="body" idx="4"/>
          </p:nvPr>
        </p:nvSpPr>
        <p:spPr>
          <a:xfrm>
            <a:off x="5932984" y="3551958"/>
            <a:ext cx="2384252" cy="396875"/>
          </a:xfrm>
          <a:prstGeom prst="rect">
            <a:avLst/>
          </a:prstGeom>
          <a:solidFill>
            <a:schemeClr val="accent3"/>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Open Sans"/>
              <a:buNone/>
              <a:defRPr sz="1467" b="1" i="0" u="none" strike="noStrike" cap="none">
                <a:solidFill>
                  <a:schemeClr val="lt1"/>
                </a:solidFill>
                <a:latin typeface="Open Sans"/>
                <a:ea typeface="Open Sans"/>
                <a:cs typeface="Open Sans"/>
                <a:sym typeface="Open Sans"/>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9" name="Google Shape;679;p71"/>
          <p:cNvSpPr txBox="1">
            <a:spLocks noGrp="1"/>
          </p:cNvSpPr>
          <p:nvPr>
            <p:ph type="body" idx="5"/>
          </p:nvPr>
        </p:nvSpPr>
        <p:spPr>
          <a:xfrm>
            <a:off x="8789087" y="3551958"/>
            <a:ext cx="2384252" cy="396875"/>
          </a:xfrm>
          <a:prstGeom prst="rect">
            <a:avLst/>
          </a:prstGeom>
          <a:solidFill>
            <a:schemeClr val="accent5"/>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0" name="Google Shape;680;p71"/>
          <p:cNvSpPr txBox="1">
            <a:spLocks noGrp="1"/>
          </p:cNvSpPr>
          <p:nvPr>
            <p:ph type="body" idx="6"/>
          </p:nvPr>
        </p:nvSpPr>
        <p:spPr>
          <a:xfrm>
            <a:off x="861882" y="2095806"/>
            <a:ext cx="2282224"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1" name="Google Shape;681;p71"/>
          <p:cNvSpPr txBox="1">
            <a:spLocks noGrp="1"/>
          </p:cNvSpPr>
          <p:nvPr>
            <p:ph type="body" idx="7"/>
          </p:nvPr>
        </p:nvSpPr>
        <p:spPr>
          <a:xfrm>
            <a:off x="5932984" y="2095806"/>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2" name="Google Shape;682;p71"/>
          <p:cNvSpPr txBox="1">
            <a:spLocks noGrp="1"/>
          </p:cNvSpPr>
          <p:nvPr>
            <p:ph type="body" idx="8"/>
          </p:nvPr>
        </p:nvSpPr>
        <p:spPr>
          <a:xfrm>
            <a:off x="3428429" y="4469248"/>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3" name="Google Shape;683;p71"/>
          <p:cNvSpPr txBox="1">
            <a:spLocks noGrp="1"/>
          </p:cNvSpPr>
          <p:nvPr>
            <p:ph type="body" idx="9"/>
          </p:nvPr>
        </p:nvSpPr>
        <p:spPr>
          <a:xfrm>
            <a:off x="8789087" y="4469248"/>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Content">
  <p:cSld name="Title+Content">
    <p:spTree>
      <p:nvGrpSpPr>
        <p:cNvPr id="1" name="Shape 689"/>
        <p:cNvGrpSpPr/>
        <p:nvPr/>
      </p:nvGrpSpPr>
      <p:grpSpPr>
        <a:xfrm>
          <a:off x="0" y="0"/>
          <a:ext cx="0" cy="0"/>
          <a:chOff x="0" y="0"/>
          <a:chExt cx="0" cy="0"/>
        </a:xfrm>
      </p:grpSpPr>
      <p:sp>
        <p:nvSpPr>
          <p:cNvPr id="690" name="Google Shape;690;p5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1" name="Google Shape;691;p53"/>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12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135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144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2" name="Google Shape;692;p53"/>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RunningMan-Infographic">
  <p:cSld name="1_RunningMan-Infographic">
    <p:spTree>
      <p:nvGrpSpPr>
        <p:cNvPr id="1" name="Shape 693"/>
        <p:cNvGrpSpPr/>
        <p:nvPr/>
      </p:nvGrpSpPr>
      <p:grpSpPr>
        <a:xfrm>
          <a:off x="0" y="0"/>
          <a:ext cx="0" cy="0"/>
          <a:chOff x="0" y="0"/>
          <a:chExt cx="0" cy="0"/>
        </a:xfrm>
      </p:grpSpPr>
      <p:sp>
        <p:nvSpPr>
          <p:cNvPr id="694" name="Google Shape;694;p54"/>
          <p:cNvSpPr/>
          <p:nvPr/>
        </p:nvSpPr>
        <p:spPr>
          <a:xfrm>
            <a:off x="-1" y="1684288"/>
            <a:ext cx="12191999" cy="4085572"/>
          </a:xfrm>
          <a:prstGeom prst="rect">
            <a:avLst/>
          </a:prstGeom>
          <a:solidFill>
            <a:srgbClr val="A1D0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95" name="Google Shape;695;p54"/>
          <p:cNvPicPr preferRelativeResize="0"/>
          <p:nvPr/>
        </p:nvPicPr>
        <p:blipFill rotWithShape="1">
          <a:blip r:embed="rId2">
            <a:alphaModFix/>
          </a:blip>
          <a:srcRect/>
          <a:stretch/>
        </p:blipFill>
        <p:spPr>
          <a:xfrm>
            <a:off x="519508" y="1921829"/>
            <a:ext cx="3232360" cy="3589147"/>
          </a:xfrm>
          <a:prstGeom prst="rect">
            <a:avLst/>
          </a:prstGeom>
          <a:noFill/>
          <a:ln>
            <a:noFill/>
          </a:ln>
        </p:spPr>
      </p:pic>
      <p:sp>
        <p:nvSpPr>
          <p:cNvPr id="696" name="Google Shape;696;p5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7" name="Google Shape;697;p54"/>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698" name="Google Shape;698;p54"/>
          <p:cNvSpPr/>
          <p:nvPr/>
        </p:nvSpPr>
        <p:spPr>
          <a:xfrm>
            <a:off x="-18854" y="5769859"/>
            <a:ext cx="12210853" cy="218688"/>
          </a:xfrm>
          <a:prstGeom prst="rect">
            <a:avLst/>
          </a:prstGeom>
          <a:solidFill>
            <a:srgbClr val="647486">
              <a:alpha val="6392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699" name="Google Shape;699;p54"/>
          <p:cNvPicPr preferRelativeResize="0"/>
          <p:nvPr/>
        </p:nvPicPr>
        <p:blipFill rotWithShape="1">
          <a:blip r:embed="rId3">
            <a:alphaModFix/>
          </a:blip>
          <a:srcRect/>
          <a:stretch/>
        </p:blipFill>
        <p:spPr>
          <a:xfrm>
            <a:off x="770591" y="1921828"/>
            <a:ext cx="771525" cy="1457325"/>
          </a:xfrm>
          <a:prstGeom prst="rect">
            <a:avLst/>
          </a:prstGeom>
          <a:noFill/>
          <a:ln>
            <a:noFill/>
          </a:ln>
        </p:spPr>
      </p:pic>
      <p:sp>
        <p:nvSpPr>
          <p:cNvPr id="700" name="Google Shape;700;p54"/>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800"/>
              <a:buFont typeface="Calibri"/>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5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hone_01">
  <p:cSld name="Phone_01">
    <p:spTree>
      <p:nvGrpSpPr>
        <p:cNvPr id="1" name="Shape 701"/>
        <p:cNvGrpSpPr/>
        <p:nvPr/>
      </p:nvGrpSpPr>
      <p:grpSpPr>
        <a:xfrm>
          <a:off x="0" y="0"/>
          <a:ext cx="0" cy="0"/>
          <a:chOff x="0" y="0"/>
          <a:chExt cx="0" cy="0"/>
        </a:xfrm>
      </p:grpSpPr>
      <p:sp>
        <p:nvSpPr>
          <p:cNvPr id="702" name="Google Shape;702;p72"/>
          <p:cNvSpPr>
            <a:spLocks noGrp="1"/>
          </p:cNvSpPr>
          <p:nvPr>
            <p:ph type="pic" idx="2"/>
          </p:nvPr>
        </p:nvSpPr>
        <p:spPr>
          <a:xfrm>
            <a:off x="5652253" y="1975483"/>
            <a:ext cx="1790586" cy="3183847"/>
          </a:xfrm>
          <a:prstGeom prst="rect">
            <a:avLst/>
          </a:prstGeom>
          <a:solidFill>
            <a:srgbClr val="F7F7F7"/>
          </a:solidFill>
          <a:ln>
            <a:noFill/>
          </a:ln>
        </p:spPr>
      </p:sp>
      <p:sp>
        <p:nvSpPr>
          <p:cNvPr id="703" name="Google Shape;703;p72"/>
          <p:cNvSpPr>
            <a:spLocks noGrp="1"/>
          </p:cNvSpPr>
          <p:nvPr>
            <p:ph type="pic" idx="3"/>
          </p:nvPr>
        </p:nvSpPr>
        <p:spPr>
          <a:xfrm>
            <a:off x="4468896" y="2177860"/>
            <a:ext cx="1790586" cy="3183847"/>
          </a:xfrm>
          <a:prstGeom prst="rect">
            <a:avLst/>
          </a:prstGeom>
          <a:solidFill>
            <a:srgbClr val="F7F7F7"/>
          </a:solidFill>
          <a:ln>
            <a:noFill/>
          </a:ln>
        </p:spPr>
      </p:sp>
      <p:sp>
        <p:nvSpPr>
          <p:cNvPr id="704" name="Google Shape;704;p7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Content+ImageFull">
  <p:cSld name="Title+Content+ImageFull">
    <p:spTree>
      <p:nvGrpSpPr>
        <p:cNvPr id="1" name="Shape 705"/>
        <p:cNvGrpSpPr/>
        <p:nvPr/>
      </p:nvGrpSpPr>
      <p:grpSpPr>
        <a:xfrm>
          <a:off x="0" y="0"/>
          <a:ext cx="0" cy="0"/>
          <a:chOff x="0" y="0"/>
          <a:chExt cx="0" cy="0"/>
        </a:xfrm>
      </p:grpSpPr>
      <p:sp>
        <p:nvSpPr>
          <p:cNvPr id="706" name="Google Shape;706;p73"/>
          <p:cNvSpPr txBox="1">
            <a:spLocks noGrp="1"/>
          </p:cNvSpPr>
          <p:nvPr>
            <p:ph type="title"/>
          </p:nvPr>
        </p:nvSpPr>
        <p:spPr>
          <a:xfrm>
            <a:off x="208634" y="633245"/>
            <a:ext cx="10984645"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7" name="Google Shape;707;p73"/>
          <p:cNvSpPr txBox="1">
            <a:spLocks noGrp="1"/>
          </p:cNvSpPr>
          <p:nvPr>
            <p:ph type="body" idx="1"/>
          </p:nvPr>
        </p:nvSpPr>
        <p:spPr>
          <a:xfrm>
            <a:off x="514350" y="1304995"/>
            <a:ext cx="532374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08" name="Google Shape;708;p73"/>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709" name="Google Shape;709;p73"/>
          <p:cNvSpPr>
            <a:spLocks noGrp="1"/>
          </p:cNvSpPr>
          <p:nvPr>
            <p:ph type="pic" idx="2"/>
          </p:nvPr>
        </p:nvSpPr>
        <p:spPr>
          <a:xfrm>
            <a:off x="6096000" y="1292225"/>
            <a:ext cx="5096608" cy="4835525"/>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Content+Image">
  <p:cSld name="Title+Content+Image">
    <p:spTree>
      <p:nvGrpSpPr>
        <p:cNvPr id="1" name="Shape 710"/>
        <p:cNvGrpSpPr/>
        <p:nvPr/>
      </p:nvGrpSpPr>
      <p:grpSpPr>
        <a:xfrm>
          <a:off x="0" y="0"/>
          <a:ext cx="0" cy="0"/>
          <a:chOff x="0" y="0"/>
          <a:chExt cx="0" cy="0"/>
        </a:xfrm>
      </p:grpSpPr>
      <p:sp>
        <p:nvSpPr>
          <p:cNvPr id="711" name="Google Shape;711;p7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2" name="Google Shape;712;p7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3" name="Google Shape;713;p74"/>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714" name="Google Shape;714;p74"/>
          <p:cNvSpPr>
            <a:spLocks noGrp="1"/>
          </p:cNvSpPr>
          <p:nvPr>
            <p:ph type="pic" idx="2"/>
          </p:nvPr>
        </p:nvSpPr>
        <p:spPr>
          <a:xfrm>
            <a:off x="8354662" y="3279531"/>
            <a:ext cx="3322988" cy="2865682"/>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5"/>
        <p:cNvGrpSpPr/>
        <p:nvPr/>
      </p:nvGrpSpPr>
      <p:grpSpPr>
        <a:xfrm>
          <a:off x="0" y="0"/>
          <a:ext cx="0" cy="0"/>
          <a:chOff x="0" y="0"/>
          <a:chExt cx="0" cy="0"/>
        </a:xfrm>
      </p:grpSpPr>
      <p:sp>
        <p:nvSpPr>
          <p:cNvPr id="716" name="Google Shape;716;p75"/>
          <p:cNvSpPr txBox="1">
            <a:spLocks noGrp="1"/>
          </p:cNvSpPr>
          <p:nvPr>
            <p:ph type="title"/>
          </p:nvPr>
        </p:nvSpPr>
        <p:spPr>
          <a:xfrm>
            <a:off x="560327" y="246382"/>
            <a:ext cx="10515600" cy="55020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7" name="Google Shape;717;p75"/>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8"/>
        <p:cNvGrpSpPr/>
        <p:nvPr/>
      </p:nvGrpSpPr>
      <p:grpSpPr>
        <a:xfrm>
          <a:off x="0" y="0"/>
          <a:ext cx="0" cy="0"/>
          <a:chOff x="0" y="0"/>
          <a:chExt cx="0" cy="0"/>
        </a:xfrm>
      </p:grpSpPr>
      <p:sp>
        <p:nvSpPr>
          <p:cNvPr id="719" name="Google Shape;719;p76"/>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20"/>
        <p:cNvGrpSpPr/>
        <p:nvPr/>
      </p:nvGrpSpPr>
      <p:grpSpPr>
        <a:xfrm>
          <a:off x="0" y="0"/>
          <a:ext cx="0" cy="0"/>
          <a:chOff x="0" y="0"/>
          <a:chExt cx="0" cy="0"/>
        </a:xfrm>
      </p:grpSpPr>
      <p:sp>
        <p:nvSpPr>
          <p:cNvPr id="721" name="Google Shape;721;p77"/>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2800"/>
              <a:buFont typeface="Arial"/>
              <a:buNone/>
              <a:defRPr sz="1800"/>
            </a:lvl2pPr>
            <a:lvl3pPr lvl="2">
              <a:spcBef>
                <a:spcPts val="0"/>
              </a:spcBef>
              <a:spcAft>
                <a:spcPts val="0"/>
              </a:spcAft>
              <a:buSzPts val="2800"/>
              <a:buFont typeface="Arial"/>
              <a:buNone/>
              <a:defRPr sz="1800"/>
            </a:lvl3pPr>
            <a:lvl4pPr lvl="3">
              <a:spcBef>
                <a:spcPts val="0"/>
              </a:spcBef>
              <a:spcAft>
                <a:spcPts val="0"/>
              </a:spcAft>
              <a:buSzPts val="2800"/>
              <a:buFont typeface="Arial"/>
              <a:buNone/>
              <a:defRPr sz="1800"/>
            </a:lvl4pPr>
            <a:lvl5pPr lvl="4">
              <a:spcBef>
                <a:spcPts val="0"/>
              </a:spcBef>
              <a:spcAft>
                <a:spcPts val="0"/>
              </a:spcAft>
              <a:buSzPts val="2800"/>
              <a:buFont typeface="Arial"/>
              <a:buNone/>
              <a:defRPr sz="1800"/>
            </a:lvl5pPr>
            <a:lvl6pPr lvl="5">
              <a:spcBef>
                <a:spcPts val="0"/>
              </a:spcBef>
              <a:spcAft>
                <a:spcPts val="0"/>
              </a:spcAft>
              <a:buSzPts val="2800"/>
              <a:buFont typeface="Arial"/>
              <a:buNone/>
              <a:defRPr sz="1800"/>
            </a:lvl6pPr>
            <a:lvl7pPr lvl="6">
              <a:spcBef>
                <a:spcPts val="0"/>
              </a:spcBef>
              <a:spcAft>
                <a:spcPts val="0"/>
              </a:spcAft>
              <a:buSzPts val="2800"/>
              <a:buFont typeface="Arial"/>
              <a:buNone/>
              <a:defRPr sz="1800"/>
            </a:lvl7pPr>
            <a:lvl8pPr lvl="7">
              <a:spcBef>
                <a:spcPts val="0"/>
              </a:spcBef>
              <a:spcAft>
                <a:spcPts val="0"/>
              </a:spcAft>
              <a:buSzPts val="2800"/>
              <a:buFont typeface="Arial"/>
              <a:buNone/>
              <a:defRPr sz="1800"/>
            </a:lvl8pPr>
            <a:lvl9pPr lvl="8">
              <a:spcBef>
                <a:spcPts val="0"/>
              </a:spcBef>
              <a:spcAft>
                <a:spcPts val="0"/>
              </a:spcAft>
              <a:buSzPts val="2800"/>
              <a:buFont typeface="Arial"/>
              <a:buNone/>
              <a:defRPr sz="1800"/>
            </a:lvl9pPr>
          </a:lstStyle>
          <a:p>
            <a:endParaRPr/>
          </a:p>
        </p:txBody>
      </p:sp>
      <p:sp>
        <p:nvSpPr>
          <p:cNvPr id="722" name="Google Shape;722;p77"/>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90000"/>
              </a:lnSpc>
              <a:spcBef>
                <a:spcPts val="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0"/>
              </a:spcBef>
              <a:spcAft>
                <a:spcPts val="0"/>
              </a:spcAft>
              <a:buClr>
                <a:schemeClr val="dk1"/>
              </a:buClr>
              <a:buSzPts val="1400"/>
              <a:buFont typeface="Arial"/>
              <a:buChar char="○"/>
              <a:defRPr sz="24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23" name="Google Shape;723;p7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1pPr>
            <a:lvl2pPr marL="0" lvl="1"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2pPr>
            <a:lvl3pPr marL="0" lvl="2"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3pPr>
            <a:lvl4pPr marL="0" lvl="3"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4pPr>
            <a:lvl5pPr marL="0" lvl="4"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5pPr>
            <a:lvl6pPr marL="0" lvl="5"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6pPr>
            <a:lvl7pPr marL="0" lvl="6"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7pPr>
            <a:lvl8pPr marL="0" lvl="7"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8pPr>
            <a:lvl9pPr marL="0" lvl="8"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50"/>
          <p:cNvPicPr preferRelativeResize="0"/>
          <p:nvPr/>
        </p:nvPicPr>
        <p:blipFill rotWithShape="1">
          <a:blip r:embed="rId20">
            <a:alphaModFix/>
          </a:blip>
          <a:srcRect/>
          <a:stretch/>
        </p:blipFill>
        <p:spPr>
          <a:xfrm>
            <a:off x="0" y="0"/>
            <a:ext cx="12191998" cy="6858000"/>
          </a:xfrm>
          <a:prstGeom prst="rect">
            <a:avLst/>
          </a:prstGeom>
          <a:noFill/>
          <a:ln>
            <a:noFill/>
          </a:ln>
        </p:spPr>
      </p:pic>
      <p:sp>
        <p:nvSpPr>
          <p:cNvPr id="7" name="Google Shape;7;p50"/>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 name="Google Shape;8;p50"/>
          <p:cNvSpPr/>
          <p:nvPr/>
        </p:nvSpPr>
        <p:spPr>
          <a:xfrm>
            <a:off x="0" y="267883"/>
            <a:ext cx="75500" cy="861239"/>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A4C74"/>
              </a:solidFill>
              <a:latin typeface="Calibri"/>
              <a:ea typeface="Calibri"/>
              <a:cs typeface="Calibri"/>
              <a:sym typeface="Calibri"/>
            </a:endParaRPr>
          </a:p>
        </p:txBody>
      </p:sp>
      <p:sp>
        <p:nvSpPr>
          <p:cNvPr id="9" name="Google Shape;9;p50"/>
          <p:cNvSpPr txBox="1"/>
          <p:nvPr/>
        </p:nvSpPr>
        <p:spPr>
          <a:xfrm>
            <a:off x="207963" y="273050"/>
            <a:ext cx="10515600" cy="29845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0C0"/>
              </a:buClr>
              <a:buSzPts val="1600"/>
              <a:buFont typeface="Arial"/>
              <a:buNone/>
            </a:pPr>
            <a:r>
              <a:rPr lang="en" sz="1600" b="1" i="0" u="none" strike="noStrike" cap="none">
                <a:solidFill>
                  <a:srgbClr val="0070C0"/>
                </a:solidFill>
                <a:latin typeface="Arial"/>
                <a:ea typeface="Arial"/>
                <a:cs typeface="Arial"/>
                <a:sym typeface="Arial"/>
              </a:rPr>
              <a:t>Module 3: </a:t>
            </a:r>
            <a:r>
              <a:rPr lang="en" sz="1600" b="0" i="0" u="none" strike="noStrike" cap="none">
                <a:solidFill>
                  <a:srgbClr val="0070C0"/>
                </a:solidFill>
                <a:latin typeface="Arial"/>
                <a:ea typeface="Arial"/>
                <a:cs typeface="Arial"/>
                <a:sym typeface="Arial"/>
              </a:rPr>
              <a:t>Git Basics</a:t>
            </a:r>
            <a:endParaRPr/>
          </a:p>
          <a:p>
            <a:pPr marL="0" marR="0" lvl="0" indent="0" algn="l" rtl="0">
              <a:lnSpc>
                <a:spcPct val="90000"/>
              </a:lnSpc>
              <a:spcBef>
                <a:spcPts val="750"/>
              </a:spcBef>
              <a:spcAft>
                <a:spcPts val="0"/>
              </a:spcAft>
              <a:buClr>
                <a:srgbClr val="0070C0"/>
              </a:buClr>
              <a:buSzPts val="1600"/>
              <a:buFont typeface="Arial"/>
              <a:buNone/>
            </a:pPr>
            <a:r>
              <a:rPr lang="en" sz="1600" b="0" i="0" u="none" strike="noStrike" cap="none">
                <a:solidFill>
                  <a:srgbClr val="0070C0"/>
                </a:solidFill>
                <a:latin typeface="Arial"/>
                <a:ea typeface="Arial"/>
                <a:cs typeface="Arial"/>
                <a:sym typeface="Arial"/>
              </a:rPr>
              <a:t> </a:t>
            </a:r>
            <a:endParaRPr sz="1600" b="0" i="0" u="none" strike="noStrike" cap="none">
              <a:solidFill>
                <a:srgbClr val="0070C0"/>
              </a:solidFill>
              <a:latin typeface="Arial"/>
              <a:ea typeface="Arial"/>
              <a:cs typeface="Arial"/>
              <a:sym typeface="Arial"/>
            </a:endParaRPr>
          </a:p>
        </p:txBody>
      </p:sp>
      <p:sp>
        <p:nvSpPr>
          <p:cNvPr id="10" name="Google Shape;10;p50"/>
          <p:cNvSpPr/>
          <p:nvPr/>
        </p:nvSpPr>
        <p:spPr>
          <a:xfrm>
            <a:off x="75500" y="6506031"/>
            <a:ext cx="6517074"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800"/>
              <a:buFont typeface="Arial"/>
              <a:buNone/>
            </a:pPr>
            <a:r>
              <a:rPr lang="en" sz="800" b="0" i="0" u="none" strike="noStrike" cap="none">
                <a:solidFill>
                  <a:srgbClr val="7F7F7F"/>
                </a:solidFill>
                <a:latin typeface="Arial"/>
                <a:ea typeface="Arial"/>
                <a:cs typeface="Arial"/>
                <a:sym typeface="Arial"/>
              </a:rPr>
              <a:t>Copyright © 2023. All rights reserved. release 2.0.0</a:t>
            </a:r>
            <a:endParaRPr sz="800" b="0" i="0" u="none" strike="noStrike" cap="none">
              <a:solidFill>
                <a:srgbClr val="7F7F7F"/>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4"/>
        <p:cNvGrpSpPr/>
        <p:nvPr/>
      </p:nvGrpSpPr>
      <p:grpSpPr>
        <a:xfrm>
          <a:off x="0" y="0"/>
          <a:ext cx="0" cy="0"/>
          <a:chOff x="0" y="0"/>
          <a:chExt cx="0" cy="0"/>
        </a:xfrm>
      </p:grpSpPr>
      <p:sp>
        <p:nvSpPr>
          <p:cNvPr id="685" name="Google Shape;685;p52"/>
          <p:cNvSpPr/>
          <p:nvPr/>
        </p:nvSpPr>
        <p:spPr>
          <a:xfrm>
            <a:off x="0" y="267883"/>
            <a:ext cx="75500" cy="861239"/>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A4C74"/>
              </a:solidFill>
              <a:latin typeface="Calibri"/>
              <a:ea typeface="Calibri"/>
              <a:cs typeface="Calibri"/>
              <a:sym typeface="Calibri"/>
            </a:endParaRPr>
          </a:p>
        </p:txBody>
      </p:sp>
      <p:sp>
        <p:nvSpPr>
          <p:cNvPr id="686" name="Google Shape;686;p52"/>
          <p:cNvSpPr/>
          <p:nvPr/>
        </p:nvSpPr>
        <p:spPr>
          <a:xfrm>
            <a:off x="75500" y="6506031"/>
            <a:ext cx="6517074"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800"/>
              <a:buFont typeface="Arial"/>
              <a:buNone/>
            </a:pPr>
            <a:r>
              <a:rPr lang="en" sz="800" b="0" i="0" u="none" strike="noStrike" cap="none">
                <a:solidFill>
                  <a:srgbClr val="7F7F7F"/>
                </a:solidFill>
                <a:latin typeface="Arial"/>
                <a:ea typeface="Arial"/>
                <a:cs typeface="Arial"/>
                <a:sym typeface="Arial"/>
              </a:rPr>
              <a:t>Copyright © 2023. All rights reserved. release 2.0.0</a:t>
            </a:r>
            <a:endParaRPr sz="800" b="0" i="0" u="none" strike="noStrike" cap="none">
              <a:solidFill>
                <a:srgbClr val="7F7F7F"/>
              </a:solidFill>
              <a:latin typeface="Arial"/>
              <a:ea typeface="Arial"/>
              <a:cs typeface="Arial"/>
              <a:sym typeface="Arial"/>
            </a:endParaRPr>
          </a:p>
        </p:txBody>
      </p:sp>
      <p:sp>
        <p:nvSpPr>
          <p:cNvPr id="687" name="Google Shape;687;p52"/>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88" name="Google Shape;688;p52"/>
          <p:cNvSpPr txBox="1"/>
          <p:nvPr/>
        </p:nvSpPr>
        <p:spPr>
          <a:xfrm>
            <a:off x="207963" y="273050"/>
            <a:ext cx="10515600" cy="29845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0C0"/>
              </a:buClr>
              <a:buSzPts val="1600"/>
              <a:buFont typeface="Arial"/>
              <a:buNone/>
            </a:pPr>
            <a:r>
              <a:rPr lang="en" sz="1600" b="1" i="0" u="none" strike="noStrike" cap="none">
                <a:solidFill>
                  <a:srgbClr val="0070C0"/>
                </a:solidFill>
                <a:latin typeface="Arial"/>
                <a:ea typeface="Arial"/>
                <a:cs typeface="Arial"/>
                <a:sym typeface="Arial"/>
              </a:rPr>
              <a:t>Module 3: </a:t>
            </a:r>
            <a:r>
              <a:rPr lang="en" sz="1600" b="0" i="0" u="none" strike="noStrike" cap="none">
                <a:solidFill>
                  <a:srgbClr val="0070C0"/>
                </a:solidFill>
                <a:latin typeface="Arial"/>
                <a:ea typeface="Arial"/>
                <a:cs typeface="Arial"/>
                <a:sym typeface="Arial"/>
              </a:rPr>
              <a:t>Git Basics</a:t>
            </a:r>
            <a:endParaRPr/>
          </a:p>
          <a:p>
            <a:pPr marL="0" marR="0" lvl="0" indent="0" algn="l" rtl="0">
              <a:lnSpc>
                <a:spcPct val="90000"/>
              </a:lnSpc>
              <a:spcBef>
                <a:spcPts val="750"/>
              </a:spcBef>
              <a:spcAft>
                <a:spcPts val="0"/>
              </a:spcAft>
              <a:buClr>
                <a:srgbClr val="0070C0"/>
              </a:buClr>
              <a:buSzPts val="1600"/>
              <a:buFont typeface="Arial"/>
              <a:buNone/>
            </a:pPr>
            <a:r>
              <a:rPr lang="en" sz="1600" b="0" i="0" u="none" strike="noStrike" cap="none">
                <a:solidFill>
                  <a:srgbClr val="0070C0"/>
                </a:solidFill>
                <a:latin typeface="Arial"/>
                <a:ea typeface="Arial"/>
                <a:cs typeface="Arial"/>
                <a:sym typeface="Arial"/>
              </a:rPr>
              <a:t> </a:t>
            </a:r>
            <a:endParaRPr sz="1600" b="0" i="0" u="none" strike="noStrike" cap="none">
              <a:solidFill>
                <a:srgbClr val="0070C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9.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1"/>
          <p:cNvSpPr txBox="1">
            <a:spLocks noGrp="1"/>
          </p:cNvSpPr>
          <p:nvPr>
            <p:ph type="body" idx="1"/>
          </p:nvPr>
        </p:nvSpPr>
        <p:spPr>
          <a:xfrm>
            <a:off x="4888295" y="719340"/>
            <a:ext cx="6474378" cy="1398560"/>
          </a:xfrm>
          <a:prstGeom prst="rect">
            <a:avLst/>
          </a:prstGeom>
          <a:noFill/>
          <a:ln>
            <a:noFill/>
          </a:ln>
        </p:spPr>
        <p:txBody>
          <a:bodyPr spcFirstLastPara="1" wrap="square" lIns="91425" tIns="45700" rIns="91425" bIns="45700" anchor="ctr" anchorCtr="0">
            <a:noAutofit/>
          </a:bodyPr>
          <a:lstStyle/>
          <a:p>
            <a:pPr marL="0" lvl="0" indent="0" algn="r" rtl="0">
              <a:lnSpc>
                <a:spcPct val="125000"/>
              </a:lnSpc>
              <a:spcBef>
                <a:spcPts val="0"/>
              </a:spcBef>
              <a:spcAft>
                <a:spcPts val="0"/>
              </a:spcAft>
              <a:buClr>
                <a:srgbClr val="000000"/>
              </a:buClr>
              <a:buSzPts val="3600"/>
              <a:buFont typeface="Arial"/>
              <a:buNone/>
            </a:pPr>
            <a:r>
              <a:rPr lang="en"/>
              <a:t>Source Code Management </a:t>
            </a:r>
            <a:endParaRPr/>
          </a:p>
        </p:txBody>
      </p:sp>
      <p:sp>
        <p:nvSpPr>
          <p:cNvPr id="729" name="Google Shape;729;p1"/>
          <p:cNvSpPr txBox="1">
            <a:spLocks noGrp="1"/>
          </p:cNvSpPr>
          <p:nvPr>
            <p:ph type="body" idx="2"/>
          </p:nvPr>
        </p:nvSpPr>
        <p:spPr>
          <a:xfrm>
            <a:off x="4884251" y="2240441"/>
            <a:ext cx="6486586" cy="704061"/>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3200"/>
              <a:buFont typeface="Arial"/>
              <a:buNone/>
            </a:pPr>
            <a:r>
              <a:rPr lang="en"/>
              <a:t>Git Basics</a:t>
            </a:r>
            <a:endParaRPr/>
          </a:p>
        </p:txBody>
      </p:sp>
      <p:sp>
        <p:nvSpPr>
          <p:cNvPr id="730" name="Google Shape;730;p1"/>
          <p:cNvSpPr txBox="1">
            <a:spLocks noGrp="1"/>
          </p:cNvSpPr>
          <p:nvPr>
            <p:ph type="body" idx="3"/>
          </p:nvPr>
        </p:nvSpPr>
        <p:spPr>
          <a:xfrm>
            <a:off x="4880131" y="704162"/>
            <a:ext cx="6474378" cy="430887"/>
          </a:xfrm>
          <a:prstGeom prst="rect">
            <a:avLst/>
          </a:prstGeom>
          <a:noFill/>
          <a:ln>
            <a:noFill/>
          </a:ln>
        </p:spPr>
        <p:txBody>
          <a:bodyPr spcFirstLastPara="1" wrap="square" lIns="91425" tIns="45700" rIns="91425" bIns="45700" anchor="ctr" anchorCtr="0">
            <a:spAutoFit/>
          </a:bodyPr>
          <a:lstStyle/>
          <a:p>
            <a:pPr marL="0" lvl="0" indent="0" algn="r" rtl="0">
              <a:lnSpc>
                <a:spcPct val="100000"/>
              </a:lnSpc>
              <a:spcBef>
                <a:spcPts val="0"/>
              </a:spcBef>
              <a:spcAft>
                <a:spcPts val="0"/>
              </a:spcAft>
              <a:buClr>
                <a:srgbClr val="7F7F7F"/>
              </a:buClr>
              <a:buSzPts val="2200"/>
              <a:buFont typeface="Arial"/>
              <a:buNone/>
            </a:pPr>
            <a:r>
              <a:rPr lang="en"/>
              <a:t> </a:t>
            </a:r>
            <a:endParaRPr/>
          </a:p>
        </p:txBody>
      </p:sp>
      <p:sp>
        <p:nvSpPr>
          <p:cNvPr id="731" name="Google Shape;731;p1"/>
          <p:cNvSpPr txBox="1"/>
          <p:nvPr/>
        </p:nvSpPr>
        <p:spPr>
          <a:xfrm>
            <a:off x="2277275" y="3706475"/>
            <a:ext cx="7477800" cy="8883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500"/>
              </a:spcAft>
              <a:buNone/>
            </a:pPr>
            <a:endParaRPr sz="2200" b="0" i="0" u="none" strike="noStrike" cap="non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Module Objective </a:t>
            </a:r>
            <a:endParaRPr/>
          </a:p>
        </p:txBody>
      </p:sp>
      <p:sp>
        <p:nvSpPr>
          <p:cNvPr id="737" name="Google Shape;737;p2"/>
          <p:cNvSpPr txBox="1">
            <a:spLocks noGrp="1"/>
          </p:cNvSpPr>
          <p:nvPr>
            <p:ph type="body" idx="1"/>
          </p:nvPr>
        </p:nvSpPr>
        <p:spPr>
          <a:xfrm>
            <a:off x="514350" y="1304995"/>
            <a:ext cx="7317685"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At the end of this module, you will be able to learn the following:</a:t>
            </a:r>
            <a:endParaRPr/>
          </a:p>
          <a:p>
            <a:pPr marL="285750" lvl="1" indent="-285750" algn="l" rtl="0">
              <a:lnSpc>
                <a:spcPct val="120000"/>
              </a:lnSpc>
              <a:spcBef>
                <a:spcPts val="838"/>
              </a:spcBef>
              <a:spcAft>
                <a:spcPts val="0"/>
              </a:spcAft>
              <a:buClr>
                <a:schemeClr val="dk1"/>
              </a:buClr>
              <a:buSzPts val="1800"/>
              <a:buChar char="⭲"/>
            </a:pPr>
            <a:r>
              <a:rPr lang="en"/>
              <a:t>At the end of this module, you will be able to learn:</a:t>
            </a:r>
            <a:endParaRPr/>
          </a:p>
          <a:p>
            <a:pPr marL="285750" lvl="1" indent="-285750" algn="l" rtl="0">
              <a:lnSpc>
                <a:spcPct val="120000"/>
              </a:lnSpc>
              <a:spcBef>
                <a:spcPts val="838"/>
              </a:spcBef>
              <a:spcAft>
                <a:spcPts val="0"/>
              </a:spcAft>
              <a:buClr>
                <a:schemeClr val="dk1"/>
              </a:buClr>
              <a:buSzPts val="1800"/>
              <a:buChar char="⭲"/>
            </a:pPr>
            <a:r>
              <a:rPr lang="en"/>
              <a:t>Learn the standard Git workflow and understand how changes move through the Git system.</a:t>
            </a:r>
            <a:endParaRPr/>
          </a:p>
          <a:p>
            <a:pPr marL="285750" lvl="1" indent="-285750" algn="l" rtl="0">
              <a:lnSpc>
                <a:spcPct val="120000"/>
              </a:lnSpc>
              <a:spcBef>
                <a:spcPts val="838"/>
              </a:spcBef>
              <a:spcAft>
                <a:spcPts val="0"/>
              </a:spcAft>
              <a:buClr>
                <a:schemeClr val="dk1"/>
              </a:buClr>
              <a:buSzPts val="1800"/>
              <a:buChar char="⭲"/>
            </a:pPr>
            <a:r>
              <a:rPr lang="en"/>
              <a:t>Cover fundamental Git commands (init, add, commit, status, log) for day-to-day operations.</a:t>
            </a:r>
            <a:endParaRPr/>
          </a:p>
          <a:p>
            <a:pPr marL="285750" lvl="1" indent="-285750" algn="l" rtl="0">
              <a:lnSpc>
                <a:spcPct val="120000"/>
              </a:lnSpc>
              <a:spcBef>
                <a:spcPts val="838"/>
              </a:spcBef>
              <a:spcAft>
                <a:spcPts val="0"/>
              </a:spcAft>
              <a:buClr>
                <a:schemeClr val="dk1"/>
              </a:buClr>
              <a:buSzPts val="1800"/>
              <a:buChar char="⭲"/>
            </a:pPr>
            <a:r>
              <a:rPr lang="en"/>
              <a:t>Explore the concepts of branching and merging in Git.</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738" name="Google Shape;738;p2"/>
          <p:cNvPicPr preferRelativeResize="0"/>
          <p:nvPr/>
        </p:nvPicPr>
        <p:blipFill rotWithShape="1">
          <a:blip r:embed="rId3">
            <a:alphaModFix/>
          </a:blip>
          <a:srcRect/>
          <a:stretch/>
        </p:blipFill>
        <p:spPr>
          <a:xfrm>
            <a:off x="7647750" y="2653748"/>
            <a:ext cx="3712675" cy="35710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 Git Workflow</a:t>
            </a:r>
            <a:endParaRPr/>
          </a:p>
        </p:txBody>
      </p:sp>
      <p:sp>
        <p:nvSpPr>
          <p:cNvPr id="744" name="Google Shape;744;p3"/>
          <p:cNvSpPr txBox="1">
            <a:spLocks noGrp="1"/>
          </p:cNvSpPr>
          <p:nvPr>
            <p:ph type="body" idx="1"/>
          </p:nvPr>
        </p:nvSpPr>
        <p:spPr>
          <a:xfrm>
            <a:off x="514350" y="1304925"/>
            <a:ext cx="10274300" cy="484028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Let us take a quick look at the topics that we will cover in this module:</a:t>
            </a:r>
            <a:endParaRPr/>
          </a:p>
          <a:p>
            <a:pPr marL="285750" lvl="1" indent="-285750" algn="l" rtl="0">
              <a:lnSpc>
                <a:spcPct val="120000"/>
              </a:lnSpc>
              <a:spcBef>
                <a:spcPts val="838"/>
              </a:spcBef>
              <a:spcAft>
                <a:spcPts val="0"/>
              </a:spcAft>
              <a:buClr>
                <a:schemeClr val="dk1"/>
              </a:buClr>
              <a:buSzPts val="1800"/>
              <a:buChar char="⭲"/>
            </a:pPr>
            <a:r>
              <a:rPr lang="en"/>
              <a:t>Git Workflow</a:t>
            </a:r>
            <a:endParaRPr/>
          </a:p>
          <a:p>
            <a:pPr marL="285750" lvl="1" indent="-285750" algn="l" rtl="0">
              <a:lnSpc>
                <a:spcPct val="120000"/>
              </a:lnSpc>
              <a:spcBef>
                <a:spcPts val="838"/>
              </a:spcBef>
              <a:spcAft>
                <a:spcPts val="0"/>
              </a:spcAft>
              <a:buClr>
                <a:schemeClr val="dk1"/>
              </a:buClr>
              <a:buSzPts val="1800"/>
              <a:buChar char="⭲"/>
            </a:pPr>
            <a:r>
              <a:rPr lang="en"/>
              <a:t>Basic Commands</a:t>
            </a:r>
            <a:endParaRPr/>
          </a:p>
          <a:p>
            <a:pPr marL="285750" lvl="1" indent="-285750" algn="l" rtl="0">
              <a:lnSpc>
                <a:spcPct val="120000"/>
              </a:lnSpc>
              <a:spcBef>
                <a:spcPts val="838"/>
              </a:spcBef>
              <a:spcAft>
                <a:spcPts val="0"/>
              </a:spcAft>
              <a:buClr>
                <a:schemeClr val="dk1"/>
              </a:buClr>
              <a:buSzPts val="1800"/>
              <a:buChar char="⭲"/>
            </a:pPr>
            <a:r>
              <a:rPr lang="en"/>
              <a:t>Branching and Merging</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745" name="Google Shape;745;p3"/>
          <p:cNvPicPr preferRelativeResize="0"/>
          <p:nvPr/>
        </p:nvPicPr>
        <p:blipFill rotWithShape="1">
          <a:blip r:embed="rId3">
            <a:alphaModFix/>
          </a:blip>
          <a:srcRect/>
          <a:stretch/>
        </p:blipFill>
        <p:spPr>
          <a:xfrm>
            <a:off x="7647750" y="2653748"/>
            <a:ext cx="3712675" cy="35710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3.1.0 Git Workflow Overview</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751" name="Google Shape;751;p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key stages that form the backbone of the Git workflow, steering you through the essentials of version control and collaborative development</a:t>
            </a:r>
            <a:endParaRPr/>
          </a:p>
        </p:txBody>
      </p:sp>
      <p:sp>
        <p:nvSpPr>
          <p:cNvPr id="752" name="Google Shape;752;p4"/>
          <p:cNvSpPr/>
          <p:nvPr/>
        </p:nvSpPr>
        <p:spPr>
          <a:xfrm>
            <a:off x="854765" y="2369045"/>
            <a:ext cx="2880000"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INITIALISATION</a:t>
            </a:r>
            <a:endParaRPr/>
          </a:p>
        </p:txBody>
      </p:sp>
      <p:sp>
        <p:nvSpPr>
          <p:cNvPr id="753" name="Google Shape;753;p4"/>
          <p:cNvSpPr/>
          <p:nvPr/>
        </p:nvSpPr>
        <p:spPr>
          <a:xfrm>
            <a:off x="854765" y="3771136"/>
            <a:ext cx="2880000"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STAGING CHANGES</a:t>
            </a:r>
            <a:endParaRPr/>
          </a:p>
        </p:txBody>
      </p:sp>
      <p:sp>
        <p:nvSpPr>
          <p:cNvPr id="754" name="Google Shape;754;p4"/>
          <p:cNvSpPr/>
          <p:nvPr/>
        </p:nvSpPr>
        <p:spPr>
          <a:xfrm>
            <a:off x="854765" y="5173227"/>
            <a:ext cx="2880000" cy="972596"/>
          </a:xfrm>
          <a:prstGeom prst="roundRect">
            <a:avLst>
              <a:gd name="adj" fmla="val 16667"/>
            </a:avLst>
          </a:prstGeom>
          <a:solidFill>
            <a:srgbClr val="3673B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COMMITING CHANGES</a:t>
            </a:r>
            <a:endParaRPr/>
          </a:p>
        </p:txBody>
      </p:sp>
      <p:sp>
        <p:nvSpPr>
          <p:cNvPr id="755" name="Google Shape;755;p4"/>
          <p:cNvSpPr/>
          <p:nvPr/>
        </p:nvSpPr>
        <p:spPr>
          <a:xfrm>
            <a:off x="4591878" y="2369045"/>
            <a:ext cx="2880000"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BRANCHING</a:t>
            </a:r>
            <a:endParaRPr/>
          </a:p>
        </p:txBody>
      </p:sp>
      <p:sp>
        <p:nvSpPr>
          <p:cNvPr id="756" name="Google Shape;756;p4"/>
          <p:cNvSpPr/>
          <p:nvPr/>
        </p:nvSpPr>
        <p:spPr>
          <a:xfrm>
            <a:off x="4591878" y="3771136"/>
            <a:ext cx="2880000"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MERGING CHANGES</a:t>
            </a:r>
            <a:endParaRPr/>
          </a:p>
        </p:txBody>
      </p:sp>
      <p:sp>
        <p:nvSpPr>
          <p:cNvPr id="757" name="Google Shape;757;p4"/>
          <p:cNvSpPr/>
          <p:nvPr/>
        </p:nvSpPr>
        <p:spPr>
          <a:xfrm>
            <a:off x="4591878" y="5173227"/>
            <a:ext cx="2880000" cy="972596"/>
          </a:xfrm>
          <a:prstGeom prst="roundRect">
            <a:avLst>
              <a:gd name="adj" fmla="val 16667"/>
            </a:avLst>
          </a:prstGeom>
          <a:solidFill>
            <a:srgbClr val="3673B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CONFLICT RESOLUTION</a:t>
            </a:r>
            <a:endParaRPr/>
          </a:p>
        </p:txBody>
      </p:sp>
      <p:sp>
        <p:nvSpPr>
          <p:cNvPr id="758" name="Google Shape;758;p4"/>
          <p:cNvSpPr/>
          <p:nvPr/>
        </p:nvSpPr>
        <p:spPr>
          <a:xfrm>
            <a:off x="8458200" y="2369045"/>
            <a:ext cx="2880000"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PUSHING AND PULLING</a:t>
            </a:r>
            <a:endParaRPr/>
          </a:p>
        </p:txBody>
      </p:sp>
      <p:sp>
        <p:nvSpPr>
          <p:cNvPr id="759" name="Google Shape;759;p4"/>
          <p:cNvSpPr/>
          <p:nvPr/>
        </p:nvSpPr>
        <p:spPr>
          <a:xfrm>
            <a:off x="8458200" y="3771136"/>
            <a:ext cx="2880000"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VERSION HISTORY</a:t>
            </a:r>
            <a:endParaRPr/>
          </a:p>
        </p:txBody>
      </p:sp>
      <p:sp>
        <p:nvSpPr>
          <p:cNvPr id="760" name="Google Shape;760;p4"/>
          <p:cNvSpPr/>
          <p:nvPr/>
        </p:nvSpPr>
        <p:spPr>
          <a:xfrm>
            <a:off x="8458200" y="5173227"/>
            <a:ext cx="2880000" cy="972596"/>
          </a:xfrm>
          <a:prstGeom prst="roundRect">
            <a:avLst>
              <a:gd name="adj" fmla="val 16667"/>
            </a:avLst>
          </a:prstGeom>
          <a:solidFill>
            <a:srgbClr val="3673B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400" b="1" i="0" u="none" strike="noStrike" cap="none">
                <a:solidFill>
                  <a:srgbClr val="FFFFFF"/>
                </a:solidFill>
                <a:latin typeface="Arial"/>
                <a:ea typeface="Arial"/>
                <a:cs typeface="Arial"/>
                <a:sym typeface="Arial"/>
              </a:rPr>
              <a:t>CONTINUOUS ITERATION</a:t>
            </a:r>
            <a:endParaRPr/>
          </a:p>
        </p:txBody>
      </p:sp>
      <p:sp>
        <p:nvSpPr>
          <p:cNvPr id="761" name="Google Shape;761;p4"/>
          <p:cNvSpPr/>
          <p:nvPr/>
        </p:nvSpPr>
        <p:spPr>
          <a:xfrm>
            <a:off x="437650"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762" name="Google Shape;762;p4"/>
          <p:cNvSpPr/>
          <p:nvPr/>
        </p:nvSpPr>
        <p:spPr>
          <a:xfrm>
            <a:off x="437650" y="377947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
        <p:nvSpPr>
          <p:cNvPr id="763" name="Google Shape;763;p4"/>
          <p:cNvSpPr/>
          <p:nvPr/>
        </p:nvSpPr>
        <p:spPr>
          <a:xfrm>
            <a:off x="437650" y="5222367"/>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3</a:t>
            </a:r>
            <a:endParaRPr sz="3200" b="1" i="0" u="none" strike="noStrike" cap="none">
              <a:solidFill>
                <a:schemeClr val="lt1"/>
              </a:solidFill>
              <a:latin typeface="Arial"/>
              <a:ea typeface="Arial"/>
              <a:cs typeface="Arial"/>
              <a:sym typeface="Arial"/>
            </a:endParaRPr>
          </a:p>
        </p:txBody>
      </p:sp>
      <p:sp>
        <p:nvSpPr>
          <p:cNvPr id="764" name="Google Shape;764;p4"/>
          <p:cNvSpPr/>
          <p:nvPr/>
        </p:nvSpPr>
        <p:spPr>
          <a:xfrm>
            <a:off x="4154720"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4</a:t>
            </a:r>
            <a:endParaRPr sz="3200" b="1" i="0" u="none" strike="noStrike" cap="none">
              <a:solidFill>
                <a:schemeClr val="lt1"/>
              </a:solidFill>
              <a:latin typeface="Arial"/>
              <a:ea typeface="Arial"/>
              <a:cs typeface="Arial"/>
              <a:sym typeface="Arial"/>
            </a:endParaRPr>
          </a:p>
        </p:txBody>
      </p:sp>
      <p:sp>
        <p:nvSpPr>
          <p:cNvPr id="765" name="Google Shape;765;p4"/>
          <p:cNvSpPr/>
          <p:nvPr/>
        </p:nvSpPr>
        <p:spPr>
          <a:xfrm>
            <a:off x="4154720" y="377947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5</a:t>
            </a:r>
            <a:endParaRPr sz="3200" b="1" i="0" u="none" strike="noStrike" cap="none">
              <a:solidFill>
                <a:schemeClr val="lt1"/>
              </a:solidFill>
              <a:latin typeface="Arial"/>
              <a:ea typeface="Arial"/>
              <a:cs typeface="Arial"/>
              <a:sym typeface="Arial"/>
            </a:endParaRPr>
          </a:p>
        </p:txBody>
      </p:sp>
      <p:sp>
        <p:nvSpPr>
          <p:cNvPr id="766" name="Google Shape;766;p4"/>
          <p:cNvSpPr/>
          <p:nvPr/>
        </p:nvSpPr>
        <p:spPr>
          <a:xfrm>
            <a:off x="4154720" y="5222367"/>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6</a:t>
            </a:r>
            <a:endParaRPr sz="3200" b="1" i="0" u="none" strike="noStrike" cap="none">
              <a:solidFill>
                <a:schemeClr val="lt1"/>
              </a:solidFill>
              <a:latin typeface="Arial"/>
              <a:ea typeface="Arial"/>
              <a:cs typeface="Arial"/>
              <a:sym typeface="Arial"/>
            </a:endParaRPr>
          </a:p>
        </p:txBody>
      </p:sp>
      <p:sp>
        <p:nvSpPr>
          <p:cNvPr id="767" name="Google Shape;767;p4"/>
          <p:cNvSpPr/>
          <p:nvPr/>
        </p:nvSpPr>
        <p:spPr>
          <a:xfrm>
            <a:off x="8021042"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7</a:t>
            </a:r>
            <a:endParaRPr sz="3200" b="1" i="0" u="none" strike="noStrike" cap="none">
              <a:solidFill>
                <a:schemeClr val="lt1"/>
              </a:solidFill>
              <a:latin typeface="Arial"/>
              <a:ea typeface="Arial"/>
              <a:cs typeface="Arial"/>
              <a:sym typeface="Arial"/>
            </a:endParaRPr>
          </a:p>
        </p:txBody>
      </p:sp>
      <p:sp>
        <p:nvSpPr>
          <p:cNvPr id="768" name="Google Shape;768;p4"/>
          <p:cNvSpPr/>
          <p:nvPr/>
        </p:nvSpPr>
        <p:spPr>
          <a:xfrm>
            <a:off x="8021042" y="377947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8</a:t>
            </a:r>
            <a:endParaRPr sz="3200" b="1" i="0" u="none" strike="noStrike" cap="none">
              <a:solidFill>
                <a:schemeClr val="lt1"/>
              </a:solidFill>
              <a:latin typeface="Arial"/>
              <a:ea typeface="Arial"/>
              <a:cs typeface="Arial"/>
              <a:sym typeface="Arial"/>
            </a:endParaRPr>
          </a:p>
        </p:txBody>
      </p:sp>
      <p:sp>
        <p:nvSpPr>
          <p:cNvPr id="769" name="Google Shape;769;p4"/>
          <p:cNvSpPr/>
          <p:nvPr/>
        </p:nvSpPr>
        <p:spPr>
          <a:xfrm>
            <a:off x="8021042" y="5222367"/>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9</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3.1.1 Initialization </a:t>
            </a:r>
            <a:endParaRPr/>
          </a:p>
        </p:txBody>
      </p:sp>
      <p:sp>
        <p:nvSpPr>
          <p:cNvPr id="775" name="Google Shape;775;p5"/>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is the command for Initiating a Git Repository:</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r>
              <a:rPr lang="en"/>
              <a:t>Use this command to initiate a new </a:t>
            </a:r>
            <a:endParaRPr/>
          </a:p>
          <a:p>
            <a:pPr marL="0" lvl="0" indent="0" algn="l" rtl="0">
              <a:lnSpc>
                <a:spcPct val="120000"/>
              </a:lnSpc>
              <a:spcBef>
                <a:spcPts val="838"/>
              </a:spcBef>
              <a:spcAft>
                <a:spcPts val="0"/>
              </a:spcAft>
              <a:buClr>
                <a:schemeClr val="dk1"/>
              </a:buClr>
              <a:buSzPts val="1800"/>
              <a:buNone/>
            </a:pPr>
            <a:r>
              <a:rPr lang="en"/>
              <a:t>Git repository in the current working directory.</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776" name="Google Shape;776;p5"/>
          <p:cNvSpPr/>
          <p:nvPr/>
        </p:nvSpPr>
        <p:spPr>
          <a:xfrm>
            <a:off x="675861" y="2117035"/>
            <a:ext cx="4621696" cy="1202635"/>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0" i="0" u="none" strike="noStrike" cap="none">
                <a:solidFill>
                  <a:schemeClr val="lt1"/>
                </a:solidFill>
                <a:latin typeface="Courier New"/>
                <a:ea typeface="Courier New"/>
                <a:cs typeface="Courier New"/>
                <a:sym typeface="Courier New"/>
              </a:rPr>
              <a:t> git </a:t>
            </a:r>
            <a:r>
              <a:rPr lang="en" sz="3200" b="0" i="0" u="none" strike="noStrike" cap="none">
                <a:solidFill>
                  <a:schemeClr val="accent5"/>
                </a:solidFill>
                <a:latin typeface="Courier New"/>
                <a:ea typeface="Courier New"/>
                <a:cs typeface="Courier New"/>
                <a:sym typeface="Courier New"/>
              </a:rPr>
              <a:t>init</a:t>
            </a:r>
            <a:endParaRPr sz="3200" b="0" i="0" u="none" strike="noStrike" cap="none">
              <a:solidFill>
                <a:schemeClr val="accent5"/>
              </a:solidFill>
              <a:latin typeface="Courier New"/>
              <a:ea typeface="Courier New"/>
              <a:cs typeface="Courier New"/>
              <a:sym typeface="Courier New"/>
            </a:endParaRPr>
          </a:p>
        </p:txBody>
      </p:sp>
      <p:grpSp>
        <p:nvGrpSpPr>
          <p:cNvPr id="777" name="Google Shape;777;p5"/>
          <p:cNvGrpSpPr/>
          <p:nvPr/>
        </p:nvGrpSpPr>
        <p:grpSpPr>
          <a:xfrm>
            <a:off x="6198190" y="2448414"/>
            <a:ext cx="5766781" cy="3560945"/>
            <a:chOff x="6198190" y="2448414"/>
            <a:chExt cx="5766781" cy="3560945"/>
          </a:xfrm>
        </p:grpSpPr>
        <p:pic>
          <p:nvPicPr>
            <p:cNvPr id="778" name="Google Shape;778;p5"/>
            <p:cNvPicPr preferRelativeResize="0"/>
            <p:nvPr/>
          </p:nvPicPr>
          <p:blipFill rotWithShape="1">
            <a:blip r:embed="rId3">
              <a:alphaModFix/>
            </a:blip>
            <a:srcRect/>
            <a:stretch/>
          </p:blipFill>
          <p:spPr>
            <a:xfrm>
              <a:off x="6198190" y="2651153"/>
              <a:ext cx="773815" cy="614030"/>
            </a:xfrm>
            <a:prstGeom prst="rect">
              <a:avLst/>
            </a:prstGeom>
            <a:noFill/>
            <a:ln>
              <a:noFill/>
            </a:ln>
          </p:spPr>
        </p:pic>
        <p:pic>
          <p:nvPicPr>
            <p:cNvPr id="779" name="Google Shape;779;p5"/>
            <p:cNvPicPr preferRelativeResize="0"/>
            <p:nvPr/>
          </p:nvPicPr>
          <p:blipFill rotWithShape="1">
            <a:blip r:embed="rId4">
              <a:alphaModFix/>
            </a:blip>
            <a:srcRect/>
            <a:stretch/>
          </p:blipFill>
          <p:spPr>
            <a:xfrm>
              <a:off x="8292754" y="4760843"/>
              <a:ext cx="861189" cy="861189"/>
            </a:xfrm>
            <a:prstGeom prst="rect">
              <a:avLst/>
            </a:prstGeom>
            <a:noFill/>
            <a:ln>
              <a:noFill/>
            </a:ln>
          </p:spPr>
        </p:pic>
        <p:pic>
          <p:nvPicPr>
            <p:cNvPr id="780" name="Google Shape;780;p5"/>
            <p:cNvPicPr preferRelativeResize="0"/>
            <p:nvPr/>
          </p:nvPicPr>
          <p:blipFill rotWithShape="1">
            <a:blip r:embed="rId5">
              <a:alphaModFix/>
            </a:blip>
            <a:srcRect/>
            <a:stretch/>
          </p:blipFill>
          <p:spPr>
            <a:xfrm>
              <a:off x="6198190" y="4804529"/>
              <a:ext cx="773815" cy="773815"/>
            </a:xfrm>
            <a:prstGeom prst="rect">
              <a:avLst/>
            </a:prstGeom>
            <a:noFill/>
            <a:ln>
              <a:noFill/>
            </a:ln>
          </p:spPr>
        </p:pic>
        <p:cxnSp>
          <p:nvCxnSpPr>
            <p:cNvPr id="781" name="Google Shape;781;p5"/>
            <p:cNvCxnSpPr>
              <a:stCxn id="778" idx="3"/>
              <a:endCxn id="782" idx="1"/>
            </p:cNvCxnSpPr>
            <p:nvPr/>
          </p:nvCxnSpPr>
          <p:spPr>
            <a:xfrm>
              <a:off x="6972005" y="2958168"/>
              <a:ext cx="1320600" cy="600"/>
            </a:xfrm>
            <a:prstGeom prst="bentConnector3">
              <a:avLst>
                <a:gd name="adj1" fmla="val 50000"/>
              </a:avLst>
            </a:prstGeom>
            <a:noFill/>
            <a:ln w="28575" cap="flat" cmpd="sng">
              <a:solidFill>
                <a:srgbClr val="152C43"/>
              </a:solidFill>
              <a:prstDash val="solid"/>
              <a:miter lim="800000"/>
              <a:headEnd type="oval" w="med" len="med"/>
              <a:tailEnd type="oval" w="med" len="med"/>
            </a:ln>
          </p:spPr>
        </p:cxnSp>
        <p:cxnSp>
          <p:nvCxnSpPr>
            <p:cNvPr id="783" name="Google Shape;783;p5"/>
            <p:cNvCxnSpPr>
              <a:stCxn id="779" idx="1"/>
              <a:endCxn id="780" idx="3"/>
            </p:cNvCxnSpPr>
            <p:nvPr/>
          </p:nvCxnSpPr>
          <p:spPr>
            <a:xfrm flipH="1">
              <a:off x="6972154" y="5191438"/>
              <a:ext cx="1320600" cy="600"/>
            </a:xfrm>
            <a:prstGeom prst="bentConnector3">
              <a:avLst>
                <a:gd name="adj1" fmla="val 50000"/>
              </a:avLst>
            </a:prstGeom>
            <a:noFill/>
            <a:ln w="28575" cap="flat" cmpd="sng">
              <a:solidFill>
                <a:srgbClr val="152C43"/>
              </a:solidFill>
              <a:prstDash val="solid"/>
              <a:miter lim="800000"/>
              <a:headEnd type="oval" w="med" len="med"/>
              <a:tailEnd type="oval" w="med" len="med"/>
            </a:ln>
          </p:spPr>
        </p:cxnSp>
        <p:pic>
          <p:nvPicPr>
            <p:cNvPr id="782" name="Google Shape;782;p5"/>
            <p:cNvPicPr preferRelativeResize="0"/>
            <p:nvPr/>
          </p:nvPicPr>
          <p:blipFill rotWithShape="1">
            <a:blip r:embed="rId6">
              <a:alphaModFix/>
            </a:blip>
            <a:srcRect/>
            <a:stretch/>
          </p:blipFill>
          <p:spPr>
            <a:xfrm>
              <a:off x="8292754" y="2448414"/>
              <a:ext cx="1020211" cy="1020211"/>
            </a:xfrm>
            <a:prstGeom prst="rect">
              <a:avLst/>
            </a:prstGeom>
            <a:noFill/>
            <a:ln>
              <a:noFill/>
            </a:ln>
          </p:spPr>
        </p:pic>
        <p:pic>
          <p:nvPicPr>
            <p:cNvPr id="784" name="Google Shape;784;p5"/>
            <p:cNvPicPr preferRelativeResize="0"/>
            <p:nvPr/>
          </p:nvPicPr>
          <p:blipFill rotWithShape="1">
            <a:blip r:embed="rId7">
              <a:alphaModFix/>
            </a:blip>
            <a:srcRect/>
            <a:stretch/>
          </p:blipFill>
          <p:spPr>
            <a:xfrm>
              <a:off x="9714174" y="3483864"/>
              <a:ext cx="1427687" cy="1132586"/>
            </a:xfrm>
            <a:prstGeom prst="rect">
              <a:avLst/>
            </a:prstGeom>
            <a:noFill/>
            <a:ln>
              <a:noFill/>
            </a:ln>
          </p:spPr>
        </p:pic>
        <p:sp>
          <p:nvSpPr>
            <p:cNvPr id="785" name="Google Shape;785;p5"/>
            <p:cNvSpPr/>
            <p:nvPr/>
          </p:nvSpPr>
          <p:spPr>
            <a:xfrm>
              <a:off x="7548353" y="2448414"/>
              <a:ext cx="1980556" cy="1276995"/>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86" name="Google Shape;786;p5"/>
            <p:cNvSpPr txBox="1"/>
            <p:nvPr/>
          </p:nvSpPr>
          <p:spPr>
            <a:xfrm>
              <a:off x="6216593" y="3295379"/>
              <a:ext cx="803425"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000000"/>
                  </a:solidFill>
                  <a:latin typeface="Arial"/>
                  <a:ea typeface="Arial"/>
                  <a:cs typeface="Arial"/>
                  <a:sym typeface="Arial"/>
                </a:rPr>
                <a:t>Working </a:t>
              </a:r>
              <a:endParaRPr sz="105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 sz="1050" b="1" i="0" u="none" strike="noStrike" cap="none">
                  <a:solidFill>
                    <a:srgbClr val="000000"/>
                  </a:solidFill>
                  <a:latin typeface="Arial"/>
                  <a:ea typeface="Arial"/>
                  <a:cs typeface="Arial"/>
                  <a:sym typeface="Arial"/>
                </a:rPr>
                <a:t>Directory</a:t>
              </a:r>
              <a:endParaRPr sz="1050" b="1" i="0" u="none" strike="noStrike" cap="none">
                <a:solidFill>
                  <a:srgbClr val="000000"/>
                </a:solidFill>
                <a:latin typeface="Arial"/>
                <a:ea typeface="Arial"/>
                <a:cs typeface="Arial"/>
                <a:sym typeface="Arial"/>
              </a:endParaRPr>
            </a:p>
          </p:txBody>
        </p:sp>
        <p:sp>
          <p:nvSpPr>
            <p:cNvPr id="787" name="Google Shape;787;p5"/>
            <p:cNvSpPr txBox="1"/>
            <p:nvPr/>
          </p:nvSpPr>
          <p:spPr>
            <a:xfrm>
              <a:off x="8281049" y="3371242"/>
              <a:ext cx="958917" cy="2539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000000"/>
                  </a:solidFill>
                  <a:latin typeface="Arial"/>
                  <a:ea typeface="Arial"/>
                  <a:cs typeface="Arial"/>
                  <a:sym typeface="Arial"/>
                </a:rPr>
                <a:t>Initialization</a:t>
              </a:r>
              <a:endParaRPr/>
            </a:p>
          </p:txBody>
        </p:sp>
        <p:sp>
          <p:nvSpPr>
            <p:cNvPr id="788" name="Google Shape;788;p5"/>
            <p:cNvSpPr txBox="1"/>
            <p:nvPr/>
          </p:nvSpPr>
          <p:spPr>
            <a:xfrm>
              <a:off x="10949949" y="3877479"/>
              <a:ext cx="1015022" cy="2539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000000"/>
                  </a:solidFill>
                  <a:latin typeface="Arial"/>
                  <a:ea typeface="Arial"/>
                  <a:cs typeface="Arial"/>
                  <a:sym typeface="Arial"/>
                </a:rPr>
                <a:t>Staging Area</a:t>
              </a:r>
              <a:endParaRPr/>
            </a:p>
          </p:txBody>
        </p:sp>
        <p:sp>
          <p:nvSpPr>
            <p:cNvPr id="789" name="Google Shape;789;p5"/>
            <p:cNvSpPr txBox="1"/>
            <p:nvPr/>
          </p:nvSpPr>
          <p:spPr>
            <a:xfrm>
              <a:off x="8334720" y="5593861"/>
              <a:ext cx="888385" cy="4154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000000"/>
                  </a:solidFill>
                  <a:latin typeface="Arial"/>
                  <a:ea typeface="Arial"/>
                  <a:cs typeface="Arial"/>
                  <a:sym typeface="Arial"/>
                </a:rPr>
                <a:t>Local </a:t>
              </a:r>
              <a:endParaRPr sz="105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 sz="1050" b="1" i="0" u="none" strike="noStrike" cap="none">
                  <a:solidFill>
                    <a:srgbClr val="000000"/>
                  </a:solidFill>
                  <a:latin typeface="Arial"/>
                  <a:ea typeface="Arial"/>
                  <a:cs typeface="Arial"/>
                  <a:sym typeface="Arial"/>
                </a:rPr>
                <a:t>Repository</a:t>
              </a:r>
              <a:endParaRPr sz="1050" b="1" i="0" u="none" strike="noStrike" cap="none">
                <a:solidFill>
                  <a:srgbClr val="000000"/>
                </a:solidFill>
                <a:latin typeface="Arial"/>
                <a:ea typeface="Arial"/>
                <a:cs typeface="Arial"/>
                <a:sym typeface="Arial"/>
              </a:endParaRPr>
            </a:p>
          </p:txBody>
        </p:sp>
        <p:sp>
          <p:nvSpPr>
            <p:cNvPr id="790" name="Google Shape;790;p5"/>
            <p:cNvSpPr txBox="1"/>
            <p:nvPr/>
          </p:nvSpPr>
          <p:spPr>
            <a:xfrm>
              <a:off x="6288381" y="5608213"/>
              <a:ext cx="593432" cy="2539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000000"/>
                  </a:solidFill>
                  <a:latin typeface="Arial"/>
                  <a:ea typeface="Arial"/>
                  <a:cs typeface="Arial"/>
                  <a:sym typeface="Arial"/>
                </a:rPr>
                <a:t>github</a:t>
              </a:r>
              <a:endParaRPr sz="1050" b="1" i="0" u="none" strike="noStrike" cap="none">
                <a:solidFill>
                  <a:srgbClr val="000000"/>
                </a:solidFill>
                <a:latin typeface="Arial"/>
                <a:ea typeface="Arial"/>
                <a:cs typeface="Arial"/>
                <a:sym typeface="Arial"/>
              </a:endParaRPr>
            </a:p>
          </p:txBody>
        </p:sp>
        <p:sp>
          <p:nvSpPr>
            <p:cNvPr id="791" name="Google Shape;791;p5"/>
            <p:cNvSpPr txBox="1"/>
            <p:nvPr/>
          </p:nvSpPr>
          <p:spPr>
            <a:xfrm>
              <a:off x="7564664" y="2591394"/>
              <a:ext cx="585417" cy="2539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19A423"/>
                  </a:solidFill>
                  <a:latin typeface="Arial"/>
                  <a:ea typeface="Arial"/>
                  <a:cs typeface="Arial"/>
                  <a:sym typeface="Arial"/>
                </a:rPr>
                <a:t>git init</a:t>
              </a:r>
              <a:endParaRPr sz="1050" b="1" i="0" u="none" strike="noStrike" cap="none">
                <a:solidFill>
                  <a:srgbClr val="19A423"/>
                </a:solidFill>
                <a:latin typeface="Arial"/>
                <a:ea typeface="Arial"/>
                <a:cs typeface="Arial"/>
                <a:sym typeface="Arial"/>
              </a:endParaRPr>
            </a:p>
          </p:txBody>
        </p:sp>
        <p:sp>
          <p:nvSpPr>
            <p:cNvPr id="792" name="Google Shape;792;p5"/>
            <p:cNvSpPr txBox="1"/>
            <p:nvPr/>
          </p:nvSpPr>
          <p:spPr>
            <a:xfrm>
              <a:off x="9841300" y="2599608"/>
              <a:ext cx="623889" cy="2539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19A423"/>
                  </a:solidFill>
                  <a:latin typeface="Arial"/>
                  <a:ea typeface="Arial"/>
                  <a:cs typeface="Arial"/>
                  <a:sym typeface="Arial"/>
                </a:rPr>
                <a:t>git add</a:t>
              </a:r>
              <a:endParaRPr sz="1050" b="1" i="0" u="none" strike="noStrike" cap="none">
                <a:solidFill>
                  <a:srgbClr val="19A423"/>
                </a:solidFill>
                <a:latin typeface="Arial"/>
                <a:ea typeface="Arial"/>
                <a:cs typeface="Arial"/>
                <a:sym typeface="Arial"/>
              </a:endParaRPr>
            </a:p>
          </p:txBody>
        </p:sp>
        <p:sp>
          <p:nvSpPr>
            <p:cNvPr id="793" name="Google Shape;793;p5"/>
            <p:cNvSpPr txBox="1"/>
            <p:nvPr/>
          </p:nvSpPr>
          <p:spPr>
            <a:xfrm>
              <a:off x="9412633" y="5354297"/>
              <a:ext cx="864339" cy="2539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19A423"/>
                  </a:solidFill>
                  <a:latin typeface="Arial"/>
                  <a:ea typeface="Arial"/>
                  <a:cs typeface="Arial"/>
                  <a:sym typeface="Arial"/>
                </a:rPr>
                <a:t>git commit</a:t>
              </a:r>
              <a:endParaRPr sz="1050" b="1" i="0" u="none" strike="noStrike" cap="none">
                <a:solidFill>
                  <a:srgbClr val="19A423"/>
                </a:solidFill>
                <a:latin typeface="Arial"/>
                <a:ea typeface="Arial"/>
                <a:cs typeface="Arial"/>
                <a:sym typeface="Arial"/>
              </a:endParaRPr>
            </a:p>
          </p:txBody>
        </p:sp>
        <p:sp>
          <p:nvSpPr>
            <p:cNvPr id="794" name="Google Shape;794;p5"/>
            <p:cNvSpPr txBox="1"/>
            <p:nvPr/>
          </p:nvSpPr>
          <p:spPr>
            <a:xfrm>
              <a:off x="7328422" y="5337527"/>
              <a:ext cx="705642" cy="2539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50" b="1" i="0" u="none" strike="noStrike" cap="none">
                  <a:solidFill>
                    <a:srgbClr val="19A423"/>
                  </a:solidFill>
                  <a:latin typeface="Arial"/>
                  <a:ea typeface="Arial"/>
                  <a:cs typeface="Arial"/>
                  <a:sym typeface="Arial"/>
                </a:rPr>
                <a:t>git push</a:t>
              </a:r>
              <a:endParaRPr sz="1050" b="1" i="0" u="none" strike="noStrike" cap="none">
                <a:solidFill>
                  <a:srgbClr val="19A423"/>
                </a:solidFill>
                <a:latin typeface="Arial"/>
                <a:ea typeface="Arial"/>
                <a:cs typeface="Arial"/>
                <a:sym typeface="Arial"/>
              </a:endParaRPr>
            </a:p>
          </p:txBody>
        </p:sp>
        <p:cxnSp>
          <p:nvCxnSpPr>
            <p:cNvPr id="795" name="Google Shape;795;p5"/>
            <p:cNvCxnSpPr>
              <a:stCxn id="782" idx="3"/>
              <a:endCxn id="784" idx="0"/>
            </p:cNvCxnSpPr>
            <p:nvPr/>
          </p:nvCxnSpPr>
          <p:spPr>
            <a:xfrm>
              <a:off x="9312965" y="2958520"/>
              <a:ext cx="1115100" cy="525300"/>
            </a:xfrm>
            <a:prstGeom prst="bentConnector2">
              <a:avLst/>
            </a:prstGeom>
            <a:noFill/>
            <a:ln w="28575" cap="flat" cmpd="sng">
              <a:solidFill>
                <a:srgbClr val="152C43"/>
              </a:solidFill>
              <a:prstDash val="solid"/>
              <a:miter lim="800000"/>
              <a:headEnd type="oval" w="med" len="med"/>
              <a:tailEnd type="oval" w="med" len="med"/>
            </a:ln>
          </p:spPr>
        </p:cxnSp>
        <p:cxnSp>
          <p:nvCxnSpPr>
            <p:cNvPr id="796" name="Google Shape;796;p5"/>
            <p:cNvCxnSpPr>
              <a:stCxn id="779" idx="3"/>
              <a:endCxn id="784" idx="2"/>
            </p:cNvCxnSpPr>
            <p:nvPr/>
          </p:nvCxnSpPr>
          <p:spPr>
            <a:xfrm rot="10800000" flipH="1">
              <a:off x="9153943" y="4616338"/>
              <a:ext cx="1274100" cy="575100"/>
            </a:xfrm>
            <a:prstGeom prst="bentConnector2">
              <a:avLst/>
            </a:prstGeom>
            <a:noFill/>
            <a:ln w="28575" cap="flat" cmpd="sng">
              <a:solidFill>
                <a:srgbClr val="152C43"/>
              </a:solidFill>
              <a:prstDash val="solid"/>
              <a:miter lim="800000"/>
              <a:headEnd type="oval" w="med" len="med"/>
              <a:tailEnd type="oval" w="med" len="med"/>
            </a:ln>
          </p:spPr>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3.1.2 Staging Changes</a:t>
            </a:r>
            <a:endParaRPr/>
          </a:p>
        </p:txBody>
      </p:sp>
      <p:sp>
        <p:nvSpPr>
          <p:cNvPr id="802" name="Google Shape;802;p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commands for staging changes: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Viewing the Status</a:t>
            </a:r>
            <a:endParaRPr/>
          </a:p>
          <a:p>
            <a:pPr marL="342900" lvl="1" indent="-228600" algn="l" rtl="0">
              <a:lnSpc>
                <a:spcPct val="120000"/>
              </a:lnSpc>
              <a:spcBef>
                <a:spcPts val="838"/>
              </a:spcBef>
              <a:spcAft>
                <a:spcPts val="0"/>
              </a:spcAft>
              <a:buClr>
                <a:schemeClr val="dk1"/>
              </a:buClr>
              <a:buSzPts val="1800"/>
              <a:buFont typeface="Calibri"/>
              <a:buNone/>
            </a:pP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Selectively Adding Changes —------------------</a:t>
            </a:r>
            <a:endParaRPr/>
          </a:p>
          <a:p>
            <a:pPr marL="342900" lvl="1" indent="-228600" algn="l" rtl="0">
              <a:lnSpc>
                <a:spcPct val="120000"/>
              </a:lnSpc>
              <a:spcBef>
                <a:spcPts val="838"/>
              </a:spcBef>
              <a:spcAft>
                <a:spcPts val="0"/>
              </a:spcAft>
              <a:buClr>
                <a:schemeClr val="dk1"/>
              </a:buClr>
              <a:buSzPts val="1800"/>
              <a:buFont typeface="Calibri"/>
              <a:buNone/>
            </a:pP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Staging All Changes</a:t>
            </a:r>
            <a:endParaRPr/>
          </a:p>
          <a:p>
            <a:pPr marL="342900" lvl="1" indent="-228600" algn="l" rtl="0">
              <a:lnSpc>
                <a:spcPct val="120000"/>
              </a:lnSpc>
              <a:spcBef>
                <a:spcPts val="838"/>
              </a:spcBef>
              <a:spcAft>
                <a:spcPts val="0"/>
              </a:spcAft>
              <a:buClr>
                <a:schemeClr val="dk1"/>
              </a:buClr>
              <a:buSzPts val="1800"/>
              <a:buFont typeface="Calibri"/>
              <a:buNone/>
            </a:pP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Checking the Staging Area </a:t>
            </a:r>
            <a:endParaRPr/>
          </a:p>
          <a:p>
            <a:pPr marL="342900" lvl="1" indent="-228600" algn="l" rtl="0">
              <a:lnSpc>
                <a:spcPct val="120000"/>
              </a:lnSpc>
              <a:spcBef>
                <a:spcPts val="838"/>
              </a:spcBef>
              <a:spcAft>
                <a:spcPts val="0"/>
              </a:spcAft>
              <a:buClr>
                <a:schemeClr val="dk1"/>
              </a:buClr>
              <a:buSzPts val="1800"/>
              <a:buFont typeface="Calibri"/>
              <a:buNone/>
            </a:pP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Unstaging Changes—--------------------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803" name="Google Shape;803;p6"/>
          <p:cNvSpPr/>
          <p:nvPr/>
        </p:nvSpPr>
        <p:spPr>
          <a:xfrm>
            <a:off x="2922104" y="2297918"/>
            <a:ext cx="3279914" cy="49996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Courier New"/>
                <a:ea typeface="Courier New"/>
                <a:cs typeface="Courier New"/>
                <a:sym typeface="Courier New"/>
              </a:rPr>
              <a:t>git status</a:t>
            </a:r>
            <a:endParaRPr sz="2000" b="0" i="0" u="none" strike="noStrike" cap="none">
              <a:solidFill>
                <a:schemeClr val="accent5"/>
              </a:solidFill>
              <a:latin typeface="Courier New"/>
              <a:ea typeface="Courier New"/>
              <a:cs typeface="Courier New"/>
              <a:sym typeface="Courier New"/>
            </a:endParaRPr>
          </a:p>
        </p:txBody>
      </p:sp>
      <p:sp>
        <p:nvSpPr>
          <p:cNvPr id="804" name="Google Shape;804;p6"/>
          <p:cNvSpPr/>
          <p:nvPr/>
        </p:nvSpPr>
        <p:spPr>
          <a:xfrm>
            <a:off x="5466435" y="3018663"/>
            <a:ext cx="3279914" cy="49996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Courier New"/>
                <a:ea typeface="Courier New"/>
                <a:cs typeface="Courier New"/>
                <a:sym typeface="Courier New"/>
              </a:rPr>
              <a:t>git add filename</a:t>
            </a:r>
            <a:endParaRPr sz="2000" b="0" i="0" u="none" strike="noStrike" cap="none">
              <a:solidFill>
                <a:schemeClr val="accent5"/>
              </a:solidFill>
              <a:latin typeface="Courier New"/>
              <a:ea typeface="Courier New"/>
              <a:cs typeface="Courier New"/>
              <a:sym typeface="Courier New"/>
            </a:endParaRPr>
          </a:p>
        </p:txBody>
      </p:sp>
      <p:sp>
        <p:nvSpPr>
          <p:cNvPr id="805" name="Google Shape;805;p6"/>
          <p:cNvSpPr/>
          <p:nvPr/>
        </p:nvSpPr>
        <p:spPr>
          <a:xfrm>
            <a:off x="3737026" y="3860259"/>
            <a:ext cx="3279914" cy="49996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Courier New"/>
                <a:ea typeface="Courier New"/>
                <a:cs typeface="Courier New"/>
                <a:sym typeface="Courier New"/>
              </a:rPr>
              <a:t>git add .</a:t>
            </a:r>
            <a:endParaRPr sz="2000" b="0" i="0" u="none" strike="noStrike" cap="none">
              <a:solidFill>
                <a:schemeClr val="accent5"/>
              </a:solidFill>
              <a:latin typeface="Courier New"/>
              <a:ea typeface="Courier New"/>
              <a:cs typeface="Courier New"/>
              <a:sym typeface="Courier New"/>
            </a:endParaRPr>
          </a:p>
        </p:txBody>
      </p:sp>
      <p:sp>
        <p:nvSpPr>
          <p:cNvPr id="806" name="Google Shape;806;p6"/>
          <p:cNvSpPr/>
          <p:nvPr/>
        </p:nvSpPr>
        <p:spPr>
          <a:xfrm>
            <a:off x="3737026" y="4633118"/>
            <a:ext cx="3279914" cy="49996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Courier New"/>
                <a:ea typeface="Courier New"/>
                <a:cs typeface="Courier New"/>
                <a:sym typeface="Courier New"/>
              </a:rPr>
              <a:t>git status</a:t>
            </a:r>
            <a:endParaRPr sz="2000" b="0" i="0" u="none" strike="noStrike" cap="none">
              <a:solidFill>
                <a:schemeClr val="accent5"/>
              </a:solidFill>
              <a:latin typeface="Courier New"/>
              <a:ea typeface="Courier New"/>
              <a:cs typeface="Courier New"/>
              <a:sym typeface="Courier New"/>
            </a:endParaRPr>
          </a:p>
        </p:txBody>
      </p:sp>
      <p:sp>
        <p:nvSpPr>
          <p:cNvPr id="807" name="Google Shape;807;p6"/>
          <p:cNvSpPr/>
          <p:nvPr/>
        </p:nvSpPr>
        <p:spPr>
          <a:xfrm>
            <a:off x="4691182" y="5359677"/>
            <a:ext cx="3279914" cy="49996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Courier New"/>
                <a:ea typeface="Courier New"/>
                <a:cs typeface="Courier New"/>
                <a:sym typeface="Courier New"/>
              </a:rPr>
              <a:t>git reset filename</a:t>
            </a:r>
            <a:endParaRPr sz="2000" b="0" i="0" u="none" strike="noStrike" cap="none">
              <a:solidFill>
                <a:schemeClr val="accent5"/>
              </a:solidFill>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7"/>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3.1.3 Commiting Changes</a:t>
            </a:r>
            <a:endParaRPr/>
          </a:p>
        </p:txBody>
      </p:sp>
      <p:sp>
        <p:nvSpPr>
          <p:cNvPr id="813" name="Google Shape;813;p7"/>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is the detailed guide that covers the essential aspects of committing changes: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Committing Changes: </a:t>
            </a:r>
            <a:endParaRPr/>
          </a:p>
          <a:p>
            <a:pPr marL="342900" lvl="1" indent="-342900" algn="l" rtl="0">
              <a:lnSpc>
                <a:spcPct val="120000"/>
              </a:lnSpc>
              <a:spcBef>
                <a:spcPts val="1800"/>
              </a:spcBef>
              <a:spcAft>
                <a:spcPts val="0"/>
              </a:spcAft>
              <a:buClr>
                <a:schemeClr val="dk1"/>
              </a:buClr>
              <a:buSzPts val="1800"/>
              <a:buFont typeface="Calibri"/>
              <a:buAutoNum type="arabicPeriod"/>
            </a:pPr>
            <a:r>
              <a:rPr lang="en"/>
              <a:t>Commit Message Guidelines: </a:t>
            </a:r>
            <a:endParaRPr/>
          </a:p>
          <a:p>
            <a:pPr marL="331788" lvl="2" indent="0" algn="l" rtl="0">
              <a:lnSpc>
                <a:spcPct val="135000"/>
              </a:lnSpc>
              <a:spcBef>
                <a:spcPts val="1800"/>
              </a:spcBef>
              <a:spcAft>
                <a:spcPts val="0"/>
              </a:spcAft>
              <a:buClr>
                <a:schemeClr val="dk1"/>
              </a:buClr>
              <a:buSzPts val="1600"/>
              <a:buNone/>
            </a:pPr>
            <a:r>
              <a:rPr lang="en">
                <a:latin typeface="Courier New"/>
                <a:ea typeface="Courier New"/>
                <a:cs typeface="Courier New"/>
                <a:sym typeface="Courier New"/>
              </a:rPr>
              <a:t>Short summary (50 characters): Briefly describe the changes.</a:t>
            </a:r>
            <a:endParaRPr/>
          </a:p>
          <a:p>
            <a:pPr marL="331788" lvl="2" indent="0" algn="l" rtl="0">
              <a:lnSpc>
                <a:spcPct val="135000"/>
              </a:lnSpc>
              <a:spcBef>
                <a:spcPts val="1800"/>
              </a:spcBef>
              <a:spcAft>
                <a:spcPts val="0"/>
              </a:spcAft>
              <a:buClr>
                <a:schemeClr val="dk1"/>
              </a:buClr>
              <a:buSzPts val="1600"/>
              <a:buNone/>
            </a:pPr>
            <a:r>
              <a:rPr lang="en">
                <a:latin typeface="Courier New"/>
                <a:ea typeface="Courier New"/>
                <a:cs typeface="Courier New"/>
                <a:sym typeface="Courier New"/>
              </a:rPr>
              <a:t>Detailed text (72 characters): Elaborate on why and how the changes impact the project.</a:t>
            </a:r>
            <a:endParaRPr/>
          </a:p>
          <a:p>
            <a:pPr marL="331788" lvl="2" indent="0" algn="l" rtl="0">
              <a:lnSpc>
                <a:spcPct val="135000"/>
              </a:lnSpc>
              <a:spcBef>
                <a:spcPts val="1800"/>
              </a:spcBef>
              <a:spcAft>
                <a:spcPts val="0"/>
              </a:spcAft>
              <a:buClr>
                <a:schemeClr val="dk1"/>
              </a:buClr>
              <a:buSzPts val="1600"/>
              <a:buNone/>
            </a:pPr>
            <a:r>
              <a:rPr lang="en">
                <a:latin typeface="Courier New"/>
                <a:ea typeface="Courier New"/>
                <a:cs typeface="Courier New"/>
                <a:sym typeface="Courier New"/>
              </a:rPr>
              <a:t>Bullet points: Specify details of individual changes if applicable (first and second).</a:t>
            </a:r>
            <a:endParaRPr/>
          </a:p>
          <a:p>
            <a:pPr marL="342900" lvl="1" indent="-342900" algn="l" rtl="0">
              <a:lnSpc>
                <a:spcPct val="120000"/>
              </a:lnSpc>
              <a:spcBef>
                <a:spcPts val="1800"/>
              </a:spcBef>
              <a:spcAft>
                <a:spcPts val="0"/>
              </a:spcAft>
              <a:buClr>
                <a:schemeClr val="dk1"/>
              </a:buClr>
              <a:buSzPts val="1800"/>
              <a:buFont typeface="Calibri"/>
              <a:buAutoNum type="arabicPeriod"/>
            </a:pPr>
            <a:r>
              <a:rPr lang="en"/>
              <a:t>Viewing Commit History: </a:t>
            </a:r>
            <a:endParaRPr/>
          </a:p>
          <a:p>
            <a:pPr marL="342900" lvl="1" indent="-342900" algn="l" rtl="0">
              <a:lnSpc>
                <a:spcPct val="120000"/>
              </a:lnSpc>
              <a:spcBef>
                <a:spcPts val="1800"/>
              </a:spcBef>
              <a:spcAft>
                <a:spcPts val="0"/>
              </a:spcAft>
              <a:buClr>
                <a:schemeClr val="dk1"/>
              </a:buClr>
              <a:buSzPts val="1800"/>
              <a:buFont typeface="Calibri"/>
              <a:buAutoNum type="arabicPeriod"/>
            </a:pPr>
            <a:r>
              <a:rPr lang="en"/>
              <a:t>Amending Commits: </a:t>
            </a:r>
            <a:endParaRPr/>
          </a:p>
          <a:p>
            <a:pPr marL="342900" lvl="1" indent="-342900" algn="l" rtl="0">
              <a:lnSpc>
                <a:spcPct val="120000"/>
              </a:lnSpc>
              <a:spcBef>
                <a:spcPts val="1800"/>
              </a:spcBef>
              <a:spcAft>
                <a:spcPts val="0"/>
              </a:spcAft>
              <a:buClr>
                <a:schemeClr val="dk1"/>
              </a:buClr>
              <a:buSzPts val="1800"/>
              <a:buFont typeface="Calibri"/>
              <a:buAutoNum type="arabicPeriod"/>
            </a:pPr>
            <a:r>
              <a:rPr lang="en"/>
              <a:t>Rollback to Previous Commits: </a:t>
            </a:r>
            <a:endParaRPr/>
          </a:p>
          <a:p>
            <a:pPr marL="0" lvl="0" indent="0" algn="l" rtl="0">
              <a:lnSpc>
                <a:spcPct val="120000"/>
              </a:lnSpc>
              <a:spcBef>
                <a:spcPts val="1800"/>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814" name="Google Shape;814;p7"/>
          <p:cNvSpPr/>
          <p:nvPr/>
        </p:nvSpPr>
        <p:spPr>
          <a:xfrm>
            <a:off x="3356033" y="1666713"/>
            <a:ext cx="6168400" cy="498800"/>
          </a:xfrm>
          <a:prstGeom prst="rect">
            <a:avLst/>
          </a:prstGeom>
          <a:solidFill>
            <a:schemeClr val="dk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1733" b="0" i="0" u="none" strike="noStrike" cap="none">
                <a:solidFill>
                  <a:schemeClr val="lt1"/>
                </a:solidFill>
                <a:latin typeface="Courier New"/>
                <a:ea typeface="Courier New"/>
                <a:cs typeface="Courier New"/>
                <a:sym typeface="Courier New"/>
              </a:rPr>
              <a:t>git commit -m "Implemented feature XYZ"</a:t>
            </a:r>
            <a:endParaRPr sz="1867" b="0" i="0" u="none" strike="noStrike" cap="none">
              <a:solidFill>
                <a:schemeClr val="lt1"/>
              </a:solidFill>
              <a:latin typeface="Arial"/>
              <a:ea typeface="Arial"/>
              <a:cs typeface="Arial"/>
              <a:sym typeface="Arial"/>
            </a:endParaRPr>
          </a:p>
        </p:txBody>
      </p:sp>
      <p:sp>
        <p:nvSpPr>
          <p:cNvPr id="815" name="Google Shape;815;p7"/>
          <p:cNvSpPr/>
          <p:nvPr/>
        </p:nvSpPr>
        <p:spPr>
          <a:xfrm>
            <a:off x="3551433" y="4731484"/>
            <a:ext cx="1771600" cy="4132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1733" b="0" i="0" u="none" strike="noStrike" cap="none">
                <a:solidFill>
                  <a:schemeClr val="lt1"/>
                </a:solidFill>
                <a:latin typeface="Courier New"/>
                <a:ea typeface="Courier New"/>
                <a:cs typeface="Courier New"/>
                <a:sym typeface="Courier New"/>
              </a:rPr>
              <a:t>git log</a:t>
            </a:r>
            <a:endParaRPr sz="1867" b="0" i="0" u="none" strike="noStrike" cap="none">
              <a:solidFill>
                <a:schemeClr val="lt1"/>
              </a:solidFill>
              <a:latin typeface="Arial"/>
              <a:ea typeface="Arial"/>
              <a:cs typeface="Arial"/>
              <a:sym typeface="Arial"/>
            </a:endParaRPr>
          </a:p>
        </p:txBody>
      </p:sp>
      <p:sp>
        <p:nvSpPr>
          <p:cNvPr id="816" name="Google Shape;816;p7"/>
          <p:cNvSpPr/>
          <p:nvPr/>
        </p:nvSpPr>
        <p:spPr>
          <a:xfrm>
            <a:off x="3101390" y="5304267"/>
            <a:ext cx="2963200" cy="3292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1733" b="0" i="0" u="none" strike="noStrike" cap="none">
                <a:solidFill>
                  <a:schemeClr val="lt1"/>
                </a:solidFill>
                <a:latin typeface="Courier New"/>
                <a:ea typeface="Courier New"/>
                <a:cs typeface="Courier New"/>
                <a:sym typeface="Courier New"/>
              </a:rPr>
              <a:t>git commit --amend</a:t>
            </a:r>
            <a:endParaRPr sz="1867" b="0" i="0" u="none" strike="noStrike" cap="none">
              <a:solidFill>
                <a:schemeClr val="lt1"/>
              </a:solidFill>
              <a:latin typeface="Arial"/>
              <a:ea typeface="Arial"/>
              <a:cs typeface="Arial"/>
              <a:sym typeface="Arial"/>
            </a:endParaRPr>
          </a:p>
        </p:txBody>
      </p:sp>
      <p:sp>
        <p:nvSpPr>
          <p:cNvPr id="817" name="Google Shape;817;p7"/>
          <p:cNvSpPr/>
          <p:nvPr/>
        </p:nvSpPr>
        <p:spPr>
          <a:xfrm>
            <a:off x="4284990" y="5732623"/>
            <a:ext cx="3559200" cy="4132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1733" b="0" i="0" u="none" strike="noStrike" cap="none">
                <a:solidFill>
                  <a:schemeClr val="lt1"/>
                </a:solidFill>
                <a:latin typeface="Courier New"/>
                <a:ea typeface="Courier New"/>
                <a:cs typeface="Courier New"/>
                <a:sym typeface="Courier New"/>
              </a:rPr>
              <a:t>git revert &lt;commit-hash&gt;</a:t>
            </a:r>
            <a:endParaRPr sz="1867" b="0" i="0" u="none" strike="noStrike" cap="non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8"/>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3.1.4 Branching</a:t>
            </a:r>
            <a:endParaRPr/>
          </a:p>
        </p:txBody>
      </p:sp>
      <p:sp>
        <p:nvSpPr>
          <p:cNvPr id="823" name="Google Shape;823;p8"/>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key aspects of branching in Git:</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r>
              <a:rPr lang="en"/>
              <a:t>Isolation</a:t>
            </a:r>
            <a:endParaRPr/>
          </a:p>
          <a:p>
            <a:pPr marL="0" lvl="0" indent="0" algn="l" rtl="0">
              <a:lnSpc>
                <a:spcPct val="120000"/>
              </a:lnSpc>
              <a:spcBef>
                <a:spcPts val="838"/>
              </a:spcBef>
              <a:spcAft>
                <a:spcPts val="0"/>
              </a:spcAft>
              <a:buClr>
                <a:schemeClr val="dk1"/>
              </a:buClr>
              <a:buSzPts val="1800"/>
              <a:buNone/>
            </a:pPr>
            <a:r>
              <a:rPr lang="en"/>
              <a:t>Parallel Development</a:t>
            </a:r>
            <a:endParaRPr/>
          </a:p>
          <a:p>
            <a:pPr marL="0" lvl="0" indent="0" algn="l" rtl="0">
              <a:lnSpc>
                <a:spcPct val="120000"/>
              </a:lnSpc>
              <a:spcBef>
                <a:spcPts val="838"/>
              </a:spcBef>
              <a:spcAft>
                <a:spcPts val="0"/>
              </a:spcAft>
              <a:buClr>
                <a:schemeClr val="dk1"/>
              </a:buClr>
              <a:buSzPts val="1800"/>
              <a:buNone/>
            </a:pPr>
            <a:r>
              <a:rPr lang="en"/>
              <a:t>Main Branch (Master/Main)</a:t>
            </a:r>
            <a:endParaRPr/>
          </a:p>
          <a:p>
            <a:pPr marL="0" lvl="0" indent="0" algn="l" rtl="0">
              <a:lnSpc>
                <a:spcPct val="120000"/>
              </a:lnSpc>
              <a:spcBef>
                <a:spcPts val="838"/>
              </a:spcBef>
              <a:spcAft>
                <a:spcPts val="0"/>
              </a:spcAft>
              <a:buClr>
                <a:schemeClr val="dk1"/>
              </a:buClr>
              <a:buSzPts val="1800"/>
              <a:buNone/>
            </a:pPr>
            <a:r>
              <a:rPr lang="en"/>
              <a:t>Creating Branches—------------------------------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r>
              <a:rPr lang="en"/>
              <a:t>Switching Between Branches—----------------</a:t>
            </a:r>
            <a:endParaRPr/>
          </a:p>
          <a:p>
            <a:pPr marL="0" lvl="0" indent="0" algn="l" rtl="0">
              <a:lnSpc>
                <a:spcPct val="120000"/>
              </a:lnSpc>
              <a:spcBef>
                <a:spcPts val="838"/>
              </a:spcBef>
              <a:spcAft>
                <a:spcPts val="0"/>
              </a:spcAft>
              <a:buClr>
                <a:schemeClr val="dk1"/>
              </a:buClr>
              <a:buSzPts val="1800"/>
              <a:buNone/>
            </a:pPr>
            <a:r>
              <a:rPr lang="en"/>
              <a:t>Merging Branches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824" name="Google Shape;824;p8"/>
          <p:cNvSpPr txBox="1"/>
          <p:nvPr/>
        </p:nvSpPr>
        <p:spPr>
          <a:xfrm>
            <a:off x="751567" y="1615867"/>
            <a:ext cx="10221200" cy="7636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1600"/>
              </a:spcBef>
              <a:spcAft>
                <a:spcPts val="0"/>
              </a:spcAft>
              <a:buNone/>
            </a:pPr>
            <a:endParaRPr sz="2400" b="0" i="0" u="none" strike="noStrike" cap="none">
              <a:solidFill>
                <a:schemeClr val="dk2"/>
              </a:solidFill>
              <a:latin typeface="Arial"/>
              <a:ea typeface="Arial"/>
              <a:cs typeface="Arial"/>
              <a:sym typeface="Arial"/>
            </a:endParaRPr>
          </a:p>
        </p:txBody>
      </p:sp>
      <p:sp>
        <p:nvSpPr>
          <p:cNvPr id="825" name="Google Shape;825;p8"/>
          <p:cNvSpPr/>
          <p:nvPr/>
        </p:nvSpPr>
        <p:spPr>
          <a:xfrm>
            <a:off x="5014195" y="3467509"/>
            <a:ext cx="3559200" cy="4131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1733" b="0" i="0" u="none" strike="noStrike" cap="none">
                <a:solidFill>
                  <a:schemeClr val="lt1"/>
                </a:solidFill>
                <a:latin typeface="Courier New"/>
                <a:ea typeface="Courier New"/>
                <a:cs typeface="Courier New"/>
                <a:sym typeface="Courier New"/>
              </a:rPr>
              <a:t>git branch feature-branch</a:t>
            </a:r>
            <a:endParaRPr sz="1867" b="0" i="0" u="none" strike="noStrike" cap="none">
              <a:solidFill>
                <a:schemeClr val="lt1"/>
              </a:solidFill>
              <a:latin typeface="Arial"/>
              <a:ea typeface="Arial"/>
              <a:cs typeface="Arial"/>
              <a:sym typeface="Arial"/>
            </a:endParaRPr>
          </a:p>
        </p:txBody>
      </p:sp>
      <p:sp>
        <p:nvSpPr>
          <p:cNvPr id="826" name="Google Shape;826;p8"/>
          <p:cNvSpPr/>
          <p:nvPr/>
        </p:nvSpPr>
        <p:spPr>
          <a:xfrm>
            <a:off x="5014194" y="4756314"/>
            <a:ext cx="4268700" cy="4131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1733" b="0" i="0" u="none" strike="noStrike" cap="none">
                <a:solidFill>
                  <a:schemeClr val="lt1"/>
                </a:solidFill>
                <a:latin typeface="Courier New"/>
                <a:ea typeface="Courier New"/>
                <a:cs typeface="Courier New"/>
                <a:sym typeface="Courier New"/>
              </a:rPr>
              <a:t>git checkout feature-branch</a:t>
            </a:r>
            <a:endParaRPr sz="1867" b="0" i="0" u="none" strike="noStrike" cap="non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9"/>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3.1.5 Merging</a:t>
            </a:r>
            <a:endParaRPr/>
          </a:p>
        </p:txBody>
      </p:sp>
      <p:sp>
        <p:nvSpPr>
          <p:cNvPr id="832" name="Google Shape;832;p9"/>
          <p:cNvSpPr txBox="1">
            <a:spLocks noGrp="1"/>
          </p:cNvSpPr>
          <p:nvPr>
            <p:ph type="body" idx="1"/>
          </p:nvPr>
        </p:nvSpPr>
        <p:spPr>
          <a:xfrm>
            <a:off x="514350" y="1304995"/>
            <a:ext cx="11569620"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dirty="0"/>
              <a:t> The </a:t>
            </a:r>
            <a:r>
              <a:rPr lang="en" dirty="0">
                <a:solidFill>
                  <a:srgbClr val="19A423"/>
                </a:solidFill>
                <a:latin typeface="Courier New"/>
                <a:ea typeface="Courier New"/>
                <a:cs typeface="Courier New"/>
                <a:sym typeface="Courier New"/>
              </a:rPr>
              <a:t>git merge </a:t>
            </a:r>
            <a:r>
              <a:rPr lang="en" dirty="0"/>
              <a:t>command is central to Merger process, enabling developers to seamlessly integrate changes.</a:t>
            </a:r>
            <a:endParaRPr dirty="0"/>
          </a:p>
          <a:p>
            <a:pPr marL="0" lvl="0" indent="0" algn="l" rtl="0">
              <a:lnSpc>
                <a:spcPct val="120000"/>
              </a:lnSpc>
              <a:spcBef>
                <a:spcPts val="838"/>
              </a:spcBef>
              <a:spcAft>
                <a:spcPts val="0"/>
              </a:spcAft>
              <a:buClr>
                <a:schemeClr val="dk1"/>
              </a:buClr>
              <a:buSzPts val="1800"/>
              <a:buNone/>
            </a:pPr>
            <a:endParaRPr dirty="0"/>
          </a:p>
        </p:txBody>
      </p:sp>
      <p:sp>
        <p:nvSpPr>
          <p:cNvPr id="833" name="Google Shape;833;p9"/>
          <p:cNvSpPr txBox="1">
            <a:spLocks noGrp="1"/>
          </p:cNvSpPr>
          <p:nvPr>
            <p:ph type="body" idx="1"/>
          </p:nvPr>
        </p:nvSpPr>
        <p:spPr>
          <a:xfrm>
            <a:off x="208635" y="3195637"/>
            <a:ext cx="4527550" cy="466725"/>
          </a:xfrm>
          <a:prstGeom prst="rect">
            <a:avLst/>
          </a:prstGeom>
          <a:noFill/>
          <a:ln>
            <a:noFill/>
          </a:ln>
        </p:spPr>
        <p:txBody>
          <a:bodyPr spcFirstLastPara="1" wrap="square" lIns="121900" tIns="121900" rIns="121900" bIns="121900" anchor="t" anchorCtr="0">
            <a:noAutofit/>
          </a:bodyPr>
          <a:lstStyle/>
          <a:p>
            <a:pPr marL="0" marR="0" lvl="0" indent="0" algn="l" rtl="0">
              <a:lnSpc>
                <a:spcPct val="95000"/>
              </a:lnSpc>
              <a:spcBef>
                <a:spcPts val="2000"/>
              </a:spcBef>
              <a:spcAft>
                <a:spcPts val="0"/>
              </a:spcAft>
              <a:buClr>
                <a:schemeClr val="dk1"/>
              </a:buClr>
              <a:buSzPts val="688"/>
              <a:buFont typeface="Arial"/>
              <a:buNone/>
            </a:pPr>
            <a:r>
              <a:rPr lang="en" sz="1800" b="1" i="0" u="none" strike="noStrike" cap="none" dirty="0">
                <a:solidFill>
                  <a:schemeClr val="dk1"/>
                </a:solidFill>
                <a:latin typeface="Arial"/>
                <a:ea typeface="Arial"/>
                <a:cs typeface="Arial"/>
                <a:sym typeface="Arial"/>
              </a:rPr>
              <a:t>TYPES OF MERGE IN GIT:</a:t>
            </a:r>
            <a:endParaRPr sz="1800" b="1" i="0" u="none" strike="noStrike" cap="none" dirty="0">
              <a:solidFill>
                <a:schemeClr val="dk1"/>
              </a:solidFill>
              <a:latin typeface="Arial"/>
              <a:ea typeface="Arial"/>
              <a:cs typeface="Arial"/>
              <a:sym typeface="Arial"/>
            </a:endParaRPr>
          </a:p>
        </p:txBody>
      </p:sp>
      <p:sp>
        <p:nvSpPr>
          <p:cNvPr id="834" name="Google Shape;834;p9"/>
          <p:cNvSpPr txBox="1"/>
          <p:nvPr/>
        </p:nvSpPr>
        <p:spPr>
          <a:xfrm>
            <a:off x="189061" y="5375702"/>
            <a:ext cx="2287208" cy="857691"/>
          </a:xfrm>
          <a:prstGeom prst="rect">
            <a:avLst/>
          </a:prstGeom>
          <a:noFill/>
          <a:ln>
            <a:noFill/>
          </a:ln>
        </p:spPr>
        <p:txBody>
          <a:bodyPr spcFirstLastPara="1" wrap="square" lIns="121900" tIns="121900" rIns="121900" bIns="121900" anchor="b" anchorCtr="0">
            <a:noAutofit/>
          </a:bodyPr>
          <a:lstStyle/>
          <a:p>
            <a:pPr marL="0" marR="0" lvl="0" indent="0" rtl="0">
              <a:lnSpc>
                <a:spcPct val="115000"/>
              </a:lnSpc>
              <a:spcBef>
                <a:spcPts val="0"/>
              </a:spcBef>
              <a:spcAft>
                <a:spcPts val="0"/>
              </a:spcAft>
              <a:buNone/>
            </a:pPr>
            <a:r>
              <a:rPr lang="en" sz="1200" b="1" i="0" u="sng" strike="noStrike" cap="none" dirty="0">
                <a:solidFill>
                  <a:srgbClr val="0C57D3"/>
                </a:solidFill>
                <a:latin typeface="Arial"/>
                <a:ea typeface="Arial"/>
                <a:cs typeface="Arial"/>
                <a:sym typeface="Arial"/>
              </a:rPr>
              <a:t>Fast-Forward Merge</a:t>
            </a:r>
          </a:p>
          <a:p>
            <a:pPr marL="0" marR="0" lvl="0" indent="0" rtl="0">
              <a:lnSpc>
                <a:spcPct val="115000"/>
              </a:lnSpc>
              <a:spcBef>
                <a:spcPts val="0"/>
              </a:spcBef>
              <a:spcAft>
                <a:spcPts val="0"/>
              </a:spcAft>
              <a:buNone/>
            </a:pPr>
            <a:r>
              <a:rPr lang="en-US" sz="1200" b="1" i="0" u="none" strike="noStrike" cap="none" dirty="0">
                <a:solidFill>
                  <a:srgbClr val="0C57D3"/>
                </a:solidFill>
                <a:latin typeface="Arial"/>
                <a:ea typeface="Arial"/>
                <a:cs typeface="Arial"/>
                <a:sym typeface="Arial"/>
              </a:rPr>
              <a:t>occurs during a merge operation when the base branch that's being merged into has no new commits since the feature branch (the branch being merged) was created or last updated.</a:t>
            </a:r>
            <a:endParaRPr sz="1200" b="1" i="0" u="none" strike="noStrike" cap="none" dirty="0">
              <a:solidFill>
                <a:srgbClr val="0C57D3"/>
              </a:solidFill>
              <a:latin typeface="Arial"/>
              <a:ea typeface="Arial"/>
              <a:cs typeface="Arial"/>
              <a:sym typeface="Arial"/>
            </a:endParaRPr>
          </a:p>
        </p:txBody>
      </p:sp>
      <p:sp>
        <p:nvSpPr>
          <p:cNvPr id="837" name="Google Shape;837;p9"/>
          <p:cNvSpPr txBox="1"/>
          <p:nvPr/>
        </p:nvSpPr>
        <p:spPr>
          <a:xfrm>
            <a:off x="5026841" y="5926734"/>
            <a:ext cx="2046535" cy="438178"/>
          </a:xfrm>
          <a:prstGeom prst="rect">
            <a:avLst/>
          </a:prstGeom>
          <a:noFill/>
          <a:ln>
            <a:noFill/>
          </a:ln>
        </p:spPr>
        <p:txBody>
          <a:bodyPr spcFirstLastPara="1" wrap="square" lIns="121900" tIns="121900" rIns="121900" bIns="121900" anchor="b" anchorCtr="0">
            <a:noAutofit/>
          </a:bodyPr>
          <a:lstStyle/>
          <a:p>
            <a:pPr marL="0" marR="0" lvl="0" indent="0" algn="l" rtl="0">
              <a:lnSpc>
                <a:spcPct val="115000"/>
              </a:lnSpc>
              <a:spcBef>
                <a:spcPts val="0"/>
              </a:spcBef>
              <a:spcAft>
                <a:spcPts val="0"/>
              </a:spcAft>
              <a:buNone/>
            </a:pPr>
            <a:r>
              <a:rPr lang="en" sz="1200" b="1" i="0" u="sng" strike="noStrike" cap="none" dirty="0">
                <a:solidFill>
                  <a:srgbClr val="0C57D3"/>
                </a:solidFill>
                <a:latin typeface="Arial"/>
                <a:ea typeface="Arial"/>
                <a:cs typeface="Arial"/>
                <a:sym typeface="Arial"/>
              </a:rPr>
              <a:t>Recursive Merge</a:t>
            </a:r>
          </a:p>
          <a:p>
            <a:pPr marL="0" marR="0" lvl="0" indent="0" algn="l" rtl="0">
              <a:lnSpc>
                <a:spcPct val="115000"/>
              </a:lnSpc>
              <a:spcBef>
                <a:spcPts val="0"/>
              </a:spcBef>
              <a:spcAft>
                <a:spcPts val="0"/>
              </a:spcAft>
              <a:buNone/>
            </a:pPr>
            <a:r>
              <a:rPr lang="en-US" sz="1200" b="1" i="0" u="none" strike="noStrike" cap="none" dirty="0">
                <a:solidFill>
                  <a:srgbClr val="0C57D3"/>
                </a:solidFill>
                <a:latin typeface="Arial"/>
                <a:ea typeface="Arial"/>
                <a:cs typeface="Arial"/>
                <a:sym typeface="Arial"/>
              </a:rPr>
              <a:t>a merge strategy that Git uses to combine changes from different branches, especially when those branches have diverged and both have made changes since their last common ancestor. </a:t>
            </a:r>
            <a:endParaRPr sz="1600" b="1" i="0" u="none" strike="noStrike" cap="none" dirty="0">
              <a:solidFill>
                <a:srgbClr val="0C57D3"/>
              </a:solidFill>
              <a:latin typeface="Arial"/>
              <a:ea typeface="Arial"/>
              <a:cs typeface="Arial"/>
              <a:sym typeface="Arial"/>
            </a:endParaRPr>
          </a:p>
        </p:txBody>
      </p:sp>
      <p:sp>
        <p:nvSpPr>
          <p:cNvPr id="840" name="Google Shape;840;p9"/>
          <p:cNvSpPr txBox="1"/>
          <p:nvPr/>
        </p:nvSpPr>
        <p:spPr>
          <a:xfrm>
            <a:off x="7229120" y="4504808"/>
            <a:ext cx="2046535" cy="857139"/>
          </a:xfrm>
          <a:prstGeom prst="rect">
            <a:avLst/>
          </a:prstGeom>
          <a:noFill/>
          <a:ln>
            <a:noFill/>
          </a:ln>
        </p:spPr>
        <p:txBody>
          <a:bodyPr spcFirstLastPara="1" wrap="square" lIns="121900" tIns="121900" rIns="121900" bIns="121900" anchor="b" anchorCtr="0">
            <a:noAutofit/>
          </a:bodyPr>
          <a:lstStyle/>
          <a:p>
            <a:pPr marL="0" marR="0" lvl="0" indent="0" algn="l" rtl="0">
              <a:lnSpc>
                <a:spcPct val="115000"/>
              </a:lnSpc>
              <a:spcBef>
                <a:spcPts val="0"/>
              </a:spcBef>
              <a:spcAft>
                <a:spcPts val="0"/>
              </a:spcAft>
              <a:buNone/>
            </a:pPr>
            <a:r>
              <a:rPr lang="en" sz="1200" b="1" i="0" u="sng" strike="noStrike" cap="none" dirty="0">
                <a:solidFill>
                  <a:srgbClr val="595959"/>
                </a:solidFill>
                <a:latin typeface="Arial"/>
                <a:ea typeface="Arial"/>
                <a:cs typeface="Arial"/>
                <a:sym typeface="Arial"/>
              </a:rPr>
              <a:t>Octopus Merge</a:t>
            </a:r>
          </a:p>
          <a:p>
            <a:pPr marL="0" marR="0" lvl="0" indent="0" algn="l" rtl="0">
              <a:lnSpc>
                <a:spcPct val="115000"/>
              </a:lnSpc>
              <a:spcBef>
                <a:spcPts val="0"/>
              </a:spcBef>
              <a:spcAft>
                <a:spcPts val="0"/>
              </a:spcAft>
              <a:buNone/>
            </a:pPr>
            <a:r>
              <a:rPr lang="en-US" sz="1200" b="1" i="0" u="none" strike="noStrike" cap="none" dirty="0">
                <a:solidFill>
                  <a:srgbClr val="595959"/>
                </a:solidFill>
                <a:latin typeface="Arial"/>
                <a:ea typeface="Arial"/>
                <a:cs typeface="Arial"/>
                <a:sym typeface="Arial"/>
              </a:rPr>
              <a:t>merging 2 or more branches onto the current branch using a single commit.</a:t>
            </a:r>
            <a:endParaRPr sz="1200" b="1" i="0" u="none" strike="noStrike" cap="none" dirty="0">
              <a:solidFill>
                <a:srgbClr val="595959"/>
              </a:solidFill>
              <a:latin typeface="Arial"/>
              <a:ea typeface="Arial"/>
              <a:cs typeface="Arial"/>
              <a:sym typeface="Arial"/>
            </a:endParaRPr>
          </a:p>
        </p:txBody>
      </p:sp>
      <p:sp>
        <p:nvSpPr>
          <p:cNvPr id="843" name="Google Shape;843;p9"/>
          <p:cNvSpPr txBox="1"/>
          <p:nvPr/>
        </p:nvSpPr>
        <p:spPr>
          <a:xfrm>
            <a:off x="9581370" y="4684861"/>
            <a:ext cx="2046535" cy="857693"/>
          </a:xfrm>
          <a:prstGeom prst="rect">
            <a:avLst/>
          </a:prstGeom>
          <a:noFill/>
          <a:ln>
            <a:noFill/>
          </a:ln>
        </p:spPr>
        <p:txBody>
          <a:bodyPr spcFirstLastPara="1" wrap="square" lIns="121900" tIns="121900" rIns="121900" bIns="121900" anchor="b" anchorCtr="0">
            <a:noAutofit/>
          </a:bodyPr>
          <a:lstStyle/>
          <a:p>
            <a:pPr marL="0" marR="0" lvl="0" indent="0" algn="l" rtl="0">
              <a:lnSpc>
                <a:spcPct val="115000"/>
              </a:lnSpc>
              <a:spcBef>
                <a:spcPts val="0"/>
              </a:spcBef>
              <a:spcAft>
                <a:spcPts val="0"/>
              </a:spcAft>
              <a:buNone/>
            </a:pPr>
            <a:r>
              <a:rPr lang="en" sz="1200" b="1" i="0" u="sng" strike="noStrike" cap="none" dirty="0">
                <a:solidFill>
                  <a:srgbClr val="0C57D3"/>
                </a:solidFill>
                <a:latin typeface="Arial"/>
                <a:ea typeface="Arial"/>
                <a:cs typeface="Arial"/>
                <a:sym typeface="Arial"/>
              </a:rPr>
              <a:t>Squash Merge</a:t>
            </a:r>
          </a:p>
          <a:p>
            <a:pPr marL="0" marR="0" lvl="0" indent="0" algn="l" rtl="0">
              <a:lnSpc>
                <a:spcPct val="115000"/>
              </a:lnSpc>
              <a:spcBef>
                <a:spcPts val="0"/>
              </a:spcBef>
              <a:spcAft>
                <a:spcPts val="0"/>
              </a:spcAft>
              <a:buNone/>
            </a:pPr>
            <a:r>
              <a:rPr lang="en-US" sz="1200" b="1" i="0" u="none" strike="noStrike" cap="none" dirty="0">
                <a:solidFill>
                  <a:srgbClr val="0C57D3"/>
                </a:solidFill>
                <a:latin typeface="Arial"/>
                <a:ea typeface="Arial"/>
                <a:cs typeface="Arial"/>
                <a:sym typeface="Arial"/>
              </a:rPr>
              <a:t>combines multiple commits into one, which can help keep your repository history clean and easy to understand.</a:t>
            </a:r>
            <a:endParaRPr sz="1200" b="1" i="0" u="none" strike="noStrike" cap="none" dirty="0">
              <a:solidFill>
                <a:srgbClr val="0C57D3"/>
              </a:solidFill>
              <a:latin typeface="Arial"/>
              <a:ea typeface="Arial"/>
              <a:cs typeface="Arial"/>
              <a:sym typeface="Arial"/>
            </a:endParaRPr>
          </a:p>
        </p:txBody>
      </p:sp>
      <p:sp>
        <p:nvSpPr>
          <p:cNvPr id="846" name="Google Shape;846;p9"/>
          <p:cNvSpPr txBox="1"/>
          <p:nvPr/>
        </p:nvSpPr>
        <p:spPr>
          <a:xfrm>
            <a:off x="2689650" y="5576808"/>
            <a:ext cx="2046535" cy="439019"/>
          </a:xfrm>
          <a:prstGeom prst="rect">
            <a:avLst/>
          </a:prstGeom>
          <a:solidFill>
            <a:schemeClr val="lt1"/>
          </a:solidFill>
          <a:ln>
            <a:noFill/>
          </a:ln>
        </p:spPr>
        <p:txBody>
          <a:bodyPr spcFirstLastPara="1" wrap="square" lIns="121900" tIns="121900" rIns="121900" bIns="121900" anchor="b" anchorCtr="0">
            <a:noAutofit/>
          </a:bodyPr>
          <a:lstStyle/>
          <a:p>
            <a:pPr marL="0" marR="0" lvl="0" indent="0" rtl="0">
              <a:lnSpc>
                <a:spcPct val="115000"/>
              </a:lnSpc>
              <a:spcBef>
                <a:spcPts val="0"/>
              </a:spcBef>
              <a:spcAft>
                <a:spcPts val="0"/>
              </a:spcAft>
              <a:buNone/>
            </a:pPr>
            <a:r>
              <a:rPr lang="en" sz="1200" b="1" i="0" u="sng" strike="noStrike" cap="none" dirty="0">
                <a:solidFill>
                  <a:srgbClr val="595959"/>
                </a:solidFill>
                <a:latin typeface="Arial"/>
                <a:ea typeface="Arial"/>
                <a:cs typeface="Arial"/>
                <a:sym typeface="Arial"/>
              </a:rPr>
              <a:t>Three-Way Merge </a:t>
            </a:r>
            <a:r>
              <a:rPr lang="en-US" sz="1200" b="1" i="0" u="none" strike="noStrike" cap="none" dirty="0">
                <a:solidFill>
                  <a:srgbClr val="595959"/>
                </a:solidFill>
                <a:latin typeface="Arial"/>
                <a:ea typeface="Arial"/>
                <a:cs typeface="Arial"/>
                <a:sym typeface="Arial"/>
              </a:rPr>
              <a:t>compares three versions of a file: the base (common ancestor), the current version, and the version to be merged, to identify changes and resolve conflicts. </a:t>
            </a:r>
            <a:endParaRPr sz="1200" b="1" i="0" u="none" strike="noStrike" cap="none" dirty="0">
              <a:solidFill>
                <a:srgbClr val="595959"/>
              </a:solidFill>
              <a:latin typeface="Arial"/>
              <a:ea typeface="Arial"/>
              <a:cs typeface="Arial"/>
              <a:sym typeface="Arial"/>
            </a:endParaRPr>
          </a:p>
        </p:txBody>
      </p:sp>
      <p:sp>
        <p:nvSpPr>
          <p:cNvPr id="849" name="Google Shape;849;p9"/>
          <p:cNvSpPr/>
          <p:nvPr/>
        </p:nvSpPr>
        <p:spPr>
          <a:xfrm>
            <a:off x="3684209" y="1940163"/>
            <a:ext cx="4328153" cy="11793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Courier New"/>
                <a:ea typeface="Courier New"/>
                <a:cs typeface="Courier New"/>
                <a:sym typeface="Courier New"/>
              </a:rPr>
              <a:t>git branch feature-branch</a:t>
            </a:r>
            <a:endParaRPr sz="2400" b="0" i="0" u="none" strike="noStrike" cap="non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1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3.1.6 Conflict Resolution</a:t>
            </a:r>
            <a:endParaRPr/>
          </a:p>
        </p:txBody>
      </p:sp>
      <p:sp>
        <p:nvSpPr>
          <p:cNvPr id="855" name="Google Shape;855;p1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dirty="0"/>
              <a:t>Here's an overview of the conflict resolution process:</a:t>
            </a: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p:txBody>
      </p:sp>
      <p:sp>
        <p:nvSpPr>
          <p:cNvPr id="856" name="Google Shape;856;p10"/>
          <p:cNvSpPr/>
          <p:nvPr/>
        </p:nvSpPr>
        <p:spPr>
          <a:xfrm>
            <a:off x="-1251233" y="2087200"/>
            <a:ext cx="3439600" cy="4018400"/>
          </a:xfrm>
          <a:prstGeom prst="arc">
            <a:avLst>
              <a:gd name="adj1" fmla="val 16200000"/>
              <a:gd name="adj2" fmla="val 5410514"/>
            </a:avLst>
          </a:prstGeom>
          <a:noFill/>
          <a:ln w="76200" cap="flat" cmpd="sng">
            <a:solidFill>
              <a:srgbClr val="D8D8D8"/>
            </a:solidFill>
            <a:prstDash val="solid"/>
            <a:miter lim="800000"/>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endParaRPr sz="4800" b="0" i="0" u="none" strike="noStrike" cap="none">
              <a:solidFill>
                <a:srgbClr val="FFFFFF"/>
              </a:solidFill>
              <a:latin typeface="Calibri"/>
              <a:ea typeface="Calibri"/>
              <a:cs typeface="Calibri"/>
              <a:sym typeface="Calibri"/>
            </a:endParaRPr>
          </a:p>
        </p:txBody>
      </p:sp>
      <p:sp>
        <p:nvSpPr>
          <p:cNvPr id="857" name="Google Shape;857;p10"/>
          <p:cNvSpPr/>
          <p:nvPr/>
        </p:nvSpPr>
        <p:spPr>
          <a:xfrm>
            <a:off x="936800" y="1978368"/>
            <a:ext cx="598400" cy="586800"/>
          </a:xfrm>
          <a:prstGeom prst="ellipse">
            <a:avLst/>
          </a:prstGeom>
          <a:solidFill>
            <a:srgbClr val="152C43"/>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 sz="1867" b="0" i="0" u="none" strike="noStrike" cap="none">
                <a:solidFill>
                  <a:srgbClr val="FFFFFF"/>
                </a:solidFill>
                <a:latin typeface="Arial"/>
                <a:ea typeface="Arial"/>
                <a:cs typeface="Arial"/>
                <a:sym typeface="Arial"/>
              </a:rPr>
              <a:t>1</a:t>
            </a:r>
            <a:endParaRPr sz="133" b="0" i="0" u="none" strike="noStrike" cap="none">
              <a:solidFill>
                <a:srgbClr val="FFFFFF"/>
              </a:solidFill>
              <a:latin typeface="Arial"/>
              <a:ea typeface="Arial"/>
              <a:cs typeface="Arial"/>
              <a:sym typeface="Arial"/>
            </a:endParaRPr>
          </a:p>
        </p:txBody>
      </p:sp>
      <p:sp>
        <p:nvSpPr>
          <p:cNvPr id="858" name="Google Shape;858;p10"/>
          <p:cNvSpPr/>
          <p:nvPr/>
        </p:nvSpPr>
        <p:spPr>
          <a:xfrm>
            <a:off x="1535200" y="2635206"/>
            <a:ext cx="598400" cy="586800"/>
          </a:xfrm>
          <a:prstGeom prst="ellipse">
            <a:avLst/>
          </a:prstGeom>
          <a:solidFill>
            <a:srgbClr val="22476C"/>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 sz="1867" b="0" i="0" u="none" strike="noStrike" cap="none">
                <a:solidFill>
                  <a:srgbClr val="FFFFFF"/>
                </a:solidFill>
                <a:latin typeface="Arial"/>
                <a:ea typeface="Arial"/>
                <a:cs typeface="Arial"/>
                <a:sym typeface="Arial"/>
              </a:rPr>
              <a:t>2</a:t>
            </a:r>
            <a:endParaRPr sz="4800" b="0" i="0" u="none" strike="noStrike" cap="none">
              <a:solidFill>
                <a:srgbClr val="FFFFFF"/>
              </a:solidFill>
              <a:latin typeface="Calibri"/>
              <a:ea typeface="Calibri"/>
              <a:cs typeface="Calibri"/>
              <a:sym typeface="Calibri"/>
            </a:endParaRPr>
          </a:p>
        </p:txBody>
      </p:sp>
      <p:sp>
        <p:nvSpPr>
          <p:cNvPr id="859" name="Google Shape;859;p10"/>
          <p:cNvSpPr/>
          <p:nvPr/>
        </p:nvSpPr>
        <p:spPr>
          <a:xfrm>
            <a:off x="1860150" y="3395304"/>
            <a:ext cx="598400" cy="586800"/>
          </a:xfrm>
          <a:prstGeom prst="ellipse">
            <a:avLst/>
          </a:prstGeom>
          <a:solidFill>
            <a:srgbClr val="2D5E8F"/>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 sz="1867" b="0" i="0" u="none" strike="noStrike" cap="none">
                <a:solidFill>
                  <a:srgbClr val="FFFFFF"/>
                </a:solidFill>
                <a:latin typeface="Calibri"/>
                <a:ea typeface="Calibri"/>
                <a:cs typeface="Calibri"/>
                <a:sym typeface="Calibri"/>
              </a:rPr>
              <a:t>3</a:t>
            </a:r>
            <a:endParaRPr sz="1867" b="0" i="0" u="none" strike="noStrike" cap="none">
              <a:solidFill>
                <a:srgbClr val="FFFFFF"/>
              </a:solidFill>
              <a:latin typeface="Calibri"/>
              <a:ea typeface="Calibri"/>
              <a:cs typeface="Calibri"/>
              <a:sym typeface="Calibri"/>
            </a:endParaRPr>
          </a:p>
        </p:txBody>
      </p:sp>
      <p:sp>
        <p:nvSpPr>
          <p:cNvPr id="860" name="Google Shape;860;p10"/>
          <p:cNvSpPr/>
          <p:nvPr/>
        </p:nvSpPr>
        <p:spPr>
          <a:xfrm>
            <a:off x="913192" y="5567005"/>
            <a:ext cx="598400" cy="586800"/>
          </a:xfrm>
          <a:prstGeom prst="ellipse">
            <a:avLst/>
          </a:prstGeom>
          <a:solidFill>
            <a:srgbClr val="0070C0"/>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 sz="1867" b="0" i="0" u="none" strike="noStrike" cap="none">
                <a:solidFill>
                  <a:srgbClr val="FFFFFF"/>
                </a:solidFill>
                <a:latin typeface="Calibri"/>
                <a:ea typeface="Calibri"/>
                <a:cs typeface="Calibri"/>
                <a:sym typeface="Calibri"/>
              </a:rPr>
              <a:t>6</a:t>
            </a:r>
            <a:endParaRPr sz="1867" b="0" i="0" u="none" strike="noStrike" cap="none">
              <a:solidFill>
                <a:srgbClr val="FFFFFF"/>
              </a:solidFill>
              <a:latin typeface="Calibri"/>
              <a:ea typeface="Calibri"/>
              <a:cs typeface="Calibri"/>
              <a:sym typeface="Calibri"/>
            </a:endParaRPr>
          </a:p>
        </p:txBody>
      </p:sp>
      <p:sp>
        <p:nvSpPr>
          <p:cNvPr id="861" name="Google Shape;861;p10"/>
          <p:cNvSpPr txBox="1"/>
          <p:nvPr/>
        </p:nvSpPr>
        <p:spPr>
          <a:xfrm>
            <a:off x="1558000" y="1907622"/>
            <a:ext cx="4791900" cy="564730"/>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 sz="1800" b="1" i="0" u="none" strike="noStrike" cap="none">
                <a:solidFill>
                  <a:schemeClr val="dk1"/>
                </a:solidFill>
                <a:latin typeface="Arial"/>
                <a:ea typeface="Arial"/>
                <a:cs typeface="Arial"/>
                <a:sym typeface="Arial"/>
              </a:rPr>
              <a:t>Identification of Conflicts</a:t>
            </a:r>
            <a:endParaRPr sz="1800" b="1" i="0" u="none" strike="noStrike" cap="none">
              <a:solidFill>
                <a:schemeClr val="dk1"/>
              </a:solidFill>
              <a:latin typeface="Arial"/>
              <a:ea typeface="Arial"/>
              <a:cs typeface="Arial"/>
              <a:sym typeface="Arial"/>
            </a:endParaRPr>
          </a:p>
        </p:txBody>
      </p:sp>
      <p:sp>
        <p:nvSpPr>
          <p:cNvPr id="862" name="Google Shape;862;p10"/>
          <p:cNvSpPr txBox="1"/>
          <p:nvPr/>
        </p:nvSpPr>
        <p:spPr>
          <a:xfrm>
            <a:off x="2159350" y="2570336"/>
            <a:ext cx="4000000" cy="769914"/>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1600"/>
              </a:spcAft>
              <a:buNone/>
            </a:pPr>
            <a:r>
              <a:rPr lang="en" sz="1800" b="1" i="0" u="none" strike="noStrike" cap="none">
                <a:solidFill>
                  <a:schemeClr val="dk1"/>
                </a:solidFill>
                <a:latin typeface="Arial"/>
                <a:ea typeface="Arial"/>
                <a:cs typeface="Arial"/>
                <a:sym typeface="Arial"/>
              </a:rPr>
              <a:t>Manual Resolution</a:t>
            </a:r>
            <a:endParaRPr sz="1800" b="1" i="0" u="none" strike="noStrike" cap="none">
              <a:solidFill>
                <a:schemeClr val="dk1"/>
              </a:solidFill>
              <a:latin typeface="Arial"/>
              <a:ea typeface="Arial"/>
              <a:cs typeface="Arial"/>
              <a:sym typeface="Arial"/>
            </a:endParaRPr>
          </a:p>
        </p:txBody>
      </p:sp>
      <p:sp>
        <p:nvSpPr>
          <p:cNvPr id="863" name="Google Shape;863;p10"/>
          <p:cNvSpPr txBox="1"/>
          <p:nvPr/>
        </p:nvSpPr>
        <p:spPr>
          <a:xfrm>
            <a:off x="2438400" y="3352801"/>
            <a:ext cx="2688400" cy="1088463"/>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1600"/>
              </a:spcAft>
              <a:buNone/>
            </a:pPr>
            <a:r>
              <a:rPr lang="en-US" sz="1800" b="1" dirty="0">
                <a:solidFill>
                  <a:schemeClr val="dk1"/>
                </a:solidFill>
              </a:rPr>
              <a:t>Conflict Markers (Start-End)</a:t>
            </a:r>
            <a:endParaRPr lang="en-US" sz="1800" b="1" i="0" u="none" strike="noStrike" cap="none" dirty="0">
              <a:solidFill>
                <a:schemeClr val="dk1"/>
              </a:solidFill>
              <a:latin typeface="Arial"/>
              <a:ea typeface="Arial"/>
              <a:cs typeface="Arial"/>
              <a:sym typeface="Arial"/>
            </a:endParaRPr>
          </a:p>
        </p:txBody>
      </p:sp>
      <p:sp>
        <p:nvSpPr>
          <p:cNvPr id="864" name="Google Shape;864;p10"/>
          <p:cNvSpPr txBox="1"/>
          <p:nvPr/>
        </p:nvSpPr>
        <p:spPr>
          <a:xfrm>
            <a:off x="1524000" y="5705277"/>
            <a:ext cx="4000000" cy="769914"/>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1600"/>
              </a:spcAft>
              <a:buNone/>
            </a:pPr>
            <a:r>
              <a:rPr lang="en" sz="1800" b="1" i="0" u="none" strike="noStrike" cap="none">
                <a:solidFill>
                  <a:schemeClr val="dk1"/>
                </a:solidFill>
                <a:latin typeface="Arial"/>
                <a:ea typeface="Arial"/>
                <a:cs typeface="Arial"/>
                <a:sym typeface="Arial"/>
              </a:rPr>
              <a:t>Continuation of Merge</a:t>
            </a:r>
            <a:endParaRPr sz="1800" b="1" i="0" u="none" strike="noStrike" cap="none">
              <a:solidFill>
                <a:schemeClr val="dk1"/>
              </a:solidFill>
              <a:latin typeface="Arial"/>
              <a:ea typeface="Arial"/>
              <a:cs typeface="Arial"/>
              <a:sym typeface="Arial"/>
            </a:endParaRPr>
          </a:p>
        </p:txBody>
      </p:sp>
      <p:sp>
        <p:nvSpPr>
          <p:cNvPr id="865" name="Google Shape;865;p10"/>
          <p:cNvSpPr/>
          <p:nvPr/>
        </p:nvSpPr>
        <p:spPr>
          <a:xfrm>
            <a:off x="1863700" y="4155402"/>
            <a:ext cx="598400" cy="586800"/>
          </a:xfrm>
          <a:prstGeom prst="ellipse">
            <a:avLst/>
          </a:prstGeom>
          <a:solidFill>
            <a:srgbClr val="3773AF"/>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 sz="1867" b="0" i="0" u="none" strike="noStrike" cap="none">
                <a:solidFill>
                  <a:srgbClr val="FFFFFF"/>
                </a:solidFill>
                <a:latin typeface="Calibri"/>
                <a:ea typeface="Calibri"/>
                <a:cs typeface="Calibri"/>
                <a:sym typeface="Calibri"/>
              </a:rPr>
              <a:t>4</a:t>
            </a:r>
            <a:endParaRPr sz="1867" b="0" i="0" u="none" strike="noStrike" cap="none">
              <a:solidFill>
                <a:srgbClr val="FFFFFF"/>
              </a:solidFill>
              <a:latin typeface="Calibri"/>
              <a:ea typeface="Calibri"/>
              <a:cs typeface="Calibri"/>
              <a:sym typeface="Calibri"/>
            </a:endParaRPr>
          </a:p>
        </p:txBody>
      </p:sp>
      <p:sp>
        <p:nvSpPr>
          <p:cNvPr id="866" name="Google Shape;866;p10"/>
          <p:cNvSpPr/>
          <p:nvPr/>
        </p:nvSpPr>
        <p:spPr>
          <a:xfrm>
            <a:off x="1511592" y="4915500"/>
            <a:ext cx="598400" cy="586800"/>
          </a:xfrm>
          <a:prstGeom prst="ellipse">
            <a:avLst/>
          </a:prstGeom>
          <a:solidFill>
            <a:srgbClr val="5690CA"/>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 sz="1867" b="0" i="0" u="none" strike="noStrike" cap="none">
                <a:solidFill>
                  <a:srgbClr val="FFFFFF"/>
                </a:solidFill>
                <a:latin typeface="Calibri"/>
                <a:ea typeface="Calibri"/>
                <a:cs typeface="Calibri"/>
                <a:sym typeface="Calibri"/>
              </a:rPr>
              <a:t>5</a:t>
            </a:r>
            <a:endParaRPr sz="1867" b="0" i="0" u="none" strike="noStrike" cap="none">
              <a:solidFill>
                <a:srgbClr val="FFFFFF"/>
              </a:solidFill>
              <a:latin typeface="Calibri"/>
              <a:ea typeface="Calibri"/>
              <a:cs typeface="Calibri"/>
              <a:sym typeface="Calibri"/>
            </a:endParaRPr>
          </a:p>
        </p:txBody>
      </p:sp>
      <p:sp>
        <p:nvSpPr>
          <p:cNvPr id="867" name="Google Shape;867;p10"/>
          <p:cNvSpPr txBox="1"/>
          <p:nvPr/>
        </p:nvSpPr>
        <p:spPr>
          <a:xfrm>
            <a:off x="2458550" y="4165601"/>
            <a:ext cx="3439600" cy="1088463"/>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1600"/>
              </a:spcAft>
              <a:buNone/>
            </a:pPr>
            <a:r>
              <a:rPr lang="en" sz="1800" b="1" i="0" u="none" strike="noStrike" cap="none" dirty="0">
                <a:solidFill>
                  <a:schemeClr val="dk1"/>
                </a:solidFill>
                <a:latin typeface="Arial"/>
                <a:ea typeface="Arial"/>
                <a:cs typeface="Arial"/>
                <a:sym typeface="Arial"/>
              </a:rPr>
              <a:t>Merge Tool (visual address and resolution)</a:t>
            </a:r>
            <a:endParaRPr sz="1800" b="1" i="0" u="none" strike="noStrike" cap="none" dirty="0">
              <a:solidFill>
                <a:schemeClr val="dk1"/>
              </a:solidFill>
              <a:latin typeface="Arial"/>
              <a:ea typeface="Arial"/>
              <a:cs typeface="Arial"/>
              <a:sym typeface="Arial"/>
            </a:endParaRPr>
          </a:p>
        </p:txBody>
      </p:sp>
      <p:sp>
        <p:nvSpPr>
          <p:cNvPr id="868" name="Google Shape;868;p10"/>
          <p:cNvSpPr txBox="1"/>
          <p:nvPr/>
        </p:nvSpPr>
        <p:spPr>
          <a:xfrm>
            <a:off x="2122400" y="4978401"/>
            <a:ext cx="5538000" cy="769914"/>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1600"/>
              </a:spcAft>
              <a:buNone/>
            </a:pPr>
            <a:r>
              <a:rPr lang="en" sz="1800" b="1" i="0" u="none" strike="noStrike" cap="none">
                <a:solidFill>
                  <a:schemeClr val="dk1"/>
                </a:solidFill>
                <a:latin typeface="Arial"/>
                <a:ea typeface="Arial"/>
                <a:cs typeface="Arial"/>
                <a:sym typeface="Arial"/>
              </a:rPr>
              <a:t>Committing Resolved Changes</a:t>
            </a:r>
            <a:endParaRPr sz="1800" b="1" i="0" u="none" strike="noStrike" cap="none">
              <a:solidFill>
                <a:schemeClr val="dk1"/>
              </a:solidFill>
              <a:latin typeface="Arial"/>
              <a:ea typeface="Arial"/>
              <a:cs typeface="Arial"/>
              <a:sym typeface="Arial"/>
            </a:endParaRPr>
          </a:p>
        </p:txBody>
      </p:sp>
      <p:pic>
        <p:nvPicPr>
          <p:cNvPr id="869" name="Google Shape;869;p10"/>
          <p:cNvPicPr preferRelativeResize="0"/>
          <p:nvPr/>
        </p:nvPicPr>
        <p:blipFill rotWithShape="1">
          <a:blip r:embed="rId3">
            <a:alphaModFix/>
          </a:blip>
          <a:srcRect/>
          <a:stretch/>
        </p:blipFill>
        <p:spPr>
          <a:xfrm>
            <a:off x="7494104" y="2057941"/>
            <a:ext cx="4362258" cy="436225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3.1.7 Pushing and Pulling Changes in Git</a:t>
            </a:r>
            <a:endParaRPr/>
          </a:p>
        </p:txBody>
      </p:sp>
      <p:sp>
        <p:nvSpPr>
          <p:cNvPr id="875" name="Google Shape;875;p11"/>
          <p:cNvSpPr txBox="1">
            <a:spLocks noGrp="1"/>
          </p:cNvSpPr>
          <p:nvPr>
            <p:ph type="body" idx="1"/>
          </p:nvPr>
        </p:nvSpPr>
        <p:spPr>
          <a:xfrm>
            <a:off x="514350" y="1304925"/>
            <a:ext cx="10274300" cy="484028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Pushing and pulling are integral actions in Git that facilitate collaboration and the synchronization of code between local and remote repositories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876" name="Google Shape;876;p11"/>
          <p:cNvSpPr txBox="1"/>
          <p:nvPr/>
        </p:nvSpPr>
        <p:spPr>
          <a:xfrm>
            <a:off x="1277730" y="4782921"/>
            <a:ext cx="4000000" cy="1725560"/>
          </a:xfrm>
          <a:prstGeom prst="rect">
            <a:avLst/>
          </a:prstGeom>
          <a:noFill/>
          <a:ln>
            <a:noFill/>
          </a:ln>
        </p:spPr>
        <p:txBody>
          <a:bodyPr spcFirstLastPara="1" wrap="square" lIns="121900" tIns="121900" rIns="121900" bIns="121900" anchor="t" anchorCtr="0">
            <a:spAutoFit/>
          </a:bodyPr>
          <a:lstStyle/>
          <a:p>
            <a:pPr marL="609585" marR="0" lvl="0" indent="0" algn="l" rtl="0">
              <a:lnSpc>
                <a:spcPct val="115000"/>
              </a:lnSpc>
              <a:spcBef>
                <a:spcPts val="0"/>
              </a:spcBef>
              <a:spcAft>
                <a:spcPts val="1600"/>
              </a:spcAft>
              <a:buNone/>
            </a:pPr>
            <a:r>
              <a:rPr lang="en" sz="1800" b="1" i="0" u="none" strike="noStrike" cap="none">
                <a:solidFill>
                  <a:schemeClr val="dk1"/>
                </a:solidFill>
                <a:latin typeface="Arial"/>
                <a:ea typeface="Arial"/>
                <a:cs typeface="Arial"/>
                <a:sym typeface="Arial"/>
              </a:rPr>
              <a:t>Pushing involves uploading local changes to a remote repository, making them accessible to others.</a:t>
            </a:r>
            <a:endParaRPr sz="1800" b="1" i="0" u="none" strike="noStrike" cap="none">
              <a:solidFill>
                <a:schemeClr val="dk1"/>
              </a:solidFill>
              <a:latin typeface="Arial"/>
              <a:ea typeface="Arial"/>
              <a:cs typeface="Arial"/>
              <a:sym typeface="Arial"/>
            </a:endParaRPr>
          </a:p>
        </p:txBody>
      </p:sp>
      <p:sp>
        <p:nvSpPr>
          <p:cNvPr id="877" name="Google Shape;877;p11"/>
          <p:cNvSpPr txBox="1"/>
          <p:nvPr/>
        </p:nvSpPr>
        <p:spPr>
          <a:xfrm>
            <a:off x="6788650" y="2890890"/>
            <a:ext cx="4000000" cy="1725560"/>
          </a:xfrm>
          <a:prstGeom prst="rect">
            <a:avLst/>
          </a:prstGeom>
          <a:noFill/>
          <a:ln>
            <a:noFill/>
          </a:ln>
        </p:spPr>
        <p:txBody>
          <a:bodyPr spcFirstLastPara="1" wrap="square" lIns="121900" tIns="121900" rIns="121900" bIns="121900" anchor="t" anchorCtr="0">
            <a:spAutoFit/>
          </a:bodyPr>
          <a:lstStyle/>
          <a:p>
            <a:pPr marL="609585" marR="0" lvl="0" indent="0" algn="l" rtl="0">
              <a:lnSpc>
                <a:spcPct val="115000"/>
              </a:lnSpc>
              <a:spcBef>
                <a:spcPts val="0"/>
              </a:spcBef>
              <a:spcAft>
                <a:spcPts val="1600"/>
              </a:spcAft>
              <a:buNone/>
            </a:pPr>
            <a:r>
              <a:rPr lang="en" sz="1800" b="1" i="0" u="none" strike="noStrike" cap="none">
                <a:solidFill>
                  <a:schemeClr val="dk1"/>
                </a:solidFill>
                <a:latin typeface="Arial"/>
                <a:ea typeface="Arial"/>
                <a:cs typeface="Arial"/>
                <a:sym typeface="Arial"/>
              </a:rPr>
              <a:t>Pulling involves fetching changes from a remote repository and merging them into the local branch.</a:t>
            </a:r>
            <a:endParaRPr sz="1800" b="1" i="0" u="none" strike="noStrike" cap="none">
              <a:solidFill>
                <a:schemeClr val="dk1"/>
              </a:solidFill>
              <a:latin typeface="Arial"/>
              <a:ea typeface="Arial"/>
              <a:cs typeface="Arial"/>
              <a:sym typeface="Arial"/>
            </a:endParaRPr>
          </a:p>
        </p:txBody>
      </p:sp>
      <p:grpSp>
        <p:nvGrpSpPr>
          <p:cNvPr id="878" name="Google Shape;878;p11"/>
          <p:cNvGrpSpPr/>
          <p:nvPr/>
        </p:nvGrpSpPr>
        <p:grpSpPr>
          <a:xfrm>
            <a:off x="3277730" y="1916113"/>
            <a:ext cx="2135326" cy="1259106"/>
            <a:chOff x="2163217" y="2804508"/>
            <a:chExt cx="2135326" cy="1259106"/>
          </a:xfrm>
        </p:grpSpPr>
        <p:pic>
          <p:nvPicPr>
            <p:cNvPr id="879" name="Google Shape;879;p11"/>
            <p:cNvPicPr preferRelativeResize="0"/>
            <p:nvPr/>
          </p:nvPicPr>
          <p:blipFill rotWithShape="1">
            <a:blip r:embed="rId3">
              <a:alphaModFix/>
            </a:blip>
            <a:srcRect/>
            <a:stretch/>
          </p:blipFill>
          <p:spPr>
            <a:xfrm>
              <a:off x="2163217" y="2804508"/>
              <a:ext cx="2135326" cy="1259106"/>
            </a:xfrm>
            <a:prstGeom prst="rect">
              <a:avLst/>
            </a:prstGeom>
            <a:noFill/>
            <a:ln>
              <a:noFill/>
            </a:ln>
          </p:spPr>
        </p:pic>
        <p:sp>
          <p:nvSpPr>
            <p:cNvPr id="880" name="Google Shape;880;p11"/>
            <p:cNvSpPr txBox="1"/>
            <p:nvPr/>
          </p:nvSpPr>
          <p:spPr>
            <a:xfrm>
              <a:off x="2474976" y="3169920"/>
              <a:ext cx="1469136" cy="800179"/>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Remote</a:t>
              </a:r>
              <a:endParaRPr/>
            </a:p>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Repository</a:t>
              </a:r>
              <a:endParaRPr sz="1800" b="1" i="0" u="none" strike="noStrike" cap="none">
                <a:solidFill>
                  <a:schemeClr val="dk1"/>
                </a:solidFill>
                <a:latin typeface="Arial"/>
                <a:ea typeface="Arial"/>
                <a:cs typeface="Arial"/>
                <a:sym typeface="Arial"/>
              </a:endParaRPr>
            </a:p>
          </p:txBody>
        </p:sp>
      </p:grpSp>
      <p:pic>
        <p:nvPicPr>
          <p:cNvPr id="881" name="Google Shape;881;p11"/>
          <p:cNvPicPr preferRelativeResize="0"/>
          <p:nvPr/>
        </p:nvPicPr>
        <p:blipFill rotWithShape="1">
          <a:blip r:embed="rId4">
            <a:alphaModFix/>
          </a:blip>
          <a:srcRect l="56246" t="56876" r="12994" b="11873"/>
          <a:stretch/>
        </p:blipFill>
        <p:spPr>
          <a:xfrm>
            <a:off x="5818944" y="4052570"/>
            <a:ext cx="1234441" cy="1127760"/>
          </a:xfrm>
          <a:prstGeom prst="rect">
            <a:avLst/>
          </a:prstGeom>
          <a:noFill/>
          <a:ln>
            <a:noFill/>
          </a:ln>
        </p:spPr>
      </p:pic>
      <p:sp>
        <p:nvSpPr>
          <p:cNvPr id="882" name="Google Shape;882;p11"/>
          <p:cNvSpPr txBox="1"/>
          <p:nvPr/>
        </p:nvSpPr>
        <p:spPr>
          <a:xfrm>
            <a:off x="5466435" y="5086837"/>
            <a:ext cx="2275019" cy="523180"/>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Local Repo</a:t>
            </a:r>
            <a:endParaRPr sz="1800" b="1" i="0" u="none" strike="noStrike" cap="none">
              <a:solidFill>
                <a:schemeClr val="dk1"/>
              </a:solidFill>
              <a:latin typeface="Arial"/>
              <a:ea typeface="Arial"/>
              <a:cs typeface="Arial"/>
              <a:sym typeface="Arial"/>
            </a:endParaRPr>
          </a:p>
        </p:txBody>
      </p:sp>
      <p:sp>
        <p:nvSpPr>
          <p:cNvPr id="883" name="Google Shape;883;p11"/>
          <p:cNvSpPr txBox="1"/>
          <p:nvPr/>
        </p:nvSpPr>
        <p:spPr>
          <a:xfrm>
            <a:off x="3318831" y="4122889"/>
            <a:ext cx="2275019" cy="615513"/>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2400" b="1" i="0" u="none" strike="noStrike" cap="none">
                <a:solidFill>
                  <a:schemeClr val="dk1"/>
                </a:solidFill>
                <a:latin typeface="Arial"/>
                <a:ea typeface="Arial"/>
                <a:cs typeface="Arial"/>
                <a:sym typeface="Arial"/>
              </a:rPr>
              <a:t>PUSH</a:t>
            </a:r>
            <a:endParaRPr sz="2400" b="1" i="0" u="none" strike="noStrike" cap="none">
              <a:solidFill>
                <a:schemeClr val="dk1"/>
              </a:solidFill>
              <a:latin typeface="Arial"/>
              <a:ea typeface="Arial"/>
              <a:cs typeface="Arial"/>
              <a:sym typeface="Arial"/>
            </a:endParaRPr>
          </a:p>
        </p:txBody>
      </p:sp>
      <p:sp>
        <p:nvSpPr>
          <p:cNvPr id="884" name="Google Shape;884;p11"/>
          <p:cNvSpPr txBox="1"/>
          <p:nvPr/>
        </p:nvSpPr>
        <p:spPr>
          <a:xfrm>
            <a:off x="5617846" y="2597180"/>
            <a:ext cx="2275019" cy="615513"/>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2400" b="1" i="0" u="none" strike="noStrike" cap="none">
                <a:solidFill>
                  <a:schemeClr val="dk1"/>
                </a:solidFill>
                <a:latin typeface="Arial"/>
                <a:ea typeface="Arial"/>
                <a:cs typeface="Arial"/>
                <a:sym typeface="Arial"/>
              </a:rPr>
              <a:t>PULL</a:t>
            </a:r>
            <a:endParaRPr sz="2400" b="1" i="0" u="none" strike="noStrike" cap="none">
              <a:solidFill>
                <a:schemeClr val="dk1"/>
              </a:solidFill>
              <a:latin typeface="Arial"/>
              <a:ea typeface="Arial"/>
              <a:cs typeface="Arial"/>
              <a:sym typeface="Arial"/>
            </a:endParaRPr>
          </a:p>
        </p:txBody>
      </p:sp>
      <p:pic>
        <p:nvPicPr>
          <p:cNvPr id="885" name="Google Shape;885;p11"/>
          <p:cNvPicPr preferRelativeResize="0"/>
          <p:nvPr/>
        </p:nvPicPr>
        <p:blipFill rotWithShape="1">
          <a:blip r:embed="rId5">
            <a:alphaModFix/>
          </a:blip>
          <a:srcRect/>
          <a:stretch/>
        </p:blipFill>
        <p:spPr>
          <a:xfrm rot="-5992631" flipH="1">
            <a:off x="5465134" y="2822069"/>
            <a:ext cx="1196469" cy="1196469"/>
          </a:xfrm>
          <a:prstGeom prst="rect">
            <a:avLst/>
          </a:prstGeom>
          <a:noFill/>
          <a:ln>
            <a:noFill/>
          </a:ln>
        </p:spPr>
      </p:pic>
      <p:pic>
        <p:nvPicPr>
          <p:cNvPr id="886" name="Google Shape;886;p11"/>
          <p:cNvPicPr preferRelativeResize="0"/>
          <p:nvPr/>
        </p:nvPicPr>
        <p:blipFill rotWithShape="1">
          <a:blip r:embed="rId5">
            <a:alphaModFix/>
          </a:blip>
          <a:srcRect/>
          <a:stretch/>
        </p:blipFill>
        <p:spPr>
          <a:xfrm rot="4372907" flipH="1">
            <a:off x="4414529" y="3253486"/>
            <a:ext cx="1196469" cy="11964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1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3.1.7 Pushing and Pulling Changes in Git</a:t>
            </a:r>
            <a:endParaRPr/>
          </a:p>
        </p:txBody>
      </p:sp>
      <p:sp>
        <p:nvSpPr>
          <p:cNvPr id="892" name="Google Shape;892;p12"/>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key concepts of Pushing :</a:t>
            </a:r>
            <a:endParaRPr/>
          </a:p>
          <a:p>
            <a:pPr marL="285750" lvl="1" indent="-285750" algn="l" rtl="0">
              <a:lnSpc>
                <a:spcPct val="120000"/>
              </a:lnSpc>
              <a:spcBef>
                <a:spcPts val="838"/>
              </a:spcBef>
              <a:spcAft>
                <a:spcPts val="0"/>
              </a:spcAft>
              <a:buClr>
                <a:schemeClr val="dk1"/>
              </a:buClr>
              <a:buSzPts val="1800"/>
              <a:buChar char="⭲"/>
            </a:pPr>
            <a:r>
              <a:rPr lang="en"/>
              <a:t>Pushing to the Default Branch: </a:t>
            </a:r>
            <a:r>
              <a:rPr lang="en">
                <a:latin typeface="Courier New"/>
                <a:ea typeface="Courier New"/>
                <a:cs typeface="Courier New"/>
                <a:sym typeface="Courier New"/>
              </a:rPr>
              <a:t>git push origin</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Pushing to a Specific Branch: </a:t>
            </a:r>
            <a:r>
              <a:rPr lang="en">
                <a:latin typeface="Courier New"/>
                <a:ea typeface="Courier New"/>
                <a:cs typeface="Courier New"/>
                <a:sym typeface="Courier New"/>
              </a:rPr>
              <a:t>git push origin feature-branch</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Force Pushing: </a:t>
            </a:r>
            <a:r>
              <a:rPr lang="en">
                <a:latin typeface="Courier New"/>
                <a:ea typeface="Courier New"/>
                <a:cs typeface="Courier New"/>
                <a:sym typeface="Courier New"/>
              </a:rPr>
              <a:t>git push -f origin feature-branch</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Pushing Tags: </a:t>
            </a:r>
            <a:r>
              <a:rPr lang="en">
                <a:latin typeface="Courier New"/>
                <a:ea typeface="Courier New"/>
                <a:cs typeface="Courier New"/>
                <a:sym typeface="Courier New"/>
              </a:rPr>
              <a:t>git push origin --tags</a:t>
            </a:r>
            <a:endParaRPr/>
          </a:p>
          <a:p>
            <a:pPr marL="285750" lvl="1" indent="-285750" algn="l" rtl="0">
              <a:lnSpc>
                <a:spcPct val="120000"/>
              </a:lnSpc>
              <a:spcBef>
                <a:spcPts val="838"/>
              </a:spcBef>
              <a:spcAft>
                <a:spcPts val="0"/>
              </a:spcAft>
              <a:buClr>
                <a:schemeClr val="dk1"/>
              </a:buClr>
              <a:buSzPts val="1800"/>
              <a:buChar char="⭲"/>
            </a:pPr>
            <a:r>
              <a:rPr lang="en"/>
              <a:t>Deleting Remote Branch: </a:t>
            </a:r>
            <a:r>
              <a:rPr lang="en">
                <a:latin typeface="Courier New"/>
                <a:ea typeface="Courier New"/>
                <a:cs typeface="Courier New"/>
                <a:sym typeface="Courier New"/>
              </a:rPr>
              <a:t>git push origin --delete feature-branch</a:t>
            </a:r>
            <a:endParaRPr/>
          </a:p>
          <a:p>
            <a:pPr marL="285750" lvl="1" indent="-285750" algn="l" rtl="0">
              <a:lnSpc>
                <a:spcPct val="120000"/>
              </a:lnSpc>
              <a:spcBef>
                <a:spcPts val="838"/>
              </a:spcBef>
              <a:spcAft>
                <a:spcPts val="0"/>
              </a:spcAft>
              <a:buClr>
                <a:schemeClr val="dk1"/>
              </a:buClr>
              <a:buSzPts val="1800"/>
              <a:buChar char="⭲"/>
            </a:pPr>
            <a:r>
              <a:rPr lang="en"/>
              <a:t>Tracking Branches: </a:t>
            </a:r>
            <a:r>
              <a:rPr lang="en">
                <a:latin typeface="Courier New"/>
                <a:ea typeface="Courier New"/>
                <a:cs typeface="Courier New"/>
                <a:sym typeface="Courier New"/>
              </a:rPr>
              <a:t>git push</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Dry Run: </a:t>
            </a:r>
            <a:r>
              <a:rPr lang="en">
                <a:latin typeface="Courier New"/>
                <a:ea typeface="Courier New"/>
                <a:cs typeface="Courier New"/>
                <a:sym typeface="Courier New"/>
              </a:rPr>
              <a:t>git push --dry-run</a:t>
            </a:r>
            <a:endParaRPr/>
          </a:p>
          <a:p>
            <a:pPr marL="285750" lvl="1" indent="-285750" algn="l" rtl="0">
              <a:lnSpc>
                <a:spcPct val="120000"/>
              </a:lnSpc>
              <a:spcBef>
                <a:spcPts val="838"/>
              </a:spcBef>
              <a:spcAft>
                <a:spcPts val="0"/>
              </a:spcAft>
              <a:buClr>
                <a:schemeClr val="dk1"/>
              </a:buClr>
              <a:buSzPts val="1800"/>
              <a:buChar char="⭲"/>
            </a:pPr>
            <a:r>
              <a:rPr lang="en"/>
              <a:t>Pushing Specific Commits: </a:t>
            </a:r>
            <a:r>
              <a:rPr lang="en">
                <a:latin typeface="Courier New"/>
                <a:ea typeface="Courier New"/>
                <a:cs typeface="Courier New"/>
                <a:sym typeface="Courier New"/>
              </a:rPr>
              <a:t>git push origin commit-hash^:feature-branch</a:t>
            </a:r>
            <a:endParaRPr/>
          </a:p>
          <a:p>
            <a:pPr marL="285750" lvl="1" indent="-285750" algn="l" rtl="0">
              <a:lnSpc>
                <a:spcPct val="120000"/>
              </a:lnSpc>
              <a:spcBef>
                <a:spcPts val="838"/>
              </a:spcBef>
              <a:spcAft>
                <a:spcPts val="0"/>
              </a:spcAft>
              <a:buClr>
                <a:schemeClr val="dk1"/>
              </a:buClr>
              <a:buSzPts val="1800"/>
              <a:buChar char="⭲"/>
            </a:pPr>
            <a:r>
              <a:rPr lang="en"/>
              <a:t> Authentication: </a:t>
            </a:r>
            <a:r>
              <a:rPr lang="en">
                <a:latin typeface="Courier New"/>
                <a:ea typeface="Courier New"/>
                <a:cs typeface="Courier New"/>
                <a:sym typeface="Courier New"/>
              </a:rPr>
              <a:t>git push origin master</a:t>
            </a:r>
            <a:endParaRPr/>
          </a:p>
          <a:p>
            <a:pPr marL="285750" lvl="1" indent="-285750" algn="l" rtl="0">
              <a:lnSpc>
                <a:spcPct val="120000"/>
              </a:lnSpc>
              <a:spcBef>
                <a:spcPts val="838"/>
              </a:spcBef>
              <a:spcAft>
                <a:spcPts val="0"/>
              </a:spcAft>
              <a:buClr>
                <a:schemeClr val="dk1"/>
              </a:buClr>
              <a:buSzPts val="1800"/>
              <a:buChar char="⭲"/>
            </a:pPr>
            <a:r>
              <a:rPr lang="en"/>
              <a:t>Git Push Hooks: </a:t>
            </a:r>
            <a:r>
              <a:rPr lang="en">
                <a:latin typeface="Courier New"/>
                <a:ea typeface="Courier New"/>
                <a:cs typeface="Courier New"/>
                <a:sym typeface="Courier New"/>
              </a:rPr>
              <a:t># Example: Implementing a pre-push hook </a:t>
            </a:r>
            <a:endParaRPr/>
          </a:p>
          <a:p>
            <a:pPr marL="0" lvl="1" indent="0" algn="l" rtl="0">
              <a:lnSpc>
                <a:spcPct val="120000"/>
              </a:lnSpc>
              <a:spcBef>
                <a:spcPts val="838"/>
              </a:spcBef>
              <a:spcAft>
                <a:spcPts val="0"/>
              </a:spcAft>
              <a:buClr>
                <a:schemeClr val="dk1"/>
              </a:buClr>
              <a:buSzPts val="1800"/>
              <a:buNone/>
            </a:pPr>
            <a:r>
              <a:rPr lang="en">
                <a:latin typeface="Courier New"/>
                <a:ea typeface="Courier New"/>
                <a:cs typeface="Courier New"/>
                <a:sym typeface="Courier New"/>
              </a:rPr>
              <a:t>                  # File: .git/hooks/pre-push</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1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3.1.7 Pushing and Pulling Changes in Git</a:t>
            </a:r>
            <a:endParaRPr/>
          </a:p>
        </p:txBody>
      </p:sp>
      <p:sp>
        <p:nvSpPr>
          <p:cNvPr id="898" name="Google Shape;898;p13"/>
          <p:cNvSpPr txBox="1">
            <a:spLocks noGrp="1"/>
          </p:cNvSpPr>
          <p:nvPr>
            <p:ph type="body" idx="1"/>
          </p:nvPr>
        </p:nvSpPr>
        <p:spPr>
          <a:xfrm>
            <a:off x="514349" y="1304995"/>
            <a:ext cx="11154189"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key concepts of Pulling:</a:t>
            </a:r>
            <a:endParaRPr/>
          </a:p>
          <a:p>
            <a:pPr marL="285750" lvl="1" indent="-285750" algn="l" rtl="0">
              <a:lnSpc>
                <a:spcPct val="120000"/>
              </a:lnSpc>
              <a:spcBef>
                <a:spcPts val="838"/>
              </a:spcBef>
              <a:spcAft>
                <a:spcPts val="0"/>
              </a:spcAft>
              <a:buClr>
                <a:schemeClr val="dk1"/>
              </a:buClr>
              <a:buSzPts val="1800"/>
              <a:buChar char="⭲"/>
            </a:pPr>
            <a:r>
              <a:rPr lang="en"/>
              <a:t>Fetch and Merge: </a:t>
            </a:r>
            <a:r>
              <a:rPr lang="en">
                <a:latin typeface="Courier New"/>
                <a:ea typeface="Courier New"/>
                <a:cs typeface="Courier New"/>
                <a:sym typeface="Courier New"/>
              </a:rPr>
              <a:t>git pull origin master</a:t>
            </a:r>
            <a:endParaRPr/>
          </a:p>
          <a:p>
            <a:pPr marL="285750" lvl="1" indent="-285750" algn="l" rtl="0">
              <a:lnSpc>
                <a:spcPct val="120000"/>
              </a:lnSpc>
              <a:spcBef>
                <a:spcPts val="838"/>
              </a:spcBef>
              <a:spcAft>
                <a:spcPts val="0"/>
              </a:spcAft>
              <a:buClr>
                <a:schemeClr val="dk1"/>
              </a:buClr>
              <a:buSzPts val="1800"/>
              <a:buChar char="⭲"/>
            </a:pPr>
            <a:r>
              <a:rPr lang="en"/>
              <a:t>Rebasing Instead of Merging: </a:t>
            </a:r>
            <a:r>
              <a:rPr lang="en">
                <a:latin typeface="Courier New"/>
                <a:ea typeface="Courier New"/>
                <a:cs typeface="Courier New"/>
                <a:sym typeface="Courier New"/>
              </a:rPr>
              <a:t>git pull --rebase origin master</a:t>
            </a:r>
            <a:endParaRPr/>
          </a:p>
          <a:p>
            <a:pPr marL="285750" lvl="1" indent="-285750" algn="l" rtl="0">
              <a:lnSpc>
                <a:spcPct val="120000"/>
              </a:lnSpc>
              <a:spcBef>
                <a:spcPts val="838"/>
              </a:spcBef>
              <a:spcAft>
                <a:spcPts val="0"/>
              </a:spcAft>
              <a:buClr>
                <a:schemeClr val="dk1"/>
              </a:buClr>
              <a:buSzPts val="1800"/>
              <a:buChar char="⭲"/>
            </a:pPr>
            <a:r>
              <a:rPr lang="en"/>
              <a:t>Pulling Specific Branch: </a:t>
            </a:r>
            <a:r>
              <a:rPr lang="en">
                <a:latin typeface="Courier New"/>
                <a:ea typeface="Courier New"/>
                <a:cs typeface="Courier New"/>
                <a:sym typeface="Courier New"/>
              </a:rPr>
              <a:t>git pull origin feature-branch</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Fetch Before Merge: </a:t>
            </a:r>
            <a:r>
              <a:rPr lang="en">
                <a:latin typeface="Courier New"/>
                <a:ea typeface="Courier New"/>
                <a:cs typeface="Courier New"/>
                <a:sym typeface="Courier New"/>
              </a:rPr>
              <a:t>git fetch origin</a:t>
            </a:r>
            <a:endParaRPr/>
          </a:p>
          <a:p>
            <a:pPr marL="285750" lvl="1" indent="-285750" algn="l" rtl="0">
              <a:lnSpc>
                <a:spcPct val="120000"/>
              </a:lnSpc>
              <a:spcBef>
                <a:spcPts val="838"/>
              </a:spcBef>
              <a:spcAft>
                <a:spcPts val="0"/>
              </a:spcAft>
              <a:buClr>
                <a:schemeClr val="dk1"/>
              </a:buClr>
              <a:buSzPts val="1800"/>
              <a:buChar char="⭲"/>
            </a:pPr>
            <a:r>
              <a:rPr lang="en"/>
              <a:t>git merge origin/master</a:t>
            </a:r>
            <a:endParaRPr/>
          </a:p>
          <a:p>
            <a:pPr marL="285750" lvl="1" indent="-285750" algn="l" rtl="0">
              <a:lnSpc>
                <a:spcPct val="120000"/>
              </a:lnSpc>
              <a:spcBef>
                <a:spcPts val="838"/>
              </a:spcBef>
              <a:spcAft>
                <a:spcPts val="0"/>
              </a:spcAft>
              <a:buClr>
                <a:schemeClr val="dk1"/>
              </a:buClr>
              <a:buSzPts val="1800"/>
              <a:buChar char="⭲"/>
            </a:pPr>
            <a:r>
              <a:rPr lang="en"/>
              <a:t>Pulling Tags: </a:t>
            </a:r>
            <a:r>
              <a:rPr lang="en">
                <a:latin typeface="Courier New"/>
                <a:ea typeface="Courier New"/>
                <a:cs typeface="Courier New"/>
                <a:sym typeface="Courier New"/>
              </a:rPr>
              <a:t>git pull --tags origin master</a:t>
            </a:r>
            <a:endParaRPr/>
          </a:p>
          <a:p>
            <a:pPr marL="285750" lvl="1" indent="-285750" algn="l" rtl="0">
              <a:lnSpc>
                <a:spcPct val="120000"/>
              </a:lnSpc>
              <a:spcBef>
                <a:spcPts val="838"/>
              </a:spcBef>
              <a:spcAft>
                <a:spcPts val="0"/>
              </a:spcAft>
              <a:buClr>
                <a:schemeClr val="dk1"/>
              </a:buClr>
              <a:buSzPts val="1800"/>
              <a:buChar char="⭲"/>
            </a:pPr>
            <a:r>
              <a:rPr lang="en"/>
              <a:t>Rebasing Instead of Merging (Interactive): </a:t>
            </a:r>
            <a:r>
              <a:rPr lang="en">
                <a:latin typeface="Courier New"/>
                <a:ea typeface="Courier New"/>
                <a:cs typeface="Courier New"/>
                <a:sym typeface="Courier New"/>
              </a:rPr>
              <a:t>git pull --rebase=interactive origin master</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Pulling Submodules: </a:t>
            </a:r>
            <a:r>
              <a:rPr lang="en">
                <a:latin typeface="Courier New"/>
                <a:ea typeface="Courier New"/>
                <a:cs typeface="Courier New"/>
                <a:sym typeface="Courier New"/>
              </a:rPr>
              <a:t>git pull --recurse-submodules origin master</a:t>
            </a:r>
            <a:endParaRPr/>
          </a:p>
          <a:p>
            <a:pPr marL="285750" lvl="1" indent="-285750" algn="l" rtl="0">
              <a:lnSpc>
                <a:spcPct val="120000"/>
              </a:lnSpc>
              <a:spcBef>
                <a:spcPts val="838"/>
              </a:spcBef>
              <a:spcAft>
                <a:spcPts val="0"/>
              </a:spcAft>
              <a:buClr>
                <a:schemeClr val="dk1"/>
              </a:buClr>
              <a:buSzPts val="1800"/>
              <a:buChar char="⭲"/>
            </a:pPr>
            <a:r>
              <a:rPr lang="en"/>
              <a:t>Fetching Without Merging: </a:t>
            </a:r>
            <a:r>
              <a:rPr lang="en">
                <a:latin typeface="Courier New"/>
                <a:ea typeface="Courier New"/>
                <a:cs typeface="Courier New"/>
                <a:sym typeface="Courier New"/>
              </a:rPr>
              <a:t>git fetch origin</a:t>
            </a:r>
            <a:endParaRPr>
              <a:latin typeface="Courier New"/>
              <a:ea typeface="Courier New"/>
              <a:cs typeface="Courier New"/>
              <a:sym typeface="Courier New"/>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1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3.1.8 Version History</a:t>
            </a:r>
            <a:endParaRPr/>
          </a:p>
        </p:txBody>
      </p:sp>
      <p:sp>
        <p:nvSpPr>
          <p:cNvPr id="904" name="Google Shape;904;p1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different commands on version history:</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Viewing Commit History : </a:t>
            </a:r>
            <a:r>
              <a:rPr lang="en">
                <a:latin typeface="Courier New"/>
                <a:ea typeface="Courier New"/>
                <a:cs typeface="Courier New"/>
                <a:sym typeface="Courier New"/>
              </a:rPr>
              <a:t>git log</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Filtering Commit History : </a:t>
            </a:r>
            <a:r>
              <a:rPr lang="en">
                <a:latin typeface="Courier New"/>
                <a:ea typeface="Courier New"/>
                <a:cs typeface="Courier New"/>
                <a:sym typeface="Courier New"/>
              </a:rPr>
              <a:t>git log --author=john</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Graphical View : </a:t>
            </a:r>
            <a:r>
              <a:rPr lang="en">
                <a:latin typeface="Courier New"/>
                <a:ea typeface="Courier New"/>
                <a:cs typeface="Courier New"/>
                <a:sym typeface="Courier New"/>
              </a:rPr>
              <a:t>git log --graph</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Commit Details : </a:t>
            </a:r>
            <a:r>
              <a:rPr lang="en">
                <a:latin typeface="Courier New"/>
                <a:ea typeface="Courier New"/>
                <a:cs typeface="Courier New"/>
                <a:sym typeface="Courier New"/>
              </a:rPr>
              <a:t>git show commit-hash</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Comparing Commits : </a:t>
            </a:r>
            <a:r>
              <a:rPr lang="en">
                <a:latin typeface="Courier New"/>
                <a:ea typeface="Courier New"/>
                <a:cs typeface="Courier New"/>
                <a:sym typeface="Courier New"/>
              </a:rPr>
              <a:t>git diff commit1 commit2</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Blame Annotation : </a:t>
            </a:r>
            <a:r>
              <a:rPr lang="en">
                <a:latin typeface="Courier New"/>
                <a:ea typeface="Courier New"/>
                <a:cs typeface="Courier New"/>
                <a:sym typeface="Courier New"/>
              </a:rPr>
              <a:t>git blame filename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Viewing Tags: </a:t>
            </a:r>
            <a:r>
              <a:rPr lang="en">
                <a:latin typeface="Courier New"/>
                <a:ea typeface="Courier New"/>
                <a:cs typeface="Courier New"/>
                <a:sym typeface="Courier New"/>
              </a:rPr>
              <a:t>git tag</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Time Travel with Checkout: </a:t>
            </a:r>
            <a:r>
              <a:rPr lang="en">
                <a:latin typeface="Courier New"/>
                <a:ea typeface="Courier New"/>
                <a:cs typeface="Courier New"/>
                <a:sym typeface="Courier New"/>
              </a:rPr>
              <a:t>git checkout commit-hash</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Branch History: </a:t>
            </a:r>
            <a:r>
              <a:rPr lang="en">
                <a:latin typeface="Courier New"/>
                <a:ea typeface="Courier New"/>
                <a:cs typeface="Courier New"/>
                <a:sym typeface="Courier New"/>
              </a:rPr>
              <a:t>git branch --merged</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Git Log Format Options: </a:t>
            </a:r>
            <a:r>
              <a:rPr lang="en">
                <a:latin typeface="Courier New"/>
                <a:ea typeface="Courier New"/>
                <a:cs typeface="Courier New"/>
                <a:sym typeface="Courier New"/>
              </a:rPr>
              <a:t>git log --oneline</a:t>
            </a:r>
            <a:endParaRPr>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1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3.1.9 Continuous Iteration</a:t>
            </a:r>
            <a:endParaRPr/>
          </a:p>
        </p:txBody>
      </p:sp>
      <p:sp>
        <p:nvSpPr>
          <p:cNvPr id="910" name="Google Shape;910;p15"/>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Continuous Iteration in Git is the heartbeat of agile development, fostering a dynamic and collaborative cycle of making, sharing, and integrating changes. Here are the steps:</a:t>
            </a:r>
            <a:endParaRPr/>
          </a:p>
          <a:p>
            <a:pPr marL="285750" lvl="1" indent="-285750" algn="l" rtl="0">
              <a:lnSpc>
                <a:spcPct val="120000"/>
              </a:lnSpc>
              <a:spcBef>
                <a:spcPts val="838"/>
              </a:spcBef>
              <a:spcAft>
                <a:spcPts val="0"/>
              </a:spcAft>
              <a:buClr>
                <a:schemeClr val="dk1"/>
              </a:buClr>
              <a:buSzPts val="1800"/>
              <a:buChar char="⭲"/>
            </a:pPr>
            <a:r>
              <a:rPr lang="en"/>
              <a:t>Make changes with</a:t>
            </a:r>
            <a:r>
              <a:rPr lang="en">
                <a:latin typeface="Courier New"/>
                <a:ea typeface="Courier New"/>
                <a:cs typeface="Courier New"/>
                <a:sym typeface="Courier New"/>
              </a:rPr>
              <a:t> git add </a:t>
            </a:r>
            <a:r>
              <a:rPr lang="en"/>
              <a:t>and</a:t>
            </a:r>
            <a:r>
              <a:rPr lang="en">
                <a:latin typeface="Courier New"/>
                <a:ea typeface="Courier New"/>
                <a:cs typeface="Courier New"/>
                <a:sym typeface="Courier New"/>
              </a:rPr>
              <a:t> git commit.</a:t>
            </a:r>
            <a:endParaRPr/>
          </a:p>
          <a:p>
            <a:pPr marL="285750" lvl="1" indent="-285750" algn="l" rtl="0">
              <a:lnSpc>
                <a:spcPct val="120000"/>
              </a:lnSpc>
              <a:spcBef>
                <a:spcPts val="838"/>
              </a:spcBef>
              <a:spcAft>
                <a:spcPts val="0"/>
              </a:spcAft>
              <a:buClr>
                <a:schemeClr val="dk1"/>
              </a:buClr>
              <a:buSzPts val="1800"/>
              <a:buChar char="⭲"/>
            </a:pPr>
            <a:r>
              <a:rPr lang="en"/>
              <a:t>Branch for concurrent development using </a:t>
            </a:r>
            <a:r>
              <a:rPr lang="en">
                <a:latin typeface="Courier New"/>
                <a:ea typeface="Courier New"/>
                <a:cs typeface="Courier New"/>
                <a:sym typeface="Courier New"/>
              </a:rPr>
              <a:t>git branch.</a:t>
            </a:r>
            <a:endParaRPr/>
          </a:p>
          <a:p>
            <a:pPr marL="285750" lvl="1" indent="-285750" algn="l" rtl="0">
              <a:lnSpc>
                <a:spcPct val="120000"/>
              </a:lnSpc>
              <a:spcBef>
                <a:spcPts val="838"/>
              </a:spcBef>
              <a:spcAft>
                <a:spcPts val="0"/>
              </a:spcAft>
              <a:buClr>
                <a:schemeClr val="dk1"/>
              </a:buClr>
              <a:buSzPts val="1800"/>
              <a:buChar char="⭲"/>
            </a:pPr>
            <a:r>
              <a:rPr lang="en"/>
              <a:t>Integrate changes seamlessly with </a:t>
            </a:r>
            <a:r>
              <a:rPr lang="en">
                <a:latin typeface="Courier New"/>
                <a:ea typeface="Courier New"/>
                <a:cs typeface="Courier New"/>
                <a:sym typeface="Courier New"/>
              </a:rPr>
              <a:t>git merge.</a:t>
            </a:r>
            <a:endParaRPr/>
          </a:p>
          <a:p>
            <a:pPr marL="285750" lvl="1" indent="-285750" algn="l" rtl="0">
              <a:lnSpc>
                <a:spcPct val="120000"/>
              </a:lnSpc>
              <a:spcBef>
                <a:spcPts val="838"/>
              </a:spcBef>
              <a:spcAft>
                <a:spcPts val="0"/>
              </a:spcAft>
              <a:buClr>
                <a:schemeClr val="dk1"/>
              </a:buClr>
              <a:buSzPts val="1800"/>
              <a:buChar char="⭲"/>
            </a:pPr>
            <a:r>
              <a:rPr lang="en"/>
              <a:t>Resolve conflicts with </a:t>
            </a:r>
            <a:r>
              <a:rPr lang="en">
                <a:latin typeface="Courier New"/>
                <a:ea typeface="Courier New"/>
                <a:cs typeface="Courier New"/>
                <a:sym typeface="Courier New"/>
              </a:rPr>
              <a:t>git mergetool.</a:t>
            </a:r>
            <a:endParaRPr/>
          </a:p>
          <a:p>
            <a:pPr marL="285750" lvl="1" indent="-285750" algn="l" rtl="0">
              <a:lnSpc>
                <a:spcPct val="120000"/>
              </a:lnSpc>
              <a:spcBef>
                <a:spcPts val="838"/>
              </a:spcBef>
              <a:spcAft>
                <a:spcPts val="0"/>
              </a:spcAft>
              <a:buClr>
                <a:schemeClr val="dk1"/>
              </a:buClr>
              <a:buSzPts val="1800"/>
              <a:buChar char="⭲"/>
            </a:pPr>
            <a:r>
              <a:rPr lang="en"/>
              <a:t>Collaborate by pushing </a:t>
            </a:r>
            <a:r>
              <a:rPr lang="en">
                <a:latin typeface="Courier New"/>
                <a:ea typeface="Courier New"/>
                <a:cs typeface="Courier New"/>
                <a:sym typeface="Courier New"/>
              </a:rPr>
              <a:t>(git push) </a:t>
            </a:r>
            <a:r>
              <a:rPr lang="en"/>
              <a:t>and pulling </a:t>
            </a:r>
            <a:r>
              <a:rPr lang="en">
                <a:latin typeface="Courier New"/>
                <a:ea typeface="Courier New"/>
                <a:cs typeface="Courier New"/>
                <a:sym typeface="Courier New"/>
              </a:rPr>
              <a:t>(git pull).</a:t>
            </a:r>
            <a:endParaRPr/>
          </a:p>
          <a:p>
            <a:pPr marL="285750" lvl="1" indent="-285750" algn="l" rtl="0">
              <a:lnSpc>
                <a:spcPct val="120000"/>
              </a:lnSpc>
              <a:spcBef>
                <a:spcPts val="838"/>
              </a:spcBef>
              <a:spcAft>
                <a:spcPts val="0"/>
              </a:spcAft>
              <a:buClr>
                <a:schemeClr val="dk1"/>
              </a:buClr>
              <a:buSzPts val="1800"/>
              <a:buChar char="⭲"/>
            </a:pPr>
            <a:r>
              <a:rPr lang="en"/>
              <a:t>Explore version history with </a:t>
            </a:r>
            <a:r>
              <a:rPr lang="en">
                <a:latin typeface="Courier New"/>
                <a:ea typeface="Courier New"/>
                <a:cs typeface="Courier New"/>
                <a:sym typeface="Courier New"/>
              </a:rPr>
              <a:t>git log</a:t>
            </a:r>
            <a:r>
              <a:rPr lang="en"/>
              <a:t>.</a:t>
            </a:r>
            <a:endParaRPr/>
          </a:p>
          <a:p>
            <a:pPr marL="285750" lvl="1" indent="-285750" algn="l" rtl="0">
              <a:lnSpc>
                <a:spcPct val="120000"/>
              </a:lnSpc>
              <a:spcBef>
                <a:spcPts val="838"/>
              </a:spcBef>
              <a:spcAft>
                <a:spcPts val="0"/>
              </a:spcAft>
              <a:buClr>
                <a:schemeClr val="dk1"/>
              </a:buClr>
              <a:buSzPts val="1800"/>
              <a:buChar char="⭲"/>
            </a:pPr>
            <a:r>
              <a:rPr lang="en"/>
              <a:t>Embrace practices like Continuous Integration, automated testing, and regular deployments for agility and value delivery.</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1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p:txBody>
      </p:sp>
      <p:sp>
        <p:nvSpPr>
          <p:cNvPr id="916" name="Google Shape;916;p16"/>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What is a fast-forward merge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A type of merge that moves the branch pointer forward to include changes from the feature branch.</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A manual process of combining changes from multiple branches.</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A merge strategy that resolves conflicts automatically.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A type of merge suitable for combining changes from more than two branches.</a:t>
            </a: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1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922" name="Google Shape;922;p17"/>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2"/>
            </a:pPr>
            <a:r>
              <a:rPr lang="en"/>
              <a:t>What do Git conflict markers like &lt;&lt;&lt;&lt;&lt;&lt;&lt;, =======, and &gt;&gt;&gt;&gt;&gt;&gt;&gt; indicate?</a:t>
            </a:r>
            <a:endParaRPr/>
          </a:p>
          <a:p>
            <a:pPr marL="342900" lvl="0" indent="-228600" algn="l" rtl="0">
              <a:lnSpc>
                <a:spcPct val="90000"/>
              </a:lnSpc>
              <a:spcBef>
                <a:spcPts val="1000"/>
              </a:spcBef>
              <a:spcAft>
                <a:spcPts val="0"/>
              </a:spcAft>
              <a:buClr>
                <a:schemeClr val="dk1"/>
              </a:buClr>
              <a:buSzPts val="1800"/>
              <a:buFont typeface="Calibri"/>
              <a:buNone/>
            </a:pP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Successful merge points.</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The beginning and end of a branch.</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Conflicted sections in a file.</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Points where conflicts are automatically resolved.</a:t>
            </a:r>
            <a:endParaRPr b="1"/>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1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928" name="Google Shape;928;p18"/>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3"/>
            </a:pPr>
            <a:r>
              <a:rPr lang="en"/>
              <a:t>What is the purpose of creating branches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delete code from the repository.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organize and manage different versions of the code.</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increase the size of the repository.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create a backup of the entire repository.</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1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934" name="Google Shape;934;p19"/>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4"/>
            </a:pPr>
            <a:r>
              <a:rPr lang="en"/>
              <a:t>What is the purpose of the </a:t>
            </a:r>
            <a:r>
              <a:rPr lang="en">
                <a:latin typeface="Courier New"/>
                <a:ea typeface="Courier New"/>
                <a:cs typeface="Courier New"/>
                <a:sym typeface="Courier New"/>
              </a:rPr>
              <a:t>git init</a:t>
            </a:r>
            <a:r>
              <a:rPr lang="en"/>
              <a:t> command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install Git on the local machine.</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create a new Git repository in the current directory.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initialize a new branch in an existing repository.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merge changes from one branch into another.</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2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3.2.1 How </a:t>
            </a:r>
            <a:r>
              <a:rPr lang="en">
                <a:latin typeface="Courier New"/>
                <a:ea typeface="Courier New"/>
                <a:cs typeface="Courier New"/>
                <a:sym typeface="Courier New"/>
              </a:rPr>
              <a:t>git init </a:t>
            </a:r>
            <a:r>
              <a:rPr lang="en"/>
              <a:t>Work</a:t>
            </a:r>
            <a:endParaRPr/>
          </a:p>
        </p:txBody>
      </p:sp>
      <p:sp>
        <p:nvSpPr>
          <p:cNvPr id="940" name="Google Shape;940;p2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The </a:t>
            </a:r>
            <a:r>
              <a:rPr lang="en">
                <a:latin typeface="Courier New"/>
                <a:ea typeface="Courier New"/>
                <a:cs typeface="Courier New"/>
                <a:sym typeface="Courier New"/>
              </a:rPr>
              <a:t>git init </a:t>
            </a:r>
            <a:r>
              <a:rPr lang="en"/>
              <a:t>command initializes a new Git repository. Here is how it works: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Directory Creation</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.git Directory Structure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Object Database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Configurations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Default Branch</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Staging Area</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Hooks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Ignored Files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Initial Commit</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Ready for Version Control</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grpSp>
        <p:nvGrpSpPr>
          <p:cNvPr id="941" name="Google Shape;941;p20"/>
          <p:cNvGrpSpPr/>
          <p:nvPr/>
        </p:nvGrpSpPr>
        <p:grpSpPr>
          <a:xfrm>
            <a:off x="7251738" y="2219780"/>
            <a:ext cx="3180401" cy="3200409"/>
            <a:chOff x="6854173" y="1861971"/>
            <a:chExt cx="3180401" cy="3200409"/>
          </a:xfrm>
        </p:grpSpPr>
        <p:pic>
          <p:nvPicPr>
            <p:cNvPr id="942" name="Google Shape;942;p20"/>
            <p:cNvPicPr preferRelativeResize="0"/>
            <p:nvPr/>
          </p:nvPicPr>
          <p:blipFill rotWithShape="1">
            <a:blip r:embed="rId3">
              <a:alphaModFix/>
            </a:blip>
            <a:srcRect/>
            <a:stretch/>
          </p:blipFill>
          <p:spPr>
            <a:xfrm>
              <a:off x="6854173" y="2909570"/>
              <a:ext cx="1136888" cy="902132"/>
            </a:xfrm>
            <a:prstGeom prst="rect">
              <a:avLst/>
            </a:prstGeom>
            <a:noFill/>
            <a:ln>
              <a:noFill/>
            </a:ln>
          </p:spPr>
        </p:pic>
        <p:pic>
          <p:nvPicPr>
            <p:cNvPr id="943" name="Google Shape;943;p20"/>
            <p:cNvPicPr preferRelativeResize="0"/>
            <p:nvPr/>
          </p:nvPicPr>
          <p:blipFill rotWithShape="1">
            <a:blip r:embed="rId4">
              <a:alphaModFix/>
            </a:blip>
            <a:srcRect/>
            <a:stretch/>
          </p:blipFill>
          <p:spPr>
            <a:xfrm rot="-9014077" flipH="1">
              <a:off x="7800830" y="2080037"/>
              <a:ext cx="1196469" cy="1196469"/>
            </a:xfrm>
            <a:prstGeom prst="rect">
              <a:avLst/>
            </a:prstGeom>
            <a:noFill/>
            <a:ln>
              <a:noFill/>
            </a:ln>
          </p:spPr>
        </p:pic>
        <p:pic>
          <p:nvPicPr>
            <p:cNvPr id="944" name="Google Shape;944;p20"/>
            <p:cNvPicPr preferRelativeResize="0"/>
            <p:nvPr/>
          </p:nvPicPr>
          <p:blipFill rotWithShape="1">
            <a:blip r:embed="rId4">
              <a:alphaModFix/>
            </a:blip>
            <a:srcRect/>
            <a:stretch/>
          </p:blipFill>
          <p:spPr>
            <a:xfrm rot="-1673617">
              <a:off x="7831018" y="3655543"/>
              <a:ext cx="1196469" cy="1196469"/>
            </a:xfrm>
            <a:prstGeom prst="rect">
              <a:avLst/>
            </a:prstGeom>
            <a:noFill/>
            <a:ln>
              <a:noFill/>
            </a:ln>
          </p:spPr>
        </p:pic>
        <p:pic>
          <p:nvPicPr>
            <p:cNvPr id="945" name="Google Shape;945;p20"/>
            <p:cNvPicPr preferRelativeResize="0"/>
            <p:nvPr/>
          </p:nvPicPr>
          <p:blipFill rotWithShape="1">
            <a:blip r:embed="rId5">
              <a:alphaModFix/>
            </a:blip>
            <a:srcRect/>
            <a:stretch/>
          </p:blipFill>
          <p:spPr>
            <a:xfrm>
              <a:off x="8719652" y="2837111"/>
              <a:ext cx="1314922" cy="1314922"/>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2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3.2.1 Examples of </a:t>
            </a:r>
            <a:r>
              <a:rPr lang="en">
                <a:latin typeface="Courier New"/>
                <a:ea typeface="Courier New"/>
                <a:cs typeface="Courier New"/>
                <a:sym typeface="Courier New"/>
              </a:rPr>
              <a:t>Git init </a:t>
            </a:r>
            <a:r>
              <a:rPr lang="en"/>
              <a:t>Contd..</a:t>
            </a:r>
            <a:endParaRPr/>
          </a:p>
        </p:txBody>
      </p:sp>
      <p:sp>
        <p:nvSpPr>
          <p:cNvPr id="951" name="Google Shape;951;p21"/>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a few examples demonstrating the use of the </a:t>
            </a:r>
            <a:r>
              <a:rPr lang="en">
                <a:solidFill>
                  <a:srgbClr val="00B050"/>
                </a:solidFill>
              </a:rPr>
              <a:t>git init </a:t>
            </a:r>
            <a:r>
              <a:rPr lang="en"/>
              <a:t>command:</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Initialize a New Repository: </a:t>
            </a:r>
            <a:r>
              <a:rPr lang="en">
                <a:latin typeface="Courier New"/>
                <a:ea typeface="Courier New"/>
                <a:cs typeface="Courier New"/>
                <a:sym typeface="Courier New"/>
              </a:rPr>
              <a:t>git init</a:t>
            </a:r>
            <a:endParaRPr>
              <a:latin typeface="Courier New"/>
              <a:ea typeface="Courier New"/>
              <a:cs typeface="Courier New"/>
              <a:sym typeface="Courier New"/>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Initialize a Repository in a Specific Directory: </a:t>
            </a:r>
            <a:r>
              <a:rPr lang="en">
                <a:latin typeface="Courier New"/>
                <a:ea typeface="Courier New"/>
                <a:cs typeface="Courier New"/>
                <a:sym typeface="Courier New"/>
              </a:rPr>
              <a:t>git init path/to/project</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Customize the Default Branch Name (main): </a:t>
            </a:r>
            <a:r>
              <a:rPr lang="en">
                <a:latin typeface="Courier New"/>
                <a:ea typeface="Courier New"/>
                <a:cs typeface="Courier New"/>
                <a:sym typeface="Courier New"/>
              </a:rPr>
              <a:t>git init --initial-branch=main</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Initialize a Bare Repository: </a:t>
            </a:r>
            <a:r>
              <a:rPr lang="en">
                <a:latin typeface="Courier New"/>
                <a:ea typeface="Courier New"/>
                <a:cs typeface="Courier New"/>
                <a:sym typeface="Courier New"/>
              </a:rPr>
              <a:t>git init --bare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Initialize and Set the User Identity : </a:t>
            </a:r>
            <a:r>
              <a:rPr lang="en">
                <a:latin typeface="Courier New"/>
                <a:ea typeface="Courier New"/>
                <a:cs typeface="Courier New"/>
                <a:sym typeface="Courier New"/>
              </a:rPr>
              <a:t>git init</a:t>
            </a:r>
            <a:endParaRPr>
              <a:latin typeface="Courier New"/>
              <a:ea typeface="Courier New"/>
              <a:cs typeface="Courier New"/>
              <a:sym typeface="Courier New"/>
            </a:endParaRPr>
          </a:p>
          <a:p>
            <a:pPr marL="268288" lvl="1" indent="0" algn="l" rtl="0">
              <a:lnSpc>
                <a:spcPct val="120000"/>
              </a:lnSpc>
              <a:spcBef>
                <a:spcPts val="838"/>
              </a:spcBef>
              <a:spcAft>
                <a:spcPts val="0"/>
              </a:spcAft>
              <a:buClr>
                <a:schemeClr val="dk1"/>
              </a:buClr>
              <a:buSzPts val="1800"/>
              <a:buNone/>
            </a:pPr>
            <a:r>
              <a:rPr lang="en">
                <a:latin typeface="Courier New"/>
                <a:ea typeface="Courier New"/>
                <a:cs typeface="Courier New"/>
                <a:sym typeface="Courier New"/>
              </a:rPr>
              <a:t>git config user.name "Your Name"</a:t>
            </a:r>
            <a:endParaRPr/>
          </a:p>
          <a:p>
            <a:pPr marL="268288" lvl="1" indent="0" algn="l" rtl="0">
              <a:lnSpc>
                <a:spcPct val="120000"/>
              </a:lnSpc>
              <a:spcBef>
                <a:spcPts val="838"/>
              </a:spcBef>
              <a:spcAft>
                <a:spcPts val="0"/>
              </a:spcAft>
              <a:buClr>
                <a:schemeClr val="dk1"/>
              </a:buClr>
              <a:buSzPts val="1800"/>
              <a:buNone/>
            </a:pPr>
            <a:r>
              <a:rPr lang="en">
                <a:latin typeface="Courier New"/>
                <a:ea typeface="Courier New"/>
                <a:cs typeface="Courier New"/>
                <a:sym typeface="Courier New"/>
              </a:rPr>
              <a:t>git config user.email "your.email@example.com"</a:t>
            </a:r>
            <a:endParaRPr/>
          </a:p>
          <a:p>
            <a:pPr marL="342900" lvl="1" indent="-342900" algn="l" rtl="0">
              <a:lnSpc>
                <a:spcPct val="120000"/>
              </a:lnSpc>
              <a:spcBef>
                <a:spcPts val="838"/>
              </a:spcBef>
              <a:spcAft>
                <a:spcPts val="0"/>
              </a:spcAft>
              <a:buClr>
                <a:schemeClr val="dk1"/>
              </a:buClr>
              <a:buSzPts val="1800"/>
              <a:buFont typeface="Calibri"/>
              <a:buAutoNum type="arabicPeriod" startAt="6"/>
            </a:pPr>
            <a:r>
              <a:rPr lang="en"/>
              <a:t>Initialize and Configure Git Ignore: </a:t>
            </a:r>
            <a:r>
              <a:rPr lang="en">
                <a:latin typeface="Courier New"/>
                <a:ea typeface="Courier New"/>
                <a:cs typeface="Courier New"/>
                <a:sym typeface="Courier New"/>
              </a:rPr>
              <a:t>git init</a:t>
            </a:r>
            <a:endParaRPr>
              <a:latin typeface="Courier New"/>
              <a:ea typeface="Courier New"/>
              <a:cs typeface="Courier New"/>
              <a:sym typeface="Courier New"/>
            </a:endParaRPr>
          </a:p>
          <a:p>
            <a:pPr marL="268288" lvl="1" indent="0" algn="l" rtl="0">
              <a:lnSpc>
                <a:spcPct val="120000"/>
              </a:lnSpc>
              <a:spcBef>
                <a:spcPts val="838"/>
              </a:spcBef>
              <a:spcAft>
                <a:spcPts val="0"/>
              </a:spcAft>
              <a:buClr>
                <a:schemeClr val="dk1"/>
              </a:buClr>
              <a:buSzPts val="1800"/>
              <a:buNone/>
            </a:pPr>
            <a:r>
              <a:rPr lang="en">
                <a:latin typeface="Courier New"/>
                <a:ea typeface="Courier New"/>
                <a:cs typeface="Courier New"/>
                <a:sym typeface="Courier New"/>
              </a:rPr>
              <a:t>echo "node_modules/" &gt;&gt; .gitignore</a:t>
            </a:r>
            <a:endParaRPr>
              <a:latin typeface="Courier New"/>
              <a:ea typeface="Courier New"/>
              <a:cs typeface="Courier New"/>
              <a:sym typeface="Courier New"/>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2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3.2.1 Examples of </a:t>
            </a:r>
            <a:r>
              <a:rPr lang="en">
                <a:latin typeface="Courier New"/>
                <a:ea typeface="Courier New"/>
                <a:cs typeface="Courier New"/>
                <a:sym typeface="Courier New"/>
              </a:rPr>
              <a:t>Git init</a:t>
            </a:r>
            <a:endParaRPr>
              <a:latin typeface="Courier New"/>
              <a:ea typeface="Courier New"/>
              <a:cs typeface="Courier New"/>
              <a:sym typeface="Courier New"/>
            </a:endParaRPr>
          </a:p>
        </p:txBody>
      </p:sp>
      <p:sp>
        <p:nvSpPr>
          <p:cNvPr id="957" name="Google Shape;957;p22"/>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a few more examples demonstrating the use of the </a:t>
            </a:r>
            <a:r>
              <a:rPr lang="en">
                <a:solidFill>
                  <a:srgbClr val="00B050"/>
                </a:solidFill>
              </a:rPr>
              <a:t>git init </a:t>
            </a:r>
            <a:r>
              <a:rPr lang="en"/>
              <a:t>command:</a:t>
            </a:r>
            <a:endParaRPr/>
          </a:p>
          <a:p>
            <a:pPr marL="342900" lvl="1" indent="-342900" algn="l" rtl="0">
              <a:lnSpc>
                <a:spcPct val="120000"/>
              </a:lnSpc>
              <a:spcBef>
                <a:spcPts val="838"/>
              </a:spcBef>
              <a:spcAft>
                <a:spcPts val="0"/>
              </a:spcAft>
              <a:buClr>
                <a:schemeClr val="dk1"/>
              </a:buClr>
              <a:buSzPts val="1800"/>
              <a:buFont typeface="Calibri"/>
              <a:buAutoNum type="arabicPeriod" startAt="7"/>
            </a:pPr>
            <a:r>
              <a:rPr lang="en"/>
              <a:t>Initialize and Set Up Global Configuration: </a:t>
            </a:r>
            <a:r>
              <a:rPr lang="en">
                <a:latin typeface="Courier New"/>
                <a:ea typeface="Courier New"/>
                <a:cs typeface="Courier New"/>
                <a:sym typeface="Courier New"/>
              </a:rPr>
              <a:t>git init</a:t>
            </a:r>
            <a:endParaRPr>
              <a:latin typeface="Courier New"/>
              <a:ea typeface="Courier New"/>
              <a:cs typeface="Courier New"/>
              <a:sym typeface="Courier New"/>
            </a:endParaRPr>
          </a:p>
          <a:p>
            <a:pPr marL="357188" lvl="0" indent="0" algn="l" rtl="0">
              <a:lnSpc>
                <a:spcPct val="120000"/>
              </a:lnSpc>
              <a:spcBef>
                <a:spcPts val="838"/>
              </a:spcBef>
              <a:spcAft>
                <a:spcPts val="0"/>
              </a:spcAft>
              <a:buClr>
                <a:schemeClr val="dk1"/>
              </a:buClr>
              <a:buSzPts val="1800"/>
              <a:buNone/>
            </a:pPr>
            <a:r>
              <a:rPr lang="en">
                <a:latin typeface="Courier New"/>
                <a:ea typeface="Courier New"/>
                <a:cs typeface="Courier New"/>
                <a:sym typeface="Courier New"/>
              </a:rPr>
              <a:t>git config --global user.name "Your Name"</a:t>
            </a:r>
            <a:endParaRPr/>
          </a:p>
          <a:p>
            <a:pPr marL="357188" lvl="0" indent="0" algn="l" rtl="0">
              <a:lnSpc>
                <a:spcPct val="120000"/>
              </a:lnSpc>
              <a:spcBef>
                <a:spcPts val="838"/>
              </a:spcBef>
              <a:spcAft>
                <a:spcPts val="0"/>
              </a:spcAft>
              <a:buClr>
                <a:schemeClr val="dk1"/>
              </a:buClr>
              <a:buSzPts val="1800"/>
              <a:buNone/>
            </a:pPr>
            <a:r>
              <a:rPr lang="en">
                <a:latin typeface="Courier New"/>
                <a:ea typeface="Courier New"/>
                <a:cs typeface="Courier New"/>
                <a:sym typeface="Courier New"/>
              </a:rPr>
              <a:t>git config --global user.email "your.email@example.com"</a:t>
            </a:r>
            <a:endParaRPr/>
          </a:p>
          <a:p>
            <a:pPr marL="342900" lvl="1" indent="-342900" algn="l" rtl="0">
              <a:lnSpc>
                <a:spcPct val="120000"/>
              </a:lnSpc>
              <a:spcBef>
                <a:spcPts val="838"/>
              </a:spcBef>
              <a:spcAft>
                <a:spcPts val="0"/>
              </a:spcAft>
              <a:buClr>
                <a:schemeClr val="dk1"/>
              </a:buClr>
              <a:buSzPts val="1800"/>
              <a:buFont typeface="Calibri"/>
              <a:buAutoNum type="arabicPeriod" startAt="7"/>
            </a:pPr>
            <a:r>
              <a:rPr lang="en"/>
              <a:t>Initialize and Set Up Git Hooks: </a:t>
            </a:r>
            <a:r>
              <a:rPr lang="en">
                <a:latin typeface="Courier New"/>
                <a:ea typeface="Courier New"/>
                <a:cs typeface="Courier New"/>
                <a:sym typeface="Courier New"/>
              </a:rPr>
              <a:t>git init</a:t>
            </a:r>
            <a:endParaRPr>
              <a:latin typeface="Courier New"/>
              <a:ea typeface="Courier New"/>
              <a:cs typeface="Courier New"/>
              <a:sym typeface="Courier New"/>
            </a:endParaRPr>
          </a:p>
          <a:p>
            <a:pPr marL="357188" lvl="1" indent="0" algn="l" rtl="0">
              <a:lnSpc>
                <a:spcPct val="120000"/>
              </a:lnSpc>
              <a:spcBef>
                <a:spcPts val="838"/>
              </a:spcBef>
              <a:spcAft>
                <a:spcPts val="0"/>
              </a:spcAft>
              <a:buClr>
                <a:schemeClr val="dk1"/>
              </a:buClr>
              <a:buSzPts val="1800"/>
              <a:buNone/>
            </a:pPr>
            <a:r>
              <a:rPr lang="en">
                <a:latin typeface="Courier New"/>
                <a:ea typeface="Courier New"/>
                <a:cs typeface="Courier New"/>
                <a:sym typeface="Courier New"/>
              </a:rPr>
              <a:t>echo "echo 'Running pre-commit hook...'" &gt; .git/hooks/pre-commit</a:t>
            </a:r>
            <a:endParaRPr/>
          </a:p>
          <a:p>
            <a:pPr marL="357188" lvl="1" indent="0" algn="l" rtl="0">
              <a:lnSpc>
                <a:spcPct val="120000"/>
              </a:lnSpc>
              <a:spcBef>
                <a:spcPts val="838"/>
              </a:spcBef>
              <a:spcAft>
                <a:spcPts val="0"/>
              </a:spcAft>
              <a:buClr>
                <a:schemeClr val="dk1"/>
              </a:buClr>
              <a:buSzPts val="1800"/>
              <a:buNone/>
            </a:pPr>
            <a:r>
              <a:rPr lang="en">
                <a:latin typeface="Courier New"/>
                <a:ea typeface="Courier New"/>
                <a:cs typeface="Courier New"/>
                <a:sym typeface="Courier New"/>
              </a:rPr>
              <a:t>chmod +x .git/hooks/pre-commit</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2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3.2.2 </a:t>
            </a:r>
            <a:r>
              <a:rPr lang="en">
                <a:latin typeface="Courier New"/>
                <a:ea typeface="Courier New"/>
                <a:cs typeface="Courier New"/>
                <a:sym typeface="Courier New"/>
              </a:rPr>
              <a:t>git add </a:t>
            </a:r>
            <a:r>
              <a:rPr lang="en"/>
              <a:t>Command</a:t>
            </a:r>
            <a:endParaRPr/>
          </a:p>
        </p:txBody>
      </p:sp>
      <p:sp>
        <p:nvSpPr>
          <p:cNvPr id="963" name="Google Shape;963;p23"/>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is the detail of the git add command, a fundamental Git command for staging changes: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Staging Changes with git add : </a:t>
            </a:r>
            <a:r>
              <a:rPr lang="en">
                <a:latin typeface="Courier New"/>
                <a:ea typeface="Courier New"/>
                <a:cs typeface="Courier New"/>
                <a:sym typeface="Courier New"/>
              </a:rPr>
              <a:t>git add filename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Adding All Changes: </a:t>
            </a:r>
            <a:r>
              <a:rPr lang="en">
                <a:latin typeface="Courier New"/>
                <a:ea typeface="Courier New"/>
                <a:cs typeface="Courier New"/>
                <a:sym typeface="Courier New"/>
              </a:rPr>
              <a:t>git add .</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Staging Specific Changes in a File: </a:t>
            </a:r>
            <a:r>
              <a:rPr lang="en">
                <a:latin typeface="Courier New"/>
                <a:ea typeface="Courier New"/>
                <a:cs typeface="Courier New"/>
                <a:sym typeface="Courier New"/>
              </a:rPr>
              <a:t>git add -p filename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Staging New and Modified Files: </a:t>
            </a:r>
            <a:r>
              <a:rPr lang="en">
                <a:latin typeface="Courier New"/>
                <a:ea typeface="Courier New"/>
                <a:cs typeface="Courier New"/>
                <a:sym typeface="Courier New"/>
              </a:rPr>
              <a:t>git add -A</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Staging Modified and Deleted Files: </a:t>
            </a:r>
            <a:r>
              <a:rPr lang="en">
                <a:latin typeface="Courier New"/>
                <a:ea typeface="Courier New"/>
                <a:cs typeface="Courier New"/>
                <a:sym typeface="Courier New"/>
              </a:rPr>
              <a:t>git add -u</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Staging Files by Pattern: </a:t>
            </a:r>
            <a:r>
              <a:rPr lang="en">
                <a:latin typeface="Courier New"/>
                <a:ea typeface="Courier New"/>
                <a:cs typeface="Courier New"/>
                <a:sym typeface="Courier New"/>
              </a:rPr>
              <a:t>git add *.txt</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Verbose Mode: </a:t>
            </a:r>
            <a:r>
              <a:rPr lang="en">
                <a:latin typeface="Courier New"/>
                <a:ea typeface="Courier New"/>
                <a:cs typeface="Courier New"/>
                <a:sym typeface="Courier New"/>
              </a:rPr>
              <a:t>git add -v</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Unstaging Changes: </a:t>
            </a:r>
            <a:r>
              <a:rPr lang="en">
                <a:latin typeface="Courier New"/>
                <a:ea typeface="Courier New"/>
                <a:cs typeface="Courier New"/>
                <a:sym typeface="Courier New"/>
              </a:rPr>
              <a:t>git reset HEAD filename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Interactive Staging: </a:t>
            </a:r>
            <a:r>
              <a:rPr lang="en">
                <a:latin typeface="Courier New"/>
                <a:ea typeface="Courier New"/>
                <a:cs typeface="Courier New"/>
                <a:sym typeface="Courier New"/>
              </a:rPr>
              <a:t>git add -i</a:t>
            </a:r>
            <a:endParaRPr>
              <a:latin typeface="Courier New"/>
              <a:ea typeface="Courier New"/>
              <a:cs typeface="Courier New"/>
              <a:sym typeface="Courier New"/>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p2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3.2.2 </a:t>
            </a:r>
            <a:r>
              <a:rPr lang="en">
                <a:latin typeface="Courier New"/>
                <a:ea typeface="Courier New"/>
                <a:cs typeface="Courier New"/>
                <a:sym typeface="Courier New"/>
              </a:rPr>
              <a:t>Git add</a:t>
            </a:r>
            <a:r>
              <a:rPr lang="en"/>
              <a:t> Examples</a:t>
            </a:r>
            <a:endParaRPr/>
          </a:p>
        </p:txBody>
      </p:sp>
      <p:sp>
        <p:nvSpPr>
          <p:cNvPr id="969" name="Google Shape;969;p2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five examples demonstrating the usage of the git add command:</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Stage a Specific File: </a:t>
            </a:r>
            <a:r>
              <a:rPr lang="en">
                <a:latin typeface="Courier New"/>
                <a:ea typeface="Courier New"/>
                <a:cs typeface="Courier New"/>
                <a:sym typeface="Courier New"/>
              </a:rPr>
              <a:t>git add app.js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Stage All Changes in the Current Directory : </a:t>
            </a:r>
            <a:r>
              <a:rPr lang="en">
                <a:latin typeface="Courier New"/>
                <a:ea typeface="Courier New"/>
                <a:cs typeface="Courier New"/>
                <a:sym typeface="Courier New"/>
              </a:rPr>
              <a:t>git add </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Interactive Staging for Specific Changes: </a:t>
            </a:r>
            <a:r>
              <a:rPr lang="en">
                <a:latin typeface="Courier New"/>
                <a:ea typeface="Courier New"/>
                <a:cs typeface="Courier New"/>
                <a:sym typeface="Courier New"/>
              </a:rPr>
              <a:t>git add -p index.html</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Stage All Changes, Including Untracked Files: </a:t>
            </a:r>
            <a:r>
              <a:rPr lang="en">
                <a:latin typeface="Courier New"/>
                <a:ea typeface="Courier New"/>
                <a:cs typeface="Courier New"/>
                <a:sym typeface="Courier New"/>
              </a:rPr>
              <a:t>git add -A</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Stage Modified and Deleted Files: </a:t>
            </a:r>
            <a:r>
              <a:rPr lang="en">
                <a:latin typeface="Courier New"/>
                <a:ea typeface="Courier New"/>
                <a:cs typeface="Courier New"/>
                <a:sym typeface="Courier New"/>
              </a:rPr>
              <a:t>git add -u</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2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3.2.3 </a:t>
            </a:r>
            <a:r>
              <a:rPr lang="en">
                <a:latin typeface="Courier New"/>
                <a:ea typeface="Courier New"/>
                <a:cs typeface="Courier New"/>
                <a:sym typeface="Courier New"/>
              </a:rPr>
              <a:t>git status</a:t>
            </a:r>
            <a:r>
              <a:rPr lang="en"/>
              <a:t> Command</a:t>
            </a:r>
            <a:endParaRPr/>
          </a:p>
        </p:txBody>
      </p:sp>
      <p:sp>
        <p:nvSpPr>
          <p:cNvPr id="975" name="Google Shape;975;p25"/>
          <p:cNvSpPr txBox="1">
            <a:spLocks noGrp="1"/>
          </p:cNvSpPr>
          <p:nvPr>
            <p:ph type="body" idx="1"/>
          </p:nvPr>
        </p:nvSpPr>
        <p:spPr>
          <a:xfrm>
            <a:off x="514350" y="1304925"/>
            <a:ext cx="10274300" cy="484028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The comprehensive capabilities of the</a:t>
            </a:r>
            <a:r>
              <a:rPr lang="en">
                <a:latin typeface="Courier New"/>
                <a:ea typeface="Courier New"/>
                <a:cs typeface="Courier New"/>
                <a:sym typeface="Courier New"/>
              </a:rPr>
              <a:t> git status </a:t>
            </a:r>
            <a:r>
              <a:rPr lang="en"/>
              <a:t>command includes the following:</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Basic Usage: </a:t>
            </a:r>
            <a:r>
              <a:rPr lang="en">
                <a:latin typeface="Courier New"/>
                <a:ea typeface="Courier New"/>
                <a:cs typeface="Courier New"/>
                <a:sym typeface="Courier New"/>
              </a:rPr>
              <a:t>git status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Untracked Files: </a:t>
            </a:r>
            <a:r>
              <a:rPr lang="en">
                <a:latin typeface="Courier New"/>
                <a:ea typeface="Courier New"/>
                <a:cs typeface="Courier New"/>
                <a:sym typeface="Courier New"/>
              </a:rPr>
              <a:t>git add filename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Changes Not Staged for Commit : </a:t>
            </a:r>
            <a:r>
              <a:rPr lang="en">
                <a:latin typeface="Courier New"/>
                <a:ea typeface="Courier New"/>
                <a:cs typeface="Courier New"/>
                <a:sym typeface="Courier New"/>
              </a:rPr>
              <a:t>git add filename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Changes to be Committed : </a:t>
            </a:r>
            <a:r>
              <a:rPr lang="en">
                <a:latin typeface="Courier New"/>
                <a:ea typeface="Courier New"/>
                <a:cs typeface="Courier New"/>
                <a:sym typeface="Courier New"/>
              </a:rPr>
              <a:t>git commit -m "Your commit message"</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Branch Information: </a:t>
            </a:r>
            <a:r>
              <a:rPr lang="en">
                <a:latin typeface="Courier New"/>
                <a:ea typeface="Courier New"/>
                <a:cs typeface="Courier New"/>
                <a:sym typeface="Courier New"/>
              </a:rPr>
              <a:t>git status</a:t>
            </a:r>
            <a:endParaRPr>
              <a:latin typeface="Courier New"/>
              <a:ea typeface="Courier New"/>
              <a:cs typeface="Courier New"/>
              <a:sym typeface="Courier New"/>
            </a:endParaRPr>
          </a:p>
          <a:p>
            <a:pPr marL="342900" lvl="1" indent="-342900" algn="l" rtl="0">
              <a:lnSpc>
                <a:spcPct val="120000"/>
              </a:lnSpc>
              <a:spcBef>
                <a:spcPts val="838"/>
              </a:spcBef>
              <a:spcAft>
                <a:spcPts val="0"/>
              </a:spcAft>
              <a:buClr>
                <a:schemeClr val="dk1"/>
              </a:buClr>
              <a:buSzPts val="1800"/>
              <a:buFont typeface="Calibri"/>
              <a:buAutoNum type="arabicPeriod"/>
            </a:pPr>
            <a:r>
              <a:rPr lang="en"/>
              <a:t>Short Status: </a:t>
            </a:r>
            <a:r>
              <a:rPr lang="en">
                <a:latin typeface="Courier New"/>
                <a:ea typeface="Courier New"/>
                <a:cs typeface="Courier New"/>
                <a:sym typeface="Courier New"/>
              </a:rPr>
              <a:t>git status -s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Ignored Files: .</a:t>
            </a:r>
            <a:r>
              <a:rPr lang="en">
                <a:latin typeface="Courier New"/>
                <a:ea typeface="Courier New"/>
                <a:cs typeface="Courier New"/>
                <a:sym typeface="Courier New"/>
              </a:rPr>
              <a:t>gitignore</a:t>
            </a:r>
            <a:endParaRPr>
              <a:latin typeface="Courier New"/>
              <a:ea typeface="Courier New"/>
              <a:cs typeface="Courier New"/>
              <a:sym typeface="Courier New"/>
            </a:endParaRPr>
          </a:p>
          <a:p>
            <a:pPr marL="342900" lvl="1" indent="-342900" algn="l" rtl="0">
              <a:lnSpc>
                <a:spcPct val="120000"/>
              </a:lnSpc>
              <a:spcBef>
                <a:spcPts val="838"/>
              </a:spcBef>
              <a:spcAft>
                <a:spcPts val="0"/>
              </a:spcAft>
              <a:buClr>
                <a:schemeClr val="dk1"/>
              </a:buClr>
              <a:buSzPts val="1800"/>
              <a:buFont typeface="Calibri"/>
              <a:buAutoNum type="arabicPeriod"/>
            </a:pPr>
            <a:r>
              <a:rPr lang="en"/>
              <a:t>Ahead or Behind: : </a:t>
            </a:r>
            <a:r>
              <a:rPr lang="en">
                <a:latin typeface="Courier New"/>
                <a:ea typeface="Courier New"/>
                <a:cs typeface="Courier New"/>
                <a:sym typeface="Courier New"/>
              </a:rPr>
              <a:t>git status</a:t>
            </a:r>
            <a:endParaRPr>
              <a:latin typeface="Courier New"/>
              <a:ea typeface="Courier New"/>
              <a:cs typeface="Courier New"/>
              <a:sym typeface="Courier New"/>
            </a:endParaRPr>
          </a:p>
          <a:p>
            <a:pPr marL="342900" lvl="1" indent="-342900" algn="l" rtl="0">
              <a:lnSpc>
                <a:spcPct val="120000"/>
              </a:lnSpc>
              <a:spcBef>
                <a:spcPts val="838"/>
              </a:spcBef>
              <a:spcAft>
                <a:spcPts val="0"/>
              </a:spcAft>
              <a:buClr>
                <a:schemeClr val="dk1"/>
              </a:buClr>
              <a:buSzPts val="1800"/>
              <a:buFont typeface="Calibri"/>
              <a:buAutoNum type="arabicPeriod"/>
            </a:pPr>
            <a:r>
              <a:rPr lang="en"/>
              <a:t>Refresh Status:: </a:t>
            </a:r>
            <a:r>
              <a:rPr lang="en">
                <a:latin typeface="Courier New"/>
                <a:ea typeface="Courier New"/>
                <a:cs typeface="Courier New"/>
                <a:sym typeface="Courier New"/>
              </a:rPr>
              <a:t>git status -uno</a:t>
            </a:r>
            <a:endParaRPr>
              <a:latin typeface="Courier New"/>
              <a:ea typeface="Courier New"/>
              <a:cs typeface="Courier New"/>
              <a:sym typeface="Courier New"/>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2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3.2.3 </a:t>
            </a:r>
            <a:r>
              <a:rPr lang="en">
                <a:latin typeface="Courier New"/>
                <a:ea typeface="Courier New"/>
                <a:cs typeface="Courier New"/>
                <a:sym typeface="Courier New"/>
              </a:rPr>
              <a:t>Git status </a:t>
            </a:r>
            <a:r>
              <a:rPr lang="en"/>
              <a:t>Examples</a:t>
            </a:r>
            <a:endParaRPr/>
          </a:p>
        </p:txBody>
      </p:sp>
      <p:sp>
        <p:nvSpPr>
          <p:cNvPr id="981" name="Google Shape;981;p2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some examples illustrating the usage of the git status command:</a:t>
            </a:r>
            <a:endParaRPr/>
          </a:p>
          <a:p>
            <a:pPr marL="285750" lvl="1" indent="-285750" algn="l" rtl="0">
              <a:lnSpc>
                <a:spcPct val="120000"/>
              </a:lnSpc>
              <a:spcBef>
                <a:spcPts val="838"/>
              </a:spcBef>
              <a:spcAft>
                <a:spcPts val="0"/>
              </a:spcAft>
              <a:buClr>
                <a:schemeClr val="dk1"/>
              </a:buClr>
              <a:buSzPts val="1800"/>
              <a:buChar char="⭲"/>
            </a:pPr>
            <a:r>
              <a:rPr lang="en"/>
              <a:t>Basic Usage: </a:t>
            </a:r>
            <a:r>
              <a:rPr lang="en">
                <a:latin typeface="Courier New"/>
                <a:ea typeface="Courier New"/>
                <a:cs typeface="Courier New"/>
                <a:sym typeface="Courier New"/>
              </a:rPr>
              <a:t>git status</a:t>
            </a:r>
            <a:endParaRPr/>
          </a:p>
          <a:p>
            <a:pPr marL="285750" lvl="1" indent="-285750" algn="l" rtl="0">
              <a:lnSpc>
                <a:spcPct val="120000"/>
              </a:lnSpc>
              <a:spcBef>
                <a:spcPts val="838"/>
              </a:spcBef>
              <a:spcAft>
                <a:spcPts val="0"/>
              </a:spcAft>
              <a:buClr>
                <a:schemeClr val="dk1"/>
              </a:buClr>
              <a:buSzPts val="1800"/>
              <a:buChar char="⭲"/>
            </a:pPr>
            <a:r>
              <a:rPr lang="en"/>
              <a:t>Untracked Files: </a:t>
            </a:r>
            <a:r>
              <a:rPr lang="en">
                <a:latin typeface="Courier New"/>
                <a:ea typeface="Courier New"/>
                <a:cs typeface="Courier New"/>
                <a:sym typeface="Courier New"/>
              </a:rPr>
              <a:t>git add newfile.txt</a:t>
            </a:r>
            <a:endParaRPr/>
          </a:p>
          <a:p>
            <a:pPr marL="285750" lvl="1" indent="-285750" algn="l" rtl="0">
              <a:lnSpc>
                <a:spcPct val="120000"/>
              </a:lnSpc>
              <a:spcBef>
                <a:spcPts val="838"/>
              </a:spcBef>
              <a:spcAft>
                <a:spcPts val="0"/>
              </a:spcAft>
              <a:buClr>
                <a:schemeClr val="dk1"/>
              </a:buClr>
              <a:buSzPts val="1800"/>
              <a:buChar char="⭲"/>
            </a:pPr>
            <a:r>
              <a:rPr lang="en"/>
              <a:t>Check Status After Staging Changes: </a:t>
            </a:r>
            <a:r>
              <a:rPr lang="en">
                <a:latin typeface="Courier New"/>
                <a:ea typeface="Courier New"/>
                <a:cs typeface="Courier New"/>
                <a:sym typeface="Courier New"/>
              </a:rPr>
              <a:t>git status</a:t>
            </a:r>
            <a:endParaRPr/>
          </a:p>
          <a:p>
            <a:pPr marL="285750" lvl="1" indent="-285750" algn="l" rtl="0">
              <a:lnSpc>
                <a:spcPct val="120000"/>
              </a:lnSpc>
              <a:spcBef>
                <a:spcPts val="838"/>
              </a:spcBef>
              <a:spcAft>
                <a:spcPts val="0"/>
              </a:spcAft>
              <a:buClr>
                <a:schemeClr val="dk1"/>
              </a:buClr>
              <a:buSzPts val="1800"/>
              <a:buChar char="⭲"/>
            </a:pPr>
            <a:r>
              <a:rPr lang="en"/>
              <a:t>Commit Changes: </a:t>
            </a:r>
            <a:r>
              <a:rPr lang="en">
                <a:latin typeface="Courier New"/>
                <a:ea typeface="Courier New"/>
                <a:cs typeface="Courier New"/>
                <a:sym typeface="Courier New"/>
              </a:rPr>
              <a:t>git commit -m "Add newfile.txt and make modifications"</a:t>
            </a:r>
            <a:endParaRPr/>
          </a:p>
          <a:p>
            <a:pPr marL="285750" lvl="1" indent="-285750" algn="l" rtl="0">
              <a:lnSpc>
                <a:spcPct val="120000"/>
              </a:lnSpc>
              <a:spcBef>
                <a:spcPts val="838"/>
              </a:spcBef>
              <a:spcAft>
                <a:spcPts val="0"/>
              </a:spcAft>
              <a:buClr>
                <a:schemeClr val="dk1"/>
              </a:buClr>
              <a:buSzPts val="1800"/>
              <a:buChar char="⭲"/>
            </a:pPr>
            <a:r>
              <a:rPr lang="en"/>
              <a:t>View Short Status: </a:t>
            </a:r>
            <a:r>
              <a:rPr lang="en">
                <a:latin typeface="Courier New"/>
                <a:ea typeface="Courier New"/>
                <a:cs typeface="Courier New"/>
                <a:sym typeface="Courier New"/>
              </a:rPr>
              <a:t>git status -s</a:t>
            </a:r>
            <a:endParaRPr/>
          </a:p>
          <a:p>
            <a:pPr marL="285750" lvl="1" indent="-285750" algn="l" rtl="0">
              <a:lnSpc>
                <a:spcPct val="120000"/>
              </a:lnSpc>
              <a:spcBef>
                <a:spcPts val="838"/>
              </a:spcBef>
              <a:spcAft>
                <a:spcPts val="0"/>
              </a:spcAft>
              <a:buClr>
                <a:schemeClr val="dk1"/>
              </a:buClr>
              <a:buSzPts val="1800"/>
              <a:buChar char="⭲"/>
            </a:pPr>
            <a:r>
              <a:rPr lang="en"/>
              <a:t>Ignored Files: </a:t>
            </a:r>
            <a:r>
              <a:rPr lang="en">
                <a:latin typeface="Courier New"/>
                <a:ea typeface="Courier New"/>
                <a:cs typeface="Courier New"/>
                <a:sym typeface="Courier New"/>
              </a:rPr>
              <a:t>.gitignore</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Refresh Status:: </a:t>
            </a:r>
            <a:r>
              <a:rPr lang="en">
                <a:latin typeface="Courier New"/>
                <a:ea typeface="Courier New"/>
                <a:cs typeface="Courier New"/>
                <a:sym typeface="Courier New"/>
              </a:rPr>
              <a:t>git status -uno</a:t>
            </a:r>
            <a:endParaRPr>
              <a:latin typeface="Courier New"/>
              <a:ea typeface="Courier New"/>
              <a:cs typeface="Courier New"/>
              <a:sym typeface="Courier New"/>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982" name="Google Shape;982;p26"/>
          <p:cNvSpPr txBox="1"/>
          <p:nvPr/>
        </p:nvSpPr>
        <p:spPr>
          <a:xfrm>
            <a:off x="406433" y="1799833"/>
            <a:ext cx="10702000" cy="372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2000"/>
              </a:spcBef>
              <a:spcAft>
                <a:spcPts val="0"/>
              </a:spcAft>
              <a:buNone/>
            </a:pPr>
            <a:endParaRPr sz="2400" b="0" i="0" u="none" strike="noStrike" cap="none">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2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988" name="Google Shape;988;p27"/>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What does the git add command do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Commit changes to the repository.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Stage changes for the next commit.</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Create a new branch.</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Delete untracked files.</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2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994" name="Google Shape;994;p28"/>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In the context of git status, what does the term "Changes not staged for commit" refer to?</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t>Changes that are ready to be committed.</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t>Changes that have been committed.</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t>Modified files that need to be added to the staging area.</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t>Untracked files.</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2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000" name="Google Shape;1000;p29"/>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How can you stage all changes, including untracked files, using git add?</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latin typeface="Courier New"/>
                <a:ea typeface="Courier New"/>
                <a:cs typeface="Courier New"/>
                <a:sym typeface="Courier New"/>
              </a:rPr>
              <a:t>git add -u</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latin typeface="Courier New"/>
                <a:ea typeface="Courier New"/>
                <a:cs typeface="Courier New"/>
                <a:sym typeface="Courier New"/>
              </a:rPr>
              <a:t>git add .</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latin typeface="Courier New"/>
                <a:ea typeface="Courier New"/>
                <a:cs typeface="Courier New"/>
                <a:sym typeface="Courier New"/>
              </a:rPr>
              <a:t>git add -A</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latin typeface="Courier New"/>
                <a:ea typeface="Courier New"/>
                <a:cs typeface="Courier New"/>
                <a:sym typeface="Courier New"/>
              </a:rPr>
              <a:t>git add --all</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3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3.3.1 Branching in Git Contd.. </a:t>
            </a:r>
            <a:endParaRPr/>
          </a:p>
        </p:txBody>
      </p:sp>
      <p:sp>
        <p:nvSpPr>
          <p:cNvPr id="1006" name="Google Shape;1006;p3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dirty="0"/>
              <a:t>Branching in Git involves creating a separate line of development, allowing developers to work on features, bug fixes, or experiments without affecting the main codebase.</a:t>
            </a:r>
            <a:endParaRPr dirty="0"/>
          </a:p>
          <a:p>
            <a:pPr marL="0" lvl="0" indent="0" algn="l" rtl="0">
              <a:lnSpc>
                <a:spcPct val="120000"/>
              </a:lnSpc>
              <a:spcBef>
                <a:spcPts val="838"/>
              </a:spcBef>
              <a:spcAft>
                <a:spcPts val="0"/>
              </a:spcAft>
              <a:buClr>
                <a:schemeClr val="dk1"/>
              </a:buClr>
              <a:buSzPts val="1800"/>
              <a:buNone/>
            </a:pPr>
            <a:endParaRPr b="1" dirty="0"/>
          </a:p>
          <a:p>
            <a:pPr marL="0" lvl="0" indent="0" algn="l" rtl="0">
              <a:lnSpc>
                <a:spcPct val="120000"/>
              </a:lnSpc>
              <a:spcBef>
                <a:spcPts val="838"/>
              </a:spcBef>
              <a:spcAft>
                <a:spcPts val="0"/>
              </a:spcAft>
              <a:buClr>
                <a:schemeClr val="dk1"/>
              </a:buClr>
              <a:buSzPts val="1800"/>
              <a:buNone/>
            </a:pPr>
            <a:r>
              <a:rPr lang="en" b="1" dirty="0"/>
              <a:t>Key Concepts:</a:t>
            </a:r>
            <a:endParaRPr dirty="0"/>
          </a:p>
          <a:p>
            <a:pPr marL="285750" lvl="1" indent="-285750" algn="l" rtl="0">
              <a:lnSpc>
                <a:spcPct val="120000"/>
              </a:lnSpc>
              <a:spcBef>
                <a:spcPts val="838"/>
              </a:spcBef>
              <a:spcAft>
                <a:spcPts val="0"/>
              </a:spcAft>
              <a:buClr>
                <a:schemeClr val="dk1"/>
              </a:buClr>
              <a:buSzPts val="1800"/>
              <a:buChar char="⭲"/>
            </a:pPr>
            <a:r>
              <a:rPr lang="en" dirty="0"/>
              <a:t>Branch: A parallel line of development, independent of the main branch.</a:t>
            </a:r>
            <a:endParaRPr dirty="0"/>
          </a:p>
          <a:p>
            <a:pPr marL="285750" lvl="1" indent="-285750" algn="l" rtl="0">
              <a:lnSpc>
                <a:spcPct val="120000"/>
              </a:lnSpc>
              <a:spcBef>
                <a:spcPts val="838"/>
              </a:spcBef>
              <a:spcAft>
                <a:spcPts val="0"/>
              </a:spcAft>
              <a:buClr>
                <a:schemeClr val="dk1"/>
              </a:buClr>
              <a:buSzPts val="1800"/>
              <a:buChar char="⭲"/>
            </a:pPr>
            <a:r>
              <a:rPr lang="en" dirty="0"/>
              <a:t>Master/Main Branch: The primary branch represents the stable version of the project.</a:t>
            </a:r>
            <a:endParaRPr dirty="0"/>
          </a:p>
          <a:p>
            <a:pPr marL="285750" lvl="1" indent="-285750" algn="l" rtl="0">
              <a:lnSpc>
                <a:spcPct val="120000"/>
              </a:lnSpc>
              <a:spcBef>
                <a:spcPts val="838"/>
              </a:spcBef>
              <a:spcAft>
                <a:spcPts val="0"/>
              </a:spcAft>
              <a:buClr>
                <a:schemeClr val="dk1"/>
              </a:buClr>
              <a:buSzPts val="1800"/>
              <a:buChar char="⭲"/>
            </a:pPr>
            <a:r>
              <a:rPr lang="en" dirty="0"/>
              <a:t>Feature/Branch Creation: Create branches for new features or bug fixes using </a:t>
            </a:r>
            <a:r>
              <a:rPr lang="en" dirty="0">
                <a:latin typeface="Courier New"/>
                <a:ea typeface="Courier New"/>
                <a:cs typeface="Courier New"/>
                <a:sym typeface="Courier New"/>
              </a:rPr>
              <a:t>git branch </a:t>
            </a:r>
            <a:r>
              <a:rPr lang="en" dirty="0"/>
              <a:t>or </a:t>
            </a:r>
            <a:r>
              <a:rPr lang="en" dirty="0">
                <a:latin typeface="Courier New"/>
                <a:ea typeface="Courier New"/>
                <a:cs typeface="Courier New"/>
                <a:sym typeface="Courier New"/>
              </a:rPr>
              <a:t>git checkout -b.</a:t>
            </a:r>
            <a:endParaRPr dirty="0"/>
          </a:p>
          <a:p>
            <a:pPr marL="0" lvl="0" indent="0" algn="l" rtl="0">
              <a:lnSpc>
                <a:spcPct val="120000"/>
              </a:lnSpc>
              <a:spcBef>
                <a:spcPts val="838"/>
              </a:spcBef>
              <a:spcAft>
                <a:spcPts val="0"/>
              </a:spcAft>
              <a:buClr>
                <a:schemeClr val="dk1"/>
              </a:buClr>
              <a:buSzPts val="1800"/>
              <a:buNone/>
            </a:pPr>
            <a:endParaRPr dirty="0"/>
          </a:p>
        </p:txBody>
      </p:sp>
      <p:pic>
        <p:nvPicPr>
          <p:cNvPr id="1007" name="Google Shape;1007;p30"/>
          <p:cNvPicPr preferRelativeResize="0"/>
          <p:nvPr/>
        </p:nvPicPr>
        <p:blipFill rotWithShape="1">
          <a:blip r:embed="rId3">
            <a:alphaModFix/>
          </a:blip>
          <a:srcRect/>
          <a:stretch/>
        </p:blipFill>
        <p:spPr>
          <a:xfrm>
            <a:off x="7444550" y="4397374"/>
            <a:ext cx="3935750" cy="2126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3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3.3.1 Branching in Git </a:t>
            </a:r>
            <a:endParaRPr/>
          </a:p>
        </p:txBody>
      </p:sp>
      <p:sp>
        <p:nvSpPr>
          <p:cNvPr id="1013" name="Google Shape;1013;p31"/>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dirty="0"/>
              <a:t>Here's an overview of how the git branch command works::</a:t>
            </a:r>
            <a:endParaRPr dirty="0"/>
          </a:p>
          <a:p>
            <a:pPr marL="0" lvl="0" indent="0" algn="l" rtl="0">
              <a:lnSpc>
                <a:spcPct val="120000"/>
              </a:lnSpc>
              <a:spcBef>
                <a:spcPts val="838"/>
              </a:spcBef>
              <a:spcAft>
                <a:spcPts val="0"/>
              </a:spcAft>
              <a:buClr>
                <a:schemeClr val="dk1"/>
              </a:buClr>
              <a:buSzPts val="1800"/>
              <a:buNone/>
            </a:pPr>
            <a:r>
              <a:rPr lang="en" dirty="0"/>
              <a:t>Creating a New Branch: </a:t>
            </a:r>
            <a:r>
              <a:rPr lang="en" dirty="0">
                <a:latin typeface="Courier New"/>
                <a:ea typeface="Courier New"/>
                <a:cs typeface="Courier New"/>
                <a:sym typeface="Courier New"/>
              </a:rPr>
              <a:t>git branch feature-branch</a:t>
            </a:r>
            <a:endParaRPr dirty="0"/>
          </a:p>
          <a:p>
            <a:pPr marL="0" lvl="0" indent="0" algn="l" rtl="0">
              <a:lnSpc>
                <a:spcPct val="120000"/>
              </a:lnSpc>
              <a:spcBef>
                <a:spcPts val="838"/>
              </a:spcBef>
              <a:spcAft>
                <a:spcPts val="0"/>
              </a:spcAft>
              <a:buClr>
                <a:schemeClr val="dk1"/>
              </a:buClr>
              <a:buSzPts val="1800"/>
              <a:buNone/>
            </a:pPr>
            <a:r>
              <a:rPr lang="en" dirty="0"/>
              <a:t>Listing Branches: </a:t>
            </a:r>
            <a:r>
              <a:rPr lang="en" dirty="0">
                <a:latin typeface="Courier New"/>
                <a:ea typeface="Courier New"/>
                <a:cs typeface="Courier New"/>
                <a:sym typeface="Courier New"/>
              </a:rPr>
              <a:t>git branch</a:t>
            </a:r>
            <a:endParaRPr dirty="0"/>
          </a:p>
          <a:p>
            <a:pPr marL="0" lvl="0" indent="0" algn="l" rtl="0">
              <a:lnSpc>
                <a:spcPct val="120000"/>
              </a:lnSpc>
              <a:spcBef>
                <a:spcPts val="838"/>
              </a:spcBef>
              <a:spcAft>
                <a:spcPts val="0"/>
              </a:spcAft>
              <a:buClr>
                <a:schemeClr val="dk1"/>
              </a:buClr>
              <a:buSzPts val="1800"/>
              <a:buNone/>
            </a:pPr>
            <a:r>
              <a:rPr lang="en" dirty="0"/>
              <a:t>Switching Between Branches: </a:t>
            </a:r>
            <a:r>
              <a:rPr lang="en" dirty="0">
                <a:latin typeface="Courier New"/>
                <a:ea typeface="Courier New"/>
                <a:cs typeface="Courier New"/>
                <a:sym typeface="Courier New"/>
              </a:rPr>
              <a:t>git checkout feature-branch</a:t>
            </a:r>
            <a:endParaRPr dirty="0"/>
          </a:p>
          <a:p>
            <a:pPr marL="0" lvl="0" indent="0" algn="l" rtl="0">
              <a:lnSpc>
                <a:spcPct val="120000"/>
              </a:lnSpc>
              <a:spcBef>
                <a:spcPts val="838"/>
              </a:spcBef>
              <a:spcAft>
                <a:spcPts val="0"/>
              </a:spcAft>
              <a:buClr>
                <a:schemeClr val="dk1"/>
              </a:buClr>
              <a:buSzPts val="1800"/>
              <a:buNone/>
            </a:pPr>
            <a:r>
              <a:rPr lang="en" dirty="0"/>
              <a:t>Deleting a Branch: </a:t>
            </a:r>
            <a:r>
              <a:rPr lang="en" dirty="0">
                <a:latin typeface="Courier New"/>
                <a:ea typeface="Courier New"/>
                <a:cs typeface="Courier New"/>
                <a:sym typeface="Courier New"/>
              </a:rPr>
              <a:t>git branch -d feature-branch</a:t>
            </a: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endParaRPr dirty="0"/>
          </a:p>
        </p:txBody>
      </p:sp>
      <p:sp>
        <p:nvSpPr>
          <p:cNvPr id="1014" name="Google Shape;1014;p31"/>
          <p:cNvSpPr/>
          <p:nvPr/>
        </p:nvSpPr>
        <p:spPr>
          <a:xfrm>
            <a:off x="6542567" y="3533402"/>
            <a:ext cx="384013" cy="384013"/>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5" name="Google Shape;1015;p31"/>
          <p:cNvSpPr/>
          <p:nvPr/>
        </p:nvSpPr>
        <p:spPr>
          <a:xfrm>
            <a:off x="8459868" y="3533402"/>
            <a:ext cx="384000" cy="384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6" name="Google Shape;1016;p31"/>
          <p:cNvSpPr/>
          <p:nvPr/>
        </p:nvSpPr>
        <p:spPr>
          <a:xfrm>
            <a:off x="10353984" y="3533402"/>
            <a:ext cx="384013" cy="384013"/>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7" name="Google Shape;1017;p31"/>
          <p:cNvSpPr/>
          <p:nvPr/>
        </p:nvSpPr>
        <p:spPr>
          <a:xfrm>
            <a:off x="10364291" y="4096993"/>
            <a:ext cx="384013" cy="384013"/>
          </a:xfrm>
          <a:prstGeom prst="ellipse">
            <a:avLst/>
          </a:prstGeom>
          <a:solidFill>
            <a:srgbClr val="833C0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8" name="Google Shape;1018;p31"/>
          <p:cNvSpPr/>
          <p:nvPr/>
        </p:nvSpPr>
        <p:spPr>
          <a:xfrm>
            <a:off x="9683359" y="4096992"/>
            <a:ext cx="384013" cy="384013"/>
          </a:xfrm>
          <a:prstGeom prst="ellipse">
            <a:avLst/>
          </a:prstGeom>
          <a:solidFill>
            <a:srgbClr val="833C0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9" name="Google Shape;1019;p31"/>
          <p:cNvSpPr/>
          <p:nvPr/>
        </p:nvSpPr>
        <p:spPr>
          <a:xfrm>
            <a:off x="7053107" y="4616450"/>
            <a:ext cx="384013" cy="384013"/>
          </a:xfrm>
          <a:prstGeom prst="ellipse">
            <a:avLst/>
          </a:prstGeom>
          <a:solidFill>
            <a:srgbClr val="7030A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0" name="Google Shape;1020;p31"/>
          <p:cNvSpPr/>
          <p:nvPr/>
        </p:nvSpPr>
        <p:spPr>
          <a:xfrm>
            <a:off x="7632227" y="4616449"/>
            <a:ext cx="384013" cy="384013"/>
          </a:xfrm>
          <a:prstGeom prst="ellipse">
            <a:avLst/>
          </a:prstGeom>
          <a:solidFill>
            <a:srgbClr val="7030A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1" name="Google Shape;1021;p31"/>
          <p:cNvSpPr/>
          <p:nvPr/>
        </p:nvSpPr>
        <p:spPr>
          <a:xfrm>
            <a:off x="8801814" y="4616450"/>
            <a:ext cx="384013" cy="384013"/>
          </a:xfrm>
          <a:prstGeom prst="ellipse">
            <a:avLst/>
          </a:prstGeom>
          <a:solidFill>
            <a:srgbClr val="7030A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2" name="Google Shape;1022;p31"/>
          <p:cNvSpPr/>
          <p:nvPr/>
        </p:nvSpPr>
        <p:spPr>
          <a:xfrm>
            <a:off x="9683359" y="4616450"/>
            <a:ext cx="384013" cy="384013"/>
          </a:xfrm>
          <a:prstGeom prst="ellipse">
            <a:avLst/>
          </a:prstGeom>
          <a:solidFill>
            <a:srgbClr val="7030A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3" name="Google Shape;1023;p31"/>
          <p:cNvSpPr/>
          <p:nvPr/>
        </p:nvSpPr>
        <p:spPr>
          <a:xfrm>
            <a:off x="11093687" y="4616450"/>
            <a:ext cx="384013" cy="384013"/>
          </a:xfrm>
          <a:prstGeom prst="ellipse">
            <a:avLst/>
          </a:prstGeom>
          <a:solidFill>
            <a:srgbClr val="7030A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4" name="Google Shape;1024;p31"/>
          <p:cNvSpPr/>
          <p:nvPr/>
        </p:nvSpPr>
        <p:spPr>
          <a:xfrm>
            <a:off x="9075265" y="5447030"/>
            <a:ext cx="384013" cy="384013"/>
          </a:xfrm>
          <a:prstGeom prst="ellipse">
            <a:avLst/>
          </a:prstGeom>
          <a:solidFill>
            <a:srgbClr val="37562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5" name="Google Shape;1025;p31"/>
          <p:cNvSpPr/>
          <p:nvPr/>
        </p:nvSpPr>
        <p:spPr>
          <a:xfrm>
            <a:off x="8417801" y="5447029"/>
            <a:ext cx="384013" cy="384013"/>
          </a:xfrm>
          <a:prstGeom prst="ellipse">
            <a:avLst/>
          </a:prstGeom>
          <a:solidFill>
            <a:srgbClr val="37562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6" name="Google Shape;1026;p31"/>
          <p:cNvSpPr/>
          <p:nvPr/>
        </p:nvSpPr>
        <p:spPr>
          <a:xfrm>
            <a:off x="7053106" y="6056544"/>
            <a:ext cx="384013" cy="384013"/>
          </a:xfrm>
          <a:prstGeom prst="ellipse">
            <a:avLst/>
          </a:prstGeom>
          <a:solidFill>
            <a:srgbClr val="37562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7" name="Google Shape;1027;p31"/>
          <p:cNvSpPr/>
          <p:nvPr/>
        </p:nvSpPr>
        <p:spPr>
          <a:xfrm>
            <a:off x="7748845" y="6056544"/>
            <a:ext cx="384013" cy="384013"/>
          </a:xfrm>
          <a:prstGeom prst="ellipse">
            <a:avLst/>
          </a:prstGeom>
          <a:solidFill>
            <a:srgbClr val="37562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028" name="Google Shape;1028;p31"/>
          <p:cNvCxnSpPr>
            <a:stCxn id="1014" idx="6"/>
          </p:cNvCxnSpPr>
          <p:nvPr/>
        </p:nvCxnSpPr>
        <p:spPr>
          <a:xfrm>
            <a:off x="6926580" y="3725409"/>
            <a:ext cx="14913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29" name="Google Shape;1029;p31"/>
          <p:cNvCxnSpPr>
            <a:stCxn id="1015" idx="6"/>
            <a:endCxn id="1016" idx="2"/>
          </p:cNvCxnSpPr>
          <p:nvPr/>
        </p:nvCxnSpPr>
        <p:spPr>
          <a:xfrm>
            <a:off x="8843868" y="3725402"/>
            <a:ext cx="15102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0" name="Google Shape;1030;p31"/>
          <p:cNvCxnSpPr>
            <a:stCxn id="1017" idx="0"/>
            <a:endCxn id="1016" idx="4"/>
          </p:cNvCxnSpPr>
          <p:nvPr/>
        </p:nvCxnSpPr>
        <p:spPr>
          <a:xfrm rot="10800000">
            <a:off x="10546098" y="3917293"/>
            <a:ext cx="10200" cy="17970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1" name="Google Shape;1031;p31"/>
          <p:cNvCxnSpPr>
            <a:stCxn id="1018" idx="6"/>
            <a:endCxn id="1017" idx="2"/>
          </p:cNvCxnSpPr>
          <p:nvPr/>
        </p:nvCxnSpPr>
        <p:spPr>
          <a:xfrm>
            <a:off x="10067372" y="4288999"/>
            <a:ext cx="2970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2" name="Google Shape;1032;p31"/>
          <p:cNvCxnSpPr>
            <a:stCxn id="1022" idx="0"/>
            <a:endCxn id="1018" idx="4"/>
          </p:cNvCxnSpPr>
          <p:nvPr/>
        </p:nvCxnSpPr>
        <p:spPr>
          <a:xfrm rot="10800000">
            <a:off x="9875366" y="4481150"/>
            <a:ext cx="0" cy="13530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3" name="Google Shape;1033;p31"/>
          <p:cNvCxnSpPr>
            <a:stCxn id="1019" idx="6"/>
            <a:endCxn id="1020" idx="2"/>
          </p:cNvCxnSpPr>
          <p:nvPr/>
        </p:nvCxnSpPr>
        <p:spPr>
          <a:xfrm>
            <a:off x="7437120" y="4808457"/>
            <a:ext cx="1950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4" name="Google Shape;1034;p31"/>
          <p:cNvCxnSpPr>
            <a:stCxn id="1020" idx="6"/>
            <a:endCxn id="1021" idx="2"/>
          </p:cNvCxnSpPr>
          <p:nvPr/>
        </p:nvCxnSpPr>
        <p:spPr>
          <a:xfrm>
            <a:off x="8016240" y="4808456"/>
            <a:ext cx="7857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5" name="Google Shape;1035;p31"/>
          <p:cNvCxnSpPr>
            <a:stCxn id="1021" idx="6"/>
            <a:endCxn id="1022" idx="2"/>
          </p:cNvCxnSpPr>
          <p:nvPr/>
        </p:nvCxnSpPr>
        <p:spPr>
          <a:xfrm>
            <a:off x="9185827" y="4808457"/>
            <a:ext cx="4974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6" name="Google Shape;1036;p31"/>
          <p:cNvCxnSpPr>
            <a:stCxn id="1022" idx="6"/>
            <a:endCxn id="1023" idx="2"/>
          </p:cNvCxnSpPr>
          <p:nvPr/>
        </p:nvCxnSpPr>
        <p:spPr>
          <a:xfrm>
            <a:off x="10067372" y="4808457"/>
            <a:ext cx="10263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7" name="Google Shape;1037;p31"/>
          <p:cNvCxnSpPr>
            <a:stCxn id="1025" idx="6"/>
            <a:endCxn id="1024" idx="2"/>
          </p:cNvCxnSpPr>
          <p:nvPr/>
        </p:nvCxnSpPr>
        <p:spPr>
          <a:xfrm>
            <a:off x="8801814" y="5639036"/>
            <a:ext cx="2736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38" name="Google Shape;1038;p31"/>
          <p:cNvCxnSpPr>
            <a:stCxn id="1014" idx="4"/>
            <a:endCxn id="1019" idx="2"/>
          </p:cNvCxnSpPr>
          <p:nvPr/>
        </p:nvCxnSpPr>
        <p:spPr>
          <a:xfrm rot="-5400000" flipH="1">
            <a:off x="6448374" y="4203615"/>
            <a:ext cx="891000" cy="318600"/>
          </a:xfrm>
          <a:prstGeom prst="bentConnector2">
            <a:avLst/>
          </a:prstGeom>
          <a:noFill/>
          <a:ln w="28575" cap="flat" cmpd="sng">
            <a:solidFill>
              <a:schemeClr val="accent1"/>
            </a:solidFill>
            <a:prstDash val="solid"/>
            <a:miter lim="800000"/>
            <a:headEnd type="none" w="sm" len="sm"/>
            <a:tailEnd type="triangle" w="med" len="med"/>
          </a:ln>
        </p:spPr>
      </p:cxnSp>
      <p:cxnSp>
        <p:nvCxnSpPr>
          <p:cNvPr id="1039" name="Google Shape;1039;p31"/>
          <p:cNvCxnSpPr>
            <a:stCxn id="1020" idx="4"/>
            <a:endCxn id="1025" idx="2"/>
          </p:cNvCxnSpPr>
          <p:nvPr/>
        </p:nvCxnSpPr>
        <p:spPr>
          <a:xfrm rot="-5400000" flipH="1">
            <a:off x="7801734" y="5022962"/>
            <a:ext cx="638700" cy="593700"/>
          </a:xfrm>
          <a:prstGeom prst="bentConnector2">
            <a:avLst/>
          </a:prstGeom>
          <a:noFill/>
          <a:ln w="28575" cap="flat" cmpd="sng">
            <a:solidFill>
              <a:schemeClr val="accent1"/>
            </a:solidFill>
            <a:prstDash val="solid"/>
            <a:miter lim="800000"/>
            <a:headEnd type="none" w="sm" len="sm"/>
            <a:tailEnd type="triangle" w="med" len="med"/>
          </a:ln>
        </p:spPr>
      </p:cxnSp>
      <p:cxnSp>
        <p:nvCxnSpPr>
          <p:cNvPr id="1040" name="Google Shape;1040;p31"/>
          <p:cNvCxnSpPr>
            <a:stCxn id="1024" idx="6"/>
            <a:endCxn id="1022" idx="4"/>
          </p:cNvCxnSpPr>
          <p:nvPr/>
        </p:nvCxnSpPr>
        <p:spPr>
          <a:xfrm rot="10800000" flipH="1">
            <a:off x="9459278" y="5000337"/>
            <a:ext cx="416100" cy="638700"/>
          </a:xfrm>
          <a:prstGeom prst="bentConnector2">
            <a:avLst/>
          </a:prstGeom>
          <a:noFill/>
          <a:ln w="28575" cap="flat" cmpd="sng">
            <a:solidFill>
              <a:schemeClr val="accent1"/>
            </a:solidFill>
            <a:prstDash val="solid"/>
            <a:miter lim="800000"/>
            <a:headEnd type="none" w="sm" len="sm"/>
            <a:tailEnd type="triangle" w="med" len="med"/>
          </a:ln>
        </p:spPr>
      </p:cxnSp>
      <p:cxnSp>
        <p:nvCxnSpPr>
          <p:cNvPr id="1041" name="Google Shape;1041;p31"/>
          <p:cNvCxnSpPr>
            <a:stCxn id="1019" idx="4"/>
            <a:endCxn id="1026" idx="0"/>
          </p:cNvCxnSpPr>
          <p:nvPr/>
        </p:nvCxnSpPr>
        <p:spPr>
          <a:xfrm>
            <a:off x="7245113" y="5000463"/>
            <a:ext cx="0" cy="105600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042" name="Google Shape;1042;p31"/>
          <p:cNvCxnSpPr>
            <a:stCxn id="1026" idx="6"/>
            <a:endCxn id="1027" idx="2"/>
          </p:cNvCxnSpPr>
          <p:nvPr/>
        </p:nvCxnSpPr>
        <p:spPr>
          <a:xfrm>
            <a:off x="7437119" y="6248551"/>
            <a:ext cx="311700" cy="0"/>
          </a:xfrm>
          <a:prstGeom prst="straightConnector1">
            <a:avLst/>
          </a:prstGeom>
          <a:noFill/>
          <a:ln w="19050" cap="flat" cmpd="sng">
            <a:solidFill>
              <a:schemeClr val="accent1"/>
            </a:solidFill>
            <a:prstDash val="solid"/>
            <a:miter lim="800000"/>
            <a:headEnd type="none" w="sm" len="sm"/>
            <a:tailEnd type="triangle" w="med" len="med"/>
          </a:ln>
        </p:spPr>
      </p:cxnSp>
      <p:sp>
        <p:nvSpPr>
          <p:cNvPr id="1043" name="Google Shape;1043;p31"/>
          <p:cNvSpPr txBox="1"/>
          <p:nvPr/>
        </p:nvSpPr>
        <p:spPr>
          <a:xfrm>
            <a:off x="8016240" y="3218688"/>
            <a:ext cx="132760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4472C4"/>
                </a:solidFill>
                <a:latin typeface="Arial"/>
                <a:ea typeface="Arial"/>
                <a:cs typeface="Arial"/>
                <a:sym typeface="Arial"/>
              </a:rPr>
              <a:t>master branch</a:t>
            </a:r>
            <a:endParaRPr sz="1400" b="0" i="0" u="none" strike="noStrike" cap="none">
              <a:solidFill>
                <a:srgbClr val="4472C4"/>
              </a:solidFill>
              <a:latin typeface="Arial"/>
              <a:ea typeface="Arial"/>
              <a:cs typeface="Arial"/>
              <a:sym typeface="Arial"/>
            </a:endParaRPr>
          </a:p>
        </p:txBody>
      </p:sp>
      <p:sp>
        <p:nvSpPr>
          <p:cNvPr id="1044" name="Google Shape;1044;p31"/>
          <p:cNvSpPr txBox="1"/>
          <p:nvPr/>
        </p:nvSpPr>
        <p:spPr>
          <a:xfrm>
            <a:off x="8911994" y="4123508"/>
            <a:ext cx="7713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833C0B"/>
                </a:solidFill>
                <a:latin typeface="Arial"/>
                <a:ea typeface="Arial"/>
                <a:cs typeface="Arial"/>
                <a:sym typeface="Arial"/>
              </a:rPr>
              <a:t>release</a:t>
            </a:r>
            <a:endParaRPr sz="1400" b="0" i="0" u="none" strike="noStrike" cap="none">
              <a:solidFill>
                <a:srgbClr val="833C0B"/>
              </a:solidFill>
              <a:latin typeface="Arial"/>
              <a:ea typeface="Arial"/>
              <a:cs typeface="Arial"/>
              <a:sym typeface="Arial"/>
            </a:endParaRPr>
          </a:p>
        </p:txBody>
      </p:sp>
      <p:sp>
        <p:nvSpPr>
          <p:cNvPr id="1045" name="Google Shape;1045;p31"/>
          <p:cNvSpPr txBox="1"/>
          <p:nvPr/>
        </p:nvSpPr>
        <p:spPr>
          <a:xfrm>
            <a:off x="7955774" y="4442794"/>
            <a:ext cx="81144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7030A0"/>
                </a:solidFill>
                <a:latin typeface="Arial"/>
                <a:ea typeface="Arial"/>
                <a:cs typeface="Arial"/>
                <a:sym typeface="Arial"/>
              </a:rPr>
              <a:t>develop</a:t>
            </a:r>
            <a:endParaRPr sz="1400" b="0" i="0" u="none" strike="noStrike" cap="none">
              <a:solidFill>
                <a:srgbClr val="7030A0"/>
              </a:solidFill>
              <a:latin typeface="Arial"/>
              <a:ea typeface="Arial"/>
              <a:cs typeface="Arial"/>
              <a:sym typeface="Arial"/>
            </a:endParaRPr>
          </a:p>
        </p:txBody>
      </p:sp>
      <p:sp>
        <p:nvSpPr>
          <p:cNvPr id="1046" name="Google Shape;1046;p31"/>
          <p:cNvSpPr txBox="1"/>
          <p:nvPr/>
        </p:nvSpPr>
        <p:spPr>
          <a:xfrm>
            <a:off x="8543212" y="5160179"/>
            <a:ext cx="74090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375623"/>
                </a:solidFill>
                <a:latin typeface="Arial"/>
                <a:ea typeface="Arial"/>
                <a:cs typeface="Arial"/>
                <a:sym typeface="Arial"/>
              </a:rPr>
              <a:t>feature</a:t>
            </a:r>
            <a:endParaRPr sz="1400" b="0" i="0" u="none" strike="noStrike" cap="none">
              <a:solidFill>
                <a:srgbClr val="375623"/>
              </a:solidFill>
              <a:latin typeface="Arial"/>
              <a:ea typeface="Arial"/>
              <a:cs typeface="Arial"/>
              <a:sym typeface="Arial"/>
            </a:endParaRPr>
          </a:p>
        </p:txBody>
      </p:sp>
      <p:sp>
        <p:nvSpPr>
          <p:cNvPr id="1047" name="Google Shape;1047;p31"/>
          <p:cNvSpPr txBox="1"/>
          <p:nvPr/>
        </p:nvSpPr>
        <p:spPr>
          <a:xfrm>
            <a:off x="7282554" y="5788166"/>
            <a:ext cx="74090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375623"/>
                </a:solidFill>
                <a:latin typeface="Arial"/>
                <a:ea typeface="Arial"/>
                <a:cs typeface="Arial"/>
                <a:sym typeface="Arial"/>
              </a:rPr>
              <a:t>feature</a:t>
            </a:r>
            <a:endParaRPr sz="1400" b="0" i="0" u="none" strike="noStrike" cap="none">
              <a:solidFill>
                <a:srgbClr val="375623"/>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p3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3.3.2 Merging in Git</a:t>
            </a:r>
            <a:endParaRPr/>
          </a:p>
        </p:txBody>
      </p:sp>
      <p:sp>
        <p:nvSpPr>
          <p:cNvPr id="1091" name="Google Shape;1091;p3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dirty="0"/>
              <a:t>Merging in Git is the process of combining changes from one branch into another, ensuring that modifications made in separate branches are integrated cohesively.</a:t>
            </a:r>
            <a:endParaRPr dirty="0"/>
          </a:p>
          <a:p>
            <a:pPr marL="0" lvl="0" indent="0" algn="l" rtl="0">
              <a:lnSpc>
                <a:spcPct val="120000"/>
              </a:lnSpc>
              <a:spcBef>
                <a:spcPts val="838"/>
              </a:spcBef>
              <a:spcAft>
                <a:spcPts val="0"/>
              </a:spcAft>
              <a:buClr>
                <a:schemeClr val="dk1"/>
              </a:buClr>
              <a:buSzPts val="1800"/>
              <a:buNone/>
            </a:pPr>
            <a:endParaRPr dirty="0"/>
          </a:p>
          <a:p>
            <a:pPr marL="0" lvl="0" indent="0" algn="l" rtl="0">
              <a:lnSpc>
                <a:spcPct val="120000"/>
              </a:lnSpc>
              <a:spcBef>
                <a:spcPts val="838"/>
              </a:spcBef>
              <a:spcAft>
                <a:spcPts val="0"/>
              </a:spcAft>
              <a:buClr>
                <a:schemeClr val="dk1"/>
              </a:buClr>
              <a:buSzPts val="1800"/>
              <a:buNone/>
            </a:pPr>
            <a:r>
              <a:rPr lang="en" dirty="0"/>
              <a:t>Key Concepts:</a:t>
            </a:r>
            <a:endParaRPr dirty="0"/>
          </a:p>
          <a:p>
            <a:pPr marL="285750" lvl="1" indent="-285750" algn="l" rtl="0">
              <a:lnSpc>
                <a:spcPct val="120000"/>
              </a:lnSpc>
              <a:spcBef>
                <a:spcPts val="838"/>
              </a:spcBef>
              <a:spcAft>
                <a:spcPts val="0"/>
              </a:spcAft>
              <a:buClr>
                <a:schemeClr val="dk1"/>
              </a:buClr>
              <a:buSzPts val="1800"/>
              <a:buChar char="⭲"/>
            </a:pPr>
            <a:r>
              <a:rPr lang="en" dirty="0"/>
              <a:t>Seamless Integration</a:t>
            </a:r>
            <a:endParaRPr dirty="0"/>
          </a:p>
          <a:p>
            <a:pPr marL="285750" lvl="1" indent="-285750" algn="l" rtl="0">
              <a:lnSpc>
                <a:spcPct val="120000"/>
              </a:lnSpc>
              <a:spcBef>
                <a:spcPts val="838"/>
              </a:spcBef>
              <a:spcAft>
                <a:spcPts val="0"/>
              </a:spcAft>
              <a:buClr>
                <a:schemeClr val="dk1"/>
              </a:buClr>
              <a:buSzPts val="1800"/>
              <a:buChar char="⭲"/>
            </a:pPr>
            <a:r>
              <a:rPr lang="en" dirty="0"/>
              <a:t>Source and Target Branches</a:t>
            </a:r>
            <a:endParaRPr dirty="0"/>
          </a:p>
          <a:p>
            <a:pPr marL="285750" lvl="1" indent="-285750" algn="l" rtl="0">
              <a:lnSpc>
                <a:spcPct val="120000"/>
              </a:lnSpc>
              <a:spcBef>
                <a:spcPts val="838"/>
              </a:spcBef>
              <a:spcAft>
                <a:spcPts val="0"/>
              </a:spcAft>
              <a:buClr>
                <a:schemeClr val="dk1"/>
              </a:buClr>
              <a:buSzPts val="1800"/>
              <a:buChar char="⭲"/>
            </a:pPr>
            <a:r>
              <a:rPr lang="en" dirty="0"/>
              <a:t>Fast-Forward Merging</a:t>
            </a:r>
            <a:endParaRPr dirty="0"/>
          </a:p>
          <a:p>
            <a:pPr marL="285750" lvl="1" indent="-285750" algn="l" rtl="0">
              <a:lnSpc>
                <a:spcPct val="120000"/>
              </a:lnSpc>
              <a:spcBef>
                <a:spcPts val="838"/>
              </a:spcBef>
              <a:spcAft>
                <a:spcPts val="0"/>
              </a:spcAft>
              <a:buClr>
                <a:schemeClr val="dk1"/>
              </a:buClr>
              <a:buSzPts val="1800"/>
              <a:buChar char="⭲"/>
            </a:pPr>
            <a:r>
              <a:rPr lang="en" dirty="0"/>
              <a:t>Three-Way Merging</a:t>
            </a:r>
            <a:endParaRPr dirty="0"/>
          </a:p>
          <a:p>
            <a:pPr marL="285750" lvl="1" indent="-285750" algn="l" rtl="0">
              <a:lnSpc>
                <a:spcPct val="120000"/>
              </a:lnSpc>
              <a:spcBef>
                <a:spcPts val="838"/>
              </a:spcBef>
              <a:spcAft>
                <a:spcPts val="0"/>
              </a:spcAft>
              <a:buClr>
                <a:schemeClr val="dk1"/>
              </a:buClr>
              <a:buSzPts val="1800"/>
              <a:buChar char="⭲"/>
            </a:pPr>
            <a:r>
              <a:rPr lang="en" dirty="0"/>
              <a:t>Conflict Resolution</a:t>
            </a:r>
            <a:endParaRPr dirty="0"/>
          </a:p>
          <a:p>
            <a:pPr marL="285750" lvl="1" indent="-285750" algn="l" rtl="0">
              <a:lnSpc>
                <a:spcPct val="120000"/>
              </a:lnSpc>
              <a:spcBef>
                <a:spcPts val="838"/>
              </a:spcBef>
              <a:spcAft>
                <a:spcPts val="0"/>
              </a:spcAft>
              <a:buClr>
                <a:schemeClr val="dk1"/>
              </a:buClr>
              <a:buSzPts val="1800"/>
              <a:buChar char="⭲"/>
            </a:pPr>
            <a:r>
              <a:rPr lang="en" dirty="0"/>
              <a:t>Merge Commits</a:t>
            </a:r>
            <a:endParaRPr dirty="0"/>
          </a:p>
          <a:p>
            <a:pPr marL="285750" lvl="1" indent="-285750" algn="l" rtl="0">
              <a:lnSpc>
                <a:spcPct val="120000"/>
              </a:lnSpc>
              <a:spcBef>
                <a:spcPts val="838"/>
              </a:spcBef>
              <a:spcAft>
                <a:spcPts val="0"/>
              </a:spcAft>
              <a:buClr>
                <a:schemeClr val="dk1"/>
              </a:buClr>
              <a:buSzPts val="1800"/>
              <a:buChar char="⭲"/>
            </a:pPr>
            <a:r>
              <a:rPr lang="en" dirty="0"/>
              <a:t>Branch Stability</a:t>
            </a:r>
            <a:endParaRPr dirty="0"/>
          </a:p>
          <a:p>
            <a:pPr marL="285750" lvl="1" indent="-285750" algn="l" rtl="0">
              <a:lnSpc>
                <a:spcPct val="120000"/>
              </a:lnSpc>
              <a:spcBef>
                <a:spcPts val="838"/>
              </a:spcBef>
              <a:spcAft>
                <a:spcPts val="0"/>
              </a:spcAft>
              <a:buClr>
                <a:schemeClr val="dk1"/>
              </a:buClr>
              <a:buSzPts val="1800"/>
              <a:buChar char="⭲"/>
            </a:pPr>
            <a:r>
              <a:rPr lang="en" dirty="0"/>
              <a:t>Branch Deletion</a:t>
            </a:r>
            <a:endParaRPr dirty="0"/>
          </a:p>
          <a:p>
            <a:pPr marL="285750" lvl="1" indent="-285750" algn="l" rtl="0">
              <a:lnSpc>
                <a:spcPct val="120000"/>
              </a:lnSpc>
              <a:spcBef>
                <a:spcPts val="838"/>
              </a:spcBef>
              <a:spcAft>
                <a:spcPts val="0"/>
              </a:spcAft>
              <a:buClr>
                <a:schemeClr val="dk1"/>
              </a:buClr>
              <a:buSzPts val="1800"/>
              <a:buChar char="⭲"/>
            </a:pPr>
            <a:r>
              <a:rPr lang="en" dirty="0"/>
              <a:t>Conflict Prevention</a:t>
            </a:r>
            <a:endParaRPr dirty="0"/>
          </a:p>
          <a:p>
            <a:pPr marL="285750" lvl="1" indent="-285750" algn="l" rtl="0">
              <a:lnSpc>
                <a:spcPct val="120000"/>
              </a:lnSpc>
              <a:spcBef>
                <a:spcPts val="838"/>
              </a:spcBef>
              <a:spcAft>
                <a:spcPts val="0"/>
              </a:spcAft>
              <a:buClr>
                <a:schemeClr val="dk1"/>
              </a:buClr>
              <a:buSzPts val="1800"/>
              <a:buChar char="⭲"/>
            </a:pPr>
            <a:r>
              <a:rPr lang="en" dirty="0"/>
              <a:t>Branch Visualization</a:t>
            </a:r>
            <a:endParaRPr dirty="0"/>
          </a:p>
          <a:p>
            <a:pPr marL="0" lvl="0" indent="0" algn="l" rtl="0">
              <a:lnSpc>
                <a:spcPct val="120000"/>
              </a:lnSpc>
              <a:spcBef>
                <a:spcPts val="838"/>
              </a:spcBef>
              <a:spcAft>
                <a:spcPts val="0"/>
              </a:spcAft>
              <a:buClr>
                <a:schemeClr val="dk1"/>
              </a:buClr>
              <a:buSzPts val="1800"/>
              <a:buNone/>
            </a:pPr>
            <a:endParaRPr dirty="0"/>
          </a:p>
        </p:txBody>
      </p:sp>
      <p:grpSp>
        <p:nvGrpSpPr>
          <p:cNvPr id="1092" name="Google Shape;1092;p36"/>
          <p:cNvGrpSpPr/>
          <p:nvPr/>
        </p:nvGrpSpPr>
        <p:grpSpPr>
          <a:xfrm>
            <a:off x="4611757" y="2785721"/>
            <a:ext cx="6252802" cy="3041161"/>
            <a:chOff x="4611757" y="2785721"/>
            <a:chExt cx="6252802" cy="3041161"/>
          </a:xfrm>
        </p:grpSpPr>
        <p:sp>
          <p:nvSpPr>
            <p:cNvPr id="1093" name="Google Shape;1093;p36"/>
            <p:cNvSpPr/>
            <p:nvPr/>
          </p:nvSpPr>
          <p:spPr>
            <a:xfrm>
              <a:off x="4611757" y="3713920"/>
              <a:ext cx="417443" cy="417443"/>
            </a:xfrm>
            <a:prstGeom prst="ellipse">
              <a:avLst/>
            </a:prstGeom>
            <a:solidFill>
              <a:srgbClr val="C4C4C4"/>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CO</a:t>
              </a:r>
              <a:endParaRPr/>
            </a:p>
          </p:txBody>
        </p:sp>
        <p:sp>
          <p:nvSpPr>
            <p:cNvPr id="1094" name="Google Shape;1094;p36"/>
            <p:cNvSpPr/>
            <p:nvPr/>
          </p:nvSpPr>
          <p:spPr>
            <a:xfrm>
              <a:off x="7886700" y="2785721"/>
              <a:ext cx="1363980" cy="480831"/>
            </a:xfrm>
            <a:prstGeom prst="rect">
              <a:avLst/>
            </a:prstGeom>
            <a:solidFill>
              <a:srgbClr val="EB5757"/>
            </a:solidFill>
            <a:ln w="19050" cap="flat" cmpd="sng">
              <a:solidFill>
                <a:srgbClr val="17161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hotfix</a:t>
              </a:r>
              <a:endParaRPr/>
            </a:p>
          </p:txBody>
        </p:sp>
        <p:sp>
          <p:nvSpPr>
            <p:cNvPr id="1095" name="Google Shape;1095;p36"/>
            <p:cNvSpPr/>
            <p:nvPr/>
          </p:nvSpPr>
          <p:spPr>
            <a:xfrm>
              <a:off x="7896266" y="3682226"/>
              <a:ext cx="1363980" cy="480831"/>
            </a:xfrm>
            <a:prstGeom prst="rect">
              <a:avLst/>
            </a:prstGeom>
            <a:solidFill>
              <a:srgbClr val="0070C0"/>
            </a:solidFill>
            <a:ln w="19050" cap="flat" cmpd="sng">
              <a:solidFill>
                <a:srgbClr val="17161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master</a:t>
              </a:r>
              <a:endParaRPr/>
            </a:p>
          </p:txBody>
        </p:sp>
        <p:sp>
          <p:nvSpPr>
            <p:cNvPr id="1096" name="Google Shape;1096;p36"/>
            <p:cNvSpPr/>
            <p:nvPr/>
          </p:nvSpPr>
          <p:spPr>
            <a:xfrm>
              <a:off x="7935884" y="4470031"/>
              <a:ext cx="1363980" cy="480831"/>
            </a:xfrm>
            <a:prstGeom prst="rect">
              <a:avLst/>
            </a:prstGeom>
            <a:solidFill>
              <a:srgbClr val="EB5757"/>
            </a:solidFill>
            <a:ln w="19050" cap="flat" cmpd="sng">
              <a:solidFill>
                <a:srgbClr val="17161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hotfix</a:t>
              </a:r>
              <a:endParaRPr/>
            </a:p>
          </p:txBody>
        </p:sp>
        <p:sp>
          <p:nvSpPr>
            <p:cNvPr id="1097" name="Google Shape;1097;p36"/>
            <p:cNvSpPr/>
            <p:nvPr/>
          </p:nvSpPr>
          <p:spPr>
            <a:xfrm>
              <a:off x="9500579" y="5346051"/>
              <a:ext cx="1363980" cy="480831"/>
            </a:xfrm>
            <a:prstGeom prst="rect">
              <a:avLst/>
            </a:prstGeom>
            <a:solidFill>
              <a:srgbClr val="0070C0"/>
            </a:solidFill>
            <a:ln w="19050" cap="flat" cmpd="sng">
              <a:solidFill>
                <a:srgbClr val="17161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master</a:t>
              </a:r>
              <a:endParaRPr sz="2000" b="0" i="0" u="none" strike="noStrike" cap="none">
                <a:solidFill>
                  <a:schemeClr val="lt1"/>
                </a:solidFill>
                <a:latin typeface="Arial"/>
                <a:ea typeface="Arial"/>
                <a:cs typeface="Arial"/>
                <a:sym typeface="Arial"/>
              </a:endParaRPr>
            </a:p>
          </p:txBody>
        </p:sp>
        <p:cxnSp>
          <p:nvCxnSpPr>
            <p:cNvPr id="1098" name="Google Shape;1098;p36"/>
            <p:cNvCxnSpPr>
              <a:stCxn id="1094" idx="1"/>
            </p:cNvCxnSpPr>
            <p:nvPr/>
          </p:nvCxnSpPr>
          <p:spPr>
            <a:xfrm rot="10800000">
              <a:off x="7482900" y="3026137"/>
              <a:ext cx="403800" cy="0"/>
            </a:xfrm>
            <a:prstGeom prst="straightConnector1">
              <a:avLst/>
            </a:prstGeom>
            <a:noFill/>
            <a:ln w="38100" cap="flat" cmpd="sng">
              <a:solidFill>
                <a:srgbClr val="595959"/>
              </a:solidFill>
              <a:prstDash val="solid"/>
              <a:miter lim="800000"/>
              <a:headEnd type="none" w="sm" len="sm"/>
              <a:tailEnd type="stealth" w="med" len="med"/>
            </a:ln>
          </p:spPr>
        </p:cxnSp>
        <p:cxnSp>
          <p:nvCxnSpPr>
            <p:cNvPr id="1099" name="Google Shape;1099;p36"/>
            <p:cNvCxnSpPr/>
            <p:nvPr/>
          </p:nvCxnSpPr>
          <p:spPr>
            <a:xfrm rot="10800000">
              <a:off x="7482932" y="3876658"/>
              <a:ext cx="403768" cy="1"/>
            </a:xfrm>
            <a:prstGeom prst="straightConnector1">
              <a:avLst/>
            </a:prstGeom>
            <a:noFill/>
            <a:ln w="38100" cap="flat" cmpd="sng">
              <a:solidFill>
                <a:srgbClr val="595959"/>
              </a:solidFill>
              <a:prstDash val="solid"/>
              <a:miter lim="800000"/>
              <a:headEnd type="none" w="sm" len="sm"/>
              <a:tailEnd type="stealth" w="med" len="med"/>
            </a:ln>
          </p:spPr>
        </p:cxnSp>
        <p:cxnSp>
          <p:nvCxnSpPr>
            <p:cNvPr id="1100" name="Google Shape;1100;p36"/>
            <p:cNvCxnSpPr/>
            <p:nvPr/>
          </p:nvCxnSpPr>
          <p:spPr>
            <a:xfrm rot="10800000">
              <a:off x="7482932" y="4710445"/>
              <a:ext cx="403768" cy="1"/>
            </a:xfrm>
            <a:prstGeom prst="straightConnector1">
              <a:avLst/>
            </a:prstGeom>
            <a:noFill/>
            <a:ln w="38100" cap="flat" cmpd="sng">
              <a:solidFill>
                <a:srgbClr val="595959"/>
              </a:solidFill>
              <a:prstDash val="solid"/>
              <a:miter lim="800000"/>
              <a:headEnd type="none" w="sm" len="sm"/>
              <a:tailEnd type="stealth" w="med" len="med"/>
            </a:ln>
          </p:spPr>
        </p:cxnSp>
        <p:cxnSp>
          <p:nvCxnSpPr>
            <p:cNvPr id="1101" name="Google Shape;1101;p36"/>
            <p:cNvCxnSpPr/>
            <p:nvPr/>
          </p:nvCxnSpPr>
          <p:spPr>
            <a:xfrm rot="10800000">
              <a:off x="9085526" y="5606953"/>
              <a:ext cx="403768" cy="1"/>
            </a:xfrm>
            <a:prstGeom prst="straightConnector1">
              <a:avLst/>
            </a:prstGeom>
            <a:noFill/>
            <a:ln w="38100" cap="flat" cmpd="sng">
              <a:solidFill>
                <a:srgbClr val="595959"/>
              </a:solidFill>
              <a:prstDash val="solid"/>
              <a:miter lim="800000"/>
              <a:headEnd type="none" w="sm" len="sm"/>
              <a:tailEnd type="stealth" w="med" len="med"/>
            </a:ln>
          </p:spPr>
        </p:cxnSp>
        <p:cxnSp>
          <p:nvCxnSpPr>
            <p:cNvPr id="1102" name="Google Shape;1102;p36"/>
            <p:cNvCxnSpPr>
              <a:stCxn id="1093" idx="6"/>
            </p:cNvCxnSpPr>
            <p:nvPr/>
          </p:nvCxnSpPr>
          <p:spPr>
            <a:xfrm>
              <a:off x="5029200" y="3922642"/>
              <a:ext cx="2036400" cy="0"/>
            </a:xfrm>
            <a:prstGeom prst="straightConnector1">
              <a:avLst/>
            </a:prstGeom>
            <a:noFill/>
            <a:ln w="19050" cap="flat" cmpd="sng">
              <a:solidFill>
                <a:srgbClr val="595959"/>
              </a:solidFill>
              <a:prstDash val="solid"/>
              <a:miter lim="800000"/>
              <a:headEnd type="none" w="sm" len="sm"/>
              <a:tailEnd type="none" w="sm" len="sm"/>
            </a:ln>
          </p:spPr>
        </p:cxnSp>
        <p:sp>
          <p:nvSpPr>
            <p:cNvPr id="1103" name="Google Shape;1103;p36"/>
            <p:cNvSpPr/>
            <p:nvPr/>
          </p:nvSpPr>
          <p:spPr>
            <a:xfrm>
              <a:off x="5844540" y="3063240"/>
              <a:ext cx="1219200" cy="861603"/>
            </a:xfrm>
            <a:custGeom>
              <a:avLst/>
              <a:gdLst/>
              <a:ahLst/>
              <a:cxnLst/>
              <a:rect l="l" t="t" r="r" b="b"/>
              <a:pathLst>
                <a:path w="1219200" h="861603" extrusionOk="0">
                  <a:moveTo>
                    <a:pt x="1219200" y="0"/>
                  </a:moveTo>
                  <a:cubicBezTo>
                    <a:pt x="820420" y="12700"/>
                    <a:pt x="1397000" y="886460"/>
                    <a:pt x="0" y="861060"/>
                  </a:cubicBezTo>
                </a:path>
              </a:pathLst>
            </a:custGeom>
            <a:noFill/>
            <a:ln w="19050" cap="flat" cmpd="sng">
              <a:solidFill>
                <a:srgbClr val="5959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104" name="Google Shape;1104;p36"/>
            <p:cNvCxnSpPr>
              <a:stCxn id="1105" idx="6"/>
            </p:cNvCxnSpPr>
            <p:nvPr/>
          </p:nvCxnSpPr>
          <p:spPr>
            <a:xfrm rot="10800000" flipH="1">
              <a:off x="5029200" y="5586362"/>
              <a:ext cx="3622800" cy="6000"/>
            </a:xfrm>
            <a:prstGeom prst="straightConnector1">
              <a:avLst/>
            </a:prstGeom>
            <a:noFill/>
            <a:ln w="19050" cap="flat" cmpd="sng">
              <a:solidFill>
                <a:srgbClr val="595959"/>
              </a:solidFill>
              <a:prstDash val="solid"/>
              <a:miter lim="800000"/>
              <a:headEnd type="none" w="sm" len="sm"/>
              <a:tailEnd type="none" w="sm" len="sm"/>
            </a:ln>
          </p:spPr>
        </p:cxnSp>
        <p:sp>
          <p:nvSpPr>
            <p:cNvPr id="1106" name="Google Shape;1106;p36"/>
            <p:cNvSpPr/>
            <p:nvPr/>
          </p:nvSpPr>
          <p:spPr>
            <a:xfrm>
              <a:off x="5871375" y="4736916"/>
              <a:ext cx="2418588" cy="848667"/>
            </a:xfrm>
            <a:custGeom>
              <a:avLst/>
              <a:gdLst/>
              <a:ahLst/>
              <a:cxnLst/>
              <a:rect l="l" t="t" r="r" b="b"/>
              <a:pathLst>
                <a:path w="2418588" h="848667" extrusionOk="0">
                  <a:moveTo>
                    <a:pt x="2418588" y="837911"/>
                  </a:moveTo>
                  <a:cubicBezTo>
                    <a:pt x="1612591" y="828586"/>
                    <a:pt x="1845962" y="-76850"/>
                    <a:pt x="1436205" y="5265"/>
                  </a:cubicBezTo>
                  <a:cubicBezTo>
                    <a:pt x="735076" y="-75981"/>
                    <a:pt x="1549400" y="956275"/>
                    <a:pt x="0" y="839435"/>
                  </a:cubicBezTo>
                </a:path>
              </a:pathLst>
            </a:custGeom>
            <a:noFill/>
            <a:ln w="19050" cap="flat" cmpd="sng">
              <a:solidFill>
                <a:srgbClr val="5959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07" name="Google Shape;1107;p36"/>
            <p:cNvSpPr/>
            <p:nvPr/>
          </p:nvSpPr>
          <p:spPr>
            <a:xfrm>
              <a:off x="5417531" y="3713920"/>
              <a:ext cx="417443" cy="417443"/>
            </a:xfrm>
            <a:prstGeom prst="ellipse">
              <a:avLst/>
            </a:prstGeom>
            <a:solidFill>
              <a:srgbClr val="C4C4C4"/>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C1</a:t>
              </a:r>
              <a:endParaRPr sz="1400" b="0" i="0" u="none" strike="noStrike" cap="none">
                <a:solidFill>
                  <a:schemeClr val="dk1"/>
                </a:solidFill>
                <a:latin typeface="Arial"/>
                <a:ea typeface="Arial"/>
                <a:cs typeface="Arial"/>
                <a:sym typeface="Arial"/>
              </a:endParaRPr>
            </a:p>
          </p:txBody>
        </p:sp>
        <p:sp>
          <p:nvSpPr>
            <p:cNvPr id="1108" name="Google Shape;1108;p36"/>
            <p:cNvSpPr/>
            <p:nvPr/>
          </p:nvSpPr>
          <p:spPr>
            <a:xfrm>
              <a:off x="7057776" y="3702800"/>
              <a:ext cx="417443" cy="417443"/>
            </a:xfrm>
            <a:prstGeom prst="ellipse">
              <a:avLst/>
            </a:prstGeom>
            <a:solidFill>
              <a:srgbClr val="6FCF97"/>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C2</a:t>
              </a:r>
              <a:endParaRPr sz="1400" b="0" i="0" u="none" strike="noStrike" cap="none">
                <a:solidFill>
                  <a:schemeClr val="dk1"/>
                </a:solidFill>
                <a:latin typeface="Arial"/>
                <a:ea typeface="Arial"/>
                <a:cs typeface="Arial"/>
                <a:sym typeface="Arial"/>
              </a:endParaRPr>
            </a:p>
          </p:txBody>
        </p:sp>
        <p:sp>
          <p:nvSpPr>
            <p:cNvPr id="1109" name="Google Shape;1109;p36"/>
            <p:cNvSpPr/>
            <p:nvPr/>
          </p:nvSpPr>
          <p:spPr>
            <a:xfrm>
              <a:off x="7050065" y="2860803"/>
              <a:ext cx="417443" cy="417443"/>
            </a:xfrm>
            <a:prstGeom prst="ellipse">
              <a:avLst/>
            </a:prstGeom>
            <a:solidFill>
              <a:srgbClr val="C4C4C4"/>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C3</a:t>
              </a:r>
              <a:endParaRPr sz="1400" b="0" i="0" u="none" strike="noStrike" cap="none">
                <a:solidFill>
                  <a:schemeClr val="dk1"/>
                </a:solidFill>
                <a:latin typeface="Arial"/>
                <a:ea typeface="Arial"/>
                <a:cs typeface="Arial"/>
                <a:sym typeface="Arial"/>
              </a:endParaRPr>
            </a:p>
          </p:txBody>
        </p:sp>
        <p:sp>
          <p:nvSpPr>
            <p:cNvPr id="1110" name="Google Shape;1110;p36"/>
            <p:cNvSpPr/>
            <p:nvPr/>
          </p:nvSpPr>
          <p:spPr>
            <a:xfrm>
              <a:off x="8611886" y="5409439"/>
              <a:ext cx="417443" cy="417443"/>
            </a:xfrm>
            <a:prstGeom prst="ellipse">
              <a:avLst/>
            </a:prstGeom>
            <a:solidFill>
              <a:srgbClr val="6FCF97"/>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C2</a:t>
              </a:r>
              <a:endParaRPr sz="1400" b="0" i="0" u="none" strike="noStrike" cap="none">
                <a:solidFill>
                  <a:schemeClr val="dk1"/>
                </a:solidFill>
                <a:latin typeface="Arial"/>
                <a:ea typeface="Arial"/>
                <a:cs typeface="Arial"/>
                <a:sym typeface="Arial"/>
              </a:endParaRPr>
            </a:p>
          </p:txBody>
        </p:sp>
        <p:sp>
          <p:nvSpPr>
            <p:cNvPr id="1105" name="Google Shape;1105;p36"/>
            <p:cNvSpPr/>
            <p:nvPr/>
          </p:nvSpPr>
          <p:spPr>
            <a:xfrm>
              <a:off x="4611757" y="5383640"/>
              <a:ext cx="417443" cy="417443"/>
            </a:xfrm>
            <a:prstGeom prst="ellipse">
              <a:avLst/>
            </a:prstGeom>
            <a:solidFill>
              <a:srgbClr val="C4C4C4"/>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CO</a:t>
              </a:r>
              <a:endParaRPr/>
            </a:p>
          </p:txBody>
        </p:sp>
        <p:sp>
          <p:nvSpPr>
            <p:cNvPr id="1111" name="Google Shape;1111;p36"/>
            <p:cNvSpPr/>
            <p:nvPr/>
          </p:nvSpPr>
          <p:spPr>
            <a:xfrm>
              <a:off x="5417531" y="5383640"/>
              <a:ext cx="417443" cy="417443"/>
            </a:xfrm>
            <a:prstGeom prst="ellipse">
              <a:avLst/>
            </a:prstGeom>
            <a:solidFill>
              <a:srgbClr val="C4C4C4"/>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C1</a:t>
              </a:r>
              <a:endParaRPr sz="1400" b="0" i="0" u="none" strike="noStrike" cap="none">
                <a:solidFill>
                  <a:schemeClr val="dk1"/>
                </a:solidFill>
                <a:latin typeface="Arial"/>
                <a:ea typeface="Arial"/>
                <a:cs typeface="Arial"/>
                <a:sym typeface="Arial"/>
              </a:endParaRPr>
            </a:p>
          </p:txBody>
        </p:sp>
        <p:sp>
          <p:nvSpPr>
            <p:cNvPr id="1112" name="Google Shape;1112;p36"/>
            <p:cNvSpPr/>
            <p:nvPr/>
          </p:nvSpPr>
          <p:spPr>
            <a:xfrm>
              <a:off x="7050065" y="4530523"/>
              <a:ext cx="417443" cy="417443"/>
            </a:xfrm>
            <a:prstGeom prst="ellipse">
              <a:avLst/>
            </a:prstGeom>
            <a:solidFill>
              <a:srgbClr val="C4C4C4"/>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C3</a:t>
              </a:r>
              <a:endParaRPr sz="1400" b="0" i="0" u="none" strike="noStrike" cap="none">
                <a:solidFill>
                  <a:schemeClr val="dk1"/>
                </a:solidFill>
                <a:latin typeface="Arial"/>
                <a:ea typeface="Arial"/>
                <a:cs typeface="Arial"/>
                <a:sym typeface="Arial"/>
              </a:endParaRPr>
            </a:p>
          </p:txBody>
        </p:sp>
        <p:sp>
          <p:nvSpPr>
            <p:cNvPr id="1113" name="Google Shape;1113;p36"/>
            <p:cNvSpPr/>
            <p:nvPr/>
          </p:nvSpPr>
          <p:spPr>
            <a:xfrm>
              <a:off x="7050065" y="5387318"/>
              <a:ext cx="417443" cy="417443"/>
            </a:xfrm>
            <a:prstGeom prst="ellipse">
              <a:avLst/>
            </a:prstGeom>
            <a:solidFill>
              <a:srgbClr val="C4C4C4"/>
            </a:solidFill>
            <a:ln w="19050" cap="flat" cmpd="sng">
              <a:solidFill>
                <a:srgbClr val="171616"/>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C4</a:t>
              </a:r>
              <a:endParaRPr sz="1400" b="0" i="0" u="none" strike="noStrike" cap="none">
                <a:solidFill>
                  <a:schemeClr val="dk1"/>
                </a:solidFill>
                <a:latin typeface="Arial"/>
                <a:ea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3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19" name="Google Shape;1119;p37"/>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Which version control system has an intuitive interface and is valued for its simplicity?</a:t>
            </a:r>
            <a:endParaRPr/>
          </a:p>
          <a:p>
            <a:pPr marL="342900" lvl="0" indent="-228600" algn="l" rtl="0">
              <a:lnSpc>
                <a:spcPct val="90000"/>
              </a:lnSpc>
              <a:spcBef>
                <a:spcPts val="1000"/>
              </a:spcBef>
              <a:spcAft>
                <a:spcPts val="0"/>
              </a:spcAft>
              <a:buClr>
                <a:schemeClr val="dk1"/>
              </a:buClr>
              <a:buSzPts val="1800"/>
              <a:buFont typeface="Calibri"/>
              <a:buNone/>
            </a:pP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Git</a:t>
            </a:r>
            <a:endParaRPr b="1"/>
          </a:p>
          <a:p>
            <a:pPr marL="804863" lvl="1" indent="-447675" algn="l" rtl="0">
              <a:lnSpc>
                <a:spcPct val="90000"/>
              </a:lnSpc>
              <a:spcBef>
                <a:spcPts val="500"/>
              </a:spcBef>
              <a:spcAft>
                <a:spcPts val="0"/>
              </a:spcAft>
              <a:buClr>
                <a:schemeClr val="dk1"/>
              </a:buClr>
              <a:buSzPts val="1800"/>
              <a:buFont typeface="Calibri"/>
              <a:buAutoNum type="alphaUcPeriod"/>
            </a:pPr>
            <a:r>
              <a:rPr lang="en" b="1"/>
              <a:t>SVN (Subversion)</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Mercurial</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CVS (Concurrent Versions System)</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45"/>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86" name="Google Shape;1186;p45"/>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Which command creates a new branch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latin typeface="Courier New"/>
                <a:ea typeface="Courier New"/>
                <a:cs typeface="Courier New"/>
                <a:sym typeface="Courier New"/>
              </a:rPr>
              <a:t>git create-branch</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latin typeface="Courier New"/>
                <a:ea typeface="Courier New"/>
                <a:cs typeface="Courier New"/>
                <a:sym typeface="Courier New"/>
              </a:rPr>
              <a:t>git branch-create</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latin typeface="Courier New"/>
                <a:ea typeface="Courier New"/>
                <a:cs typeface="Courier New"/>
                <a:sym typeface="Courier New"/>
              </a:rPr>
              <a:t>git new-branch</a:t>
            </a:r>
            <a:endParaRPr/>
          </a:p>
          <a:p>
            <a:pPr marL="800100" lvl="1" indent="-342900" algn="l" rtl="0">
              <a:lnSpc>
                <a:spcPct val="90000"/>
              </a:lnSpc>
              <a:spcBef>
                <a:spcPts val="500"/>
              </a:spcBef>
              <a:spcAft>
                <a:spcPts val="0"/>
              </a:spcAft>
              <a:buClr>
                <a:schemeClr val="dk1"/>
              </a:buClr>
              <a:buSzPts val="1800"/>
              <a:buFont typeface="Calibri"/>
              <a:buAutoNum type="alphaUcPeriod"/>
            </a:pPr>
            <a:r>
              <a:rPr lang="en" b="1">
                <a:latin typeface="Courier New"/>
                <a:ea typeface="Courier New"/>
                <a:cs typeface="Courier New"/>
                <a:sym typeface="Courier New"/>
              </a:rPr>
              <a:t>git branch</a:t>
            </a: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4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92" name="Google Shape;1192;p46"/>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2"/>
            </a:pPr>
            <a:r>
              <a:rPr lang="en"/>
              <a:t>What is the purpose of the main or master branch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store backup code</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represent the stable version of the project</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track experimental changes</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To create new features</a:t>
            </a: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197" name="Google Shape;1197;p4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98" name="Google Shape;1198;p47"/>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3"/>
            </a:pPr>
            <a:r>
              <a:rPr lang="en"/>
              <a:t>What does a fast-forward merge mean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1325" algn="l" rtl="0">
              <a:lnSpc>
                <a:spcPct val="90000"/>
              </a:lnSpc>
              <a:spcBef>
                <a:spcPts val="500"/>
              </a:spcBef>
              <a:spcAft>
                <a:spcPts val="0"/>
              </a:spcAft>
              <a:buClr>
                <a:schemeClr val="dk1"/>
              </a:buClr>
              <a:buSzPts val="1800"/>
              <a:buFont typeface="Calibri"/>
              <a:buAutoNum type="alphaUcPeriod"/>
            </a:pPr>
            <a:r>
              <a:rPr lang="en" b="1"/>
              <a:t>Merging without checking for conflicts</a:t>
            </a:r>
            <a:endParaRPr/>
          </a:p>
          <a:p>
            <a:pPr marL="800100" lvl="1" indent="-441325" algn="l" rtl="0">
              <a:lnSpc>
                <a:spcPct val="90000"/>
              </a:lnSpc>
              <a:spcBef>
                <a:spcPts val="500"/>
              </a:spcBef>
              <a:spcAft>
                <a:spcPts val="0"/>
              </a:spcAft>
              <a:buClr>
                <a:schemeClr val="dk1"/>
              </a:buClr>
              <a:buSzPts val="1800"/>
              <a:buFont typeface="Calibri"/>
              <a:buAutoNum type="alphaUcPeriod"/>
            </a:pPr>
            <a:r>
              <a:rPr lang="en" b="1"/>
              <a:t>Merging with lightning speed</a:t>
            </a:r>
            <a:endParaRPr/>
          </a:p>
          <a:p>
            <a:pPr marL="800100" lvl="1" indent="-441325" algn="l" rtl="0">
              <a:lnSpc>
                <a:spcPct val="90000"/>
              </a:lnSpc>
              <a:spcBef>
                <a:spcPts val="500"/>
              </a:spcBef>
              <a:spcAft>
                <a:spcPts val="0"/>
              </a:spcAft>
              <a:buClr>
                <a:schemeClr val="dk1"/>
              </a:buClr>
              <a:buSzPts val="1800"/>
              <a:buFont typeface="Calibri"/>
              <a:buAutoNum type="alphaUcPeriod"/>
            </a:pPr>
            <a:r>
              <a:rPr lang="en" b="1"/>
              <a:t>Merging changes from a branch without creating a new commit</a:t>
            </a:r>
            <a:endParaRPr/>
          </a:p>
          <a:p>
            <a:pPr marL="800100" lvl="1" indent="-441325" algn="l" rtl="0">
              <a:lnSpc>
                <a:spcPct val="90000"/>
              </a:lnSpc>
              <a:spcBef>
                <a:spcPts val="500"/>
              </a:spcBef>
              <a:spcAft>
                <a:spcPts val="0"/>
              </a:spcAft>
              <a:buClr>
                <a:schemeClr val="dk1"/>
              </a:buClr>
              <a:buSzPts val="1800"/>
              <a:buFont typeface="Calibri"/>
              <a:buAutoNum type="alphaUcPeriod"/>
            </a:pPr>
            <a:r>
              <a:rPr lang="en" b="1"/>
              <a:t>Merging branches after resolving conflicts</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4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800"/>
              <a:buFont typeface="Arial"/>
              <a:buNone/>
            </a:pPr>
            <a:r>
              <a:rPr lang="en"/>
              <a:t>In a nutshell, we learnt:</a:t>
            </a:r>
            <a:endParaRPr/>
          </a:p>
        </p:txBody>
      </p:sp>
      <p:sp>
        <p:nvSpPr>
          <p:cNvPr id="1204" name="Google Shape;1204;p48"/>
          <p:cNvSpPr txBox="1">
            <a:spLocks noGrp="1"/>
          </p:cNvSpPr>
          <p:nvPr>
            <p:ph type="body" idx="1"/>
          </p:nvPr>
        </p:nvSpPr>
        <p:spPr>
          <a:xfrm>
            <a:off x="6213475" y="1966913"/>
            <a:ext cx="5286375" cy="3749675"/>
          </a:xfrm>
          <a:prstGeom prst="rect">
            <a:avLst/>
          </a:prstGeom>
          <a:noFill/>
          <a:ln>
            <a:noFill/>
          </a:ln>
        </p:spPr>
        <p:txBody>
          <a:bodyPr spcFirstLastPara="1" wrap="square" lIns="91425" tIns="45700" rIns="91425" bIns="45700" anchor="t" anchorCtr="0">
            <a:noAutofit/>
          </a:bodyPr>
          <a:lstStyle/>
          <a:p>
            <a:pPr marL="285750" lvl="1" indent="-285750" algn="l" rtl="0">
              <a:lnSpc>
                <a:spcPct val="100000"/>
              </a:lnSpc>
              <a:spcBef>
                <a:spcPts val="0"/>
              </a:spcBef>
              <a:spcAft>
                <a:spcPts val="0"/>
              </a:spcAft>
              <a:buClr>
                <a:schemeClr val="dk1"/>
              </a:buClr>
              <a:buSzPts val="1800"/>
              <a:buFont typeface="Arial"/>
              <a:buChar char="•"/>
            </a:pPr>
            <a:r>
              <a:rPr lang="en"/>
              <a:t>Recall the foundational Git commands, such as init to start a repository and commit to record changes, ensuring the project's history is preserved.</a:t>
            </a:r>
            <a:endParaRPr/>
          </a:p>
          <a:p>
            <a:pPr marL="285750" lvl="1" indent="-285750" algn="l" rtl="0">
              <a:lnSpc>
                <a:spcPct val="100000"/>
              </a:lnSpc>
              <a:spcBef>
                <a:spcPts val="0"/>
              </a:spcBef>
              <a:spcAft>
                <a:spcPts val="0"/>
              </a:spcAft>
              <a:buClr>
                <a:schemeClr val="dk1"/>
              </a:buClr>
              <a:buSzPts val="1800"/>
              <a:buFont typeface="Arial"/>
              <a:buChar char="•"/>
            </a:pPr>
            <a:r>
              <a:rPr lang="en"/>
              <a:t>Grasp the purpose of Git commands like add and status in tracking and staging changes, comprehending their roles in daily project operations.</a:t>
            </a:r>
            <a:endParaRPr/>
          </a:p>
          <a:p>
            <a:pPr marL="285750" lvl="1" indent="-285750" algn="l" rtl="0">
              <a:lnSpc>
                <a:spcPct val="100000"/>
              </a:lnSpc>
              <a:spcBef>
                <a:spcPts val="0"/>
              </a:spcBef>
              <a:spcAft>
                <a:spcPts val="0"/>
              </a:spcAft>
              <a:buClr>
                <a:schemeClr val="dk1"/>
              </a:buClr>
              <a:buSzPts val="1800"/>
              <a:buFont typeface="Arial"/>
              <a:buChar char="•"/>
            </a:pPr>
            <a:r>
              <a:rPr lang="en"/>
              <a:t>Utilize branching and merging concepts to apply knowledge, enabling developers to work independently on specific tasks and later merge changes seamlessly into the main codebase.</a:t>
            </a:r>
            <a:endParaRPr/>
          </a:p>
          <a:p>
            <a:pPr marL="0" lvl="0" indent="0" algn="l" rtl="0">
              <a:lnSpc>
                <a:spcPct val="100000"/>
              </a:lnSpc>
              <a:spcBef>
                <a:spcPts val="0"/>
              </a:spcBef>
              <a:spcAft>
                <a:spcPts val="0"/>
              </a:spcAft>
              <a:buClr>
                <a:schemeClr val="dk1"/>
              </a:buClr>
              <a:buSzPts val="1800"/>
              <a:buFont typeface="Arial"/>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49"/>
          <p:cNvSpPr txBox="1">
            <a:spLocks noGrp="1"/>
          </p:cNvSpPr>
          <p:nvPr>
            <p:ph type="body" idx="1"/>
          </p:nvPr>
        </p:nvSpPr>
        <p:spPr>
          <a:xfrm>
            <a:off x="571925" y="2422525"/>
            <a:ext cx="11192181" cy="40005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 b="1"/>
              <a:t>Next Module 4:</a:t>
            </a:r>
            <a:r>
              <a:rPr lang="en"/>
              <a:t> </a:t>
            </a:r>
            <a:endParaRPr/>
          </a:p>
        </p:txBody>
      </p:sp>
    </p:spTree>
  </p:cSld>
  <p:clrMapOvr>
    <a:masterClrMapping/>
  </p:clrMapOvr>
</p:sld>
</file>

<file path=ppt/theme/theme1.xml><?xml version="1.0" encoding="utf-8"?>
<a:theme xmlns:a="http://schemas.openxmlformats.org/drawingml/2006/main" name="1_Office Theme">
  <a:themeElements>
    <a:clrScheme name="Digital_Mint">
      <a:dk1>
        <a:srgbClr val="000000"/>
      </a:dk1>
      <a:lt1>
        <a:srgbClr val="FFFFFF"/>
      </a:lt1>
      <a:dk2>
        <a:srgbClr val="44546A"/>
      </a:dk2>
      <a:lt2>
        <a:srgbClr val="E7E6E6"/>
      </a:lt2>
      <a:accent1>
        <a:srgbClr val="1CC083"/>
      </a:accent1>
      <a:accent2>
        <a:srgbClr val="96E2C0"/>
      </a:accent2>
      <a:accent3>
        <a:srgbClr val="56687C"/>
      </a:accent3>
      <a:accent4>
        <a:srgbClr val="44546A"/>
      </a:accent4>
      <a:accent5>
        <a:srgbClr val="1CC083"/>
      </a:accent5>
      <a:accent6>
        <a:srgbClr val="96E2C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10318</Words>
  <Application>Microsoft Office PowerPoint</Application>
  <PresentationFormat>Widescreen</PresentationFormat>
  <Paragraphs>1099</Paragraphs>
  <Slides>38</Slides>
  <Notes>38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38</vt:i4>
      </vt:variant>
    </vt:vector>
  </HeadingPairs>
  <TitlesOfParts>
    <vt:vector size="47" baseType="lpstr">
      <vt:lpstr>Arial</vt:lpstr>
      <vt:lpstr>Calibri</vt:lpstr>
      <vt:lpstr>Courier New</vt:lpstr>
      <vt:lpstr>Roboto Mono</vt:lpstr>
      <vt:lpstr>Open Sans</vt:lpstr>
      <vt:lpstr>Roboto</vt:lpstr>
      <vt:lpstr>Noto Sans Symbols</vt:lpstr>
      <vt:lpstr>1_Office Theme</vt:lpstr>
      <vt:lpstr>2_Custom Design</vt:lpstr>
      <vt:lpstr>PowerPoint Presentation</vt:lpstr>
      <vt:lpstr>Module Objective </vt:lpstr>
      <vt:lpstr> Git Workflow</vt:lpstr>
      <vt:lpstr>3.1.0 Git Workflow Overview  </vt:lpstr>
      <vt:lpstr>3.1.1 Initialization </vt:lpstr>
      <vt:lpstr>3.1.2 Staging Changes</vt:lpstr>
      <vt:lpstr>3.1.3 Commiting Changes</vt:lpstr>
      <vt:lpstr>3.1.4 Branching</vt:lpstr>
      <vt:lpstr>3.1.5 Merging</vt:lpstr>
      <vt:lpstr>3.1.6 Conflict Resolution</vt:lpstr>
      <vt:lpstr>3.1.7 Pushing and Pulling Changes in Git</vt:lpstr>
      <vt:lpstr>3.1.7 Pushing and Pulling Changes in Git</vt:lpstr>
      <vt:lpstr>3.1.7 Pushing and Pulling Changes in Git</vt:lpstr>
      <vt:lpstr>3.1.8 Version History</vt:lpstr>
      <vt:lpstr>3.1.9 Continuous Iteration</vt:lpstr>
      <vt:lpstr>What did you grasp? </vt:lpstr>
      <vt:lpstr>What did you grasp?  </vt:lpstr>
      <vt:lpstr>What did you grasp?  </vt:lpstr>
      <vt:lpstr>What did you grasp?  </vt:lpstr>
      <vt:lpstr>3.2.1 How git init Work</vt:lpstr>
      <vt:lpstr>3.2.1 Examples of Git init Contd..</vt:lpstr>
      <vt:lpstr>3.2.1 Examples of Git init</vt:lpstr>
      <vt:lpstr>3.2.2 git add Command</vt:lpstr>
      <vt:lpstr>3.2.2 Git add Examples</vt:lpstr>
      <vt:lpstr>3.2.3 git status Command</vt:lpstr>
      <vt:lpstr>3.2.3 Git status Examples</vt:lpstr>
      <vt:lpstr>What did you grasp?  </vt:lpstr>
      <vt:lpstr>What did you grasp?  </vt:lpstr>
      <vt:lpstr>What did you grasp?  </vt:lpstr>
      <vt:lpstr>3.3.1 Branching in Git Contd.. </vt:lpstr>
      <vt:lpstr>3.3.1 Branching in Git </vt:lpstr>
      <vt:lpstr>3.3.2 Merging in Git</vt:lpstr>
      <vt:lpstr>What did you grasp?  </vt:lpstr>
      <vt:lpstr>What did you grasp?  </vt:lpstr>
      <vt:lpstr>What did you grasp?  </vt:lpstr>
      <vt:lpstr>What did you grasp?  </vt:lpstr>
      <vt:lpstr>In a nutshell, we learnt: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Rashid</dc:creator>
  <cp:lastModifiedBy>Arjun Arora</cp:lastModifiedBy>
  <cp:revision>6</cp:revision>
  <dcterms:modified xsi:type="dcterms:W3CDTF">2025-04-07T10:56:56Z</dcterms:modified>
</cp:coreProperties>
</file>