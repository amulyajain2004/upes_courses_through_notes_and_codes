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21" d="100"/>
          <a:sy n="121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7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65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5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12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11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9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4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505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5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2146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32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80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8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12541-6665-FC43-A3A7-1B26C83D1DE3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9ABBE9-1DA2-514C-A8AA-71E93DD9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3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A34A6-6422-3033-0DA1-DC97881B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E2D60-C3D9-48E8-52DC-173BC5DA5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 cloud-based load balancer uses the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IP Hashing algorithm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to distribute incoming client requests among a pool of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6 backend servers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labeled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S0 to S5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 The algorithm works by converting the client’s IP address into a numeric form and applying the following formula:</a:t>
            </a:r>
          </a:p>
          <a:p>
            <a:r>
              <a:rPr lang="en-IN" b="1" dirty="0"/>
              <a:t>Server Index</a:t>
            </a:r>
            <a:r>
              <a:rPr lang="en-IN" dirty="0"/>
              <a:t> = (∑ of IP address bytes) </a:t>
            </a:r>
            <a:r>
              <a:rPr lang="en-IN" b="1" dirty="0"/>
              <a:t>mod N</a:t>
            </a:r>
            <a:endParaRPr lang="en-IN" dirty="0"/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Where: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IP address bytes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are the four octets of the IP address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is the total number of servers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The client IP address is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10.0.15.200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  <a:br>
              <a:rPr lang="en-IN" b="0" i="0" u="none" strike="noStrike" dirty="0">
                <a:solidFill>
                  <a:srgbClr val="000000"/>
                </a:solidFill>
                <a:effectLst/>
              </a:rPr>
            </a:b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Use the IP Hashing algorithm to determine which server (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S0 to S5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) will handle the request.</a:t>
            </a:r>
          </a:p>
        </p:txBody>
      </p:sp>
    </p:spTree>
    <p:extLst>
      <p:ext uri="{BB962C8B-B14F-4D97-AF65-F5344CB8AC3E}">
        <p14:creationId xmlns:p14="http://schemas.microsoft.com/office/powerpoint/2010/main" val="156385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464CC-0F52-E95E-9B60-3F17A561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83CD7-9711-AE59-79D3-BE4DBD278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Step 1: Break down the IP address into bytes</a:t>
            </a:r>
          </a:p>
          <a:p>
            <a:pPr algn="l"/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The IP address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10.0.15.200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consists of the following four octets: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15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200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27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4DEB-2297-E2F8-0893-8272AA92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E508F-7C79-40D5-C329-C8BBC9A49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Step 2: Add the bytes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10+0+15+200=22510+0+15+200=225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Step 3: Apply the modulo operation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225mod  6=3225mod6=3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Final Answer: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The server that will handle the request is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S3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6899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9117-AFD4-9C97-CD2E-0E15AE9C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BAF0D-1B42-8AAC-37BA-8B00A0B2E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 cloud provider offers a monthly SLA of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99.9% availability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 If the service experiences downtime beyond the allowed limit, a penalty of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2% service credit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is applied for each additional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full 60 minutes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of downtime, capped at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10%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of the monthly bill.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For a 31-day month: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The total recorded downtime is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300 minutes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The monthly service cost is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$6,500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a)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Calculate the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maximum allowed downtime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under the SLA.</a:t>
            </a:r>
            <a:br>
              <a:rPr lang="en-IN" b="0" i="0" u="none" strike="noStrike" dirty="0">
                <a:solidFill>
                  <a:srgbClr val="000000"/>
                </a:solidFill>
                <a:effectLst/>
              </a:rPr>
            </a:b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b)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Determine the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total penalty credit (in dollars)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the customer is eligible for.</a:t>
            </a:r>
          </a:p>
        </p:txBody>
      </p:sp>
    </p:spTree>
    <p:extLst>
      <p:ext uri="{BB962C8B-B14F-4D97-AF65-F5344CB8AC3E}">
        <p14:creationId xmlns:p14="http://schemas.microsoft.com/office/powerpoint/2010/main" val="1888196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C9F5-50CF-0A7F-73CB-57ABA09F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(a) Calculate the maximum allowed downtime under the SLA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90D99-C471-01FE-CFD2-774DBEAC6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dirty="0">
                <a:solidFill>
                  <a:srgbClr val="000000"/>
                </a:solidFill>
              </a:rPr>
              <a:t>C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alculate the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total number of minutes in a 31-day month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31 days×24 hours/day×60 minutes/hour=44,640 minutes31 days×24 hours/day×60 minutes/hour=44,640 minutes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SLA allows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99.9% uptime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 so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0.1% downtime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is allowed: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Allowed downtime=0.1% of 44,640=0.1100×44,640=44.64 minutes(Answer)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249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A35D-6D7C-7BAC-5296-AD2B96B4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(b) Determine the total penalty credit (in dollars)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D1718-7765-D54A-9A23-384E68C5E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Calculate excess downtime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Excess downtime=300−44.64=255.36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minutesExcess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downtime=300−44.64=255.36 minutes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We count only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full 60-minute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blocks of downtime for penalty: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4 full blocks</a:t>
            </a:r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Each block =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2%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credit</a:t>
            </a:r>
            <a:br>
              <a:rPr lang="en-IN" dirty="0"/>
            </a:b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Total credit = 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4×2%=8%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39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7E7A-9292-3F62-CFC7-BED6046CA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D380E-9479-DA25-BC5A-5F63B1E68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Apply the penalty cap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Maximum allowable penalty = 10% of $6,500:</a:t>
            </a:r>
          </a:p>
          <a:p>
            <a:pPr algn="l"/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0.10×6,500=6500</a:t>
            </a:r>
          </a:p>
          <a:p>
            <a:pPr algn="l"/>
            <a:r>
              <a:rPr lang="en-IN" dirty="0">
                <a:solidFill>
                  <a:srgbClr val="000000"/>
                </a:solidFill>
              </a:rPr>
              <a:t>0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.10×6,500=650</a:t>
            </a:r>
          </a:p>
          <a:p>
            <a:pPr algn="l"/>
            <a:endParaRPr lang="en-IN" dirty="0">
              <a:solidFill>
                <a:srgbClr val="000000"/>
              </a:solidFill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Our calculated penalty is 8% of $6,500: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0.08×6,500=$520 (Answer)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106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260AB-8870-CCA8-0CCC-C99AF39E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23AFA-8CEE-8289-93C9-E7C2E5FAF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 cloud provider promises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99.9% availability per year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a)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Calculate the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maximum downtime allowed in hours per year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  <a:br>
              <a:rPr lang="en-IN" b="0" i="0" u="none" strike="noStrike" dirty="0">
                <a:solidFill>
                  <a:srgbClr val="000000"/>
                </a:solidFill>
                <a:effectLst/>
              </a:rPr>
            </a:b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b)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A system has a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Mean Time Between Failure (MTBF) = 5,000 hours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Mean Time to Repair (MTTR) = 2 hours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  <a:br>
              <a:rPr lang="en-IN" b="0" i="0" u="none" strike="noStrike" dirty="0">
                <a:solidFill>
                  <a:srgbClr val="000000"/>
                </a:solidFill>
                <a:effectLst/>
              </a:rPr>
            </a:b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Calculate the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system's availability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827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A3A5-102E-54BA-5D4C-74457B10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(a) Calculate the maximum downtime allowed in hours per year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B539E-7D3D-80D0-C0A1-0910C560B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Total time in a year =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365 days×24 hours/day=8,760 hours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SLA availability =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99.9%</a:t>
            </a:r>
            <a:br>
              <a:rPr lang="en-IN" b="0" i="0" u="none" strike="noStrike" dirty="0">
                <a:solidFill>
                  <a:srgbClr val="000000"/>
                </a:solidFill>
                <a:effectLst/>
              </a:rPr>
            </a:b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Allowed downtime: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Downtime=(1−0.999)×8,760= 0.001×8,760= 8.76 hours (Answer)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315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43B9-1B04-D555-B9E5-1B38E6535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(b) Calculate the system's availability using MTBF and MTTR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0AB0A-17E0-56F7-2B8C-156003B2D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Availability = (MTBF)/(MTBF+MTTR) = (5000/(5000+2)) x 100%</a:t>
            </a:r>
          </a:p>
          <a:p>
            <a:r>
              <a:rPr lang="en-IN">
                <a:solidFill>
                  <a:srgbClr val="000000"/>
                </a:solidFill>
              </a:rPr>
              <a:t>=99.96%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4605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{0DBC9465-C6FA-1948-B936-66CC95CDA27D}tf10001060</Template>
  <TotalTime>24</TotalTime>
  <Words>561</Words>
  <Application>Microsoft Macintosh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-webkit-standard</vt:lpstr>
      <vt:lpstr>Arial</vt:lpstr>
      <vt:lpstr>Trebuchet MS</vt:lpstr>
      <vt:lpstr>Wingdings 3</vt:lpstr>
      <vt:lpstr>Facet</vt:lpstr>
      <vt:lpstr>Question</vt:lpstr>
      <vt:lpstr>PowerPoint Presentation</vt:lpstr>
      <vt:lpstr>PowerPoint Presentation</vt:lpstr>
      <vt:lpstr>Question</vt:lpstr>
      <vt:lpstr>(a) Calculate the maximum allowed downtime under the SLA</vt:lpstr>
      <vt:lpstr>(b) Determine the total penalty credit (in dollars)</vt:lpstr>
      <vt:lpstr>PowerPoint Presentation</vt:lpstr>
      <vt:lpstr>PowerPoint Presentation</vt:lpstr>
      <vt:lpstr>(a) Calculate the maximum downtime allowed in hours per year</vt:lpstr>
      <vt:lpstr>(b) Calculate the system's availability using MTBF and MTTR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Abhirup Khanna</dc:creator>
  <cp:lastModifiedBy>Abhirup Khanna</cp:lastModifiedBy>
  <cp:revision>3</cp:revision>
  <dcterms:created xsi:type="dcterms:W3CDTF">2025-04-24T09:07:14Z</dcterms:created>
  <dcterms:modified xsi:type="dcterms:W3CDTF">2025-04-24T09:31:37Z</dcterms:modified>
</cp:coreProperties>
</file>