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5" r:id="rId2"/>
    <p:sldId id="257" r:id="rId3"/>
    <p:sldId id="258" r:id="rId4"/>
    <p:sldId id="267" r:id="rId5"/>
    <p:sldId id="259" r:id="rId6"/>
    <p:sldId id="260" r:id="rId7"/>
    <p:sldId id="266" r:id="rId8"/>
    <p:sldId id="261" r:id="rId9"/>
    <p:sldId id="262" r:id="rId10"/>
    <p:sldId id="268" r:id="rId11"/>
    <p:sldId id="269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74"/>
  </p:normalViewPr>
  <p:slideViewPr>
    <p:cSldViewPr snapToGrid="0">
      <p:cViewPr varScale="1">
        <p:scale>
          <a:sx n="121" d="100"/>
          <a:sy n="121" d="100"/>
        </p:scale>
        <p:origin x="2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88BFA-BD54-C148-8020-FAB47131B7DA}" type="datetimeFigureOut">
              <a:rPr lang="en-US" smtClean="0"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8A354-EAE1-9D40-A77E-52C5BB841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600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88BFA-BD54-C148-8020-FAB47131B7DA}" type="datetimeFigureOut">
              <a:rPr lang="en-US" smtClean="0"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8A354-EAE1-9D40-A77E-52C5BB841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797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88BFA-BD54-C148-8020-FAB47131B7DA}" type="datetimeFigureOut">
              <a:rPr lang="en-US" smtClean="0"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8A354-EAE1-9D40-A77E-52C5BB841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031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88BFA-BD54-C148-8020-FAB47131B7DA}" type="datetimeFigureOut">
              <a:rPr lang="en-US" smtClean="0"/>
              <a:t>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8A354-EAE1-9D40-A77E-52C5BB841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172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88BFA-BD54-C148-8020-FAB47131B7DA}" type="datetimeFigureOut">
              <a:rPr lang="en-US" smtClean="0"/>
              <a:t>2/12/25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8A354-EAE1-9D40-A77E-52C5BB841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909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88BFA-BD54-C148-8020-FAB47131B7DA}" type="datetimeFigureOut">
              <a:rPr lang="en-US" smtClean="0"/>
              <a:t>2/12/25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8A354-EAE1-9D40-A77E-52C5BB841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083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88BFA-BD54-C148-8020-FAB47131B7DA}" type="datetimeFigureOut">
              <a:rPr lang="en-US" smtClean="0"/>
              <a:t>2/12/25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8A354-EAE1-9D40-A77E-52C5BB841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59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88BFA-BD54-C148-8020-FAB47131B7DA}" type="datetimeFigureOut">
              <a:rPr lang="en-US" smtClean="0"/>
              <a:t>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8A354-EAE1-9D40-A77E-52C5BB841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629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88BFA-BD54-C148-8020-FAB47131B7DA}" type="datetimeFigureOut">
              <a:rPr lang="en-US" smtClean="0"/>
              <a:t>2/12/25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8A354-EAE1-9D40-A77E-52C5BB841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9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88BFA-BD54-C148-8020-FAB47131B7DA}" type="datetimeFigureOut">
              <a:rPr lang="en-US" smtClean="0"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8A354-EAE1-9D40-A77E-52C5BB841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991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88BFA-BD54-C148-8020-FAB47131B7DA}" type="datetimeFigureOut">
              <a:rPr lang="en-US" smtClean="0"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8A354-EAE1-9D40-A77E-52C5BB841A2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17202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88BFA-BD54-C148-8020-FAB47131B7DA}" type="datetimeFigureOut">
              <a:rPr lang="en-US" smtClean="0"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8A354-EAE1-9D40-A77E-52C5BB841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826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88BFA-BD54-C148-8020-FAB47131B7DA}" type="datetimeFigureOut">
              <a:rPr lang="en-US" smtClean="0"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8A354-EAE1-9D40-A77E-52C5BB841A2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443807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88BFA-BD54-C148-8020-FAB47131B7DA}" type="datetimeFigureOut">
              <a:rPr lang="en-US" smtClean="0"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8A354-EAE1-9D40-A77E-52C5BB841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014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88BFA-BD54-C148-8020-FAB47131B7DA}" type="datetimeFigureOut">
              <a:rPr lang="en-US" smtClean="0"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8A354-EAE1-9D40-A77E-52C5BB841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672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88BFA-BD54-C148-8020-FAB47131B7DA}" type="datetimeFigureOut">
              <a:rPr lang="en-US" smtClean="0"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8A354-EAE1-9D40-A77E-52C5BB841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980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88BFA-BD54-C148-8020-FAB47131B7DA}" type="datetimeFigureOut">
              <a:rPr lang="en-US" smtClean="0"/>
              <a:t>2/12/25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8C8A354-EAE1-9D40-A77E-52C5BB841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18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6F3A6-485B-1EAC-1B9B-56FE667BE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Xen Hypervisor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1D214-7308-85AF-2AA8-2B7C09BCE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Xen is an open-source Type-1 (bare-metal) hypervisor that enables multiple operating systems (OSes) to run on the same physical hardware efficiently.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Developed by the Xen Project, a sub-project of the Linux Foundation, it is widely used in cloud computing, enterprise environments, and embedded systems.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Supports live migration of virtual machines (VMs) between physical servers without downtime.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Used in large-scale cloud platforms such as Amazon Web Services (AWS).</a:t>
            </a:r>
          </a:p>
        </p:txBody>
      </p:sp>
    </p:spTree>
    <p:extLst>
      <p:ext uri="{BB962C8B-B14F-4D97-AF65-F5344CB8AC3E}">
        <p14:creationId xmlns:p14="http://schemas.microsoft.com/office/powerpoint/2010/main" val="120327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6B415-036D-5DC2-A8F6-1CAC93F50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Xen Hypervisor Core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D1001-969F-4B3F-AF84-72D74F07E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Sits directly on the hardware and handles CPU scheduling, memory management, and I/O processing.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Supports paravirtualization (PV) and hardware-assisted virtualization (HVM).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Uses </a:t>
            </a:r>
            <a:r>
              <a:rPr lang="en-IN" b="1" dirty="0"/>
              <a:t>Virtual Machine Monitor (VMM)</a:t>
            </a:r>
            <a:r>
              <a:rPr lang="en-IN" dirty="0"/>
              <a:t> to manage guest VMs.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988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3A216-5FFC-33AF-309E-A1BF5C6D2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Domain 0 (Dom0)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802C5-1147-36BD-D7A7-6555C9083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A privileged virtual machine that runs on top of the Xen hypervisor.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Has direct access to hardware and manages other VMs.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Runs the Xen management tool stack (</a:t>
            </a:r>
            <a:r>
              <a:rPr lang="en-IN" dirty="0" err="1"/>
              <a:t>e.g.libvirt</a:t>
            </a:r>
            <a:r>
              <a:rPr lang="en-IN" dirty="0"/>
              <a:t>).</a:t>
            </a:r>
          </a:p>
          <a:p>
            <a:pPr algn="just"/>
            <a:endParaRPr lang="en-IN" dirty="0"/>
          </a:p>
          <a:p>
            <a:pPr algn="just"/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Since Xen is a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Type-1 hypervisor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it does not include built-in device drivers. </a:t>
            </a:r>
          </a:p>
          <a:p>
            <a:pPr algn="just"/>
            <a:endParaRPr lang="en-IN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algn="just"/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Instead,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Dom0 serves as the intermediary 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between guest VMs and physical hardware, making it crucial for system operation.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320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564DE-484D-EA4F-1999-E0004A2E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Domain 0 (Dom0)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DADDE-69D3-6925-E3F1-B03F3DF2C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 Dom0 (Domain 0) is a single, privileged VM that acts as the control domain and has exclusive access to hardware.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It manages the Xen hypervisor, controls VM lifecycle management, and provides device drivers for guest VMs (</a:t>
            </a:r>
            <a:r>
              <a:rPr lang="en-US" dirty="0" err="1"/>
              <a:t>DomU</a:t>
            </a:r>
            <a:r>
              <a:rPr lang="en-US" dirty="0"/>
              <a:t> instances).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It typically runs a lightweight Linux distribution (such as Debian, CentOS, or Alpine Linux).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902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DD43C-231F-2CD2-70A0-EEB2331C0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Domain U (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DomU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8DCB8-7D31-A089-7648-6AA4363A0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Unprivileged guest virtual machines running on Xen.</a:t>
            </a:r>
          </a:p>
          <a:p>
            <a:pPr algn="just"/>
            <a:endParaRPr lang="en-IN" dirty="0"/>
          </a:p>
          <a:p>
            <a:pPr algn="just"/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Unlike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Domain 0 (Dom0)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which has special privileges and direct access to hardware, 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DomU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operates under the control of the hypervisor and must rely on Dom0 for hardware access.</a:t>
            </a:r>
          </a:p>
          <a:p>
            <a:pPr algn="just"/>
            <a:endParaRPr lang="en-IN" dirty="0">
              <a:solidFill>
                <a:srgbClr val="000000"/>
              </a:solidFill>
              <a:latin typeface="-webkit-standard"/>
            </a:endParaRPr>
          </a:p>
          <a:p>
            <a:pPr algn="just"/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These VMs do not have direct access to physical resources like CPU, memory, or network interfaces; instead, they communicate with Dom0 through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Xen's frontend-backend driver model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for efficient virtualization.</a:t>
            </a:r>
            <a:endParaRPr lang="en-IN" dirty="0"/>
          </a:p>
          <a:p>
            <a:pPr algn="just"/>
            <a:endParaRPr lang="en-IN" dirty="0"/>
          </a:p>
          <a:p>
            <a:pPr algn="just"/>
            <a:r>
              <a:rPr lang="en-IN" dirty="0" err="1"/>
              <a:t>DomUs</a:t>
            </a:r>
            <a:r>
              <a:rPr lang="en-IN" dirty="0"/>
              <a:t> can be fully virtualized (HVM) or </a:t>
            </a:r>
            <a:r>
              <a:rPr lang="en-IN" dirty="0" err="1"/>
              <a:t>paravirtualized</a:t>
            </a:r>
            <a:r>
              <a:rPr lang="en-IN" dirty="0"/>
              <a:t> (PV).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443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0BD2-963C-FF3A-D2CB-1D8A133BA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Xen Backend &amp; Frontend Drivers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986C6-77E0-1F1F-72A9-95CB2C7DD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b="1" dirty="0"/>
              <a:t>Backend drivers</a:t>
            </a:r>
            <a:r>
              <a:rPr lang="en-IN" dirty="0"/>
              <a:t> (in Dom0) interact with physical hardware and provide I/O operations for guest VMs.</a:t>
            </a:r>
          </a:p>
          <a:p>
            <a:pPr algn="just"/>
            <a:endParaRPr lang="en-IN" b="1" dirty="0"/>
          </a:p>
          <a:p>
            <a:pPr algn="just"/>
            <a:r>
              <a:rPr lang="en-IN" b="1" dirty="0"/>
              <a:t>Frontend drivers</a:t>
            </a:r>
            <a:r>
              <a:rPr lang="en-IN" dirty="0"/>
              <a:t> (in </a:t>
            </a:r>
            <a:r>
              <a:rPr lang="en-IN" dirty="0" err="1"/>
              <a:t>DomU</a:t>
            </a:r>
            <a:r>
              <a:rPr lang="en-IN" dirty="0"/>
              <a:t>) communicate with backend drivers for optimized performance.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3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D9EDD-E7EE-72CF-0B68-A6BC35116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Hyper-V Hypervisor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FE56B-4E01-4539-9911-DDD4B4E46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Hyper-V is a Type-1 (bare-metal) hypervisor developed by Microsoft, designed to create and manage virtual machines (VMs) on Windows-based systems.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It is primarily used in enterprise environments for server virtualization, cloud computing, and desktop virtualization.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Allows running hypervisors inside Hyper-V VMs.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Hyper-V cannot run macOS—consider VMware Workstation or VirtualBox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Offers Hyper-V Virtual Switch for advanced networking.</a:t>
            </a:r>
          </a:p>
        </p:txBody>
      </p:sp>
    </p:spTree>
    <p:extLst>
      <p:ext uri="{BB962C8B-B14F-4D97-AF65-F5344CB8AC3E}">
        <p14:creationId xmlns:p14="http://schemas.microsoft.com/office/powerpoint/2010/main" val="3746803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12619-C331-53D7-865F-2EEAE9962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Hyper-V Hypervisor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3B06C-864C-5769-8A07-CF58FA01A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Runs directly on the hardware.</a:t>
            </a:r>
          </a:p>
          <a:p>
            <a:endParaRPr lang="en-IN" dirty="0"/>
          </a:p>
          <a:p>
            <a:r>
              <a:rPr lang="en-IN" dirty="0"/>
              <a:t>Provides CPU scheduling, memory management, and I/O control.</a:t>
            </a:r>
          </a:p>
          <a:p>
            <a:endParaRPr lang="en-IN" dirty="0"/>
          </a:p>
          <a:p>
            <a:r>
              <a:rPr lang="en-IN" dirty="0"/>
              <a:t>Hyper-V is tightly integrated with Windows and optimized for Windows-based virtualization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816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55E0C-1239-4A8F-2B58-3987725E6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Parent Partition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E1A30-0331-AB1F-0DD9-FCD2EA1F6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Windows OS instance with full access to hardware resources.</a:t>
            </a:r>
          </a:p>
          <a:p>
            <a:endParaRPr lang="en-IN" dirty="0"/>
          </a:p>
          <a:p>
            <a:r>
              <a:rPr lang="en-IN" dirty="0"/>
              <a:t>Manages child partitions and provides device emulation and VM services.</a:t>
            </a:r>
          </a:p>
          <a:p>
            <a:endParaRPr lang="en-IN" dirty="0"/>
          </a:p>
          <a:p>
            <a:r>
              <a:rPr lang="en-IN" dirty="0"/>
              <a:t>Uses </a:t>
            </a:r>
            <a:r>
              <a:rPr lang="en-IN" b="1" dirty="0"/>
              <a:t>Virtualization Service Provider (VSP)</a:t>
            </a:r>
            <a:r>
              <a:rPr lang="en-IN" dirty="0"/>
              <a:t> to handle I/O operations.</a:t>
            </a:r>
          </a:p>
          <a:p>
            <a:endParaRPr lang="en-IN" dirty="0"/>
          </a:p>
          <a:p>
            <a:r>
              <a:rPr lang="en-IN" dirty="0"/>
              <a:t>A privileged Windows OS instance that manages VMs and interacts with the hypervisor.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660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D2F67-A4B2-4D55-C650-BFA288E25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 Service Client (VSC)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F5E02-2564-CC3A-C376-9A912C87E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 Virtualization Service Client (VSC) resides inside the Guest OS of the virtual machine.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VSC is part of Hyper-V Integration Services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It works in conjunction with the Parent Partition.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VSC enables guest VMs to access host hardware resources such as network, storage, and graphics without requiring direct hardware access.</a:t>
            </a:r>
          </a:p>
        </p:txBody>
      </p:sp>
    </p:spTree>
    <p:extLst>
      <p:ext uri="{BB962C8B-B14F-4D97-AF65-F5344CB8AC3E}">
        <p14:creationId xmlns:p14="http://schemas.microsoft.com/office/powerpoint/2010/main" val="1014946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99FDD-24B8-92C5-A6B1-8AB056231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 Service Clients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75230-B33C-8719-AA26-F89623A9B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VSC: Provides network access to the VM via the Hyper-V virtual switch</a:t>
            </a:r>
          </a:p>
          <a:p>
            <a:endParaRPr lang="en-US" dirty="0"/>
          </a:p>
          <a:p>
            <a:r>
              <a:rPr lang="en-US" dirty="0"/>
              <a:t>Storage VSC: Enables disk access by interacting with virtual hard disks</a:t>
            </a:r>
          </a:p>
          <a:p>
            <a:endParaRPr lang="en-US" dirty="0"/>
          </a:p>
          <a:p>
            <a:r>
              <a:rPr lang="en-US" dirty="0"/>
              <a:t>Memory VSC: Supports dynamic memory allocation between the host and VMs</a:t>
            </a:r>
          </a:p>
        </p:txBody>
      </p:sp>
    </p:spTree>
    <p:extLst>
      <p:ext uri="{BB962C8B-B14F-4D97-AF65-F5344CB8AC3E}">
        <p14:creationId xmlns:p14="http://schemas.microsoft.com/office/powerpoint/2010/main" val="1943355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5C406-B444-E8F8-FDF0-131A10B3E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Child Partitions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D9E5F-7D86-1E60-4700-2686B79D1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Unprivileged VMs that run on top of the hypervisor.</a:t>
            </a:r>
          </a:p>
          <a:p>
            <a:endParaRPr lang="en-IN" dirty="0"/>
          </a:p>
          <a:p>
            <a:r>
              <a:rPr lang="en-IN" dirty="0"/>
              <a:t>Rely on the parent partition for I/O operations.</a:t>
            </a:r>
          </a:p>
          <a:p>
            <a:endParaRPr lang="en-IN" dirty="0"/>
          </a:p>
          <a:p>
            <a:r>
              <a:rPr lang="en-IN" dirty="0"/>
              <a:t>VMs that run inside Hyper-V.</a:t>
            </a:r>
          </a:p>
          <a:p>
            <a:endParaRPr lang="en-IN" dirty="0"/>
          </a:p>
          <a:p>
            <a:r>
              <a:rPr lang="en-IN" dirty="0"/>
              <a:t>Do not have direct access to hardware; they rely on the Virtualization Service Client (VSC).</a:t>
            </a:r>
          </a:p>
          <a:p>
            <a:endParaRPr lang="en-IN" dirty="0"/>
          </a:p>
          <a:p>
            <a:r>
              <a:rPr lang="en-IN" dirty="0"/>
              <a:t>Supports Enlightened I/O for optimized performance.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77907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{0DBC9465-C6FA-1948-B936-66CC95CDA27D}tf10001060</Template>
  <TotalTime>81</TotalTime>
  <Words>723</Words>
  <Application>Microsoft Macintosh PowerPoint</Application>
  <PresentationFormat>Widescreen</PresentationFormat>
  <Paragraphs>90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-webkit-standard</vt:lpstr>
      <vt:lpstr>Arial</vt:lpstr>
      <vt:lpstr>Trebuchet MS</vt:lpstr>
      <vt:lpstr>Wingdings 3</vt:lpstr>
      <vt:lpstr>Facet</vt:lpstr>
      <vt:lpstr>Xen Hypervisor</vt:lpstr>
      <vt:lpstr>Xen Hypervisor Core</vt:lpstr>
      <vt:lpstr>Domain 0 (Dom0)</vt:lpstr>
      <vt:lpstr>Domain 0 (Dom0)</vt:lpstr>
      <vt:lpstr>Domain U (DomU)</vt:lpstr>
      <vt:lpstr>Xen Backend &amp; Frontend Drivers</vt:lpstr>
      <vt:lpstr>Hyper-V Hypervisor</vt:lpstr>
      <vt:lpstr>Hyper-V Hypervisor</vt:lpstr>
      <vt:lpstr>Parent Partition</vt:lpstr>
      <vt:lpstr>Virtualization Service Client (VSC)</vt:lpstr>
      <vt:lpstr>Virtualization Service Clients</vt:lpstr>
      <vt:lpstr>Child Partitions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Abhirup Khanna</dc:creator>
  <cp:lastModifiedBy>Abhirup Khanna</cp:lastModifiedBy>
  <cp:revision>19</cp:revision>
  <dcterms:created xsi:type="dcterms:W3CDTF">2025-02-11T05:08:16Z</dcterms:created>
  <dcterms:modified xsi:type="dcterms:W3CDTF">2025-02-12T10:22:22Z</dcterms:modified>
</cp:coreProperties>
</file>